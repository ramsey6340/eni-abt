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2" r:id="rId1"/>
    <p:sldMasterId id="2147483673" r:id="rId2"/>
  </p:sldMasterIdLst>
  <p:notesMasterIdLst>
    <p:notesMasterId r:id="rId37"/>
  </p:notesMasterIdLst>
  <p:sldIdLst>
    <p:sldId id="256" r:id="rId3"/>
    <p:sldId id="350" r:id="rId4"/>
    <p:sldId id="258" r:id="rId5"/>
    <p:sldId id="355" r:id="rId6"/>
    <p:sldId id="357" r:id="rId7"/>
    <p:sldId id="347" r:id="rId8"/>
    <p:sldId id="363" r:id="rId9"/>
    <p:sldId id="364" r:id="rId10"/>
    <p:sldId id="365" r:id="rId11"/>
    <p:sldId id="366" r:id="rId12"/>
    <p:sldId id="367" r:id="rId13"/>
    <p:sldId id="368" r:id="rId14"/>
    <p:sldId id="370" r:id="rId15"/>
    <p:sldId id="371" r:id="rId16"/>
    <p:sldId id="369" r:id="rId17"/>
    <p:sldId id="362" r:id="rId18"/>
    <p:sldId id="376" r:id="rId19"/>
    <p:sldId id="373" r:id="rId20"/>
    <p:sldId id="374" r:id="rId21"/>
    <p:sldId id="375" r:id="rId22"/>
    <p:sldId id="377" r:id="rId23"/>
    <p:sldId id="378" r:id="rId24"/>
    <p:sldId id="379" r:id="rId25"/>
    <p:sldId id="372" r:id="rId26"/>
    <p:sldId id="380" r:id="rId27"/>
    <p:sldId id="381" r:id="rId28"/>
    <p:sldId id="382" r:id="rId29"/>
    <p:sldId id="361" r:id="rId30"/>
    <p:sldId id="383" r:id="rId31"/>
    <p:sldId id="386" r:id="rId32"/>
    <p:sldId id="387" r:id="rId33"/>
    <p:sldId id="384" r:id="rId34"/>
    <p:sldId id="385" r:id="rId35"/>
    <p:sldId id="312" r:id="rId36"/>
  </p:sldIdLst>
  <p:sldSz cx="9144000" cy="5143500" type="screen16x9"/>
  <p:notesSz cx="6858000" cy="9144000"/>
  <p:embeddedFontLst>
    <p:embeddedFont>
      <p:font typeface="Arial Rounded MT Bold" panose="020F0704030504030204" pitchFamily="34" charset="0"/>
      <p:regular r:id="rId38"/>
    </p:embeddedFont>
    <p:embeddedFont>
      <p:font typeface="Footlight MT Light" panose="0204060206030A020304" pitchFamily="18" charset="0"/>
      <p:regular r:id="rId39"/>
    </p:embeddedFont>
    <p:embeddedFont>
      <p:font typeface="Oswald" panose="020F0502020204030204" pitchFamily="2" charset="0"/>
      <p:regular r:id="rId40"/>
      <p:bold r:id="rId41"/>
    </p:embeddedFont>
    <p:embeddedFont>
      <p:font typeface="Proxima Nova" panose="020B0604020202020204" charset="0"/>
      <p:regular r:id="rId42"/>
      <p:bold r:id="rId43"/>
      <p:italic r:id="rId44"/>
      <p:boldItalic r:id="rId45"/>
    </p:embeddedFont>
    <p:embeddedFont>
      <p:font typeface="Proxima Nova Semibold" panose="020B0604020202020204" charset="0"/>
      <p:regular r:id="rId46"/>
      <p:bold r:id="rId47"/>
      <p:boldItalic r:id="rId48"/>
    </p:embeddedFont>
    <p:embeddedFont>
      <p:font typeface="Roboto" panose="02000000000000000000" pitchFamily="2" charset="0"/>
      <p:regular r:id="rId49"/>
      <p:bold r:id="rId50"/>
      <p:italic r:id="rId51"/>
      <p:boldItalic r:id="rId5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EB8D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85688E5-5979-465E-840A-92CD86264B69}">
  <a:tblStyle styleId="{485688E5-5979-465E-840A-92CD86264B69}"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0" d="100"/>
          <a:sy n="90" d="100"/>
        </p:scale>
        <p:origin x="816"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font" Target="fonts/font2.fntdata"/><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font" Target="fonts/font5.fntdata"/><Relationship Id="rId47" Type="http://schemas.openxmlformats.org/officeDocument/2006/relationships/font" Target="fonts/font10.fntdata"/><Relationship Id="rId50" Type="http://schemas.openxmlformats.org/officeDocument/2006/relationships/font" Target="fonts/font13.fntdata"/><Relationship Id="rId55"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font" Target="fonts/font1.fntdata"/><Relationship Id="rId46" Type="http://schemas.openxmlformats.org/officeDocument/2006/relationships/font" Target="fonts/font9.fntdata"/><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font" Target="fonts/font4.fntdata"/><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notesMaster" Target="notesMasters/notesMaster1.xml"/><Relationship Id="rId40" Type="http://schemas.openxmlformats.org/officeDocument/2006/relationships/font" Target="fonts/font3.fntdata"/><Relationship Id="rId45" Type="http://schemas.openxmlformats.org/officeDocument/2006/relationships/font" Target="fonts/font8.fntdata"/><Relationship Id="rId53"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font" Target="fonts/font12.fntdata"/><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font" Target="fonts/font7.fntdata"/><Relationship Id="rId52" Type="http://schemas.openxmlformats.org/officeDocument/2006/relationships/font" Target="fonts/font15.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font" Target="fonts/font6.fntdata"/><Relationship Id="rId48" Type="http://schemas.openxmlformats.org/officeDocument/2006/relationships/font" Target="fonts/font11.fntdata"/><Relationship Id="rId56" Type="http://schemas.openxmlformats.org/officeDocument/2006/relationships/tableStyles" Target="tableStyles.xml"/><Relationship Id="rId8" Type="http://schemas.openxmlformats.org/officeDocument/2006/relationships/slide" Target="slides/slide6.xml"/><Relationship Id="rId51" Type="http://schemas.openxmlformats.org/officeDocument/2006/relationships/font" Target="fonts/font14.fntdata"/><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3"/>
        <p:cNvGrpSpPr/>
        <p:nvPr/>
      </p:nvGrpSpPr>
      <p:grpSpPr>
        <a:xfrm>
          <a:off x="0" y="0"/>
          <a:ext cx="0" cy="0"/>
          <a:chOff x="0" y="0"/>
          <a:chExt cx="0" cy="0"/>
        </a:xfrm>
      </p:grpSpPr>
      <p:sp>
        <p:nvSpPr>
          <p:cNvPr id="474" name="Google Shape;474;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5" name="Google Shape;475;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9"/>
        <p:cNvGrpSpPr/>
        <p:nvPr/>
      </p:nvGrpSpPr>
      <p:grpSpPr>
        <a:xfrm>
          <a:off x="0" y="0"/>
          <a:ext cx="0" cy="0"/>
          <a:chOff x="0" y="0"/>
          <a:chExt cx="0" cy="0"/>
        </a:xfrm>
      </p:grpSpPr>
      <p:sp>
        <p:nvSpPr>
          <p:cNvPr id="670" name="Google Shape;670;g8c1997cbfd_0_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1" name="Google Shape;671;g8c1997cbfd_0_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81272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9"/>
        <p:cNvGrpSpPr/>
        <p:nvPr/>
      </p:nvGrpSpPr>
      <p:grpSpPr>
        <a:xfrm>
          <a:off x="0" y="0"/>
          <a:ext cx="0" cy="0"/>
          <a:chOff x="0" y="0"/>
          <a:chExt cx="0" cy="0"/>
        </a:xfrm>
      </p:grpSpPr>
      <p:sp>
        <p:nvSpPr>
          <p:cNvPr id="670" name="Google Shape;670;g8c1997cbfd_0_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1" name="Google Shape;671;g8c1997cbfd_0_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9"/>
        <p:cNvGrpSpPr/>
        <p:nvPr/>
      </p:nvGrpSpPr>
      <p:grpSpPr>
        <a:xfrm>
          <a:off x="0" y="0"/>
          <a:ext cx="0" cy="0"/>
          <a:chOff x="0" y="0"/>
          <a:chExt cx="0" cy="0"/>
        </a:xfrm>
      </p:grpSpPr>
      <p:sp>
        <p:nvSpPr>
          <p:cNvPr id="670" name="Google Shape;670;g8c1997cbfd_0_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1" name="Google Shape;671;g8c1997cbfd_0_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733418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9"/>
        <p:cNvGrpSpPr/>
        <p:nvPr/>
      </p:nvGrpSpPr>
      <p:grpSpPr>
        <a:xfrm>
          <a:off x="0" y="0"/>
          <a:ext cx="0" cy="0"/>
          <a:chOff x="0" y="0"/>
          <a:chExt cx="0" cy="0"/>
        </a:xfrm>
      </p:grpSpPr>
      <p:sp>
        <p:nvSpPr>
          <p:cNvPr id="670" name="Google Shape;670;g8c1997cbfd_0_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1" name="Google Shape;671;g8c1997cbfd_0_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884549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9"/>
        <p:cNvGrpSpPr/>
        <p:nvPr/>
      </p:nvGrpSpPr>
      <p:grpSpPr>
        <a:xfrm>
          <a:off x="0" y="0"/>
          <a:ext cx="0" cy="0"/>
          <a:chOff x="0" y="0"/>
          <a:chExt cx="0" cy="0"/>
        </a:xfrm>
      </p:grpSpPr>
      <p:sp>
        <p:nvSpPr>
          <p:cNvPr id="670" name="Google Shape;670;g8c1997cbfd_0_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1" name="Google Shape;671;g8c1997cbfd_0_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372188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9"/>
        <p:cNvGrpSpPr/>
        <p:nvPr/>
      </p:nvGrpSpPr>
      <p:grpSpPr>
        <a:xfrm>
          <a:off x="0" y="0"/>
          <a:ext cx="0" cy="0"/>
          <a:chOff x="0" y="0"/>
          <a:chExt cx="0" cy="0"/>
        </a:xfrm>
      </p:grpSpPr>
      <p:sp>
        <p:nvSpPr>
          <p:cNvPr id="670" name="Google Shape;670;g8c1997cbfd_0_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1" name="Google Shape;671;g8c1997cbfd_0_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21478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9"/>
        <p:cNvGrpSpPr/>
        <p:nvPr/>
      </p:nvGrpSpPr>
      <p:grpSpPr>
        <a:xfrm>
          <a:off x="0" y="0"/>
          <a:ext cx="0" cy="0"/>
          <a:chOff x="0" y="0"/>
          <a:chExt cx="0" cy="0"/>
        </a:xfrm>
      </p:grpSpPr>
      <p:sp>
        <p:nvSpPr>
          <p:cNvPr id="670" name="Google Shape;670;g8c1997cbfd_0_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1" name="Google Shape;671;g8c1997cbfd_0_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924817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9"/>
        <p:cNvGrpSpPr/>
        <p:nvPr/>
      </p:nvGrpSpPr>
      <p:grpSpPr>
        <a:xfrm>
          <a:off x="0" y="0"/>
          <a:ext cx="0" cy="0"/>
          <a:chOff x="0" y="0"/>
          <a:chExt cx="0" cy="0"/>
        </a:xfrm>
      </p:grpSpPr>
      <p:sp>
        <p:nvSpPr>
          <p:cNvPr id="670" name="Google Shape;670;g8c1997cbfd_0_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1" name="Google Shape;671;g8c1997cbfd_0_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049148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9"/>
        <p:cNvGrpSpPr/>
        <p:nvPr/>
      </p:nvGrpSpPr>
      <p:grpSpPr>
        <a:xfrm>
          <a:off x="0" y="0"/>
          <a:ext cx="0" cy="0"/>
          <a:chOff x="0" y="0"/>
          <a:chExt cx="0" cy="0"/>
        </a:xfrm>
      </p:grpSpPr>
      <p:sp>
        <p:nvSpPr>
          <p:cNvPr id="670" name="Google Shape;670;g8c1997cbfd_0_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1" name="Google Shape;671;g8c1997cbfd_0_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496985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9"/>
        <p:cNvGrpSpPr/>
        <p:nvPr/>
      </p:nvGrpSpPr>
      <p:grpSpPr>
        <a:xfrm>
          <a:off x="0" y="0"/>
          <a:ext cx="0" cy="0"/>
          <a:chOff x="0" y="0"/>
          <a:chExt cx="0" cy="0"/>
        </a:xfrm>
      </p:grpSpPr>
      <p:sp>
        <p:nvSpPr>
          <p:cNvPr id="670" name="Google Shape;670;g8c1997cbfd_0_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1" name="Google Shape;671;g8c1997cbfd_0_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1018106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9"/>
        <p:cNvGrpSpPr/>
        <p:nvPr/>
      </p:nvGrpSpPr>
      <p:grpSpPr>
        <a:xfrm>
          <a:off x="0" y="0"/>
          <a:ext cx="0" cy="0"/>
          <a:chOff x="0" y="0"/>
          <a:chExt cx="0" cy="0"/>
        </a:xfrm>
      </p:grpSpPr>
      <p:sp>
        <p:nvSpPr>
          <p:cNvPr id="670" name="Google Shape;670;g8c1997cbfd_0_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1" name="Google Shape;671;g8c1997cbfd_0_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3121883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9"/>
        <p:cNvGrpSpPr/>
        <p:nvPr/>
      </p:nvGrpSpPr>
      <p:grpSpPr>
        <a:xfrm>
          <a:off x="0" y="0"/>
          <a:ext cx="0" cy="0"/>
          <a:chOff x="0" y="0"/>
          <a:chExt cx="0" cy="0"/>
        </a:xfrm>
      </p:grpSpPr>
      <p:sp>
        <p:nvSpPr>
          <p:cNvPr id="670" name="Google Shape;670;g8c1997cbfd_0_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1" name="Google Shape;671;g8c1997cbfd_0_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334197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9"/>
        <p:cNvGrpSpPr/>
        <p:nvPr/>
      </p:nvGrpSpPr>
      <p:grpSpPr>
        <a:xfrm>
          <a:off x="0" y="0"/>
          <a:ext cx="0" cy="0"/>
          <a:chOff x="0" y="0"/>
          <a:chExt cx="0" cy="0"/>
        </a:xfrm>
      </p:grpSpPr>
      <p:sp>
        <p:nvSpPr>
          <p:cNvPr id="670" name="Google Shape;670;g8c1997cbfd_0_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1" name="Google Shape;671;g8c1997cbfd_0_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7130689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9"/>
        <p:cNvGrpSpPr/>
        <p:nvPr/>
      </p:nvGrpSpPr>
      <p:grpSpPr>
        <a:xfrm>
          <a:off x="0" y="0"/>
          <a:ext cx="0" cy="0"/>
          <a:chOff x="0" y="0"/>
          <a:chExt cx="0" cy="0"/>
        </a:xfrm>
      </p:grpSpPr>
      <p:sp>
        <p:nvSpPr>
          <p:cNvPr id="670" name="Google Shape;670;g8c1997cbfd_0_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1" name="Google Shape;671;g8c1997cbfd_0_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042394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9"/>
        <p:cNvGrpSpPr/>
        <p:nvPr/>
      </p:nvGrpSpPr>
      <p:grpSpPr>
        <a:xfrm>
          <a:off x="0" y="0"/>
          <a:ext cx="0" cy="0"/>
          <a:chOff x="0" y="0"/>
          <a:chExt cx="0" cy="0"/>
        </a:xfrm>
      </p:grpSpPr>
      <p:sp>
        <p:nvSpPr>
          <p:cNvPr id="670" name="Google Shape;670;g8c1997cbfd_0_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1" name="Google Shape;671;g8c1997cbfd_0_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9127098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9"/>
        <p:cNvGrpSpPr/>
        <p:nvPr/>
      </p:nvGrpSpPr>
      <p:grpSpPr>
        <a:xfrm>
          <a:off x="0" y="0"/>
          <a:ext cx="0" cy="0"/>
          <a:chOff x="0" y="0"/>
          <a:chExt cx="0" cy="0"/>
        </a:xfrm>
      </p:grpSpPr>
      <p:sp>
        <p:nvSpPr>
          <p:cNvPr id="670" name="Google Shape;670;g8c1997cbfd_0_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1" name="Google Shape;671;g8c1997cbfd_0_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7994645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9"/>
        <p:cNvGrpSpPr/>
        <p:nvPr/>
      </p:nvGrpSpPr>
      <p:grpSpPr>
        <a:xfrm>
          <a:off x="0" y="0"/>
          <a:ext cx="0" cy="0"/>
          <a:chOff x="0" y="0"/>
          <a:chExt cx="0" cy="0"/>
        </a:xfrm>
      </p:grpSpPr>
      <p:sp>
        <p:nvSpPr>
          <p:cNvPr id="670" name="Google Shape;670;g8c1997cbfd_0_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1" name="Google Shape;671;g8c1997cbfd_0_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6869766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9"/>
        <p:cNvGrpSpPr/>
        <p:nvPr/>
      </p:nvGrpSpPr>
      <p:grpSpPr>
        <a:xfrm>
          <a:off x="0" y="0"/>
          <a:ext cx="0" cy="0"/>
          <a:chOff x="0" y="0"/>
          <a:chExt cx="0" cy="0"/>
        </a:xfrm>
      </p:grpSpPr>
      <p:sp>
        <p:nvSpPr>
          <p:cNvPr id="670" name="Google Shape;670;g8c1997cbfd_0_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1" name="Google Shape;671;g8c1997cbfd_0_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0228360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9"/>
        <p:cNvGrpSpPr/>
        <p:nvPr/>
      </p:nvGrpSpPr>
      <p:grpSpPr>
        <a:xfrm>
          <a:off x="0" y="0"/>
          <a:ext cx="0" cy="0"/>
          <a:chOff x="0" y="0"/>
          <a:chExt cx="0" cy="0"/>
        </a:xfrm>
      </p:grpSpPr>
      <p:sp>
        <p:nvSpPr>
          <p:cNvPr id="670" name="Google Shape;670;g8c1997cbfd_0_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1" name="Google Shape;671;g8c1997cbfd_0_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0807577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9"/>
        <p:cNvGrpSpPr/>
        <p:nvPr/>
      </p:nvGrpSpPr>
      <p:grpSpPr>
        <a:xfrm>
          <a:off x="0" y="0"/>
          <a:ext cx="0" cy="0"/>
          <a:chOff x="0" y="0"/>
          <a:chExt cx="0" cy="0"/>
        </a:xfrm>
      </p:grpSpPr>
      <p:sp>
        <p:nvSpPr>
          <p:cNvPr id="670" name="Google Shape;670;g8c1997cbfd_0_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1" name="Google Shape;671;g8c1997cbfd_0_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9243971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9"/>
        <p:cNvGrpSpPr/>
        <p:nvPr/>
      </p:nvGrpSpPr>
      <p:grpSpPr>
        <a:xfrm>
          <a:off x="0" y="0"/>
          <a:ext cx="0" cy="0"/>
          <a:chOff x="0" y="0"/>
          <a:chExt cx="0" cy="0"/>
        </a:xfrm>
      </p:grpSpPr>
      <p:sp>
        <p:nvSpPr>
          <p:cNvPr id="670" name="Google Shape;670;g8c1997cbfd_0_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1" name="Google Shape;671;g8c1997cbfd_0_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3239970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9"/>
        <p:cNvGrpSpPr/>
        <p:nvPr/>
      </p:nvGrpSpPr>
      <p:grpSpPr>
        <a:xfrm>
          <a:off x="0" y="0"/>
          <a:ext cx="0" cy="0"/>
          <a:chOff x="0" y="0"/>
          <a:chExt cx="0" cy="0"/>
        </a:xfrm>
      </p:grpSpPr>
      <p:sp>
        <p:nvSpPr>
          <p:cNvPr id="670" name="Google Shape;670;g8c1997cbfd_0_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1" name="Google Shape;671;g8c1997cbfd_0_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21388265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9"/>
        <p:cNvGrpSpPr/>
        <p:nvPr/>
      </p:nvGrpSpPr>
      <p:grpSpPr>
        <a:xfrm>
          <a:off x="0" y="0"/>
          <a:ext cx="0" cy="0"/>
          <a:chOff x="0" y="0"/>
          <a:chExt cx="0" cy="0"/>
        </a:xfrm>
      </p:grpSpPr>
      <p:sp>
        <p:nvSpPr>
          <p:cNvPr id="670" name="Google Shape;670;g8c1997cbfd_0_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1" name="Google Shape;671;g8c1997cbfd_0_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5224330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9"/>
        <p:cNvGrpSpPr/>
        <p:nvPr/>
      </p:nvGrpSpPr>
      <p:grpSpPr>
        <a:xfrm>
          <a:off x="0" y="0"/>
          <a:ext cx="0" cy="0"/>
          <a:chOff x="0" y="0"/>
          <a:chExt cx="0" cy="0"/>
        </a:xfrm>
      </p:grpSpPr>
      <p:sp>
        <p:nvSpPr>
          <p:cNvPr id="670" name="Google Shape;670;g8c1997cbfd_0_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1" name="Google Shape;671;g8c1997cbfd_0_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8258943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9"/>
        <p:cNvGrpSpPr/>
        <p:nvPr/>
      </p:nvGrpSpPr>
      <p:grpSpPr>
        <a:xfrm>
          <a:off x="0" y="0"/>
          <a:ext cx="0" cy="0"/>
          <a:chOff x="0" y="0"/>
          <a:chExt cx="0" cy="0"/>
        </a:xfrm>
      </p:grpSpPr>
      <p:sp>
        <p:nvSpPr>
          <p:cNvPr id="670" name="Google Shape;670;g8c1997cbfd_0_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1" name="Google Shape;671;g8c1997cbfd_0_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2400309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9"/>
        <p:cNvGrpSpPr/>
        <p:nvPr/>
      </p:nvGrpSpPr>
      <p:grpSpPr>
        <a:xfrm>
          <a:off x="0" y="0"/>
          <a:ext cx="0" cy="0"/>
          <a:chOff x="0" y="0"/>
          <a:chExt cx="0" cy="0"/>
        </a:xfrm>
      </p:grpSpPr>
      <p:sp>
        <p:nvSpPr>
          <p:cNvPr id="670" name="Google Shape;670;g8c1997cbfd_0_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1" name="Google Shape;671;g8c1997cbfd_0_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6964088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9"/>
        <p:cNvGrpSpPr/>
        <p:nvPr/>
      </p:nvGrpSpPr>
      <p:grpSpPr>
        <a:xfrm>
          <a:off x="0" y="0"/>
          <a:ext cx="0" cy="0"/>
          <a:chOff x="0" y="0"/>
          <a:chExt cx="0" cy="0"/>
        </a:xfrm>
      </p:grpSpPr>
      <p:sp>
        <p:nvSpPr>
          <p:cNvPr id="670" name="Google Shape;670;g8c1997cbfd_0_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1" name="Google Shape;671;g8c1997cbfd_0_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161396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9"/>
        <p:cNvGrpSpPr/>
        <p:nvPr/>
      </p:nvGrpSpPr>
      <p:grpSpPr>
        <a:xfrm>
          <a:off x="0" y="0"/>
          <a:ext cx="0" cy="0"/>
          <a:chOff x="0" y="0"/>
          <a:chExt cx="0" cy="0"/>
        </a:xfrm>
      </p:grpSpPr>
      <p:sp>
        <p:nvSpPr>
          <p:cNvPr id="670" name="Google Shape;670;g8c1997cbfd_0_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1" name="Google Shape;671;g8c1997cbfd_0_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3657136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9"/>
        <p:cNvGrpSpPr/>
        <p:nvPr/>
      </p:nvGrpSpPr>
      <p:grpSpPr>
        <a:xfrm>
          <a:off x="0" y="0"/>
          <a:ext cx="0" cy="0"/>
          <a:chOff x="0" y="0"/>
          <a:chExt cx="0" cy="0"/>
        </a:xfrm>
      </p:grpSpPr>
      <p:sp>
        <p:nvSpPr>
          <p:cNvPr id="670" name="Google Shape;670;g8c1997cbfd_0_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1" name="Google Shape;671;g8c1997cbfd_0_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120609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9"/>
        <p:cNvGrpSpPr/>
        <p:nvPr/>
      </p:nvGrpSpPr>
      <p:grpSpPr>
        <a:xfrm>
          <a:off x="0" y="0"/>
          <a:ext cx="0" cy="0"/>
          <a:chOff x="0" y="0"/>
          <a:chExt cx="0" cy="0"/>
        </a:xfrm>
      </p:grpSpPr>
      <p:sp>
        <p:nvSpPr>
          <p:cNvPr id="670" name="Google Shape;670;g8c1997cbfd_0_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1" name="Google Shape;671;g8c1997cbfd_0_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3004145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9"/>
        <p:cNvGrpSpPr/>
        <p:nvPr/>
      </p:nvGrpSpPr>
      <p:grpSpPr>
        <a:xfrm>
          <a:off x="0" y="0"/>
          <a:ext cx="0" cy="0"/>
          <a:chOff x="0" y="0"/>
          <a:chExt cx="0" cy="0"/>
        </a:xfrm>
      </p:grpSpPr>
      <p:sp>
        <p:nvSpPr>
          <p:cNvPr id="670" name="Google Shape;670;g8c1997cbfd_0_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1" name="Google Shape;671;g8c1997cbfd_0_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1151233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9"/>
        <p:cNvGrpSpPr/>
        <p:nvPr/>
      </p:nvGrpSpPr>
      <p:grpSpPr>
        <a:xfrm>
          <a:off x="0" y="0"/>
          <a:ext cx="0" cy="0"/>
          <a:chOff x="0" y="0"/>
          <a:chExt cx="0" cy="0"/>
        </a:xfrm>
      </p:grpSpPr>
      <p:sp>
        <p:nvSpPr>
          <p:cNvPr id="670" name="Google Shape;670;g8c1997cbfd_0_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1" name="Google Shape;671;g8c1997cbfd_0_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3513687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20"/>
        <p:cNvGrpSpPr/>
        <p:nvPr/>
      </p:nvGrpSpPr>
      <p:grpSpPr>
        <a:xfrm>
          <a:off x="0" y="0"/>
          <a:ext cx="0" cy="0"/>
          <a:chOff x="0" y="0"/>
          <a:chExt cx="0" cy="0"/>
        </a:xfrm>
      </p:grpSpPr>
      <p:sp>
        <p:nvSpPr>
          <p:cNvPr id="12021" name="Google Shape;12021;gad0aeb9a52_0_104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22" name="Google Shape;12022;gad0aeb9a52_0_104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gradFill>
          <a:gsLst>
            <a:gs pos="0">
              <a:srgbClr val="13367C"/>
            </a:gs>
            <a:gs pos="100000">
              <a:schemeClr val="dk2"/>
            </a:gs>
          </a:gsLst>
          <a:lin ang="5400012" scaled="0"/>
        </a:gradFill>
        <a:effectLst/>
      </p:bgPr>
    </p:bg>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720000" y="1016381"/>
            <a:ext cx="4079700" cy="2406000"/>
          </a:xfrm>
          <a:prstGeom prst="rect">
            <a:avLst/>
          </a:prstGeom>
        </p:spPr>
        <p:txBody>
          <a:bodyPr spcFirstLastPara="1" wrap="square" lIns="91425" tIns="91425" rIns="91425" bIns="91425" anchor="b" anchorCtr="0">
            <a:noAutofit/>
          </a:bodyPr>
          <a:lstStyle>
            <a:lvl1pPr lvl="0">
              <a:spcBef>
                <a:spcPts val="0"/>
              </a:spcBef>
              <a:spcAft>
                <a:spcPts val="0"/>
              </a:spcAft>
              <a:buSzPts val="5200"/>
              <a:buNone/>
              <a:defRPr sz="48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0" name="Google Shape;10;p2"/>
          <p:cNvSpPr txBox="1">
            <a:spLocks noGrp="1"/>
          </p:cNvSpPr>
          <p:nvPr>
            <p:ph type="subTitle" idx="1"/>
          </p:nvPr>
        </p:nvSpPr>
        <p:spPr>
          <a:xfrm>
            <a:off x="720000" y="3387619"/>
            <a:ext cx="2350500" cy="7395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800"/>
              <a:buFont typeface="Roboto"/>
              <a:buNone/>
              <a:defRPr sz="1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lt1"/>
        </a:solidFill>
        <a:effectLst/>
      </p:bgPr>
    </p:bg>
    <p:spTree>
      <p:nvGrpSpPr>
        <p:cNvPr id="1" name="Shape 106"/>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able of contents">
  <p:cSld name="CUSTOM_2">
    <p:spTree>
      <p:nvGrpSpPr>
        <p:cNvPr id="1" name="Shape 251"/>
        <p:cNvGrpSpPr/>
        <p:nvPr/>
      </p:nvGrpSpPr>
      <p:grpSpPr>
        <a:xfrm>
          <a:off x="0" y="0"/>
          <a:ext cx="0" cy="0"/>
          <a:chOff x="0" y="0"/>
          <a:chExt cx="0" cy="0"/>
        </a:xfrm>
      </p:grpSpPr>
      <p:sp>
        <p:nvSpPr>
          <p:cNvPr id="252" name="Google Shape;252;p20"/>
          <p:cNvSpPr txBox="1">
            <a:spLocks noGrp="1"/>
          </p:cNvSpPr>
          <p:nvPr>
            <p:ph type="subTitle" idx="1"/>
          </p:nvPr>
        </p:nvSpPr>
        <p:spPr>
          <a:xfrm>
            <a:off x="719600" y="1770625"/>
            <a:ext cx="2317200" cy="389700"/>
          </a:xfrm>
          <a:prstGeom prst="rect">
            <a:avLst/>
          </a:prstGeom>
        </p:spPr>
        <p:txBody>
          <a:bodyPr spcFirstLastPara="1" wrap="square" lIns="91425" tIns="91425" rIns="91425" bIns="91425" anchor="b" anchorCtr="0">
            <a:noAutofit/>
          </a:bodyPr>
          <a:lstStyle>
            <a:lvl1pPr lvl="0" algn="ctr">
              <a:spcBef>
                <a:spcPts val="0"/>
              </a:spcBef>
              <a:spcAft>
                <a:spcPts val="0"/>
              </a:spcAft>
              <a:buSzPts val="1800"/>
              <a:buFont typeface="Oswald"/>
              <a:buNone/>
              <a:defRPr sz="1800">
                <a:solidFill>
                  <a:schemeClr val="accent1"/>
                </a:solidFill>
                <a:latin typeface="Oswald"/>
                <a:ea typeface="Oswald"/>
                <a:cs typeface="Oswald"/>
                <a:sym typeface="Oswald"/>
              </a:defRPr>
            </a:lvl1pPr>
            <a:lvl2pPr lvl="1">
              <a:spcBef>
                <a:spcPts val="0"/>
              </a:spcBef>
              <a:spcAft>
                <a:spcPts val="0"/>
              </a:spcAft>
              <a:buSzPts val="1400"/>
              <a:buNone/>
              <a:defRPr/>
            </a:lvl2pPr>
            <a:lvl3pPr lvl="2">
              <a:spcBef>
                <a:spcPts val="1600"/>
              </a:spcBef>
              <a:spcAft>
                <a:spcPts val="0"/>
              </a:spcAft>
              <a:buSzPts val="1400"/>
              <a:buNone/>
              <a:defRPr/>
            </a:lvl3pPr>
            <a:lvl4pPr lvl="3">
              <a:spcBef>
                <a:spcPts val="1600"/>
              </a:spcBef>
              <a:spcAft>
                <a:spcPts val="0"/>
              </a:spcAft>
              <a:buSzPts val="1400"/>
              <a:buNone/>
              <a:defRPr/>
            </a:lvl4pPr>
            <a:lvl5pPr lvl="4">
              <a:spcBef>
                <a:spcPts val="1600"/>
              </a:spcBef>
              <a:spcAft>
                <a:spcPts val="0"/>
              </a:spcAft>
              <a:buSzPts val="1400"/>
              <a:buNone/>
              <a:defRPr/>
            </a:lvl5pPr>
            <a:lvl6pPr lvl="5">
              <a:spcBef>
                <a:spcPts val="1600"/>
              </a:spcBef>
              <a:spcAft>
                <a:spcPts val="0"/>
              </a:spcAft>
              <a:buSzPts val="1400"/>
              <a:buNone/>
              <a:defRPr/>
            </a:lvl6pPr>
            <a:lvl7pPr lvl="6">
              <a:spcBef>
                <a:spcPts val="1600"/>
              </a:spcBef>
              <a:spcAft>
                <a:spcPts val="0"/>
              </a:spcAft>
              <a:buSzPts val="1400"/>
              <a:buNone/>
              <a:defRPr/>
            </a:lvl7pPr>
            <a:lvl8pPr lvl="7">
              <a:spcBef>
                <a:spcPts val="1600"/>
              </a:spcBef>
              <a:spcAft>
                <a:spcPts val="0"/>
              </a:spcAft>
              <a:buSzPts val="1400"/>
              <a:buNone/>
              <a:defRPr/>
            </a:lvl8pPr>
            <a:lvl9pPr lvl="8">
              <a:spcBef>
                <a:spcPts val="1600"/>
              </a:spcBef>
              <a:spcAft>
                <a:spcPts val="1600"/>
              </a:spcAft>
              <a:buSzPts val="1400"/>
              <a:buNone/>
              <a:defRPr/>
            </a:lvl9pPr>
          </a:lstStyle>
          <a:p>
            <a:endParaRPr/>
          </a:p>
        </p:txBody>
      </p:sp>
      <p:sp>
        <p:nvSpPr>
          <p:cNvPr id="253" name="Google Shape;253;p20"/>
          <p:cNvSpPr txBox="1">
            <a:spLocks noGrp="1"/>
          </p:cNvSpPr>
          <p:nvPr>
            <p:ph type="title"/>
          </p:nvPr>
        </p:nvSpPr>
        <p:spPr>
          <a:xfrm>
            <a:off x="720000" y="540000"/>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54" name="Google Shape;254;p20"/>
          <p:cNvSpPr txBox="1">
            <a:spLocks noGrp="1"/>
          </p:cNvSpPr>
          <p:nvPr>
            <p:ph type="title" idx="2" hasCustomPrompt="1"/>
          </p:nvPr>
        </p:nvSpPr>
        <p:spPr>
          <a:xfrm>
            <a:off x="1329200" y="1318325"/>
            <a:ext cx="1098000" cy="389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accent1"/>
                </a:solidFill>
              </a:defRPr>
            </a:lvl1pPr>
            <a:lvl2pPr lvl="1" algn="ctr" rtl="0">
              <a:spcBef>
                <a:spcPts val="0"/>
              </a:spcBef>
              <a:spcAft>
                <a:spcPts val="0"/>
              </a:spcAft>
              <a:buSzPts val="3000"/>
              <a:buFont typeface="Oswald"/>
              <a:buNone/>
              <a:defRPr sz="3000">
                <a:latin typeface="Oswald"/>
                <a:ea typeface="Oswald"/>
                <a:cs typeface="Oswald"/>
                <a:sym typeface="Oswald"/>
              </a:defRPr>
            </a:lvl2pPr>
            <a:lvl3pPr lvl="2" algn="ctr" rtl="0">
              <a:spcBef>
                <a:spcPts val="0"/>
              </a:spcBef>
              <a:spcAft>
                <a:spcPts val="0"/>
              </a:spcAft>
              <a:buSzPts val="3000"/>
              <a:buFont typeface="Oswald"/>
              <a:buNone/>
              <a:defRPr sz="3000">
                <a:latin typeface="Oswald"/>
                <a:ea typeface="Oswald"/>
                <a:cs typeface="Oswald"/>
                <a:sym typeface="Oswald"/>
              </a:defRPr>
            </a:lvl3pPr>
            <a:lvl4pPr lvl="3" algn="ctr" rtl="0">
              <a:spcBef>
                <a:spcPts val="0"/>
              </a:spcBef>
              <a:spcAft>
                <a:spcPts val="0"/>
              </a:spcAft>
              <a:buSzPts val="3000"/>
              <a:buFont typeface="Oswald"/>
              <a:buNone/>
              <a:defRPr sz="3000">
                <a:latin typeface="Oswald"/>
                <a:ea typeface="Oswald"/>
                <a:cs typeface="Oswald"/>
                <a:sym typeface="Oswald"/>
              </a:defRPr>
            </a:lvl4pPr>
            <a:lvl5pPr lvl="4" algn="ctr" rtl="0">
              <a:spcBef>
                <a:spcPts val="0"/>
              </a:spcBef>
              <a:spcAft>
                <a:spcPts val="0"/>
              </a:spcAft>
              <a:buSzPts val="3000"/>
              <a:buFont typeface="Oswald"/>
              <a:buNone/>
              <a:defRPr sz="3000">
                <a:latin typeface="Oswald"/>
                <a:ea typeface="Oswald"/>
                <a:cs typeface="Oswald"/>
                <a:sym typeface="Oswald"/>
              </a:defRPr>
            </a:lvl5pPr>
            <a:lvl6pPr lvl="5" algn="ctr" rtl="0">
              <a:spcBef>
                <a:spcPts val="0"/>
              </a:spcBef>
              <a:spcAft>
                <a:spcPts val="0"/>
              </a:spcAft>
              <a:buSzPts val="3000"/>
              <a:buFont typeface="Oswald"/>
              <a:buNone/>
              <a:defRPr sz="3000">
                <a:latin typeface="Oswald"/>
                <a:ea typeface="Oswald"/>
                <a:cs typeface="Oswald"/>
                <a:sym typeface="Oswald"/>
              </a:defRPr>
            </a:lvl6pPr>
            <a:lvl7pPr lvl="6" algn="ctr" rtl="0">
              <a:spcBef>
                <a:spcPts val="0"/>
              </a:spcBef>
              <a:spcAft>
                <a:spcPts val="0"/>
              </a:spcAft>
              <a:buSzPts val="3000"/>
              <a:buFont typeface="Oswald"/>
              <a:buNone/>
              <a:defRPr sz="3000">
                <a:latin typeface="Oswald"/>
                <a:ea typeface="Oswald"/>
                <a:cs typeface="Oswald"/>
                <a:sym typeface="Oswald"/>
              </a:defRPr>
            </a:lvl7pPr>
            <a:lvl8pPr lvl="7" algn="ctr" rtl="0">
              <a:spcBef>
                <a:spcPts val="0"/>
              </a:spcBef>
              <a:spcAft>
                <a:spcPts val="0"/>
              </a:spcAft>
              <a:buSzPts val="3000"/>
              <a:buFont typeface="Oswald"/>
              <a:buNone/>
              <a:defRPr sz="3000">
                <a:latin typeface="Oswald"/>
                <a:ea typeface="Oswald"/>
                <a:cs typeface="Oswald"/>
                <a:sym typeface="Oswald"/>
              </a:defRPr>
            </a:lvl8pPr>
            <a:lvl9pPr lvl="8" algn="ctr" rtl="0">
              <a:spcBef>
                <a:spcPts val="0"/>
              </a:spcBef>
              <a:spcAft>
                <a:spcPts val="0"/>
              </a:spcAft>
              <a:buSzPts val="3000"/>
              <a:buFont typeface="Oswald"/>
              <a:buNone/>
              <a:defRPr sz="3000">
                <a:latin typeface="Oswald"/>
                <a:ea typeface="Oswald"/>
                <a:cs typeface="Oswald"/>
                <a:sym typeface="Oswald"/>
              </a:defRPr>
            </a:lvl9pPr>
          </a:lstStyle>
          <a:p>
            <a:r>
              <a:t>xx%</a:t>
            </a:r>
          </a:p>
        </p:txBody>
      </p:sp>
      <p:sp>
        <p:nvSpPr>
          <p:cNvPr id="255" name="Google Shape;255;p20"/>
          <p:cNvSpPr txBox="1">
            <a:spLocks noGrp="1"/>
          </p:cNvSpPr>
          <p:nvPr>
            <p:ph type="subTitle" idx="3"/>
          </p:nvPr>
        </p:nvSpPr>
        <p:spPr>
          <a:xfrm>
            <a:off x="720100" y="2146716"/>
            <a:ext cx="2316900" cy="629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56" name="Google Shape;256;p20"/>
          <p:cNvSpPr txBox="1">
            <a:spLocks noGrp="1"/>
          </p:cNvSpPr>
          <p:nvPr>
            <p:ph type="subTitle" idx="4"/>
          </p:nvPr>
        </p:nvSpPr>
        <p:spPr>
          <a:xfrm>
            <a:off x="3413500" y="1770625"/>
            <a:ext cx="2316900" cy="389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800"/>
              <a:buFont typeface="Oswald"/>
              <a:buNone/>
              <a:defRPr sz="1800">
                <a:solidFill>
                  <a:schemeClr val="accent2"/>
                </a:solidFill>
                <a:latin typeface="Oswald"/>
                <a:ea typeface="Oswald"/>
                <a:cs typeface="Oswald"/>
                <a:sym typeface="Oswald"/>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257" name="Google Shape;257;p20"/>
          <p:cNvSpPr txBox="1">
            <a:spLocks noGrp="1"/>
          </p:cNvSpPr>
          <p:nvPr>
            <p:ph type="title" idx="5" hasCustomPrompt="1"/>
          </p:nvPr>
        </p:nvSpPr>
        <p:spPr>
          <a:xfrm>
            <a:off x="4023025" y="1318325"/>
            <a:ext cx="1098000" cy="389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accent2"/>
                </a:solidFill>
              </a:defRPr>
            </a:lvl1pPr>
            <a:lvl2pPr lvl="1" algn="ctr" rtl="0">
              <a:spcBef>
                <a:spcPts val="0"/>
              </a:spcBef>
              <a:spcAft>
                <a:spcPts val="0"/>
              </a:spcAft>
              <a:buSzPts val="3000"/>
              <a:buFont typeface="Oswald"/>
              <a:buNone/>
              <a:defRPr sz="3000">
                <a:latin typeface="Oswald"/>
                <a:ea typeface="Oswald"/>
                <a:cs typeface="Oswald"/>
                <a:sym typeface="Oswald"/>
              </a:defRPr>
            </a:lvl2pPr>
            <a:lvl3pPr lvl="2" algn="ctr" rtl="0">
              <a:spcBef>
                <a:spcPts val="0"/>
              </a:spcBef>
              <a:spcAft>
                <a:spcPts val="0"/>
              </a:spcAft>
              <a:buSzPts val="3000"/>
              <a:buFont typeface="Oswald"/>
              <a:buNone/>
              <a:defRPr sz="3000">
                <a:latin typeface="Oswald"/>
                <a:ea typeface="Oswald"/>
                <a:cs typeface="Oswald"/>
                <a:sym typeface="Oswald"/>
              </a:defRPr>
            </a:lvl3pPr>
            <a:lvl4pPr lvl="3" algn="ctr" rtl="0">
              <a:spcBef>
                <a:spcPts val="0"/>
              </a:spcBef>
              <a:spcAft>
                <a:spcPts val="0"/>
              </a:spcAft>
              <a:buSzPts val="3000"/>
              <a:buFont typeface="Oswald"/>
              <a:buNone/>
              <a:defRPr sz="3000">
                <a:latin typeface="Oswald"/>
                <a:ea typeface="Oswald"/>
                <a:cs typeface="Oswald"/>
                <a:sym typeface="Oswald"/>
              </a:defRPr>
            </a:lvl4pPr>
            <a:lvl5pPr lvl="4" algn="ctr" rtl="0">
              <a:spcBef>
                <a:spcPts val="0"/>
              </a:spcBef>
              <a:spcAft>
                <a:spcPts val="0"/>
              </a:spcAft>
              <a:buSzPts val="3000"/>
              <a:buFont typeface="Oswald"/>
              <a:buNone/>
              <a:defRPr sz="3000">
                <a:latin typeface="Oswald"/>
                <a:ea typeface="Oswald"/>
                <a:cs typeface="Oswald"/>
                <a:sym typeface="Oswald"/>
              </a:defRPr>
            </a:lvl5pPr>
            <a:lvl6pPr lvl="5" algn="ctr" rtl="0">
              <a:spcBef>
                <a:spcPts val="0"/>
              </a:spcBef>
              <a:spcAft>
                <a:spcPts val="0"/>
              </a:spcAft>
              <a:buSzPts val="3000"/>
              <a:buFont typeface="Oswald"/>
              <a:buNone/>
              <a:defRPr sz="3000">
                <a:latin typeface="Oswald"/>
                <a:ea typeface="Oswald"/>
                <a:cs typeface="Oswald"/>
                <a:sym typeface="Oswald"/>
              </a:defRPr>
            </a:lvl6pPr>
            <a:lvl7pPr lvl="6" algn="ctr" rtl="0">
              <a:spcBef>
                <a:spcPts val="0"/>
              </a:spcBef>
              <a:spcAft>
                <a:spcPts val="0"/>
              </a:spcAft>
              <a:buSzPts val="3000"/>
              <a:buFont typeface="Oswald"/>
              <a:buNone/>
              <a:defRPr sz="3000">
                <a:latin typeface="Oswald"/>
                <a:ea typeface="Oswald"/>
                <a:cs typeface="Oswald"/>
                <a:sym typeface="Oswald"/>
              </a:defRPr>
            </a:lvl7pPr>
            <a:lvl8pPr lvl="7" algn="ctr" rtl="0">
              <a:spcBef>
                <a:spcPts val="0"/>
              </a:spcBef>
              <a:spcAft>
                <a:spcPts val="0"/>
              </a:spcAft>
              <a:buSzPts val="3000"/>
              <a:buFont typeface="Oswald"/>
              <a:buNone/>
              <a:defRPr sz="3000">
                <a:latin typeface="Oswald"/>
                <a:ea typeface="Oswald"/>
                <a:cs typeface="Oswald"/>
                <a:sym typeface="Oswald"/>
              </a:defRPr>
            </a:lvl8pPr>
            <a:lvl9pPr lvl="8" algn="ctr" rtl="0">
              <a:spcBef>
                <a:spcPts val="0"/>
              </a:spcBef>
              <a:spcAft>
                <a:spcPts val="0"/>
              </a:spcAft>
              <a:buSzPts val="3000"/>
              <a:buFont typeface="Oswald"/>
              <a:buNone/>
              <a:defRPr sz="3000">
                <a:latin typeface="Oswald"/>
                <a:ea typeface="Oswald"/>
                <a:cs typeface="Oswald"/>
                <a:sym typeface="Oswald"/>
              </a:defRPr>
            </a:lvl9pPr>
          </a:lstStyle>
          <a:p>
            <a:r>
              <a:t>xx%</a:t>
            </a:r>
          </a:p>
        </p:txBody>
      </p:sp>
      <p:sp>
        <p:nvSpPr>
          <p:cNvPr id="258" name="Google Shape;258;p20"/>
          <p:cNvSpPr txBox="1">
            <a:spLocks noGrp="1"/>
          </p:cNvSpPr>
          <p:nvPr>
            <p:ph type="subTitle" idx="6"/>
          </p:nvPr>
        </p:nvSpPr>
        <p:spPr>
          <a:xfrm>
            <a:off x="3413738" y="2146716"/>
            <a:ext cx="2316900" cy="629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59" name="Google Shape;259;p20"/>
          <p:cNvSpPr txBox="1">
            <a:spLocks noGrp="1"/>
          </p:cNvSpPr>
          <p:nvPr>
            <p:ph type="subTitle" idx="7"/>
          </p:nvPr>
        </p:nvSpPr>
        <p:spPr>
          <a:xfrm>
            <a:off x="6107050" y="1770625"/>
            <a:ext cx="2316900" cy="389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800"/>
              <a:buFont typeface="Oswald"/>
              <a:buNone/>
              <a:defRPr sz="1800">
                <a:solidFill>
                  <a:schemeClr val="accent3"/>
                </a:solidFill>
                <a:latin typeface="Oswald"/>
                <a:ea typeface="Oswald"/>
                <a:cs typeface="Oswald"/>
                <a:sym typeface="Oswald"/>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260" name="Google Shape;260;p20"/>
          <p:cNvSpPr txBox="1">
            <a:spLocks noGrp="1"/>
          </p:cNvSpPr>
          <p:nvPr>
            <p:ph type="title" idx="8" hasCustomPrompt="1"/>
          </p:nvPr>
        </p:nvSpPr>
        <p:spPr>
          <a:xfrm>
            <a:off x="6716550" y="1318325"/>
            <a:ext cx="1098000" cy="389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accent3"/>
                </a:solidFill>
              </a:defRPr>
            </a:lvl1pPr>
            <a:lvl2pPr lvl="1" algn="ctr" rtl="0">
              <a:spcBef>
                <a:spcPts val="0"/>
              </a:spcBef>
              <a:spcAft>
                <a:spcPts val="0"/>
              </a:spcAft>
              <a:buSzPts val="3000"/>
              <a:buFont typeface="Oswald"/>
              <a:buNone/>
              <a:defRPr sz="3000">
                <a:latin typeface="Oswald"/>
                <a:ea typeface="Oswald"/>
                <a:cs typeface="Oswald"/>
                <a:sym typeface="Oswald"/>
              </a:defRPr>
            </a:lvl2pPr>
            <a:lvl3pPr lvl="2" algn="ctr" rtl="0">
              <a:spcBef>
                <a:spcPts val="0"/>
              </a:spcBef>
              <a:spcAft>
                <a:spcPts val="0"/>
              </a:spcAft>
              <a:buSzPts val="3000"/>
              <a:buFont typeface="Oswald"/>
              <a:buNone/>
              <a:defRPr sz="3000">
                <a:latin typeface="Oswald"/>
                <a:ea typeface="Oswald"/>
                <a:cs typeface="Oswald"/>
                <a:sym typeface="Oswald"/>
              </a:defRPr>
            </a:lvl3pPr>
            <a:lvl4pPr lvl="3" algn="ctr" rtl="0">
              <a:spcBef>
                <a:spcPts val="0"/>
              </a:spcBef>
              <a:spcAft>
                <a:spcPts val="0"/>
              </a:spcAft>
              <a:buSzPts val="3000"/>
              <a:buFont typeface="Oswald"/>
              <a:buNone/>
              <a:defRPr sz="3000">
                <a:latin typeface="Oswald"/>
                <a:ea typeface="Oswald"/>
                <a:cs typeface="Oswald"/>
                <a:sym typeface="Oswald"/>
              </a:defRPr>
            </a:lvl4pPr>
            <a:lvl5pPr lvl="4" algn="ctr" rtl="0">
              <a:spcBef>
                <a:spcPts val="0"/>
              </a:spcBef>
              <a:spcAft>
                <a:spcPts val="0"/>
              </a:spcAft>
              <a:buSzPts val="3000"/>
              <a:buFont typeface="Oswald"/>
              <a:buNone/>
              <a:defRPr sz="3000">
                <a:latin typeface="Oswald"/>
                <a:ea typeface="Oswald"/>
                <a:cs typeface="Oswald"/>
                <a:sym typeface="Oswald"/>
              </a:defRPr>
            </a:lvl5pPr>
            <a:lvl6pPr lvl="5" algn="ctr" rtl="0">
              <a:spcBef>
                <a:spcPts val="0"/>
              </a:spcBef>
              <a:spcAft>
                <a:spcPts val="0"/>
              </a:spcAft>
              <a:buSzPts val="3000"/>
              <a:buFont typeface="Oswald"/>
              <a:buNone/>
              <a:defRPr sz="3000">
                <a:latin typeface="Oswald"/>
                <a:ea typeface="Oswald"/>
                <a:cs typeface="Oswald"/>
                <a:sym typeface="Oswald"/>
              </a:defRPr>
            </a:lvl6pPr>
            <a:lvl7pPr lvl="6" algn="ctr" rtl="0">
              <a:spcBef>
                <a:spcPts val="0"/>
              </a:spcBef>
              <a:spcAft>
                <a:spcPts val="0"/>
              </a:spcAft>
              <a:buSzPts val="3000"/>
              <a:buFont typeface="Oswald"/>
              <a:buNone/>
              <a:defRPr sz="3000">
                <a:latin typeface="Oswald"/>
                <a:ea typeface="Oswald"/>
                <a:cs typeface="Oswald"/>
                <a:sym typeface="Oswald"/>
              </a:defRPr>
            </a:lvl7pPr>
            <a:lvl8pPr lvl="7" algn="ctr" rtl="0">
              <a:spcBef>
                <a:spcPts val="0"/>
              </a:spcBef>
              <a:spcAft>
                <a:spcPts val="0"/>
              </a:spcAft>
              <a:buSzPts val="3000"/>
              <a:buFont typeface="Oswald"/>
              <a:buNone/>
              <a:defRPr sz="3000">
                <a:latin typeface="Oswald"/>
                <a:ea typeface="Oswald"/>
                <a:cs typeface="Oswald"/>
                <a:sym typeface="Oswald"/>
              </a:defRPr>
            </a:lvl8pPr>
            <a:lvl9pPr lvl="8" algn="ctr" rtl="0">
              <a:spcBef>
                <a:spcPts val="0"/>
              </a:spcBef>
              <a:spcAft>
                <a:spcPts val="0"/>
              </a:spcAft>
              <a:buSzPts val="3000"/>
              <a:buFont typeface="Oswald"/>
              <a:buNone/>
              <a:defRPr sz="3000">
                <a:latin typeface="Oswald"/>
                <a:ea typeface="Oswald"/>
                <a:cs typeface="Oswald"/>
                <a:sym typeface="Oswald"/>
              </a:defRPr>
            </a:lvl9pPr>
          </a:lstStyle>
          <a:p>
            <a:r>
              <a:t>xx%</a:t>
            </a:r>
          </a:p>
        </p:txBody>
      </p:sp>
      <p:sp>
        <p:nvSpPr>
          <p:cNvPr id="261" name="Google Shape;261;p20"/>
          <p:cNvSpPr txBox="1">
            <a:spLocks noGrp="1"/>
          </p:cNvSpPr>
          <p:nvPr>
            <p:ph type="subTitle" idx="9"/>
          </p:nvPr>
        </p:nvSpPr>
        <p:spPr>
          <a:xfrm>
            <a:off x="6107101" y="2146716"/>
            <a:ext cx="2316900" cy="629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62" name="Google Shape;262;p20"/>
          <p:cNvSpPr txBox="1">
            <a:spLocks noGrp="1"/>
          </p:cNvSpPr>
          <p:nvPr>
            <p:ph type="subTitle" idx="13"/>
          </p:nvPr>
        </p:nvSpPr>
        <p:spPr>
          <a:xfrm>
            <a:off x="719600" y="3395477"/>
            <a:ext cx="2317200" cy="389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800"/>
              <a:buFont typeface="Oswald"/>
              <a:buNone/>
              <a:defRPr sz="1800">
                <a:solidFill>
                  <a:schemeClr val="accent4"/>
                </a:solidFill>
                <a:latin typeface="Oswald"/>
                <a:ea typeface="Oswald"/>
                <a:cs typeface="Oswald"/>
                <a:sym typeface="Oswald"/>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263" name="Google Shape;263;p20"/>
          <p:cNvSpPr txBox="1">
            <a:spLocks noGrp="1"/>
          </p:cNvSpPr>
          <p:nvPr>
            <p:ph type="title" idx="14" hasCustomPrompt="1"/>
          </p:nvPr>
        </p:nvSpPr>
        <p:spPr>
          <a:xfrm>
            <a:off x="1329200" y="2943186"/>
            <a:ext cx="1098000" cy="389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accent4"/>
                </a:solidFill>
              </a:defRPr>
            </a:lvl1pPr>
            <a:lvl2pPr lvl="1" algn="ctr" rtl="0">
              <a:spcBef>
                <a:spcPts val="0"/>
              </a:spcBef>
              <a:spcAft>
                <a:spcPts val="0"/>
              </a:spcAft>
              <a:buSzPts val="3000"/>
              <a:buFont typeface="Oswald"/>
              <a:buNone/>
              <a:defRPr sz="3000">
                <a:latin typeface="Oswald"/>
                <a:ea typeface="Oswald"/>
                <a:cs typeface="Oswald"/>
                <a:sym typeface="Oswald"/>
              </a:defRPr>
            </a:lvl2pPr>
            <a:lvl3pPr lvl="2" algn="ctr" rtl="0">
              <a:spcBef>
                <a:spcPts val="0"/>
              </a:spcBef>
              <a:spcAft>
                <a:spcPts val="0"/>
              </a:spcAft>
              <a:buSzPts val="3000"/>
              <a:buFont typeface="Oswald"/>
              <a:buNone/>
              <a:defRPr sz="3000">
                <a:latin typeface="Oswald"/>
                <a:ea typeface="Oswald"/>
                <a:cs typeface="Oswald"/>
                <a:sym typeface="Oswald"/>
              </a:defRPr>
            </a:lvl3pPr>
            <a:lvl4pPr lvl="3" algn="ctr" rtl="0">
              <a:spcBef>
                <a:spcPts val="0"/>
              </a:spcBef>
              <a:spcAft>
                <a:spcPts val="0"/>
              </a:spcAft>
              <a:buSzPts val="3000"/>
              <a:buFont typeface="Oswald"/>
              <a:buNone/>
              <a:defRPr sz="3000">
                <a:latin typeface="Oswald"/>
                <a:ea typeface="Oswald"/>
                <a:cs typeface="Oswald"/>
                <a:sym typeface="Oswald"/>
              </a:defRPr>
            </a:lvl4pPr>
            <a:lvl5pPr lvl="4" algn="ctr" rtl="0">
              <a:spcBef>
                <a:spcPts val="0"/>
              </a:spcBef>
              <a:spcAft>
                <a:spcPts val="0"/>
              </a:spcAft>
              <a:buSzPts val="3000"/>
              <a:buFont typeface="Oswald"/>
              <a:buNone/>
              <a:defRPr sz="3000">
                <a:latin typeface="Oswald"/>
                <a:ea typeface="Oswald"/>
                <a:cs typeface="Oswald"/>
                <a:sym typeface="Oswald"/>
              </a:defRPr>
            </a:lvl5pPr>
            <a:lvl6pPr lvl="5" algn="ctr" rtl="0">
              <a:spcBef>
                <a:spcPts val="0"/>
              </a:spcBef>
              <a:spcAft>
                <a:spcPts val="0"/>
              </a:spcAft>
              <a:buSzPts val="3000"/>
              <a:buFont typeface="Oswald"/>
              <a:buNone/>
              <a:defRPr sz="3000">
                <a:latin typeface="Oswald"/>
                <a:ea typeface="Oswald"/>
                <a:cs typeface="Oswald"/>
                <a:sym typeface="Oswald"/>
              </a:defRPr>
            </a:lvl6pPr>
            <a:lvl7pPr lvl="6" algn="ctr" rtl="0">
              <a:spcBef>
                <a:spcPts val="0"/>
              </a:spcBef>
              <a:spcAft>
                <a:spcPts val="0"/>
              </a:spcAft>
              <a:buSzPts val="3000"/>
              <a:buFont typeface="Oswald"/>
              <a:buNone/>
              <a:defRPr sz="3000">
                <a:latin typeface="Oswald"/>
                <a:ea typeface="Oswald"/>
                <a:cs typeface="Oswald"/>
                <a:sym typeface="Oswald"/>
              </a:defRPr>
            </a:lvl7pPr>
            <a:lvl8pPr lvl="7" algn="ctr" rtl="0">
              <a:spcBef>
                <a:spcPts val="0"/>
              </a:spcBef>
              <a:spcAft>
                <a:spcPts val="0"/>
              </a:spcAft>
              <a:buSzPts val="3000"/>
              <a:buFont typeface="Oswald"/>
              <a:buNone/>
              <a:defRPr sz="3000">
                <a:latin typeface="Oswald"/>
                <a:ea typeface="Oswald"/>
                <a:cs typeface="Oswald"/>
                <a:sym typeface="Oswald"/>
              </a:defRPr>
            </a:lvl8pPr>
            <a:lvl9pPr lvl="8" algn="ctr" rtl="0">
              <a:spcBef>
                <a:spcPts val="0"/>
              </a:spcBef>
              <a:spcAft>
                <a:spcPts val="0"/>
              </a:spcAft>
              <a:buSzPts val="3000"/>
              <a:buFont typeface="Oswald"/>
              <a:buNone/>
              <a:defRPr sz="3000">
                <a:latin typeface="Oswald"/>
                <a:ea typeface="Oswald"/>
                <a:cs typeface="Oswald"/>
                <a:sym typeface="Oswald"/>
              </a:defRPr>
            </a:lvl9pPr>
          </a:lstStyle>
          <a:p>
            <a:r>
              <a:t>xx%</a:t>
            </a:r>
          </a:p>
        </p:txBody>
      </p:sp>
      <p:sp>
        <p:nvSpPr>
          <p:cNvPr id="264" name="Google Shape;264;p20"/>
          <p:cNvSpPr txBox="1">
            <a:spLocks noGrp="1"/>
          </p:cNvSpPr>
          <p:nvPr>
            <p:ph type="subTitle" idx="15"/>
          </p:nvPr>
        </p:nvSpPr>
        <p:spPr>
          <a:xfrm>
            <a:off x="720100" y="3771577"/>
            <a:ext cx="2316900" cy="629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65" name="Google Shape;265;p20"/>
          <p:cNvSpPr txBox="1">
            <a:spLocks noGrp="1"/>
          </p:cNvSpPr>
          <p:nvPr>
            <p:ph type="subTitle" idx="16"/>
          </p:nvPr>
        </p:nvSpPr>
        <p:spPr>
          <a:xfrm>
            <a:off x="3413400" y="3395477"/>
            <a:ext cx="2317200" cy="389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800"/>
              <a:buFont typeface="Oswald"/>
              <a:buNone/>
              <a:defRPr sz="1800">
                <a:solidFill>
                  <a:schemeClr val="accent5"/>
                </a:solidFill>
                <a:latin typeface="Oswald"/>
                <a:ea typeface="Oswald"/>
                <a:cs typeface="Oswald"/>
                <a:sym typeface="Oswald"/>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266" name="Google Shape;266;p20"/>
          <p:cNvSpPr txBox="1">
            <a:spLocks noGrp="1"/>
          </p:cNvSpPr>
          <p:nvPr>
            <p:ph type="title" idx="17" hasCustomPrompt="1"/>
          </p:nvPr>
        </p:nvSpPr>
        <p:spPr>
          <a:xfrm>
            <a:off x="4023025" y="2943186"/>
            <a:ext cx="1098000" cy="389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accent5"/>
                </a:solidFill>
              </a:defRPr>
            </a:lvl1pPr>
            <a:lvl2pPr lvl="1" algn="ctr" rtl="0">
              <a:spcBef>
                <a:spcPts val="0"/>
              </a:spcBef>
              <a:spcAft>
                <a:spcPts val="0"/>
              </a:spcAft>
              <a:buSzPts val="3000"/>
              <a:buFont typeface="Oswald"/>
              <a:buNone/>
              <a:defRPr sz="3000">
                <a:latin typeface="Oswald"/>
                <a:ea typeface="Oswald"/>
                <a:cs typeface="Oswald"/>
                <a:sym typeface="Oswald"/>
              </a:defRPr>
            </a:lvl2pPr>
            <a:lvl3pPr lvl="2" algn="ctr" rtl="0">
              <a:spcBef>
                <a:spcPts val="0"/>
              </a:spcBef>
              <a:spcAft>
                <a:spcPts val="0"/>
              </a:spcAft>
              <a:buSzPts val="3000"/>
              <a:buFont typeface="Oswald"/>
              <a:buNone/>
              <a:defRPr sz="3000">
                <a:latin typeface="Oswald"/>
                <a:ea typeface="Oswald"/>
                <a:cs typeface="Oswald"/>
                <a:sym typeface="Oswald"/>
              </a:defRPr>
            </a:lvl3pPr>
            <a:lvl4pPr lvl="3" algn="ctr" rtl="0">
              <a:spcBef>
                <a:spcPts val="0"/>
              </a:spcBef>
              <a:spcAft>
                <a:spcPts val="0"/>
              </a:spcAft>
              <a:buSzPts val="3000"/>
              <a:buFont typeface="Oswald"/>
              <a:buNone/>
              <a:defRPr sz="3000">
                <a:latin typeface="Oswald"/>
                <a:ea typeface="Oswald"/>
                <a:cs typeface="Oswald"/>
                <a:sym typeface="Oswald"/>
              </a:defRPr>
            </a:lvl4pPr>
            <a:lvl5pPr lvl="4" algn="ctr" rtl="0">
              <a:spcBef>
                <a:spcPts val="0"/>
              </a:spcBef>
              <a:spcAft>
                <a:spcPts val="0"/>
              </a:spcAft>
              <a:buSzPts val="3000"/>
              <a:buFont typeface="Oswald"/>
              <a:buNone/>
              <a:defRPr sz="3000">
                <a:latin typeface="Oswald"/>
                <a:ea typeface="Oswald"/>
                <a:cs typeface="Oswald"/>
                <a:sym typeface="Oswald"/>
              </a:defRPr>
            </a:lvl5pPr>
            <a:lvl6pPr lvl="5" algn="ctr" rtl="0">
              <a:spcBef>
                <a:spcPts val="0"/>
              </a:spcBef>
              <a:spcAft>
                <a:spcPts val="0"/>
              </a:spcAft>
              <a:buSzPts val="3000"/>
              <a:buFont typeface="Oswald"/>
              <a:buNone/>
              <a:defRPr sz="3000">
                <a:latin typeface="Oswald"/>
                <a:ea typeface="Oswald"/>
                <a:cs typeface="Oswald"/>
                <a:sym typeface="Oswald"/>
              </a:defRPr>
            </a:lvl6pPr>
            <a:lvl7pPr lvl="6" algn="ctr" rtl="0">
              <a:spcBef>
                <a:spcPts val="0"/>
              </a:spcBef>
              <a:spcAft>
                <a:spcPts val="0"/>
              </a:spcAft>
              <a:buSzPts val="3000"/>
              <a:buFont typeface="Oswald"/>
              <a:buNone/>
              <a:defRPr sz="3000">
                <a:latin typeface="Oswald"/>
                <a:ea typeface="Oswald"/>
                <a:cs typeface="Oswald"/>
                <a:sym typeface="Oswald"/>
              </a:defRPr>
            </a:lvl7pPr>
            <a:lvl8pPr lvl="7" algn="ctr" rtl="0">
              <a:spcBef>
                <a:spcPts val="0"/>
              </a:spcBef>
              <a:spcAft>
                <a:spcPts val="0"/>
              </a:spcAft>
              <a:buSzPts val="3000"/>
              <a:buFont typeface="Oswald"/>
              <a:buNone/>
              <a:defRPr sz="3000">
                <a:latin typeface="Oswald"/>
                <a:ea typeface="Oswald"/>
                <a:cs typeface="Oswald"/>
                <a:sym typeface="Oswald"/>
              </a:defRPr>
            </a:lvl8pPr>
            <a:lvl9pPr lvl="8" algn="ctr" rtl="0">
              <a:spcBef>
                <a:spcPts val="0"/>
              </a:spcBef>
              <a:spcAft>
                <a:spcPts val="0"/>
              </a:spcAft>
              <a:buSzPts val="3000"/>
              <a:buFont typeface="Oswald"/>
              <a:buNone/>
              <a:defRPr sz="3000">
                <a:latin typeface="Oswald"/>
                <a:ea typeface="Oswald"/>
                <a:cs typeface="Oswald"/>
                <a:sym typeface="Oswald"/>
              </a:defRPr>
            </a:lvl9pPr>
          </a:lstStyle>
          <a:p>
            <a:r>
              <a:t>xx%</a:t>
            </a:r>
          </a:p>
        </p:txBody>
      </p:sp>
      <p:sp>
        <p:nvSpPr>
          <p:cNvPr id="267" name="Google Shape;267;p20"/>
          <p:cNvSpPr txBox="1">
            <a:spLocks noGrp="1"/>
          </p:cNvSpPr>
          <p:nvPr>
            <p:ph type="subTitle" idx="18"/>
          </p:nvPr>
        </p:nvSpPr>
        <p:spPr>
          <a:xfrm>
            <a:off x="3413738" y="3771577"/>
            <a:ext cx="2316900" cy="629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68" name="Google Shape;268;p20"/>
          <p:cNvSpPr txBox="1">
            <a:spLocks noGrp="1"/>
          </p:cNvSpPr>
          <p:nvPr>
            <p:ph type="subTitle" idx="19"/>
          </p:nvPr>
        </p:nvSpPr>
        <p:spPr>
          <a:xfrm>
            <a:off x="6107050" y="3395475"/>
            <a:ext cx="2316900" cy="389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800"/>
              <a:buFont typeface="Oswald"/>
              <a:buNone/>
              <a:defRPr sz="1800">
                <a:solidFill>
                  <a:schemeClr val="accent6"/>
                </a:solidFill>
                <a:latin typeface="Oswald"/>
                <a:ea typeface="Oswald"/>
                <a:cs typeface="Oswald"/>
                <a:sym typeface="Oswald"/>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269" name="Google Shape;269;p20"/>
          <p:cNvSpPr txBox="1">
            <a:spLocks noGrp="1"/>
          </p:cNvSpPr>
          <p:nvPr>
            <p:ph type="title" idx="20" hasCustomPrompt="1"/>
          </p:nvPr>
        </p:nvSpPr>
        <p:spPr>
          <a:xfrm>
            <a:off x="6716550" y="2943186"/>
            <a:ext cx="1098000" cy="389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accent6"/>
                </a:solidFill>
              </a:defRPr>
            </a:lvl1pPr>
            <a:lvl2pPr lvl="1" algn="ctr" rtl="0">
              <a:spcBef>
                <a:spcPts val="0"/>
              </a:spcBef>
              <a:spcAft>
                <a:spcPts val="0"/>
              </a:spcAft>
              <a:buSzPts val="3000"/>
              <a:buFont typeface="Oswald"/>
              <a:buNone/>
              <a:defRPr sz="3000">
                <a:latin typeface="Oswald"/>
                <a:ea typeface="Oswald"/>
                <a:cs typeface="Oswald"/>
                <a:sym typeface="Oswald"/>
              </a:defRPr>
            </a:lvl2pPr>
            <a:lvl3pPr lvl="2" algn="ctr" rtl="0">
              <a:spcBef>
                <a:spcPts val="0"/>
              </a:spcBef>
              <a:spcAft>
                <a:spcPts val="0"/>
              </a:spcAft>
              <a:buSzPts val="3000"/>
              <a:buFont typeface="Oswald"/>
              <a:buNone/>
              <a:defRPr sz="3000">
                <a:latin typeface="Oswald"/>
                <a:ea typeface="Oswald"/>
                <a:cs typeface="Oswald"/>
                <a:sym typeface="Oswald"/>
              </a:defRPr>
            </a:lvl3pPr>
            <a:lvl4pPr lvl="3" algn="ctr" rtl="0">
              <a:spcBef>
                <a:spcPts val="0"/>
              </a:spcBef>
              <a:spcAft>
                <a:spcPts val="0"/>
              </a:spcAft>
              <a:buSzPts val="3000"/>
              <a:buFont typeface="Oswald"/>
              <a:buNone/>
              <a:defRPr sz="3000">
                <a:latin typeface="Oswald"/>
                <a:ea typeface="Oswald"/>
                <a:cs typeface="Oswald"/>
                <a:sym typeface="Oswald"/>
              </a:defRPr>
            </a:lvl4pPr>
            <a:lvl5pPr lvl="4" algn="ctr" rtl="0">
              <a:spcBef>
                <a:spcPts val="0"/>
              </a:spcBef>
              <a:spcAft>
                <a:spcPts val="0"/>
              </a:spcAft>
              <a:buSzPts val="3000"/>
              <a:buFont typeface="Oswald"/>
              <a:buNone/>
              <a:defRPr sz="3000">
                <a:latin typeface="Oswald"/>
                <a:ea typeface="Oswald"/>
                <a:cs typeface="Oswald"/>
                <a:sym typeface="Oswald"/>
              </a:defRPr>
            </a:lvl5pPr>
            <a:lvl6pPr lvl="5" algn="ctr" rtl="0">
              <a:spcBef>
                <a:spcPts val="0"/>
              </a:spcBef>
              <a:spcAft>
                <a:spcPts val="0"/>
              </a:spcAft>
              <a:buSzPts val="3000"/>
              <a:buFont typeface="Oswald"/>
              <a:buNone/>
              <a:defRPr sz="3000">
                <a:latin typeface="Oswald"/>
                <a:ea typeface="Oswald"/>
                <a:cs typeface="Oswald"/>
                <a:sym typeface="Oswald"/>
              </a:defRPr>
            </a:lvl6pPr>
            <a:lvl7pPr lvl="6" algn="ctr" rtl="0">
              <a:spcBef>
                <a:spcPts val="0"/>
              </a:spcBef>
              <a:spcAft>
                <a:spcPts val="0"/>
              </a:spcAft>
              <a:buSzPts val="3000"/>
              <a:buFont typeface="Oswald"/>
              <a:buNone/>
              <a:defRPr sz="3000">
                <a:latin typeface="Oswald"/>
                <a:ea typeface="Oswald"/>
                <a:cs typeface="Oswald"/>
                <a:sym typeface="Oswald"/>
              </a:defRPr>
            </a:lvl7pPr>
            <a:lvl8pPr lvl="7" algn="ctr" rtl="0">
              <a:spcBef>
                <a:spcPts val="0"/>
              </a:spcBef>
              <a:spcAft>
                <a:spcPts val="0"/>
              </a:spcAft>
              <a:buSzPts val="3000"/>
              <a:buFont typeface="Oswald"/>
              <a:buNone/>
              <a:defRPr sz="3000">
                <a:latin typeface="Oswald"/>
                <a:ea typeface="Oswald"/>
                <a:cs typeface="Oswald"/>
                <a:sym typeface="Oswald"/>
              </a:defRPr>
            </a:lvl8pPr>
            <a:lvl9pPr lvl="8" algn="ctr" rtl="0">
              <a:spcBef>
                <a:spcPts val="0"/>
              </a:spcBef>
              <a:spcAft>
                <a:spcPts val="0"/>
              </a:spcAft>
              <a:buSzPts val="3000"/>
              <a:buFont typeface="Oswald"/>
              <a:buNone/>
              <a:defRPr sz="3000">
                <a:latin typeface="Oswald"/>
                <a:ea typeface="Oswald"/>
                <a:cs typeface="Oswald"/>
                <a:sym typeface="Oswald"/>
              </a:defRPr>
            </a:lvl9pPr>
          </a:lstStyle>
          <a:p>
            <a:r>
              <a:t>xx%</a:t>
            </a:r>
          </a:p>
        </p:txBody>
      </p:sp>
      <p:sp>
        <p:nvSpPr>
          <p:cNvPr id="270" name="Google Shape;270;p20"/>
          <p:cNvSpPr txBox="1">
            <a:spLocks noGrp="1"/>
          </p:cNvSpPr>
          <p:nvPr>
            <p:ph type="subTitle" idx="21"/>
          </p:nvPr>
        </p:nvSpPr>
        <p:spPr>
          <a:xfrm>
            <a:off x="6107101" y="3771577"/>
            <a:ext cx="2316900" cy="629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271" name="Google Shape;271;p20"/>
          <p:cNvGrpSpPr/>
          <p:nvPr/>
        </p:nvGrpSpPr>
        <p:grpSpPr>
          <a:xfrm>
            <a:off x="0" y="4569046"/>
            <a:ext cx="1022509" cy="572747"/>
            <a:chOff x="-77" y="3784091"/>
            <a:chExt cx="2423582" cy="1357541"/>
          </a:xfrm>
        </p:grpSpPr>
        <p:sp>
          <p:nvSpPr>
            <p:cNvPr id="272" name="Google Shape;272;p20"/>
            <p:cNvSpPr/>
            <p:nvPr/>
          </p:nvSpPr>
          <p:spPr>
            <a:xfrm>
              <a:off x="-77" y="4201246"/>
              <a:ext cx="1609391" cy="940370"/>
            </a:xfrm>
            <a:custGeom>
              <a:avLst/>
              <a:gdLst/>
              <a:ahLst/>
              <a:cxnLst/>
              <a:rect l="l" t="t" r="r" b="b"/>
              <a:pathLst>
                <a:path w="33428" h="19530" extrusionOk="0">
                  <a:moveTo>
                    <a:pt x="5225" y="0"/>
                  </a:moveTo>
                  <a:cubicBezTo>
                    <a:pt x="1904" y="5740"/>
                    <a:pt x="1" y="12412"/>
                    <a:pt x="1" y="19529"/>
                  </a:cubicBezTo>
                  <a:lnTo>
                    <a:pt x="32555" y="19529"/>
                  </a:lnTo>
                  <a:cubicBezTo>
                    <a:pt x="32555" y="18340"/>
                    <a:pt x="32873" y="17229"/>
                    <a:pt x="33428" y="16278"/>
                  </a:cubicBezTo>
                  <a:lnTo>
                    <a:pt x="5225" y="0"/>
                  </a:lnTo>
                  <a:close/>
                </a:path>
              </a:pathLst>
            </a:custGeom>
            <a:solidFill>
              <a:srgbClr val="C8ACFD">
                <a:alpha val="575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20"/>
            <p:cNvSpPr/>
            <p:nvPr/>
          </p:nvSpPr>
          <p:spPr>
            <a:xfrm>
              <a:off x="313483" y="3784091"/>
              <a:ext cx="1410360" cy="1357541"/>
            </a:xfrm>
            <a:custGeom>
              <a:avLst/>
              <a:gdLst/>
              <a:ahLst/>
              <a:cxnLst/>
              <a:rect l="l" t="t" r="r" b="b"/>
              <a:pathLst>
                <a:path w="29294" h="28194" extrusionOk="0">
                  <a:moveTo>
                    <a:pt x="16268" y="0"/>
                  </a:moveTo>
                  <a:cubicBezTo>
                    <a:pt x="6543" y="5631"/>
                    <a:pt x="0" y="16148"/>
                    <a:pt x="0" y="28193"/>
                  </a:cubicBezTo>
                  <a:lnTo>
                    <a:pt x="26042" y="28193"/>
                  </a:lnTo>
                  <a:cubicBezTo>
                    <a:pt x="26042" y="25784"/>
                    <a:pt x="27351" y="23682"/>
                    <a:pt x="29294" y="22552"/>
                  </a:cubicBezTo>
                  <a:lnTo>
                    <a:pt x="16268" y="0"/>
                  </a:lnTo>
                  <a:close/>
                </a:path>
              </a:pathLst>
            </a:custGeom>
            <a:solidFill>
              <a:srgbClr val="878FFF">
                <a:alpha val="580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20"/>
            <p:cNvSpPr/>
            <p:nvPr/>
          </p:nvSpPr>
          <p:spPr>
            <a:xfrm>
              <a:off x="626560" y="3887658"/>
              <a:ext cx="1253840" cy="1253970"/>
            </a:xfrm>
            <a:custGeom>
              <a:avLst/>
              <a:gdLst/>
              <a:ahLst/>
              <a:cxnLst/>
              <a:rect l="l" t="t" r="r" b="b"/>
              <a:pathLst>
                <a:path w="26043" h="26043" extrusionOk="0">
                  <a:moveTo>
                    <a:pt x="26042" y="0"/>
                  </a:moveTo>
                  <a:cubicBezTo>
                    <a:pt x="11658" y="0"/>
                    <a:pt x="0" y="11658"/>
                    <a:pt x="0" y="26042"/>
                  </a:cubicBezTo>
                  <a:lnTo>
                    <a:pt x="19539" y="26042"/>
                  </a:lnTo>
                  <a:cubicBezTo>
                    <a:pt x="19539" y="22443"/>
                    <a:pt x="22454" y="19529"/>
                    <a:pt x="26042" y="19529"/>
                  </a:cubicBezTo>
                  <a:lnTo>
                    <a:pt x="26042" y="0"/>
                  </a:lnTo>
                  <a:close/>
                </a:path>
              </a:pathLst>
            </a:custGeom>
            <a:solidFill>
              <a:srgbClr val="9154F8">
                <a:alpha val="46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20"/>
            <p:cNvSpPr/>
            <p:nvPr/>
          </p:nvSpPr>
          <p:spPr>
            <a:xfrm>
              <a:off x="940119" y="4201246"/>
              <a:ext cx="1410360" cy="940370"/>
            </a:xfrm>
            <a:custGeom>
              <a:avLst/>
              <a:gdLst/>
              <a:ahLst/>
              <a:cxnLst/>
              <a:rect l="l" t="t" r="r" b="b"/>
              <a:pathLst>
                <a:path w="29294" h="19530" extrusionOk="0">
                  <a:moveTo>
                    <a:pt x="19529" y="0"/>
                  </a:moveTo>
                  <a:cubicBezTo>
                    <a:pt x="8744" y="0"/>
                    <a:pt x="1" y="8744"/>
                    <a:pt x="1" y="19529"/>
                  </a:cubicBezTo>
                  <a:lnTo>
                    <a:pt x="13026" y="19529"/>
                  </a:lnTo>
                  <a:cubicBezTo>
                    <a:pt x="13026" y="15930"/>
                    <a:pt x="15941" y="13016"/>
                    <a:pt x="19529" y="13016"/>
                  </a:cubicBezTo>
                  <a:cubicBezTo>
                    <a:pt x="20719" y="13016"/>
                    <a:pt x="21829" y="13344"/>
                    <a:pt x="22790" y="13888"/>
                  </a:cubicBezTo>
                  <a:lnTo>
                    <a:pt x="29293" y="2618"/>
                  </a:lnTo>
                  <a:cubicBezTo>
                    <a:pt x="26429" y="952"/>
                    <a:pt x="23088" y="0"/>
                    <a:pt x="19529" y="0"/>
                  </a:cubicBezTo>
                  <a:close/>
                </a:path>
              </a:pathLst>
            </a:custGeom>
            <a:solidFill>
              <a:srgbClr val="35C2DF">
                <a:alpha val="49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20"/>
            <p:cNvSpPr/>
            <p:nvPr/>
          </p:nvSpPr>
          <p:spPr>
            <a:xfrm>
              <a:off x="1253678" y="4514786"/>
              <a:ext cx="1169827" cy="626817"/>
            </a:xfrm>
            <a:custGeom>
              <a:avLst/>
              <a:gdLst/>
              <a:ahLst/>
              <a:cxnLst/>
              <a:rect l="l" t="t" r="r" b="b"/>
              <a:pathLst>
                <a:path w="24298" h="13018" extrusionOk="0">
                  <a:moveTo>
                    <a:pt x="13016" y="1"/>
                  </a:moveTo>
                  <a:cubicBezTo>
                    <a:pt x="5829" y="1"/>
                    <a:pt x="0" y="5830"/>
                    <a:pt x="0" y="13017"/>
                  </a:cubicBezTo>
                  <a:lnTo>
                    <a:pt x="6513" y="13017"/>
                  </a:lnTo>
                  <a:cubicBezTo>
                    <a:pt x="6513" y="9418"/>
                    <a:pt x="9428" y="6504"/>
                    <a:pt x="13016" y="6504"/>
                  </a:cubicBezTo>
                  <a:cubicBezTo>
                    <a:pt x="15425" y="6504"/>
                    <a:pt x="17526" y="7823"/>
                    <a:pt x="18657" y="9766"/>
                  </a:cubicBezTo>
                  <a:lnTo>
                    <a:pt x="24297" y="6504"/>
                  </a:lnTo>
                  <a:cubicBezTo>
                    <a:pt x="22047" y="2618"/>
                    <a:pt x="17834" y="1"/>
                    <a:pt x="13016" y="1"/>
                  </a:cubicBezTo>
                  <a:close/>
                </a:path>
              </a:pathLst>
            </a:custGeom>
            <a:solidFill>
              <a:srgbClr val="CA7BEB">
                <a:alpha val="424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7" name="Google Shape;277;p20"/>
          <p:cNvGrpSpPr/>
          <p:nvPr/>
        </p:nvGrpSpPr>
        <p:grpSpPr>
          <a:xfrm flipH="1">
            <a:off x="8121500" y="4569046"/>
            <a:ext cx="1022509" cy="572747"/>
            <a:chOff x="-77" y="3784091"/>
            <a:chExt cx="2423582" cy="1357541"/>
          </a:xfrm>
        </p:grpSpPr>
        <p:sp>
          <p:nvSpPr>
            <p:cNvPr id="278" name="Google Shape;278;p20"/>
            <p:cNvSpPr/>
            <p:nvPr/>
          </p:nvSpPr>
          <p:spPr>
            <a:xfrm>
              <a:off x="-77" y="4201246"/>
              <a:ext cx="1609391" cy="940370"/>
            </a:xfrm>
            <a:custGeom>
              <a:avLst/>
              <a:gdLst/>
              <a:ahLst/>
              <a:cxnLst/>
              <a:rect l="l" t="t" r="r" b="b"/>
              <a:pathLst>
                <a:path w="33428" h="19530" extrusionOk="0">
                  <a:moveTo>
                    <a:pt x="5225" y="0"/>
                  </a:moveTo>
                  <a:cubicBezTo>
                    <a:pt x="1904" y="5740"/>
                    <a:pt x="1" y="12412"/>
                    <a:pt x="1" y="19529"/>
                  </a:cubicBezTo>
                  <a:lnTo>
                    <a:pt x="32555" y="19529"/>
                  </a:lnTo>
                  <a:cubicBezTo>
                    <a:pt x="32555" y="18340"/>
                    <a:pt x="32873" y="17229"/>
                    <a:pt x="33428" y="16278"/>
                  </a:cubicBezTo>
                  <a:lnTo>
                    <a:pt x="5225" y="0"/>
                  </a:lnTo>
                  <a:close/>
                </a:path>
              </a:pathLst>
            </a:custGeom>
            <a:solidFill>
              <a:srgbClr val="C8ACFD">
                <a:alpha val="575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20"/>
            <p:cNvSpPr/>
            <p:nvPr/>
          </p:nvSpPr>
          <p:spPr>
            <a:xfrm>
              <a:off x="313483" y="3784091"/>
              <a:ext cx="1410360" cy="1357541"/>
            </a:xfrm>
            <a:custGeom>
              <a:avLst/>
              <a:gdLst/>
              <a:ahLst/>
              <a:cxnLst/>
              <a:rect l="l" t="t" r="r" b="b"/>
              <a:pathLst>
                <a:path w="29294" h="28194" extrusionOk="0">
                  <a:moveTo>
                    <a:pt x="16268" y="0"/>
                  </a:moveTo>
                  <a:cubicBezTo>
                    <a:pt x="6543" y="5631"/>
                    <a:pt x="0" y="16148"/>
                    <a:pt x="0" y="28193"/>
                  </a:cubicBezTo>
                  <a:lnTo>
                    <a:pt x="26042" y="28193"/>
                  </a:lnTo>
                  <a:cubicBezTo>
                    <a:pt x="26042" y="25784"/>
                    <a:pt x="27351" y="23682"/>
                    <a:pt x="29294" y="22552"/>
                  </a:cubicBezTo>
                  <a:lnTo>
                    <a:pt x="16268" y="0"/>
                  </a:lnTo>
                  <a:close/>
                </a:path>
              </a:pathLst>
            </a:custGeom>
            <a:solidFill>
              <a:srgbClr val="878FFF">
                <a:alpha val="580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20"/>
            <p:cNvSpPr/>
            <p:nvPr/>
          </p:nvSpPr>
          <p:spPr>
            <a:xfrm>
              <a:off x="626560" y="3887658"/>
              <a:ext cx="1253840" cy="1253970"/>
            </a:xfrm>
            <a:custGeom>
              <a:avLst/>
              <a:gdLst/>
              <a:ahLst/>
              <a:cxnLst/>
              <a:rect l="l" t="t" r="r" b="b"/>
              <a:pathLst>
                <a:path w="26043" h="26043" extrusionOk="0">
                  <a:moveTo>
                    <a:pt x="26042" y="0"/>
                  </a:moveTo>
                  <a:cubicBezTo>
                    <a:pt x="11658" y="0"/>
                    <a:pt x="0" y="11658"/>
                    <a:pt x="0" y="26042"/>
                  </a:cubicBezTo>
                  <a:lnTo>
                    <a:pt x="19539" y="26042"/>
                  </a:lnTo>
                  <a:cubicBezTo>
                    <a:pt x="19539" y="22443"/>
                    <a:pt x="22454" y="19529"/>
                    <a:pt x="26042" y="19529"/>
                  </a:cubicBezTo>
                  <a:lnTo>
                    <a:pt x="26042" y="0"/>
                  </a:lnTo>
                  <a:close/>
                </a:path>
              </a:pathLst>
            </a:custGeom>
            <a:solidFill>
              <a:srgbClr val="9154F8">
                <a:alpha val="46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20"/>
            <p:cNvSpPr/>
            <p:nvPr/>
          </p:nvSpPr>
          <p:spPr>
            <a:xfrm>
              <a:off x="940119" y="4201246"/>
              <a:ext cx="1410360" cy="940370"/>
            </a:xfrm>
            <a:custGeom>
              <a:avLst/>
              <a:gdLst/>
              <a:ahLst/>
              <a:cxnLst/>
              <a:rect l="l" t="t" r="r" b="b"/>
              <a:pathLst>
                <a:path w="29294" h="19530" extrusionOk="0">
                  <a:moveTo>
                    <a:pt x="19529" y="0"/>
                  </a:moveTo>
                  <a:cubicBezTo>
                    <a:pt x="8744" y="0"/>
                    <a:pt x="1" y="8744"/>
                    <a:pt x="1" y="19529"/>
                  </a:cubicBezTo>
                  <a:lnTo>
                    <a:pt x="13026" y="19529"/>
                  </a:lnTo>
                  <a:cubicBezTo>
                    <a:pt x="13026" y="15930"/>
                    <a:pt x="15941" y="13016"/>
                    <a:pt x="19529" y="13016"/>
                  </a:cubicBezTo>
                  <a:cubicBezTo>
                    <a:pt x="20719" y="13016"/>
                    <a:pt x="21829" y="13344"/>
                    <a:pt x="22790" y="13888"/>
                  </a:cubicBezTo>
                  <a:lnTo>
                    <a:pt x="29293" y="2618"/>
                  </a:lnTo>
                  <a:cubicBezTo>
                    <a:pt x="26429" y="952"/>
                    <a:pt x="23088" y="0"/>
                    <a:pt x="19529" y="0"/>
                  </a:cubicBezTo>
                  <a:close/>
                </a:path>
              </a:pathLst>
            </a:custGeom>
            <a:solidFill>
              <a:srgbClr val="35C2DF">
                <a:alpha val="49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20"/>
            <p:cNvSpPr/>
            <p:nvPr/>
          </p:nvSpPr>
          <p:spPr>
            <a:xfrm>
              <a:off x="1253678" y="4514786"/>
              <a:ext cx="1169827" cy="626817"/>
            </a:xfrm>
            <a:custGeom>
              <a:avLst/>
              <a:gdLst/>
              <a:ahLst/>
              <a:cxnLst/>
              <a:rect l="l" t="t" r="r" b="b"/>
              <a:pathLst>
                <a:path w="24298" h="13018" extrusionOk="0">
                  <a:moveTo>
                    <a:pt x="13016" y="1"/>
                  </a:moveTo>
                  <a:cubicBezTo>
                    <a:pt x="5829" y="1"/>
                    <a:pt x="0" y="5830"/>
                    <a:pt x="0" y="13017"/>
                  </a:cubicBezTo>
                  <a:lnTo>
                    <a:pt x="6513" y="13017"/>
                  </a:lnTo>
                  <a:cubicBezTo>
                    <a:pt x="6513" y="9418"/>
                    <a:pt x="9428" y="6504"/>
                    <a:pt x="13016" y="6504"/>
                  </a:cubicBezTo>
                  <a:cubicBezTo>
                    <a:pt x="15425" y="6504"/>
                    <a:pt x="17526" y="7823"/>
                    <a:pt x="18657" y="9766"/>
                  </a:cubicBezTo>
                  <a:lnTo>
                    <a:pt x="24297" y="6504"/>
                  </a:lnTo>
                  <a:cubicBezTo>
                    <a:pt x="22047" y="2618"/>
                    <a:pt x="17834" y="1"/>
                    <a:pt x="13016" y="1"/>
                  </a:cubicBezTo>
                  <a:close/>
                </a:path>
              </a:pathLst>
            </a:custGeom>
            <a:solidFill>
              <a:srgbClr val="CA7BEB">
                <a:alpha val="424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ackground">
  <p:cSld name="CUSTOM_8">
    <p:spTree>
      <p:nvGrpSpPr>
        <p:cNvPr id="1" name="Shape 431"/>
        <p:cNvGrpSpPr/>
        <p:nvPr/>
      </p:nvGrpSpPr>
      <p:grpSpPr>
        <a:xfrm>
          <a:off x="0" y="0"/>
          <a:ext cx="0" cy="0"/>
          <a:chOff x="0" y="0"/>
          <a:chExt cx="0" cy="0"/>
        </a:xfrm>
      </p:grpSpPr>
      <p:grpSp>
        <p:nvGrpSpPr>
          <p:cNvPr id="432" name="Google Shape;432;p23"/>
          <p:cNvGrpSpPr/>
          <p:nvPr/>
        </p:nvGrpSpPr>
        <p:grpSpPr>
          <a:xfrm>
            <a:off x="0" y="4569046"/>
            <a:ext cx="1022509" cy="572747"/>
            <a:chOff x="-77" y="3784091"/>
            <a:chExt cx="2423582" cy="1357541"/>
          </a:xfrm>
        </p:grpSpPr>
        <p:sp>
          <p:nvSpPr>
            <p:cNvPr id="433" name="Google Shape;433;p23"/>
            <p:cNvSpPr/>
            <p:nvPr/>
          </p:nvSpPr>
          <p:spPr>
            <a:xfrm>
              <a:off x="-77" y="4201246"/>
              <a:ext cx="1609391" cy="940370"/>
            </a:xfrm>
            <a:custGeom>
              <a:avLst/>
              <a:gdLst/>
              <a:ahLst/>
              <a:cxnLst/>
              <a:rect l="l" t="t" r="r" b="b"/>
              <a:pathLst>
                <a:path w="33428" h="19530" extrusionOk="0">
                  <a:moveTo>
                    <a:pt x="5225" y="0"/>
                  </a:moveTo>
                  <a:cubicBezTo>
                    <a:pt x="1904" y="5740"/>
                    <a:pt x="1" y="12412"/>
                    <a:pt x="1" y="19529"/>
                  </a:cubicBezTo>
                  <a:lnTo>
                    <a:pt x="32555" y="19529"/>
                  </a:lnTo>
                  <a:cubicBezTo>
                    <a:pt x="32555" y="18340"/>
                    <a:pt x="32873" y="17229"/>
                    <a:pt x="33428" y="16278"/>
                  </a:cubicBezTo>
                  <a:lnTo>
                    <a:pt x="5225" y="0"/>
                  </a:lnTo>
                  <a:close/>
                </a:path>
              </a:pathLst>
            </a:custGeom>
            <a:solidFill>
              <a:srgbClr val="C8ACFD">
                <a:alpha val="575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23"/>
            <p:cNvSpPr/>
            <p:nvPr/>
          </p:nvSpPr>
          <p:spPr>
            <a:xfrm>
              <a:off x="313483" y="3784091"/>
              <a:ext cx="1410360" cy="1357541"/>
            </a:xfrm>
            <a:custGeom>
              <a:avLst/>
              <a:gdLst/>
              <a:ahLst/>
              <a:cxnLst/>
              <a:rect l="l" t="t" r="r" b="b"/>
              <a:pathLst>
                <a:path w="29294" h="28194" extrusionOk="0">
                  <a:moveTo>
                    <a:pt x="16268" y="0"/>
                  </a:moveTo>
                  <a:cubicBezTo>
                    <a:pt x="6543" y="5631"/>
                    <a:pt x="0" y="16148"/>
                    <a:pt x="0" y="28193"/>
                  </a:cubicBezTo>
                  <a:lnTo>
                    <a:pt x="26042" y="28193"/>
                  </a:lnTo>
                  <a:cubicBezTo>
                    <a:pt x="26042" y="25784"/>
                    <a:pt x="27351" y="23682"/>
                    <a:pt x="29294" y="22552"/>
                  </a:cubicBezTo>
                  <a:lnTo>
                    <a:pt x="16268" y="0"/>
                  </a:lnTo>
                  <a:close/>
                </a:path>
              </a:pathLst>
            </a:custGeom>
            <a:solidFill>
              <a:srgbClr val="878FFF">
                <a:alpha val="580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23"/>
            <p:cNvSpPr/>
            <p:nvPr/>
          </p:nvSpPr>
          <p:spPr>
            <a:xfrm>
              <a:off x="626560" y="3887658"/>
              <a:ext cx="1253840" cy="1253970"/>
            </a:xfrm>
            <a:custGeom>
              <a:avLst/>
              <a:gdLst/>
              <a:ahLst/>
              <a:cxnLst/>
              <a:rect l="l" t="t" r="r" b="b"/>
              <a:pathLst>
                <a:path w="26043" h="26043" extrusionOk="0">
                  <a:moveTo>
                    <a:pt x="26042" y="0"/>
                  </a:moveTo>
                  <a:cubicBezTo>
                    <a:pt x="11658" y="0"/>
                    <a:pt x="0" y="11658"/>
                    <a:pt x="0" y="26042"/>
                  </a:cubicBezTo>
                  <a:lnTo>
                    <a:pt x="19539" y="26042"/>
                  </a:lnTo>
                  <a:cubicBezTo>
                    <a:pt x="19539" y="22443"/>
                    <a:pt x="22454" y="19529"/>
                    <a:pt x="26042" y="19529"/>
                  </a:cubicBezTo>
                  <a:lnTo>
                    <a:pt x="26042" y="0"/>
                  </a:lnTo>
                  <a:close/>
                </a:path>
              </a:pathLst>
            </a:custGeom>
            <a:solidFill>
              <a:srgbClr val="9154F8">
                <a:alpha val="46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23"/>
            <p:cNvSpPr/>
            <p:nvPr/>
          </p:nvSpPr>
          <p:spPr>
            <a:xfrm>
              <a:off x="940119" y="4201246"/>
              <a:ext cx="1410360" cy="940370"/>
            </a:xfrm>
            <a:custGeom>
              <a:avLst/>
              <a:gdLst/>
              <a:ahLst/>
              <a:cxnLst/>
              <a:rect l="l" t="t" r="r" b="b"/>
              <a:pathLst>
                <a:path w="29294" h="19530" extrusionOk="0">
                  <a:moveTo>
                    <a:pt x="19529" y="0"/>
                  </a:moveTo>
                  <a:cubicBezTo>
                    <a:pt x="8744" y="0"/>
                    <a:pt x="1" y="8744"/>
                    <a:pt x="1" y="19529"/>
                  </a:cubicBezTo>
                  <a:lnTo>
                    <a:pt x="13026" y="19529"/>
                  </a:lnTo>
                  <a:cubicBezTo>
                    <a:pt x="13026" y="15930"/>
                    <a:pt x="15941" y="13016"/>
                    <a:pt x="19529" y="13016"/>
                  </a:cubicBezTo>
                  <a:cubicBezTo>
                    <a:pt x="20719" y="13016"/>
                    <a:pt x="21829" y="13344"/>
                    <a:pt x="22790" y="13888"/>
                  </a:cubicBezTo>
                  <a:lnTo>
                    <a:pt x="29293" y="2618"/>
                  </a:lnTo>
                  <a:cubicBezTo>
                    <a:pt x="26429" y="952"/>
                    <a:pt x="23088" y="0"/>
                    <a:pt x="19529" y="0"/>
                  </a:cubicBezTo>
                  <a:close/>
                </a:path>
              </a:pathLst>
            </a:custGeom>
            <a:solidFill>
              <a:srgbClr val="35C2DF">
                <a:alpha val="49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23"/>
            <p:cNvSpPr/>
            <p:nvPr/>
          </p:nvSpPr>
          <p:spPr>
            <a:xfrm>
              <a:off x="1253678" y="4514786"/>
              <a:ext cx="1169827" cy="626817"/>
            </a:xfrm>
            <a:custGeom>
              <a:avLst/>
              <a:gdLst/>
              <a:ahLst/>
              <a:cxnLst/>
              <a:rect l="l" t="t" r="r" b="b"/>
              <a:pathLst>
                <a:path w="24298" h="13018" extrusionOk="0">
                  <a:moveTo>
                    <a:pt x="13016" y="1"/>
                  </a:moveTo>
                  <a:cubicBezTo>
                    <a:pt x="5829" y="1"/>
                    <a:pt x="0" y="5830"/>
                    <a:pt x="0" y="13017"/>
                  </a:cubicBezTo>
                  <a:lnTo>
                    <a:pt x="6513" y="13017"/>
                  </a:lnTo>
                  <a:cubicBezTo>
                    <a:pt x="6513" y="9418"/>
                    <a:pt x="9428" y="6504"/>
                    <a:pt x="13016" y="6504"/>
                  </a:cubicBezTo>
                  <a:cubicBezTo>
                    <a:pt x="15425" y="6504"/>
                    <a:pt x="17526" y="7823"/>
                    <a:pt x="18657" y="9766"/>
                  </a:cubicBezTo>
                  <a:lnTo>
                    <a:pt x="24297" y="6504"/>
                  </a:lnTo>
                  <a:cubicBezTo>
                    <a:pt x="22047" y="2618"/>
                    <a:pt x="17834" y="1"/>
                    <a:pt x="13016" y="1"/>
                  </a:cubicBezTo>
                  <a:close/>
                </a:path>
              </a:pathLst>
            </a:custGeom>
            <a:solidFill>
              <a:srgbClr val="CA7BEB">
                <a:alpha val="424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8" name="Google Shape;438;p23"/>
          <p:cNvGrpSpPr/>
          <p:nvPr/>
        </p:nvGrpSpPr>
        <p:grpSpPr>
          <a:xfrm rot="10800000">
            <a:off x="8121500" y="-4"/>
            <a:ext cx="1022509" cy="572747"/>
            <a:chOff x="-77" y="3784091"/>
            <a:chExt cx="2423582" cy="1357541"/>
          </a:xfrm>
        </p:grpSpPr>
        <p:sp>
          <p:nvSpPr>
            <p:cNvPr id="439" name="Google Shape;439;p23"/>
            <p:cNvSpPr/>
            <p:nvPr/>
          </p:nvSpPr>
          <p:spPr>
            <a:xfrm>
              <a:off x="-77" y="4201246"/>
              <a:ext cx="1609391" cy="940370"/>
            </a:xfrm>
            <a:custGeom>
              <a:avLst/>
              <a:gdLst/>
              <a:ahLst/>
              <a:cxnLst/>
              <a:rect l="l" t="t" r="r" b="b"/>
              <a:pathLst>
                <a:path w="33428" h="19530" extrusionOk="0">
                  <a:moveTo>
                    <a:pt x="5225" y="0"/>
                  </a:moveTo>
                  <a:cubicBezTo>
                    <a:pt x="1904" y="5740"/>
                    <a:pt x="1" y="12412"/>
                    <a:pt x="1" y="19529"/>
                  </a:cubicBezTo>
                  <a:lnTo>
                    <a:pt x="32555" y="19529"/>
                  </a:lnTo>
                  <a:cubicBezTo>
                    <a:pt x="32555" y="18340"/>
                    <a:pt x="32873" y="17229"/>
                    <a:pt x="33428" y="16278"/>
                  </a:cubicBezTo>
                  <a:lnTo>
                    <a:pt x="5225" y="0"/>
                  </a:lnTo>
                  <a:close/>
                </a:path>
              </a:pathLst>
            </a:custGeom>
            <a:solidFill>
              <a:srgbClr val="C8ACFD">
                <a:alpha val="575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23"/>
            <p:cNvSpPr/>
            <p:nvPr/>
          </p:nvSpPr>
          <p:spPr>
            <a:xfrm>
              <a:off x="313483" y="3784091"/>
              <a:ext cx="1410360" cy="1357541"/>
            </a:xfrm>
            <a:custGeom>
              <a:avLst/>
              <a:gdLst/>
              <a:ahLst/>
              <a:cxnLst/>
              <a:rect l="l" t="t" r="r" b="b"/>
              <a:pathLst>
                <a:path w="29294" h="28194" extrusionOk="0">
                  <a:moveTo>
                    <a:pt x="16268" y="0"/>
                  </a:moveTo>
                  <a:cubicBezTo>
                    <a:pt x="6543" y="5631"/>
                    <a:pt x="0" y="16148"/>
                    <a:pt x="0" y="28193"/>
                  </a:cubicBezTo>
                  <a:lnTo>
                    <a:pt x="26042" y="28193"/>
                  </a:lnTo>
                  <a:cubicBezTo>
                    <a:pt x="26042" y="25784"/>
                    <a:pt x="27351" y="23682"/>
                    <a:pt x="29294" y="22552"/>
                  </a:cubicBezTo>
                  <a:lnTo>
                    <a:pt x="16268" y="0"/>
                  </a:lnTo>
                  <a:close/>
                </a:path>
              </a:pathLst>
            </a:custGeom>
            <a:solidFill>
              <a:srgbClr val="878FFF">
                <a:alpha val="580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23"/>
            <p:cNvSpPr/>
            <p:nvPr/>
          </p:nvSpPr>
          <p:spPr>
            <a:xfrm>
              <a:off x="626560" y="3887658"/>
              <a:ext cx="1253840" cy="1253970"/>
            </a:xfrm>
            <a:custGeom>
              <a:avLst/>
              <a:gdLst/>
              <a:ahLst/>
              <a:cxnLst/>
              <a:rect l="l" t="t" r="r" b="b"/>
              <a:pathLst>
                <a:path w="26043" h="26043" extrusionOk="0">
                  <a:moveTo>
                    <a:pt x="26042" y="0"/>
                  </a:moveTo>
                  <a:cubicBezTo>
                    <a:pt x="11658" y="0"/>
                    <a:pt x="0" y="11658"/>
                    <a:pt x="0" y="26042"/>
                  </a:cubicBezTo>
                  <a:lnTo>
                    <a:pt x="19539" y="26042"/>
                  </a:lnTo>
                  <a:cubicBezTo>
                    <a:pt x="19539" y="22443"/>
                    <a:pt x="22454" y="19529"/>
                    <a:pt x="26042" y="19529"/>
                  </a:cubicBezTo>
                  <a:lnTo>
                    <a:pt x="26042" y="0"/>
                  </a:lnTo>
                  <a:close/>
                </a:path>
              </a:pathLst>
            </a:custGeom>
            <a:solidFill>
              <a:srgbClr val="9154F8">
                <a:alpha val="46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23"/>
            <p:cNvSpPr/>
            <p:nvPr/>
          </p:nvSpPr>
          <p:spPr>
            <a:xfrm>
              <a:off x="940119" y="4201246"/>
              <a:ext cx="1410360" cy="940370"/>
            </a:xfrm>
            <a:custGeom>
              <a:avLst/>
              <a:gdLst/>
              <a:ahLst/>
              <a:cxnLst/>
              <a:rect l="l" t="t" r="r" b="b"/>
              <a:pathLst>
                <a:path w="29294" h="19530" extrusionOk="0">
                  <a:moveTo>
                    <a:pt x="19529" y="0"/>
                  </a:moveTo>
                  <a:cubicBezTo>
                    <a:pt x="8744" y="0"/>
                    <a:pt x="1" y="8744"/>
                    <a:pt x="1" y="19529"/>
                  </a:cubicBezTo>
                  <a:lnTo>
                    <a:pt x="13026" y="19529"/>
                  </a:lnTo>
                  <a:cubicBezTo>
                    <a:pt x="13026" y="15930"/>
                    <a:pt x="15941" y="13016"/>
                    <a:pt x="19529" y="13016"/>
                  </a:cubicBezTo>
                  <a:cubicBezTo>
                    <a:pt x="20719" y="13016"/>
                    <a:pt x="21829" y="13344"/>
                    <a:pt x="22790" y="13888"/>
                  </a:cubicBezTo>
                  <a:lnTo>
                    <a:pt x="29293" y="2618"/>
                  </a:lnTo>
                  <a:cubicBezTo>
                    <a:pt x="26429" y="952"/>
                    <a:pt x="23088" y="0"/>
                    <a:pt x="19529" y="0"/>
                  </a:cubicBezTo>
                  <a:close/>
                </a:path>
              </a:pathLst>
            </a:custGeom>
            <a:solidFill>
              <a:srgbClr val="35C2DF">
                <a:alpha val="49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23"/>
            <p:cNvSpPr/>
            <p:nvPr/>
          </p:nvSpPr>
          <p:spPr>
            <a:xfrm>
              <a:off x="1253678" y="4514786"/>
              <a:ext cx="1169827" cy="626817"/>
            </a:xfrm>
            <a:custGeom>
              <a:avLst/>
              <a:gdLst/>
              <a:ahLst/>
              <a:cxnLst/>
              <a:rect l="l" t="t" r="r" b="b"/>
              <a:pathLst>
                <a:path w="24298" h="13018" extrusionOk="0">
                  <a:moveTo>
                    <a:pt x="13016" y="1"/>
                  </a:moveTo>
                  <a:cubicBezTo>
                    <a:pt x="5829" y="1"/>
                    <a:pt x="0" y="5830"/>
                    <a:pt x="0" y="13017"/>
                  </a:cubicBezTo>
                  <a:lnTo>
                    <a:pt x="6513" y="13017"/>
                  </a:lnTo>
                  <a:cubicBezTo>
                    <a:pt x="6513" y="9418"/>
                    <a:pt x="9428" y="6504"/>
                    <a:pt x="13016" y="6504"/>
                  </a:cubicBezTo>
                  <a:cubicBezTo>
                    <a:pt x="15425" y="6504"/>
                    <a:pt x="17526" y="7823"/>
                    <a:pt x="18657" y="9766"/>
                  </a:cubicBezTo>
                  <a:lnTo>
                    <a:pt x="24297" y="6504"/>
                  </a:lnTo>
                  <a:cubicBezTo>
                    <a:pt x="22047" y="2618"/>
                    <a:pt x="17834" y="1"/>
                    <a:pt x="13016" y="1"/>
                  </a:cubicBezTo>
                  <a:close/>
                </a:path>
              </a:pathLst>
            </a:custGeom>
            <a:solidFill>
              <a:srgbClr val="CA7BEB">
                <a:alpha val="424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44" name="Google Shape;444;p23"/>
          <p:cNvGrpSpPr/>
          <p:nvPr/>
        </p:nvGrpSpPr>
        <p:grpSpPr>
          <a:xfrm flipH="1">
            <a:off x="8121500" y="4569896"/>
            <a:ext cx="1022509" cy="572747"/>
            <a:chOff x="-77" y="3784091"/>
            <a:chExt cx="2423582" cy="1357541"/>
          </a:xfrm>
        </p:grpSpPr>
        <p:sp>
          <p:nvSpPr>
            <p:cNvPr id="445" name="Google Shape;445;p23"/>
            <p:cNvSpPr/>
            <p:nvPr/>
          </p:nvSpPr>
          <p:spPr>
            <a:xfrm>
              <a:off x="-77" y="4201246"/>
              <a:ext cx="1609391" cy="940370"/>
            </a:xfrm>
            <a:custGeom>
              <a:avLst/>
              <a:gdLst/>
              <a:ahLst/>
              <a:cxnLst/>
              <a:rect l="l" t="t" r="r" b="b"/>
              <a:pathLst>
                <a:path w="33428" h="19530" extrusionOk="0">
                  <a:moveTo>
                    <a:pt x="5225" y="0"/>
                  </a:moveTo>
                  <a:cubicBezTo>
                    <a:pt x="1904" y="5740"/>
                    <a:pt x="1" y="12412"/>
                    <a:pt x="1" y="19529"/>
                  </a:cubicBezTo>
                  <a:lnTo>
                    <a:pt x="32555" y="19529"/>
                  </a:lnTo>
                  <a:cubicBezTo>
                    <a:pt x="32555" y="18340"/>
                    <a:pt x="32873" y="17229"/>
                    <a:pt x="33428" y="16278"/>
                  </a:cubicBezTo>
                  <a:lnTo>
                    <a:pt x="5225" y="0"/>
                  </a:lnTo>
                  <a:close/>
                </a:path>
              </a:pathLst>
            </a:custGeom>
            <a:solidFill>
              <a:srgbClr val="C8ACFD">
                <a:alpha val="575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23"/>
            <p:cNvSpPr/>
            <p:nvPr/>
          </p:nvSpPr>
          <p:spPr>
            <a:xfrm>
              <a:off x="313483" y="3784091"/>
              <a:ext cx="1410360" cy="1357541"/>
            </a:xfrm>
            <a:custGeom>
              <a:avLst/>
              <a:gdLst/>
              <a:ahLst/>
              <a:cxnLst/>
              <a:rect l="l" t="t" r="r" b="b"/>
              <a:pathLst>
                <a:path w="29294" h="28194" extrusionOk="0">
                  <a:moveTo>
                    <a:pt x="16268" y="0"/>
                  </a:moveTo>
                  <a:cubicBezTo>
                    <a:pt x="6543" y="5631"/>
                    <a:pt x="0" y="16148"/>
                    <a:pt x="0" y="28193"/>
                  </a:cubicBezTo>
                  <a:lnTo>
                    <a:pt x="26042" y="28193"/>
                  </a:lnTo>
                  <a:cubicBezTo>
                    <a:pt x="26042" y="25784"/>
                    <a:pt x="27351" y="23682"/>
                    <a:pt x="29294" y="22552"/>
                  </a:cubicBezTo>
                  <a:lnTo>
                    <a:pt x="16268" y="0"/>
                  </a:lnTo>
                  <a:close/>
                </a:path>
              </a:pathLst>
            </a:custGeom>
            <a:solidFill>
              <a:srgbClr val="878FFF">
                <a:alpha val="580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23"/>
            <p:cNvSpPr/>
            <p:nvPr/>
          </p:nvSpPr>
          <p:spPr>
            <a:xfrm>
              <a:off x="626560" y="3887658"/>
              <a:ext cx="1253840" cy="1253970"/>
            </a:xfrm>
            <a:custGeom>
              <a:avLst/>
              <a:gdLst/>
              <a:ahLst/>
              <a:cxnLst/>
              <a:rect l="l" t="t" r="r" b="b"/>
              <a:pathLst>
                <a:path w="26043" h="26043" extrusionOk="0">
                  <a:moveTo>
                    <a:pt x="26042" y="0"/>
                  </a:moveTo>
                  <a:cubicBezTo>
                    <a:pt x="11658" y="0"/>
                    <a:pt x="0" y="11658"/>
                    <a:pt x="0" y="26042"/>
                  </a:cubicBezTo>
                  <a:lnTo>
                    <a:pt x="19539" y="26042"/>
                  </a:lnTo>
                  <a:cubicBezTo>
                    <a:pt x="19539" y="22443"/>
                    <a:pt x="22454" y="19529"/>
                    <a:pt x="26042" y="19529"/>
                  </a:cubicBezTo>
                  <a:lnTo>
                    <a:pt x="26042" y="0"/>
                  </a:lnTo>
                  <a:close/>
                </a:path>
              </a:pathLst>
            </a:custGeom>
            <a:solidFill>
              <a:srgbClr val="9154F8">
                <a:alpha val="46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23"/>
            <p:cNvSpPr/>
            <p:nvPr/>
          </p:nvSpPr>
          <p:spPr>
            <a:xfrm>
              <a:off x="940119" y="4201246"/>
              <a:ext cx="1410360" cy="940370"/>
            </a:xfrm>
            <a:custGeom>
              <a:avLst/>
              <a:gdLst/>
              <a:ahLst/>
              <a:cxnLst/>
              <a:rect l="l" t="t" r="r" b="b"/>
              <a:pathLst>
                <a:path w="29294" h="19530" extrusionOk="0">
                  <a:moveTo>
                    <a:pt x="19529" y="0"/>
                  </a:moveTo>
                  <a:cubicBezTo>
                    <a:pt x="8744" y="0"/>
                    <a:pt x="1" y="8744"/>
                    <a:pt x="1" y="19529"/>
                  </a:cubicBezTo>
                  <a:lnTo>
                    <a:pt x="13026" y="19529"/>
                  </a:lnTo>
                  <a:cubicBezTo>
                    <a:pt x="13026" y="15930"/>
                    <a:pt x="15941" y="13016"/>
                    <a:pt x="19529" y="13016"/>
                  </a:cubicBezTo>
                  <a:cubicBezTo>
                    <a:pt x="20719" y="13016"/>
                    <a:pt x="21829" y="13344"/>
                    <a:pt x="22790" y="13888"/>
                  </a:cubicBezTo>
                  <a:lnTo>
                    <a:pt x="29293" y="2618"/>
                  </a:lnTo>
                  <a:cubicBezTo>
                    <a:pt x="26429" y="952"/>
                    <a:pt x="23088" y="0"/>
                    <a:pt x="19529" y="0"/>
                  </a:cubicBezTo>
                  <a:close/>
                </a:path>
              </a:pathLst>
            </a:custGeom>
            <a:solidFill>
              <a:srgbClr val="35C2DF">
                <a:alpha val="49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23"/>
            <p:cNvSpPr/>
            <p:nvPr/>
          </p:nvSpPr>
          <p:spPr>
            <a:xfrm>
              <a:off x="1253678" y="4514786"/>
              <a:ext cx="1169827" cy="626817"/>
            </a:xfrm>
            <a:custGeom>
              <a:avLst/>
              <a:gdLst/>
              <a:ahLst/>
              <a:cxnLst/>
              <a:rect l="l" t="t" r="r" b="b"/>
              <a:pathLst>
                <a:path w="24298" h="13018" extrusionOk="0">
                  <a:moveTo>
                    <a:pt x="13016" y="1"/>
                  </a:moveTo>
                  <a:cubicBezTo>
                    <a:pt x="5829" y="1"/>
                    <a:pt x="0" y="5830"/>
                    <a:pt x="0" y="13017"/>
                  </a:cubicBezTo>
                  <a:lnTo>
                    <a:pt x="6513" y="13017"/>
                  </a:lnTo>
                  <a:cubicBezTo>
                    <a:pt x="6513" y="9418"/>
                    <a:pt x="9428" y="6504"/>
                    <a:pt x="13016" y="6504"/>
                  </a:cubicBezTo>
                  <a:cubicBezTo>
                    <a:pt x="15425" y="6504"/>
                    <a:pt x="17526" y="7823"/>
                    <a:pt x="18657" y="9766"/>
                  </a:cubicBezTo>
                  <a:lnTo>
                    <a:pt x="24297" y="6504"/>
                  </a:lnTo>
                  <a:cubicBezTo>
                    <a:pt x="22047" y="2618"/>
                    <a:pt x="17834" y="1"/>
                    <a:pt x="13016" y="1"/>
                  </a:cubicBezTo>
                  <a:close/>
                </a:path>
              </a:pathLst>
            </a:custGeom>
            <a:solidFill>
              <a:srgbClr val="CA7BEB">
                <a:alpha val="424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0" name="Google Shape;450;p23"/>
          <p:cNvGrpSpPr/>
          <p:nvPr/>
        </p:nvGrpSpPr>
        <p:grpSpPr>
          <a:xfrm rot="10800000" flipH="1">
            <a:off x="0" y="846"/>
            <a:ext cx="1022509" cy="572747"/>
            <a:chOff x="-77" y="3784091"/>
            <a:chExt cx="2423582" cy="1357541"/>
          </a:xfrm>
        </p:grpSpPr>
        <p:sp>
          <p:nvSpPr>
            <p:cNvPr id="451" name="Google Shape;451;p23"/>
            <p:cNvSpPr/>
            <p:nvPr/>
          </p:nvSpPr>
          <p:spPr>
            <a:xfrm>
              <a:off x="-77" y="4201246"/>
              <a:ext cx="1609391" cy="940370"/>
            </a:xfrm>
            <a:custGeom>
              <a:avLst/>
              <a:gdLst/>
              <a:ahLst/>
              <a:cxnLst/>
              <a:rect l="l" t="t" r="r" b="b"/>
              <a:pathLst>
                <a:path w="33428" h="19530" extrusionOk="0">
                  <a:moveTo>
                    <a:pt x="5225" y="0"/>
                  </a:moveTo>
                  <a:cubicBezTo>
                    <a:pt x="1904" y="5740"/>
                    <a:pt x="1" y="12412"/>
                    <a:pt x="1" y="19529"/>
                  </a:cubicBezTo>
                  <a:lnTo>
                    <a:pt x="32555" y="19529"/>
                  </a:lnTo>
                  <a:cubicBezTo>
                    <a:pt x="32555" y="18340"/>
                    <a:pt x="32873" y="17229"/>
                    <a:pt x="33428" y="16278"/>
                  </a:cubicBezTo>
                  <a:lnTo>
                    <a:pt x="5225" y="0"/>
                  </a:lnTo>
                  <a:close/>
                </a:path>
              </a:pathLst>
            </a:custGeom>
            <a:solidFill>
              <a:srgbClr val="C8ACFD">
                <a:alpha val="575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23"/>
            <p:cNvSpPr/>
            <p:nvPr/>
          </p:nvSpPr>
          <p:spPr>
            <a:xfrm>
              <a:off x="313483" y="3784091"/>
              <a:ext cx="1410360" cy="1357541"/>
            </a:xfrm>
            <a:custGeom>
              <a:avLst/>
              <a:gdLst/>
              <a:ahLst/>
              <a:cxnLst/>
              <a:rect l="l" t="t" r="r" b="b"/>
              <a:pathLst>
                <a:path w="29294" h="28194" extrusionOk="0">
                  <a:moveTo>
                    <a:pt x="16268" y="0"/>
                  </a:moveTo>
                  <a:cubicBezTo>
                    <a:pt x="6543" y="5631"/>
                    <a:pt x="0" y="16148"/>
                    <a:pt x="0" y="28193"/>
                  </a:cubicBezTo>
                  <a:lnTo>
                    <a:pt x="26042" y="28193"/>
                  </a:lnTo>
                  <a:cubicBezTo>
                    <a:pt x="26042" y="25784"/>
                    <a:pt x="27351" y="23682"/>
                    <a:pt x="29294" y="22552"/>
                  </a:cubicBezTo>
                  <a:lnTo>
                    <a:pt x="16268" y="0"/>
                  </a:lnTo>
                  <a:close/>
                </a:path>
              </a:pathLst>
            </a:custGeom>
            <a:solidFill>
              <a:srgbClr val="878FFF">
                <a:alpha val="580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23"/>
            <p:cNvSpPr/>
            <p:nvPr/>
          </p:nvSpPr>
          <p:spPr>
            <a:xfrm>
              <a:off x="626560" y="3887658"/>
              <a:ext cx="1253840" cy="1253970"/>
            </a:xfrm>
            <a:custGeom>
              <a:avLst/>
              <a:gdLst/>
              <a:ahLst/>
              <a:cxnLst/>
              <a:rect l="l" t="t" r="r" b="b"/>
              <a:pathLst>
                <a:path w="26043" h="26043" extrusionOk="0">
                  <a:moveTo>
                    <a:pt x="26042" y="0"/>
                  </a:moveTo>
                  <a:cubicBezTo>
                    <a:pt x="11658" y="0"/>
                    <a:pt x="0" y="11658"/>
                    <a:pt x="0" y="26042"/>
                  </a:cubicBezTo>
                  <a:lnTo>
                    <a:pt x="19539" y="26042"/>
                  </a:lnTo>
                  <a:cubicBezTo>
                    <a:pt x="19539" y="22443"/>
                    <a:pt x="22454" y="19529"/>
                    <a:pt x="26042" y="19529"/>
                  </a:cubicBezTo>
                  <a:lnTo>
                    <a:pt x="26042" y="0"/>
                  </a:lnTo>
                  <a:close/>
                </a:path>
              </a:pathLst>
            </a:custGeom>
            <a:solidFill>
              <a:srgbClr val="9154F8">
                <a:alpha val="46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23"/>
            <p:cNvSpPr/>
            <p:nvPr/>
          </p:nvSpPr>
          <p:spPr>
            <a:xfrm>
              <a:off x="940119" y="4201246"/>
              <a:ext cx="1410360" cy="940370"/>
            </a:xfrm>
            <a:custGeom>
              <a:avLst/>
              <a:gdLst/>
              <a:ahLst/>
              <a:cxnLst/>
              <a:rect l="l" t="t" r="r" b="b"/>
              <a:pathLst>
                <a:path w="29294" h="19530" extrusionOk="0">
                  <a:moveTo>
                    <a:pt x="19529" y="0"/>
                  </a:moveTo>
                  <a:cubicBezTo>
                    <a:pt x="8744" y="0"/>
                    <a:pt x="1" y="8744"/>
                    <a:pt x="1" y="19529"/>
                  </a:cubicBezTo>
                  <a:lnTo>
                    <a:pt x="13026" y="19529"/>
                  </a:lnTo>
                  <a:cubicBezTo>
                    <a:pt x="13026" y="15930"/>
                    <a:pt x="15941" y="13016"/>
                    <a:pt x="19529" y="13016"/>
                  </a:cubicBezTo>
                  <a:cubicBezTo>
                    <a:pt x="20719" y="13016"/>
                    <a:pt x="21829" y="13344"/>
                    <a:pt x="22790" y="13888"/>
                  </a:cubicBezTo>
                  <a:lnTo>
                    <a:pt x="29293" y="2618"/>
                  </a:lnTo>
                  <a:cubicBezTo>
                    <a:pt x="26429" y="952"/>
                    <a:pt x="23088" y="0"/>
                    <a:pt x="19529" y="0"/>
                  </a:cubicBezTo>
                  <a:close/>
                </a:path>
              </a:pathLst>
            </a:custGeom>
            <a:solidFill>
              <a:srgbClr val="35C2DF">
                <a:alpha val="49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23"/>
            <p:cNvSpPr/>
            <p:nvPr/>
          </p:nvSpPr>
          <p:spPr>
            <a:xfrm>
              <a:off x="1253678" y="4514786"/>
              <a:ext cx="1169827" cy="626817"/>
            </a:xfrm>
            <a:custGeom>
              <a:avLst/>
              <a:gdLst/>
              <a:ahLst/>
              <a:cxnLst/>
              <a:rect l="l" t="t" r="r" b="b"/>
              <a:pathLst>
                <a:path w="24298" h="13018" extrusionOk="0">
                  <a:moveTo>
                    <a:pt x="13016" y="1"/>
                  </a:moveTo>
                  <a:cubicBezTo>
                    <a:pt x="5829" y="1"/>
                    <a:pt x="0" y="5830"/>
                    <a:pt x="0" y="13017"/>
                  </a:cubicBezTo>
                  <a:lnTo>
                    <a:pt x="6513" y="13017"/>
                  </a:lnTo>
                  <a:cubicBezTo>
                    <a:pt x="6513" y="9418"/>
                    <a:pt x="9428" y="6504"/>
                    <a:pt x="13016" y="6504"/>
                  </a:cubicBezTo>
                  <a:cubicBezTo>
                    <a:pt x="15425" y="6504"/>
                    <a:pt x="17526" y="7823"/>
                    <a:pt x="18657" y="9766"/>
                  </a:cubicBezTo>
                  <a:lnTo>
                    <a:pt x="24297" y="6504"/>
                  </a:lnTo>
                  <a:cubicBezTo>
                    <a:pt x="22047" y="2618"/>
                    <a:pt x="17834" y="1"/>
                    <a:pt x="13016" y="1"/>
                  </a:cubicBezTo>
                  <a:close/>
                </a:path>
              </a:pathLst>
            </a:custGeom>
            <a:solidFill>
              <a:srgbClr val="CA7BEB">
                <a:alpha val="424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ackground 1">
  <p:cSld name="CUSTOM_8_1">
    <p:spTree>
      <p:nvGrpSpPr>
        <p:cNvPr id="1" name="Shape 456"/>
        <p:cNvGrpSpPr/>
        <p:nvPr/>
      </p:nvGrpSpPr>
      <p:grpSpPr>
        <a:xfrm>
          <a:off x="0" y="0"/>
          <a:ext cx="0" cy="0"/>
          <a:chOff x="0" y="0"/>
          <a:chExt cx="0" cy="0"/>
        </a:xfrm>
      </p:grpSpPr>
      <p:grpSp>
        <p:nvGrpSpPr>
          <p:cNvPr id="457" name="Google Shape;457;p24"/>
          <p:cNvGrpSpPr/>
          <p:nvPr/>
        </p:nvGrpSpPr>
        <p:grpSpPr>
          <a:xfrm rot="5400000" flipH="1">
            <a:off x="-533027" y="3252941"/>
            <a:ext cx="2423582" cy="1357541"/>
            <a:chOff x="-77" y="3784091"/>
            <a:chExt cx="2423582" cy="1357541"/>
          </a:xfrm>
        </p:grpSpPr>
        <p:sp>
          <p:nvSpPr>
            <p:cNvPr id="458" name="Google Shape;458;p24"/>
            <p:cNvSpPr/>
            <p:nvPr/>
          </p:nvSpPr>
          <p:spPr>
            <a:xfrm>
              <a:off x="-77" y="4201246"/>
              <a:ext cx="1609391" cy="940370"/>
            </a:xfrm>
            <a:custGeom>
              <a:avLst/>
              <a:gdLst/>
              <a:ahLst/>
              <a:cxnLst/>
              <a:rect l="l" t="t" r="r" b="b"/>
              <a:pathLst>
                <a:path w="33428" h="19530" extrusionOk="0">
                  <a:moveTo>
                    <a:pt x="5225" y="0"/>
                  </a:moveTo>
                  <a:cubicBezTo>
                    <a:pt x="1904" y="5740"/>
                    <a:pt x="1" y="12412"/>
                    <a:pt x="1" y="19529"/>
                  </a:cubicBezTo>
                  <a:lnTo>
                    <a:pt x="32555" y="19529"/>
                  </a:lnTo>
                  <a:cubicBezTo>
                    <a:pt x="32555" y="18340"/>
                    <a:pt x="32873" y="17229"/>
                    <a:pt x="33428" y="16278"/>
                  </a:cubicBezTo>
                  <a:lnTo>
                    <a:pt x="5225" y="0"/>
                  </a:lnTo>
                  <a:close/>
                </a:path>
              </a:pathLst>
            </a:custGeom>
            <a:solidFill>
              <a:srgbClr val="C8ACFD">
                <a:alpha val="575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24"/>
            <p:cNvSpPr/>
            <p:nvPr/>
          </p:nvSpPr>
          <p:spPr>
            <a:xfrm>
              <a:off x="313483" y="3784091"/>
              <a:ext cx="1410360" cy="1357541"/>
            </a:xfrm>
            <a:custGeom>
              <a:avLst/>
              <a:gdLst/>
              <a:ahLst/>
              <a:cxnLst/>
              <a:rect l="l" t="t" r="r" b="b"/>
              <a:pathLst>
                <a:path w="29294" h="28194" extrusionOk="0">
                  <a:moveTo>
                    <a:pt x="16268" y="0"/>
                  </a:moveTo>
                  <a:cubicBezTo>
                    <a:pt x="6543" y="5631"/>
                    <a:pt x="0" y="16148"/>
                    <a:pt x="0" y="28193"/>
                  </a:cubicBezTo>
                  <a:lnTo>
                    <a:pt x="26042" y="28193"/>
                  </a:lnTo>
                  <a:cubicBezTo>
                    <a:pt x="26042" y="25784"/>
                    <a:pt x="27351" y="23682"/>
                    <a:pt x="29294" y="22552"/>
                  </a:cubicBezTo>
                  <a:lnTo>
                    <a:pt x="16268" y="0"/>
                  </a:lnTo>
                  <a:close/>
                </a:path>
              </a:pathLst>
            </a:custGeom>
            <a:solidFill>
              <a:srgbClr val="878FFF">
                <a:alpha val="580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24"/>
            <p:cNvSpPr/>
            <p:nvPr/>
          </p:nvSpPr>
          <p:spPr>
            <a:xfrm>
              <a:off x="626560" y="3887658"/>
              <a:ext cx="1253840" cy="1253970"/>
            </a:xfrm>
            <a:custGeom>
              <a:avLst/>
              <a:gdLst/>
              <a:ahLst/>
              <a:cxnLst/>
              <a:rect l="l" t="t" r="r" b="b"/>
              <a:pathLst>
                <a:path w="26043" h="26043" extrusionOk="0">
                  <a:moveTo>
                    <a:pt x="26042" y="0"/>
                  </a:moveTo>
                  <a:cubicBezTo>
                    <a:pt x="11658" y="0"/>
                    <a:pt x="0" y="11658"/>
                    <a:pt x="0" y="26042"/>
                  </a:cubicBezTo>
                  <a:lnTo>
                    <a:pt x="19539" y="26042"/>
                  </a:lnTo>
                  <a:cubicBezTo>
                    <a:pt x="19539" y="22443"/>
                    <a:pt x="22454" y="19529"/>
                    <a:pt x="26042" y="19529"/>
                  </a:cubicBezTo>
                  <a:lnTo>
                    <a:pt x="26042" y="0"/>
                  </a:lnTo>
                  <a:close/>
                </a:path>
              </a:pathLst>
            </a:custGeom>
            <a:solidFill>
              <a:srgbClr val="9154F8">
                <a:alpha val="46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24"/>
            <p:cNvSpPr/>
            <p:nvPr/>
          </p:nvSpPr>
          <p:spPr>
            <a:xfrm>
              <a:off x="940119" y="4201246"/>
              <a:ext cx="1410360" cy="940370"/>
            </a:xfrm>
            <a:custGeom>
              <a:avLst/>
              <a:gdLst/>
              <a:ahLst/>
              <a:cxnLst/>
              <a:rect l="l" t="t" r="r" b="b"/>
              <a:pathLst>
                <a:path w="29294" h="19530" extrusionOk="0">
                  <a:moveTo>
                    <a:pt x="19529" y="0"/>
                  </a:moveTo>
                  <a:cubicBezTo>
                    <a:pt x="8744" y="0"/>
                    <a:pt x="1" y="8744"/>
                    <a:pt x="1" y="19529"/>
                  </a:cubicBezTo>
                  <a:lnTo>
                    <a:pt x="13026" y="19529"/>
                  </a:lnTo>
                  <a:cubicBezTo>
                    <a:pt x="13026" y="15930"/>
                    <a:pt x="15941" y="13016"/>
                    <a:pt x="19529" y="13016"/>
                  </a:cubicBezTo>
                  <a:cubicBezTo>
                    <a:pt x="20719" y="13016"/>
                    <a:pt x="21829" y="13344"/>
                    <a:pt x="22790" y="13888"/>
                  </a:cubicBezTo>
                  <a:lnTo>
                    <a:pt x="29293" y="2618"/>
                  </a:lnTo>
                  <a:cubicBezTo>
                    <a:pt x="26429" y="952"/>
                    <a:pt x="23088" y="0"/>
                    <a:pt x="19529" y="0"/>
                  </a:cubicBezTo>
                  <a:close/>
                </a:path>
              </a:pathLst>
            </a:custGeom>
            <a:solidFill>
              <a:srgbClr val="35C2DF">
                <a:alpha val="49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24"/>
            <p:cNvSpPr/>
            <p:nvPr/>
          </p:nvSpPr>
          <p:spPr>
            <a:xfrm>
              <a:off x="1253678" y="4514786"/>
              <a:ext cx="1169827" cy="626817"/>
            </a:xfrm>
            <a:custGeom>
              <a:avLst/>
              <a:gdLst/>
              <a:ahLst/>
              <a:cxnLst/>
              <a:rect l="l" t="t" r="r" b="b"/>
              <a:pathLst>
                <a:path w="24298" h="13018" extrusionOk="0">
                  <a:moveTo>
                    <a:pt x="13016" y="1"/>
                  </a:moveTo>
                  <a:cubicBezTo>
                    <a:pt x="5829" y="1"/>
                    <a:pt x="0" y="5830"/>
                    <a:pt x="0" y="13017"/>
                  </a:cubicBezTo>
                  <a:lnTo>
                    <a:pt x="6513" y="13017"/>
                  </a:lnTo>
                  <a:cubicBezTo>
                    <a:pt x="6513" y="9418"/>
                    <a:pt x="9428" y="6504"/>
                    <a:pt x="13016" y="6504"/>
                  </a:cubicBezTo>
                  <a:cubicBezTo>
                    <a:pt x="15425" y="6504"/>
                    <a:pt x="17526" y="7823"/>
                    <a:pt x="18657" y="9766"/>
                  </a:cubicBezTo>
                  <a:lnTo>
                    <a:pt x="24297" y="6504"/>
                  </a:lnTo>
                  <a:cubicBezTo>
                    <a:pt x="22047" y="2618"/>
                    <a:pt x="17834" y="1"/>
                    <a:pt x="13016" y="1"/>
                  </a:cubicBezTo>
                  <a:close/>
                </a:path>
              </a:pathLst>
            </a:custGeom>
            <a:solidFill>
              <a:srgbClr val="CA7BEB">
                <a:alpha val="424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3" name="Google Shape;463;p24"/>
          <p:cNvGrpSpPr/>
          <p:nvPr/>
        </p:nvGrpSpPr>
        <p:grpSpPr>
          <a:xfrm rot="-5400000" flipH="1">
            <a:off x="7253448" y="533016"/>
            <a:ext cx="2423582" cy="1357541"/>
            <a:chOff x="-77" y="3784091"/>
            <a:chExt cx="2423582" cy="1357541"/>
          </a:xfrm>
        </p:grpSpPr>
        <p:sp>
          <p:nvSpPr>
            <p:cNvPr id="464" name="Google Shape;464;p24"/>
            <p:cNvSpPr/>
            <p:nvPr/>
          </p:nvSpPr>
          <p:spPr>
            <a:xfrm>
              <a:off x="-77" y="4201246"/>
              <a:ext cx="1609391" cy="940370"/>
            </a:xfrm>
            <a:custGeom>
              <a:avLst/>
              <a:gdLst/>
              <a:ahLst/>
              <a:cxnLst/>
              <a:rect l="l" t="t" r="r" b="b"/>
              <a:pathLst>
                <a:path w="33428" h="19530" extrusionOk="0">
                  <a:moveTo>
                    <a:pt x="5225" y="0"/>
                  </a:moveTo>
                  <a:cubicBezTo>
                    <a:pt x="1904" y="5740"/>
                    <a:pt x="1" y="12412"/>
                    <a:pt x="1" y="19529"/>
                  </a:cubicBezTo>
                  <a:lnTo>
                    <a:pt x="32555" y="19529"/>
                  </a:lnTo>
                  <a:cubicBezTo>
                    <a:pt x="32555" y="18340"/>
                    <a:pt x="32873" y="17229"/>
                    <a:pt x="33428" y="16278"/>
                  </a:cubicBezTo>
                  <a:lnTo>
                    <a:pt x="5225" y="0"/>
                  </a:lnTo>
                  <a:close/>
                </a:path>
              </a:pathLst>
            </a:custGeom>
            <a:solidFill>
              <a:srgbClr val="C8ACFD">
                <a:alpha val="575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24"/>
            <p:cNvSpPr/>
            <p:nvPr/>
          </p:nvSpPr>
          <p:spPr>
            <a:xfrm>
              <a:off x="313483" y="3784091"/>
              <a:ext cx="1410360" cy="1357541"/>
            </a:xfrm>
            <a:custGeom>
              <a:avLst/>
              <a:gdLst/>
              <a:ahLst/>
              <a:cxnLst/>
              <a:rect l="l" t="t" r="r" b="b"/>
              <a:pathLst>
                <a:path w="29294" h="28194" extrusionOk="0">
                  <a:moveTo>
                    <a:pt x="16268" y="0"/>
                  </a:moveTo>
                  <a:cubicBezTo>
                    <a:pt x="6543" y="5631"/>
                    <a:pt x="0" y="16148"/>
                    <a:pt x="0" y="28193"/>
                  </a:cubicBezTo>
                  <a:lnTo>
                    <a:pt x="26042" y="28193"/>
                  </a:lnTo>
                  <a:cubicBezTo>
                    <a:pt x="26042" y="25784"/>
                    <a:pt x="27351" y="23682"/>
                    <a:pt x="29294" y="22552"/>
                  </a:cubicBezTo>
                  <a:lnTo>
                    <a:pt x="16268" y="0"/>
                  </a:lnTo>
                  <a:close/>
                </a:path>
              </a:pathLst>
            </a:custGeom>
            <a:solidFill>
              <a:srgbClr val="878FFF">
                <a:alpha val="580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24"/>
            <p:cNvSpPr/>
            <p:nvPr/>
          </p:nvSpPr>
          <p:spPr>
            <a:xfrm>
              <a:off x="626560" y="3887658"/>
              <a:ext cx="1253840" cy="1253970"/>
            </a:xfrm>
            <a:custGeom>
              <a:avLst/>
              <a:gdLst/>
              <a:ahLst/>
              <a:cxnLst/>
              <a:rect l="l" t="t" r="r" b="b"/>
              <a:pathLst>
                <a:path w="26043" h="26043" extrusionOk="0">
                  <a:moveTo>
                    <a:pt x="26042" y="0"/>
                  </a:moveTo>
                  <a:cubicBezTo>
                    <a:pt x="11658" y="0"/>
                    <a:pt x="0" y="11658"/>
                    <a:pt x="0" y="26042"/>
                  </a:cubicBezTo>
                  <a:lnTo>
                    <a:pt x="19539" y="26042"/>
                  </a:lnTo>
                  <a:cubicBezTo>
                    <a:pt x="19539" y="22443"/>
                    <a:pt x="22454" y="19529"/>
                    <a:pt x="26042" y="19529"/>
                  </a:cubicBezTo>
                  <a:lnTo>
                    <a:pt x="26042" y="0"/>
                  </a:lnTo>
                  <a:close/>
                </a:path>
              </a:pathLst>
            </a:custGeom>
            <a:solidFill>
              <a:srgbClr val="9154F8">
                <a:alpha val="46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24"/>
            <p:cNvSpPr/>
            <p:nvPr/>
          </p:nvSpPr>
          <p:spPr>
            <a:xfrm>
              <a:off x="940119" y="4201246"/>
              <a:ext cx="1410360" cy="940370"/>
            </a:xfrm>
            <a:custGeom>
              <a:avLst/>
              <a:gdLst/>
              <a:ahLst/>
              <a:cxnLst/>
              <a:rect l="l" t="t" r="r" b="b"/>
              <a:pathLst>
                <a:path w="29294" h="19530" extrusionOk="0">
                  <a:moveTo>
                    <a:pt x="19529" y="0"/>
                  </a:moveTo>
                  <a:cubicBezTo>
                    <a:pt x="8744" y="0"/>
                    <a:pt x="1" y="8744"/>
                    <a:pt x="1" y="19529"/>
                  </a:cubicBezTo>
                  <a:lnTo>
                    <a:pt x="13026" y="19529"/>
                  </a:lnTo>
                  <a:cubicBezTo>
                    <a:pt x="13026" y="15930"/>
                    <a:pt x="15941" y="13016"/>
                    <a:pt x="19529" y="13016"/>
                  </a:cubicBezTo>
                  <a:cubicBezTo>
                    <a:pt x="20719" y="13016"/>
                    <a:pt x="21829" y="13344"/>
                    <a:pt x="22790" y="13888"/>
                  </a:cubicBezTo>
                  <a:lnTo>
                    <a:pt x="29293" y="2618"/>
                  </a:lnTo>
                  <a:cubicBezTo>
                    <a:pt x="26429" y="952"/>
                    <a:pt x="23088" y="0"/>
                    <a:pt x="19529" y="0"/>
                  </a:cubicBezTo>
                  <a:close/>
                </a:path>
              </a:pathLst>
            </a:custGeom>
            <a:solidFill>
              <a:srgbClr val="35C2DF">
                <a:alpha val="49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24"/>
            <p:cNvSpPr/>
            <p:nvPr/>
          </p:nvSpPr>
          <p:spPr>
            <a:xfrm>
              <a:off x="1253678" y="4514786"/>
              <a:ext cx="1169827" cy="626817"/>
            </a:xfrm>
            <a:custGeom>
              <a:avLst/>
              <a:gdLst/>
              <a:ahLst/>
              <a:cxnLst/>
              <a:rect l="l" t="t" r="r" b="b"/>
              <a:pathLst>
                <a:path w="24298" h="13018" extrusionOk="0">
                  <a:moveTo>
                    <a:pt x="13016" y="1"/>
                  </a:moveTo>
                  <a:cubicBezTo>
                    <a:pt x="5829" y="1"/>
                    <a:pt x="0" y="5830"/>
                    <a:pt x="0" y="13017"/>
                  </a:cubicBezTo>
                  <a:lnTo>
                    <a:pt x="6513" y="13017"/>
                  </a:lnTo>
                  <a:cubicBezTo>
                    <a:pt x="6513" y="9418"/>
                    <a:pt x="9428" y="6504"/>
                    <a:pt x="13016" y="6504"/>
                  </a:cubicBezTo>
                  <a:cubicBezTo>
                    <a:pt x="15425" y="6504"/>
                    <a:pt x="17526" y="7823"/>
                    <a:pt x="18657" y="9766"/>
                  </a:cubicBezTo>
                  <a:lnTo>
                    <a:pt x="24297" y="6504"/>
                  </a:lnTo>
                  <a:cubicBezTo>
                    <a:pt x="22047" y="2618"/>
                    <a:pt x="17834" y="1"/>
                    <a:pt x="13016" y="1"/>
                  </a:cubicBezTo>
                  <a:close/>
                </a:path>
              </a:pathLst>
            </a:custGeom>
            <a:solidFill>
              <a:srgbClr val="CA7BEB">
                <a:alpha val="424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slide" type="blank">
  <p:cSld name="BLANK">
    <p:spTree>
      <p:nvGrpSpPr>
        <p:cNvPr id="1" name="Shape 472"/>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gradFill>
          <a:gsLst>
            <a:gs pos="0">
              <a:srgbClr val="13367C"/>
            </a:gs>
            <a:gs pos="100000">
              <a:schemeClr val="dk2"/>
            </a:gs>
          </a:gsLst>
          <a:lin ang="5400012" scaled="0"/>
        </a:gra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20000" y="540000"/>
            <a:ext cx="77040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Font typeface="Oswald"/>
              <a:buNone/>
              <a:defRPr sz="2800">
                <a:solidFill>
                  <a:schemeClr val="dk1"/>
                </a:solidFill>
                <a:latin typeface="Oswald"/>
                <a:ea typeface="Oswald"/>
                <a:cs typeface="Oswald"/>
                <a:sym typeface="Oswald"/>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720000" y="1152475"/>
            <a:ext cx="7704000" cy="34164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1pPr>
            <a:lvl2pPr marL="914400" lvl="1" indent="-317500">
              <a:lnSpc>
                <a:spcPct val="100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2pPr>
            <a:lvl3pPr marL="1371600" lvl="2" indent="-317500">
              <a:lnSpc>
                <a:spcPct val="100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3pPr>
            <a:lvl4pPr marL="1828800" lvl="3" indent="-317500">
              <a:lnSpc>
                <a:spcPct val="100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4pPr>
            <a:lvl5pPr marL="2286000" lvl="4" indent="-317500">
              <a:lnSpc>
                <a:spcPct val="100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5pPr>
            <a:lvl6pPr marL="2743200" lvl="5" indent="-317500">
              <a:lnSpc>
                <a:spcPct val="100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6pPr>
            <a:lvl7pPr marL="3200400" lvl="6" indent="-317500">
              <a:lnSpc>
                <a:spcPct val="100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7pPr>
            <a:lvl8pPr marL="3657600" lvl="7" indent="-317500">
              <a:lnSpc>
                <a:spcPct val="100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8pPr>
            <a:lvl9pPr marL="4114800" lvl="8" indent="-317500">
              <a:lnSpc>
                <a:spcPct val="100000"/>
              </a:lnSpc>
              <a:spcBef>
                <a:spcPts val="1600"/>
              </a:spcBef>
              <a:spcAft>
                <a:spcPts val="1600"/>
              </a:spcAft>
              <a:buClr>
                <a:schemeClr val="dk1"/>
              </a:buClr>
              <a:buSzPts val="1400"/>
              <a:buFont typeface="Roboto"/>
              <a:buChar char="■"/>
              <a:defRPr>
                <a:solidFill>
                  <a:schemeClr val="dk1"/>
                </a:solidFill>
                <a:latin typeface="Roboto"/>
                <a:ea typeface="Roboto"/>
                <a:cs typeface="Roboto"/>
                <a:sym typeface="Robot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8" r:id="rId2"/>
    <p:sldLayoutId id="2147483666" r:id="rId3"/>
    <p:sldLayoutId id="2147483669" r:id="rId4"/>
    <p:sldLayoutId id="2147483670"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1620">
          <p15:clr>
            <a:srgbClr val="EA4335"/>
          </p15:clr>
        </p15:guide>
        <p15:guide id="2" pos="2880">
          <p15:clr>
            <a:srgbClr val="EA4335"/>
          </p15:clr>
        </p15:guide>
        <p15:guide id="3" pos="454">
          <p15:clr>
            <a:srgbClr val="EA4335"/>
          </p15:clr>
        </p15:guide>
        <p15:guide id="4" pos="5306">
          <p15:clr>
            <a:srgbClr val="EA4335"/>
          </p15:clr>
        </p15:guide>
        <p15:guide id="5" orient="horz" pos="340">
          <p15:clr>
            <a:srgbClr val="EA4335"/>
          </p15:clr>
        </p15:guide>
        <p15:guide id="6" orient="horz" pos="2878">
          <p15:clr>
            <a:srgbClr val="EA4335"/>
          </p15:clr>
        </p15:guide>
        <p15:guide id="7" pos="1667">
          <p15:clr>
            <a:srgbClr val="EA4335"/>
          </p15:clr>
        </p15:guide>
        <p15:guide id="8" pos="4093">
          <p15:clr>
            <a:srgbClr val="EA4335"/>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rgbClr val="0E2A47"/>
        </a:solidFill>
        <a:effectLst/>
      </p:bgPr>
    </p:bg>
    <p:spTree>
      <p:nvGrpSpPr>
        <p:cNvPr id="1" name="Shape 469"/>
        <p:cNvGrpSpPr/>
        <p:nvPr/>
      </p:nvGrpSpPr>
      <p:grpSpPr>
        <a:xfrm>
          <a:off x="0" y="0"/>
          <a:ext cx="0" cy="0"/>
          <a:chOff x="0" y="0"/>
          <a:chExt cx="0" cy="0"/>
        </a:xfrm>
      </p:grpSpPr>
      <p:sp>
        <p:nvSpPr>
          <p:cNvPr id="470" name="Google Shape;470;p25"/>
          <p:cNvSpPr txBox="1">
            <a:spLocks noGrp="1"/>
          </p:cNvSpPr>
          <p:nvPr>
            <p:ph type="title"/>
          </p:nvPr>
        </p:nvSpPr>
        <p:spPr>
          <a:xfrm>
            <a:off x="1068100" y="933450"/>
            <a:ext cx="7047300" cy="4824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1pPr>
            <a:lvl2pPr lvl="1"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2pPr>
            <a:lvl3pPr lvl="2"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3pPr>
            <a:lvl4pPr lvl="3"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4pPr>
            <a:lvl5pPr lvl="4"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5pPr>
            <a:lvl6pPr lvl="5"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6pPr>
            <a:lvl7pPr lvl="6"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7pPr>
            <a:lvl8pPr lvl="7"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8pPr>
            <a:lvl9pPr lvl="8"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9pPr>
          </a:lstStyle>
          <a:p>
            <a:endParaRPr/>
          </a:p>
        </p:txBody>
      </p:sp>
      <p:sp>
        <p:nvSpPr>
          <p:cNvPr id="471" name="Google Shape;471;p25"/>
          <p:cNvSpPr txBox="1">
            <a:spLocks noGrp="1"/>
          </p:cNvSpPr>
          <p:nvPr>
            <p:ph type="body" idx="1"/>
          </p:nvPr>
        </p:nvSpPr>
        <p:spPr>
          <a:xfrm>
            <a:off x="1068100" y="1695450"/>
            <a:ext cx="7047300" cy="2502000"/>
          </a:xfrm>
          <a:prstGeom prst="rect">
            <a:avLst/>
          </a:prstGeom>
          <a:noFill/>
          <a:ln>
            <a:noFill/>
          </a:ln>
        </p:spPr>
        <p:txBody>
          <a:bodyPr spcFirstLastPara="1" wrap="square" lIns="91425" tIns="91425" rIns="91425" bIns="91425" anchor="t" anchorCtr="0">
            <a:noAutofit/>
          </a:bodyPr>
          <a:lstStyle>
            <a:lvl1pPr marL="457200" lvl="0"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marL="914400" lvl="1"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marL="1371600" lvl="2"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marL="1828800" lvl="3"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marL="2286000" lvl="4"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marL="2743200" lvl="5"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marL="3200400" lvl="6"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marL="3657600" lvl="7"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marL="4114800" lvl="8"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a:endParaRPr/>
          </a:p>
        </p:txBody>
      </p:sp>
    </p:spTree>
  </p:cSld>
  <p:clrMap bg1="lt1" tx1="dk1" bg2="dk2" tx2="lt2" accent1="accent1" accent2="accent2" accent3="accent3" accent4="accent4" accent5="accent5" accent6="accent6" hlink="hlink" folHlink="folHlink"/>
  <p:sldLayoutIdLst>
    <p:sldLayoutId id="214748367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31.xml"/><Relationship Id="rId1" Type="http://schemas.openxmlformats.org/officeDocument/2006/relationships/slideLayout" Target="../slideLayouts/slideLayout3.xml"/><Relationship Id="rId4" Type="http://schemas.openxmlformats.org/officeDocument/2006/relationships/image" Target="../media/image13.jp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rgbClr val="13367C"/>
            </a:gs>
            <a:gs pos="100000">
              <a:schemeClr val="dk2"/>
            </a:gs>
          </a:gsLst>
          <a:lin ang="5400012" scaled="0"/>
        </a:gradFill>
        <a:effectLst/>
      </p:bgPr>
    </p:bg>
    <p:spTree>
      <p:nvGrpSpPr>
        <p:cNvPr id="1" name="Shape 476"/>
        <p:cNvGrpSpPr/>
        <p:nvPr/>
      </p:nvGrpSpPr>
      <p:grpSpPr>
        <a:xfrm>
          <a:off x="0" y="0"/>
          <a:ext cx="0" cy="0"/>
          <a:chOff x="0" y="0"/>
          <a:chExt cx="0" cy="0"/>
        </a:xfrm>
      </p:grpSpPr>
      <p:pic>
        <p:nvPicPr>
          <p:cNvPr id="151" name="Image 150">
            <a:extLst>
              <a:ext uri="{FF2B5EF4-FFF2-40B4-BE49-F238E27FC236}">
                <a16:creationId xmlns:a16="http://schemas.microsoft.com/office/drawing/2014/main" id="{B4C5097A-7D6D-433E-81C3-7EA9BCE8EA2B}"/>
              </a:ext>
            </a:extLst>
          </p:cNvPr>
          <p:cNvPicPr>
            <a:picLocks noChangeAspect="1"/>
          </p:cNvPicPr>
          <p:nvPr/>
        </p:nvPicPr>
        <p:blipFill>
          <a:blip r:embed="rId3"/>
          <a:stretch>
            <a:fillRect/>
          </a:stretch>
        </p:blipFill>
        <p:spPr>
          <a:xfrm>
            <a:off x="0" y="0"/>
            <a:ext cx="9144000" cy="5143500"/>
          </a:xfrm>
          <a:prstGeom prst="rect">
            <a:avLst/>
          </a:prstGeom>
        </p:spPr>
      </p:pic>
      <p:sp>
        <p:nvSpPr>
          <p:cNvPr id="478" name="Google Shape;478;p27"/>
          <p:cNvSpPr txBox="1">
            <a:spLocks noGrp="1"/>
          </p:cNvSpPr>
          <p:nvPr>
            <p:ph type="subTitle" idx="1"/>
          </p:nvPr>
        </p:nvSpPr>
        <p:spPr>
          <a:xfrm>
            <a:off x="0" y="3373343"/>
            <a:ext cx="2867134" cy="836008"/>
          </a:xfrm>
          <a:prstGeom prst="rect">
            <a:avLst/>
          </a:prstGeom>
        </p:spPr>
        <p:txBody>
          <a:bodyPr spcFirstLastPara="1" wrap="square" lIns="91425" tIns="91425" rIns="91425" bIns="91425" anchor="t" anchorCtr="0">
            <a:noAutofit/>
          </a:bodyPr>
          <a:lstStyle/>
          <a:p>
            <a:r>
              <a:rPr lang="fr-FR" u="sng" dirty="0">
                <a:latin typeface="Times New Roman" panose="02020603050405020304" pitchFamily="18" charset="0"/>
                <a:cs typeface="Times New Roman" panose="02020603050405020304" pitchFamily="18" charset="0"/>
              </a:rPr>
              <a:t>Responsable pédagogique</a:t>
            </a:r>
            <a:r>
              <a:rPr lang="fr-FR" dirty="0">
                <a:latin typeface="Times New Roman" panose="02020603050405020304" pitchFamily="18" charset="0"/>
                <a:cs typeface="Times New Roman" panose="02020603050405020304" pitchFamily="18" charset="0"/>
              </a:rPr>
              <a:t> : </a:t>
            </a:r>
          </a:p>
          <a:p>
            <a:r>
              <a:rPr lang="fr-FR" dirty="0">
                <a:latin typeface="Times New Roman" panose="02020603050405020304" pitchFamily="18" charset="0"/>
                <a:cs typeface="Times New Roman" panose="02020603050405020304" pitchFamily="18" charset="0"/>
              </a:rPr>
              <a:t>         Dr A.SIDIBÉ</a:t>
            </a:r>
          </a:p>
        </p:txBody>
      </p:sp>
      <p:sp>
        <p:nvSpPr>
          <p:cNvPr id="479" name="Google Shape;479;p27"/>
          <p:cNvSpPr/>
          <p:nvPr/>
        </p:nvSpPr>
        <p:spPr>
          <a:xfrm>
            <a:off x="6110870" y="3598596"/>
            <a:ext cx="3015038" cy="1120643"/>
          </a:xfrm>
          <a:custGeom>
            <a:avLst/>
            <a:gdLst/>
            <a:ahLst/>
            <a:cxnLst/>
            <a:rect l="l" t="t" r="r" b="b"/>
            <a:pathLst>
              <a:path w="98572" h="61746" extrusionOk="0">
                <a:moveTo>
                  <a:pt x="5705" y="1"/>
                </a:moveTo>
                <a:cubicBezTo>
                  <a:pt x="2569" y="1"/>
                  <a:pt x="1" y="2536"/>
                  <a:pt x="1" y="5672"/>
                </a:cubicBezTo>
                <a:lnTo>
                  <a:pt x="1" y="56074"/>
                </a:lnTo>
                <a:cubicBezTo>
                  <a:pt x="1" y="59210"/>
                  <a:pt x="2569" y="61745"/>
                  <a:pt x="5705" y="61745"/>
                </a:cubicBezTo>
                <a:lnTo>
                  <a:pt x="92867" y="61745"/>
                </a:lnTo>
                <a:cubicBezTo>
                  <a:pt x="96003" y="61745"/>
                  <a:pt x="98571" y="59210"/>
                  <a:pt x="98571" y="56074"/>
                </a:cubicBezTo>
                <a:lnTo>
                  <a:pt x="98571" y="5672"/>
                </a:lnTo>
                <a:cubicBezTo>
                  <a:pt x="98571" y="2536"/>
                  <a:pt x="96003" y="1"/>
                  <a:pt x="92867" y="1"/>
                </a:cubicBezTo>
                <a:close/>
              </a:path>
            </a:pathLst>
          </a:custGeom>
          <a:solidFill>
            <a:srgbClr val="D0DDFF"/>
          </a:solidFill>
          <a:ln>
            <a:noFill/>
          </a:ln>
        </p:spPr>
        <p:txBody>
          <a:bodyPr spcFirstLastPara="1" wrap="square" lIns="91425" tIns="91425" rIns="91425" bIns="91425" anchor="ctr" anchorCtr="0">
            <a:noAutofit/>
          </a:bodyPr>
          <a:lstStyle/>
          <a:p>
            <a:pPr algn="ctr"/>
            <a:br>
              <a:rPr lang="fr-FR" dirty="0"/>
            </a:br>
            <a:r>
              <a:rPr lang="fr-FR" u="sng" dirty="0">
                <a:latin typeface="Times New Roman" panose="02020603050405020304" pitchFamily="18" charset="0"/>
                <a:cs typeface="Times New Roman" panose="02020603050405020304" pitchFamily="18" charset="0"/>
              </a:rPr>
              <a:t>Présenté par </a:t>
            </a:r>
            <a:r>
              <a:rPr lang="fr-FR" sz="1200" dirty="0">
                <a:latin typeface="Times New Roman" panose="02020603050405020304" pitchFamily="18" charset="0"/>
                <a:cs typeface="Times New Roman" panose="02020603050405020304" pitchFamily="18" charset="0"/>
              </a:rPr>
              <a:t>:</a:t>
            </a:r>
            <a:r>
              <a:rPr lang="fr-FR" dirty="0"/>
              <a:t>  </a:t>
            </a:r>
            <a:endParaRPr lang="fr-ML" dirty="0"/>
          </a:p>
          <a:p>
            <a:pPr algn="ctr"/>
            <a:r>
              <a:rPr lang="fr-ML" dirty="0"/>
              <a:t>Souleymane     COULIBALY</a:t>
            </a:r>
          </a:p>
          <a:p>
            <a:pPr algn="ctr"/>
            <a:r>
              <a:rPr lang="fr-ML" dirty="0">
                <a:latin typeface="Times New Roman" panose="02020603050405020304" pitchFamily="18" charset="0"/>
                <a:cs typeface="Times New Roman" panose="02020603050405020304" pitchFamily="18" charset="0"/>
              </a:rPr>
              <a:t>Etudiant en master 2 MSI à </a:t>
            </a:r>
          </a:p>
          <a:p>
            <a:pPr algn="ctr"/>
            <a:r>
              <a:rPr lang="fr-ML" dirty="0">
                <a:latin typeface="Times New Roman" panose="02020603050405020304" pitchFamily="18" charset="0"/>
                <a:cs typeface="Times New Roman" panose="02020603050405020304" pitchFamily="18" charset="0"/>
              </a:rPr>
              <a:t>l’ENI-ABT</a:t>
            </a:r>
          </a:p>
          <a:p>
            <a:pPr algn="ctr"/>
            <a:r>
              <a:rPr lang="fr-ML" dirty="0"/>
              <a:t>                                                                              </a:t>
            </a:r>
          </a:p>
          <a:p>
            <a:pPr marL="0" lvl="0" indent="0" algn="ctr" rtl="0">
              <a:spcBef>
                <a:spcPts val="0"/>
              </a:spcBef>
              <a:spcAft>
                <a:spcPts val="0"/>
              </a:spcAft>
              <a:buNone/>
            </a:pPr>
            <a:endParaRPr dirty="0"/>
          </a:p>
        </p:txBody>
      </p:sp>
      <p:sp>
        <p:nvSpPr>
          <p:cNvPr id="481" name="Google Shape;481;p27"/>
          <p:cNvSpPr/>
          <p:nvPr/>
        </p:nvSpPr>
        <p:spPr>
          <a:xfrm>
            <a:off x="6804345" y="3515875"/>
            <a:ext cx="125987" cy="13162"/>
          </a:xfrm>
          <a:custGeom>
            <a:avLst/>
            <a:gdLst/>
            <a:ahLst/>
            <a:cxnLst/>
            <a:rect l="l" t="t" r="r" b="b"/>
            <a:pathLst>
              <a:path w="4805" h="502" extrusionOk="0">
                <a:moveTo>
                  <a:pt x="401" y="1"/>
                </a:moveTo>
                <a:cubicBezTo>
                  <a:pt x="168" y="1"/>
                  <a:pt x="1" y="168"/>
                  <a:pt x="1" y="401"/>
                </a:cubicBezTo>
                <a:lnTo>
                  <a:pt x="1" y="501"/>
                </a:lnTo>
                <a:cubicBezTo>
                  <a:pt x="1" y="268"/>
                  <a:pt x="168" y="67"/>
                  <a:pt x="401" y="67"/>
                </a:cubicBezTo>
                <a:lnTo>
                  <a:pt x="4404" y="67"/>
                </a:lnTo>
                <a:cubicBezTo>
                  <a:pt x="4637" y="67"/>
                  <a:pt x="4804" y="268"/>
                  <a:pt x="4804" y="501"/>
                </a:cubicBezTo>
                <a:lnTo>
                  <a:pt x="4804" y="401"/>
                </a:lnTo>
                <a:cubicBezTo>
                  <a:pt x="4804" y="168"/>
                  <a:pt x="4637" y="1"/>
                  <a:pt x="4404"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27"/>
          <p:cNvSpPr/>
          <p:nvPr/>
        </p:nvSpPr>
        <p:spPr>
          <a:xfrm>
            <a:off x="6804345" y="3204513"/>
            <a:ext cx="125987" cy="13136"/>
          </a:xfrm>
          <a:custGeom>
            <a:avLst/>
            <a:gdLst/>
            <a:ahLst/>
            <a:cxnLst/>
            <a:rect l="l" t="t" r="r" b="b"/>
            <a:pathLst>
              <a:path w="4805" h="501" extrusionOk="0">
                <a:moveTo>
                  <a:pt x="401" y="1"/>
                </a:moveTo>
                <a:cubicBezTo>
                  <a:pt x="168" y="1"/>
                  <a:pt x="1" y="201"/>
                  <a:pt x="1" y="401"/>
                </a:cubicBezTo>
                <a:lnTo>
                  <a:pt x="1" y="501"/>
                </a:lnTo>
                <a:cubicBezTo>
                  <a:pt x="1" y="267"/>
                  <a:pt x="168" y="67"/>
                  <a:pt x="401" y="67"/>
                </a:cubicBezTo>
                <a:lnTo>
                  <a:pt x="4404" y="67"/>
                </a:lnTo>
                <a:cubicBezTo>
                  <a:pt x="4637" y="67"/>
                  <a:pt x="4804" y="267"/>
                  <a:pt x="4804" y="501"/>
                </a:cubicBezTo>
                <a:lnTo>
                  <a:pt x="4804" y="401"/>
                </a:lnTo>
                <a:cubicBezTo>
                  <a:pt x="4804" y="201"/>
                  <a:pt x="4637" y="1"/>
                  <a:pt x="4404"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27"/>
          <p:cNvSpPr/>
          <p:nvPr/>
        </p:nvSpPr>
        <p:spPr>
          <a:xfrm>
            <a:off x="6804345" y="3061064"/>
            <a:ext cx="125987" cy="13162"/>
          </a:xfrm>
          <a:custGeom>
            <a:avLst/>
            <a:gdLst/>
            <a:ahLst/>
            <a:cxnLst/>
            <a:rect l="l" t="t" r="r" b="b"/>
            <a:pathLst>
              <a:path w="4805" h="502" extrusionOk="0">
                <a:moveTo>
                  <a:pt x="401" y="1"/>
                </a:moveTo>
                <a:cubicBezTo>
                  <a:pt x="168" y="1"/>
                  <a:pt x="1" y="201"/>
                  <a:pt x="1" y="435"/>
                </a:cubicBezTo>
                <a:lnTo>
                  <a:pt x="1" y="501"/>
                </a:lnTo>
                <a:cubicBezTo>
                  <a:pt x="1" y="268"/>
                  <a:pt x="168" y="101"/>
                  <a:pt x="401" y="101"/>
                </a:cubicBezTo>
                <a:lnTo>
                  <a:pt x="4404" y="101"/>
                </a:lnTo>
                <a:cubicBezTo>
                  <a:pt x="4637" y="101"/>
                  <a:pt x="4804" y="268"/>
                  <a:pt x="4804" y="501"/>
                </a:cubicBezTo>
                <a:lnTo>
                  <a:pt x="4804" y="435"/>
                </a:lnTo>
                <a:cubicBezTo>
                  <a:pt x="4804" y="201"/>
                  <a:pt x="4637" y="1"/>
                  <a:pt x="4404"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27"/>
          <p:cNvSpPr/>
          <p:nvPr/>
        </p:nvSpPr>
        <p:spPr>
          <a:xfrm>
            <a:off x="6804345" y="3360207"/>
            <a:ext cx="125987" cy="12271"/>
          </a:xfrm>
          <a:custGeom>
            <a:avLst/>
            <a:gdLst/>
            <a:ahLst/>
            <a:cxnLst/>
            <a:rect l="l" t="t" r="r" b="b"/>
            <a:pathLst>
              <a:path w="4805" h="468" extrusionOk="0">
                <a:moveTo>
                  <a:pt x="401" y="0"/>
                </a:moveTo>
                <a:cubicBezTo>
                  <a:pt x="168" y="0"/>
                  <a:pt x="1" y="167"/>
                  <a:pt x="1" y="400"/>
                </a:cubicBezTo>
                <a:lnTo>
                  <a:pt x="1" y="467"/>
                </a:lnTo>
                <a:cubicBezTo>
                  <a:pt x="1" y="267"/>
                  <a:pt x="168" y="67"/>
                  <a:pt x="401" y="67"/>
                </a:cubicBezTo>
                <a:lnTo>
                  <a:pt x="4404" y="67"/>
                </a:lnTo>
                <a:cubicBezTo>
                  <a:pt x="4637" y="67"/>
                  <a:pt x="4804" y="267"/>
                  <a:pt x="4804" y="467"/>
                </a:cubicBezTo>
                <a:lnTo>
                  <a:pt x="4804" y="400"/>
                </a:lnTo>
                <a:cubicBezTo>
                  <a:pt x="4804" y="167"/>
                  <a:pt x="4637" y="0"/>
                  <a:pt x="4404" y="0"/>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27"/>
          <p:cNvSpPr/>
          <p:nvPr/>
        </p:nvSpPr>
        <p:spPr>
          <a:xfrm>
            <a:off x="6288337" y="3360207"/>
            <a:ext cx="126826" cy="13136"/>
          </a:xfrm>
          <a:custGeom>
            <a:avLst/>
            <a:gdLst/>
            <a:ahLst/>
            <a:cxnLst/>
            <a:rect l="l" t="t" r="r" b="b"/>
            <a:pathLst>
              <a:path w="4837" h="501" extrusionOk="0">
                <a:moveTo>
                  <a:pt x="400" y="0"/>
                </a:moveTo>
                <a:cubicBezTo>
                  <a:pt x="167" y="0"/>
                  <a:pt x="0" y="167"/>
                  <a:pt x="0" y="400"/>
                </a:cubicBezTo>
                <a:lnTo>
                  <a:pt x="0" y="500"/>
                </a:lnTo>
                <a:cubicBezTo>
                  <a:pt x="0" y="267"/>
                  <a:pt x="167" y="67"/>
                  <a:pt x="400" y="67"/>
                </a:cubicBezTo>
                <a:lnTo>
                  <a:pt x="4403" y="67"/>
                </a:lnTo>
                <a:cubicBezTo>
                  <a:pt x="4637" y="67"/>
                  <a:pt x="4837" y="267"/>
                  <a:pt x="4837" y="500"/>
                </a:cubicBezTo>
                <a:lnTo>
                  <a:pt x="4837" y="400"/>
                </a:lnTo>
                <a:cubicBezTo>
                  <a:pt x="4837" y="167"/>
                  <a:pt x="4637" y="0"/>
                  <a:pt x="4403" y="0"/>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27"/>
          <p:cNvSpPr/>
          <p:nvPr/>
        </p:nvSpPr>
        <p:spPr>
          <a:xfrm>
            <a:off x="6804345" y="2967485"/>
            <a:ext cx="125987" cy="13162"/>
          </a:xfrm>
          <a:custGeom>
            <a:avLst/>
            <a:gdLst/>
            <a:ahLst/>
            <a:cxnLst/>
            <a:rect l="l" t="t" r="r" b="b"/>
            <a:pathLst>
              <a:path w="4805" h="502" extrusionOk="0">
                <a:moveTo>
                  <a:pt x="401" y="1"/>
                </a:moveTo>
                <a:cubicBezTo>
                  <a:pt x="168" y="1"/>
                  <a:pt x="1" y="201"/>
                  <a:pt x="1" y="434"/>
                </a:cubicBezTo>
                <a:lnTo>
                  <a:pt x="1" y="501"/>
                </a:lnTo>
                <a:cubicBezTo>
                  <a:pt x="1" y="268"/>
                  <a:pt x="168" y="101"/>
                  <a:pt x="401" y="101"/>
                </a:cubicBezTo>
                <a:lnTo>
                  <a:pt x="4404" y="101"/>
                </a:lnTo>
                <a:cubicBezTo>
                  <a:pt x="4637" y="101"/>
                  <a:pt x="4804" y="268"/>
                  <a:pt x="4804" y="501"/>
                </a:cubicBezTo>
                <a:lnTo>
                  <a:pt x="4804" y="434"/>
                </a:lnTo>
                <a:cubicBezTo>
                  <a:pt x="4804" y="201"/>
                  <a:pt x="4637" y="1"/>
                  <a:pt x="4404"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27"/>
          <p:cNvSpPr/>
          <p:nvPr/>
        </p:nvSpPr>
        <p:spPr>
          <a:xfrm>
            <a:off x="6288337" y="3061064"/>
            <a:ext cx="126826" cy="13162"/>
          </a:xfrm>
          <a:custGeom>
            <a:avLst/>
            <a:gdLst/>
            <a:ahLst/>
            <a:cxnLst/>
            <a:rect l="l" t="t" r="r" b="b"/>
            <a:pathLst>
              <a:path w="4837" h="502" extrusionOk="0">
                <a:moveTo>
                  <a:pt x="400" y="1"/>
                </a:moveTo>
                <a:cubicBezTo>
                  <a:pt x="167" y="1"/>
                  <a:pt x="0" y="201"/>
                  <a:pt x="0" y="435"/>
                </a:cubicBezTo>
                <a:lnTo>
                  <a:pt x="0" y="501"/>
                </a:lnTo>
                <a:cubicBezTo>
                  <a:pt x="0" y="268"/>
                  <a:pt x="167" y="101"/>
                  <a:pt x="400" y="101"/>
                </a:cubicBezTo>
                <a:lnTo>
                  <a:pt x="4403" y="101"/>
                </a:lnTo>
                <a:cubicBezTo>
                  <a:pt x="4637" y="101"/>
                  <a:pt x="4837" y="268"/>
                  <a:pt x="4837" y="501"/>
                </a:cubicBezTo>
                <a:lnTo>
                  <a:pt x="4837" y="435"/>
                </a:lnTo>
                <a:cubicBezTo>
                  <a:pt x="4837" y="201"/>
                  <a:pt x="4637" y="1"/>
                  <a:pt x="4403"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27"/>
          <p:cNvSpPr/>
          <p:nvPr/>
        </p:nvSpPr>
        <p:spPr>
          <a:xfrm>
            <a:off x="6116020" y="3204513"/>
            <a:ext cx="299144" cy="13136"/>
          </a:xfrm>
          <a:custGeom>
            <a:avLst/>
            <a:gdLst/>
            <a:ahLst/>
            <a:cxnLst/>
            <a:rect l="l" t="t" r="r" b="b"/>
            <a:pathLst>
              <a:path w="11409" h="501" extrusionOk="0">
                <a:moveTo>
                  <a:pt x="434" y="1"/>
                </a:moveTo>
                <a:cubicBezTo>
                  <a:pt x="201" y="1"/>
                  <a:pt x="1" y="167"/>
                  <a:pt x="1" y="401"/>
                </a:cubicBezTo>
                <a:lnTo>
                  <a:pt x="1" y="501"/>
                </a:lnTo>
                <a:cubicBezTo>
                  <a:pt x="1" y="267"/>
                  <a:pt x="201" y="67"/>
                  <a:pt x="434" y="67"/>
                </a:cubicBezTo>
                <a:lnTo>
                  <a:pt x="10975" y="67"/>
                </a:lnTo>
                <a:cubicBezTo>
                  <a:pt x="11209" y="67"/>
                  <a:pt x="11409" y="267"/>
                  <a:pt x="11409" y="501"/>
                </a:cubicBezTo>
                <a:lnTo>
                  <a:pt x="11409" y="401"/>
                </a:lnTo>
                <a:cubicBezTo>
                  <a:pt x="11409" y="167"/>
                  <a:pt x="11209" y="1"/>
                  <a:pt x="10975"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27"/>
          <p:cNvSpPr/>
          <p:nvPr/>
        </p:nvSpPr>
        <p:spPr>
          <a:xfrm>
            <a:off x="6288337" y="3671568"/>
            <a:ext cx="126826" cy="13136"/>
          </a:xfrm>
          <a:custGeom>
            <a:avLst/>
            <a:gdLst/>
            <a:ahLst/>
            <a:cxnLst/>
            <a:rect l="l" t="t" r="r" b="b"/>
            <a:pathLst>
              <a:path w="4837" h="501" extrusionOk="0">
                <a:moveTo>
                  <a:pt x="400" y="0"/>
                </a:moveTo>
                <a:cubicBezTo>
                  <a:pt x="167" y="0"/>
                  <a:pt x="0" y="167"/>
                  <a:pt x="0" y="401"/>
                </a:cubicBezTo>
                <a:lnTo>
                  <a:pt x="0" y="501"/>
                </a:lnTo>
                <a:cubicBezTo>
                  <a:pt x="0" y="267"/>
                  <a:pt x="167" y="67"/>
                  <a:pt x="400" y="67"/>
                </a:cubicBezTo>
                <a:lnTo>
                  <a:pt x="4403" y="67"/>
                </a:lnTo>
                <a:cubicBezTo>
                  <a:pt x="4637" y="67"/>
                  <a:pt x="4837" y="267"/>
                  <a:pt x="4837" y="501"/>
                </a:cubicBezTo>
                <a:lnTo>
                  <a:pt x="4837" y="401"/>
                </a:lnTo>
                <a:cubicBezTo>
                  <a:pt x="4837" y="167"/>
                  <a:pt x="4637" y="0"/>
                  <a:pt x="4403" y="0"/>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27"/>
          <p:cNvSpPr/>
          <p:nvPr/>
        </p:nvSpPr>
        <p:spPr>
          <a:xfrm>
            <a:off x="6288337" y="3515875"/>
            <a:ext cx="126826" cy="13162"/>
          </a:xfrm>
          <a:custGeom>
            <a:avLst/>
            <a:gdLst/>
            <a:ahLst/>
            <a:cxnLst/>
            <a:rect l="l" t="t" r="r" b="b"/>
            <a:pathLst>
              <a:path w="4837" h="502" extrusionOk="0">
                <a:moveTo>
                  <a:pt x="400" y="1"/>
                </a:moveTo>
                <a:cubicBezTo>
                  <a:pt x="167" y="1"/>
                  <a:pt x="0" y="168"/>
                  <a:pt x="0" y="401"/>
                </a:cubicBezTo>
                <a:lnTo>
                  <a:pt x="0" y="501"/>
                </a:lnTo>
                <a:cubicBezTo>
                  <a:pt x="0" y="268"/>
                  <a:pt x="167" y="67"/>
                  <a:pt x="400" y="67"/>
                </a:cubicBezTo>
                <a:lnTo>
                  <a:pt x="4403" y="67"/>
                </a:lnTo>
                <a:cubicBezTo>
                  <a:pt x="4637" y="67"/>
                  <a:pt x="4837" y="268"/>
                  <a:pt x="4837" y="501"/>
                </a:cubicBezTo>
                <a:lnTo>
                  <a:pt x="4837" y="401"/>
                </a:lnTo>
                <a:cubicBezTo>
                  <a:pt x="4837" y="168"/>
                  <a:pt x="4637" y="1"/>
                  <a:pt x="4403"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27"/>
          <p:cNvSpPr/>
          <p:nvPr/>
        </p:nvSpPr>
        <p:spPr>
          <a:xfrm>
            <a:off x="6288337" y="2967485"/>
            <a:ext cx="126826" cy="13162"/>
          </a:xfrm>
          <a:custGeom>
            <a:avLst/>
            <a:gdLst/>
            <a:ahLst/>
            <a:cxnLst/>
            <a:rect l="l" t="t" r="r" b="b"/>
            <a:pathLst>
              <a:path w="4837" h="502" extrusionOk="0">
                <a:moveTo>
                  <a:pt x="400" y="1"/>
                </a:moveTo>
                <a:cubicBezTo>
                  <a:pt x="167" y="1"/>
                  <a:pt x="0" y="201"/>
                  <a:pt x="0" y="434"/>
                </a:cubicBezTo>
                <a:lnTo>
                  <a:pt x="0" y="501"/>
                </a:lnTo>
                <a:cubicBezTo>
                  <a:pt x="0" y="268"/>
                  <a:pt x="167" y="101"/>
                  <a:pt x="400" y="101"/>
                </a:cubicBezTo>
                <a:lnTo>
                  <a:pt x="4403" y="101"/>
                </a:lnTo>
                <a:cubicBezTo>
                  <a:pt x="4637" y="101"/>
                  <a:pt x="4837" y="268"/>
                  <a:pt x="4837" y="501"/>
                </a:cubicBezTo>
                <a:lnTo>
                  <a:pt x="4837" y="434"/>
                </a:lnTo>
                <a:cubicBezTo>
                  <a:pt x="4837" y="201"/>
                  <a:pt x="4637" y="1"/>
                  <a:pt x="4403"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27"/>
          <p:cNvSpPr/>
          <p:nvPr/>
        </p:nvSpPr>
        <p:spPr>
          <a:xfrm>
            <a:off x="7147196" y="2967485"/>
            <a:ext cx="126852" cy="13162"/>
          </a:xfrm>
          <a:custGeom>
            <a:avLst/>
            <a:gdLst/>
            <a:ahLst/>
            <a:cxnLst/>
            <a:rect l="l" t="t" r="r" b="b"/>
            <a:pathLst>
              <a:path w="4838" h="502" extrusionOk="0">
                <a:moveTo>
                  <a:pt x="434" y="1"/>
                </a:moveTo>
                <a:cubicBezTo>
                  <a:pt x="201" y="1"/>
                  <a:pt x="1" y="201"/>
                  <a:pt x="1" y="434"/>
                </a:cubicBezTo>
                <a:lnTo>
                  <a:pt x="1" y="501"/>
                </a:lnTo>
                <a:cubicBezTo>
                  <a:pt x="34" y="268"/>
                  <a:pt x="201" y="101"/>
                  <a:pt x="434" y="101"/>
                </a:cubicBezTo>
                <a:lnTo>
                  <a:pt x="4437" y="101"/>
                </a:lnTo>
                <a:cubicBezTo>
                  <a:pt x="4671" y="101"/>
                  <a:pt x="4838" y="268"/>
                  <a:pt x="4838" y="501"/>
                </a:cubicBezTo>
                <a:lnTo>
                  <a:pt x="4838" y="434"/>
                </a:lnTo>
                <a:cubicBezTo>
                  <a:pt x="4838" y="201"/>
                  <a:pt x="4671" y="1"/>
                  <a:pt x="4437"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27"/>
          <p:cNvSpPr/>
          <p:nvPr/>
        </p:nvSpPr>
        <p:spPr>
          <a:xfrm>
            <a:off x="7147196" y="3061064"/>
            <a:ext cx="126852" cy="13162"/>
          </a:xfrm>
          <a:custGeom>
            <a:avLst/>
            <a:gdLst/>
            <a:ahLst/>
            <a:cxnLst/>
            <a:rect l="l" t="t" r="r" b="b"/>
            <a:pathLst>
              <a:path w="4838" h="502" extrusionOk="0">
                <a:moveTo>
                  <a:pt x="434" y="1"/>
                </a:moveTo>
                <a:cubicBezTo>
                  <a:pt x="201" y="1"/>
                  <a:pt x="1" y="201"/>
                  <a:pt x="1" y="435"/>
                </a:cubicBezTo>
                <a:lnTo>
                  <a:pt x="1" y="501"/>
                </a:lnTo>
                <a:cubicBezTo>
                  <a:pt x="34" y="268"/>
                  <a:pt x="201" y="101"/>
                  <a:pt x="434" y="101"/>
                </a:cubicBezTo>
                <a:lnTo>
                  <a:pt x="4437" y="101"/>
                </a:lnTo>
                <a:cubicBezTo>
                  <a:pt x="4671" y="101"/>
                  <a:pt x="4838" y="268"/>
                  <a:pt x="4838" y="501"/>
                </a:cubicBezTo>
                <a:lnTo>
                  <a:pt x="4838" y="435"/>
                </a:lnTo>
                <a:cubicBezTo>
                  <a:pt x="4838" y="201"/>
                  <a:pt x="4671" y="1"/>
                  <a:pt x="4437"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27"/>
          <p:cNvSpPr/>
          <p:nvPr/>
        </p:nvSpPr>
        <p:spPr>
          <a:xfrm>
            <a:off x="7147196" y="3204513"/>
            <a:ext cx="126852" cy="13136"/>
          </a:xfrm>
          <a:custGeom>
            <a:avLst/>
            <a:gdLst/>
            <a:ahLst/>
            <a:cxnLst/>
            <a:rect l="l" t="t" r="r" b="b"/>
            <a:pathLst>
              <a:path w="4838" h="501" extrusionOk="0">
                <a:moveTo>
                  <a:pt x="434" y="1"/>
                </a:moveTo>
                <a:cubicBezTo>
                  <a:pt x="201" y="1"/>
                  <a:pt x="1" y="201"/>
                  <a:pt x="1" y="401"/>
                </a:cubicBezTo>
                <a:lnTo>
                  <a:pt x="1" y="501"/>
                </a:lnTo>
                <a:cubicBezTo>
                  <a:pt x="34" y="267"/>
                  <a:pt x="201" y="67"/>
                  <a:pt x="434" y="67"/>
                </a:cubicBezTo>
                <a:lnTo>
                  <a:pt x="4437" y="67"/>
                </a:lnTo>
                <a:cubicBezTo>
                  <a:pt x="4671" y="67"/>
                  <a:pt x="4838" y="267"/>
                  <a:pt x="4838" y="501"/>
                </a:cubicBezTo>
                <a:lnTo>
                  <a:pt x="4838" y="401"/>
                </a:lnTo>
                <a:cubicBezTo>
                  <a:pt x="4838" y="201"/>
                  <a:pt x="4671" y="1"/>
                  <a:pt x="4437"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27"/>
          <p:cNvSpPr/>
          <p:nvPr/>
        </p:nvSpPr>
        <p:spPr>
          <a:xfrm>
            <a:off x="6975771" y="3061064"/>
            <a:ext cx="126852" cy="13162"/>
          </a:xfrm>
          <a:custGeom>
            <a:avLst/>
            <a:gdLst/>
            <a:ahLst/>
            <a:cxnLst/>
            <a:rect l="l" t="t" r="r" b="b"/>
            <a:pathLst>
              <a:path w="4838" h="502" extrusionOk="0">
                <a:moveTo>
                  <a:pt x="434" y="1"/>
                </a:moveTo>
                <a:cubicBezTo>
                  <a:pt x="201" y="1"/>
                  <a:pt x="1" y="201"/>
                  <a:pt x="1" y="435"/>
                </a:cubicBezTo>
                <a:lnTo>
                  <a:pt x="1" y="501"/>
                </a:lnTo>
                <a:cubicBezTo>
                  <a:pt x="1" y="268"/>
                  <a:pt x="201" y="101"/>
                  <a:pt x="434" y="101"/>
                </a:cubicBezTo>
                <a:lnTo>
                  <a:pt x="4404" y="101"/>
                </a:lnTo>
                <a:cubicBezTo>
                  <a:pt x="4637" y="101"/>
                  <a:pt x="4838" y="268"/>
                  <a:pt x="4838" y="501"/>
                </a:cubicBezTo>
                <a:lnTo>
                  <a:pt x="4838" y="435"/>
                </a:lnTo>
                <a:cubicBezTo>
                  <a:pt x="4838" y="201"/>
                  <a:pt x="4637" y="1"/>
                  <a:pt x="4404"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27"/>
          <p:cNvSpPr/>
          <p:nvPr/>
        </p:nvSpPr>
        <p:spPr>
          <a:xfrm>
            <a:off x="6975771" y="3204513"/>
            <a:ext cx="126852" cy="13136"/>
          </a:xfrm>
          <a:custGeom>
            <a:avLst/>
            <a:gdLst/>
            <a:ahLst/>
            <a:cxnLst/>
            <a:rect l="l" t="t" r="r" b="b"/>
            <a:pathLst>
              <a:path w="4838" h="501" extrusionOk="0">
                <a:moveTo>
                  <a:pt x="434" y="1"/>
                </a:moveTo>
                <a:cubicBezTo>
                  <a:pt x="201" y="1"/>
                  <a:pt x="1" y="201"/>
                  <a:pt x="1" y="401"/>
                </a:cubicBezTo>
                <a:lnTo>
                  <a:pt x="1" y="501"/>
                </a:lnTo>
                <a:cubicBezTo>
                  <a:pt x="1" y="267"/>
                  <a:pt x="201" y="67"/>
                  <a:pt x="434" y="67"/>
                </a:cubicBezTo>
                <a:lnTo>
                  <a:pt x="4404" y="67"/>
                </a:lnTo>
                <a:cubicBezTo>
                  <a:pt x="4637" y="67"/>
                  <a:pt x="4838" y="267"/>
                  <a:pt x="4838" y="501"/>
                </a:cubicBezTo>
                <a:lnTo>
                  <a:pt x="4838" y="401"/>
                </a:lnTo>
                <a:cubicBezTo>
                  <a:pt x="4838" y="201"/>
                  <a:pt x="4637" y="1"/>
                  <a:pt x="4404"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27"/>
          <p:cNvSpPr/>
          <p:nvPr/>
        </p:nvSpPr>
        <p:spPr>
          <a:xfrm>
            <a:off x="6975771" y="3360207"/>
            <a:ext cx="126852" cy="12271"/>
          </a:xfrm>
          <a:custGeom>
            <a:avLst/>
            <a:gdLst/>
            <a:ahLst/>
            <a:cxnLst/>
            <a:rect l="l" t="t" r="r" b="b"/>
            <a:pathLst>
              <a:path w="4838" h="468" extrusionOk="0">
                <a:moveTo>
                  <a:pt x="434" y="0"/>
                </a:moveTo>
                <a:cubicBezTo>
                  <a:pt x="201" y="0"/>
                  <a:pt x="1" y="167"/>
                  <a:pt x="1" y="400"/>
                </a:cubicBezTo>
                <a:lnTo>
                  <a:pt x="1" y="467"/>
                </a:lnTo>
                <a:cubicBezTo>
                  <a:pt x="1" y="267"/>
                  <a:pt x="201" y="67"/>
                  <a:pt x="434" y="67"/>
                </a:cubicBezTo>
                <a:lnTo>
                  <a:pt x="4404" y="67"/>
                </a:lnTo>
                <a:cubicBezTo>
                  <a:pt x="4637" y="67"/>
                  <a:pt x="4838" y="267"/>
                  <a:pt x="4838" y="467"/>
                </a:cubicBezTo>
                <a:lnTo>
                  <a:pt x="4838" y="400"/>
                </a:lnTo>
                <a:cubicBezTo>
                  <a:pt x="4838" y="167"/>
                  <a:pt x="4637" y="0"/>
                  <a:pt x="4404" y="0"/>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27"/>
          <p:cNvSpPr/>
          <p:nvPr/>
        </p:nvSpPr>
        <p:spPr>
          <a:xfrm>
            <a:off x="7147196" y="3360207"/>
            <a:ext cx="126852" cy="12271"/>
          </a:xfrm>
          <a:custGeom>
            <a:avLst/>
            <a:gdLst/>
            <a:ahLst/>
            <a:cxnLst/>
            <a:rect l="l" t="t" r="r" b="b"/>
            <a:pathLst>
              <a:path w="4838" h="468" extrusionOk="0">
                <a:moveTo>
                  <a:pt x="434" y="0"/>
                </a:moveTo>
                <a:cubicBezTo>
                  <a:pt x="201" y="0"/>
                  <a:pt x="1" y="167"/>
                  <a:pt x="1" y="400"/>
                </a:cubicBezTo>
                <a:lnTo>
                  <a:pt x="1" y="467"/>
                </a:lnTo>
                <a:cubicBezTo>
                  <a:pt x="34" y="267"/>
                  <a:pt x="201" y="67"/>
                  <a:pt x="434" y="67"/>
                </a:cubicBezTo>
                <a:lnTo>
                  <a:pt x="4437" y="67"/>
                </a:lnTo>
                <a:cubicBezTo>
                  <a:pt x="4671" y="67"/>
                  <a:pt x="4838" y="267"/>
                  <a:pt x="4838" y="467"/>
                </a:cubicBezTo>
                <a:lnTo>
                  <a:pt x="4838" y="400"/>
                </a:lnTo>
                <a:cubicBezTo>
                  <a:pt x="4838" y="167"/>
                  <a:pt x="4671" y="0"/>
                  <a:pt x="4437" y="0"/>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27"/>
          <p:cNvSpPr/>
          <p:nvPr/>
        </p:nvSpPr>
        <p:spPr>
          <a:xfrm>
            <a:off x="6975771" y="3515875"/>
            <a:ext cx="126852" cy="13162"/>
          </a:xfrm>
          <a:custGeom>
            <a:avLst/>
            <a:gdLst/>
            <a:ahLst/>
            <a:cxnLst/>
            <a:rect l="l" t="t" r="r" b="b"/>
            <a:pathLst>
              <a:path w="4838" h="502" extrusionOk="0">
                <a:moveTo>
                  <a:pt x="434" y="1"/>
                </a:moveTo>
                <a:cubicBezTo>
                  <a:pt x="201" y="1"/>
                  <a:pt x="1" y="168"/>
                  <a:pt x="1" y="401"/>
                </a:cubicBezTo>
                <a:lnTo>
                  <a:pt x="1" y="501"/>
                </a:lnTo>
                <a:cubicBezTo>
                  <a:pt x="1" y="268"/>
                  <a:pt x="201" y="67"/>
                  <a:pt x="434" y="67"/>
                </a:cubicBezTo>
                <a:lnTo>
                  <a:pt x="4404" y="67"/>
                </a:lnTo>
                <a:cubicBezTo>
                  <a:pt x="4637" y="67"/>
                  <a:pt x="4838" y="268"/>
                  <a:pt x="4838" y="501"/>
                </a:cubicBezTo>
                <a:lnTo>
                  <a:pt x="4838" y="401"/>
                </a:lnTo>
                <a:cubicBezTo>
                  <a:pt x="4838" y="168"/>
                  <a:pt x="4637" y="1"/>
                  <a:pt x="4404"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27"/>
          <p:cNvSpPr/>
          <p:nvPr/>
        </p:nvSpPr>
        <p:spPr>
          <a:xfrm>
            <a:off x="6975771" y="2967485"/>
            <a:ext cx="126852" cy="13162"/>
          </a:xfrm>
          <a:custGeom>
            <a:avLst/>
            <a:gdLst/>
            <a:ahLst/>
            <a:cxnLst/>
            <a:rect l="l" t="t" r="r" b="b"/>
            <a:pathLst>
              <a:path w="4838" h="502" extrusionOk="0">
                <a:moveTo>
                  <a:pt x="434" y="1"/>
                </a:moveTo>
                <a:cubicBezTo>
                  <a:pt x="201" y="1"/>
                  <a:pt x="1" y="201"/>
                  <a:pt x="1" y="434"/>
                </a:cubicBezTo>
                <a:lnTo>
                  <a:pt x="1" y="501"/>
                </a:lnTo>
                <a:cubicBezTo>
                  <a:pt x="1" y="268"/>
                  <a:pt x="201" y="101"/>
                  <a:pt x="434" y="101"/>
                </a:cubicBezTo>
                <a:lnTo>
                  <a:pt x="4404" y="101"/>
                </a:lnTo>
                <a:cubicBezTo>
                  <a:pt x="4637" y="101"/>
                  <a:pt x="4838" y="268"/>
                  <a:pt x="4838" y="501"/>
                </a:cubicBezTo>
                <a:lnTo>
                  <a:pt x="4838" y="434"/>
                </a:lnTo>
                <a:cubicBezTo>
                  <a:pt x="4838" y="201"/>
                  <a:pt x="4637" y="1"/>
                  <a:pt x="4404"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27"/>
          <p:cNvSpPr/>
          <p:nvPr/>
        </p:nvSpPr>
        <p:spPr>
          <a:xfrm>
            <a:off x="7147196" y="3515875"/>
            <a:ext cx="126852" cy="13162"/>
          </a:xfrm>
          <a:custGeom>
            <a:avLst/>
            <a:gdLst/>
            <a:ahLst/>
            <a:cxnLst/>
            <a:rect l="l" t="t" r="r" b="b"/>
            <a:pathLst>
              <a:path w="4838" h="502" extrusionOk="0">
                <a:moveTo>
                  <a:pt x="434" y="1"/>
                </a:moveTo>
                <a:cubicBezTo>
                  <a:pt x="201" y="1"/>
                  <a:pt x="1" y="168"/>
                  <a:pt x="1" y="401"/>
                </a:cubicBezTo>
                <a:lnTo>
                  <a:pt x="1" y="501"/>
                </a:lnTo>
                <a:cubicBezTo>
                  <a:pt x="34" y="268"/>
                  <a:pt x="201" y="67"/>
                  <a:pt x="434" y="67"/>
                </a:cubicBezTo>
                <a:lnTo>
                  <a:pt x="4437" y="67"/>
                </a:lnTo>
                <a:cubicBezTo>
                  <a:pt x="4671" y="67"/>
                  <a:pt x="4838" y="268"/>
                  <a:pt x="4838" y="501"/>
                </a:cubicBezTo>
                <a:lnTo>
                  <a:pt x="4838" y="401"/>
                </a:lnTo>
                <a:cubicBezTo>
                  <a:pt x="4838" y="168"/>
                  <a:pt x="4671" y="1"/>
                  <a:pt x="4437"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27"/>
          <p:cNvSpPr/>
          <p:nvPr/>
        </p:nvSpPr>
        <p:spPr>
          <a:xfrm>
            <a:off x="6804345" y="3671568"/>
            <a:ext cx="814315" cy="13136"/>
          </a:xfrm>
          <a:custGeom>
            <a:avLst/>
            <a:gdLst/>
            <a:ahLst/>
            <a:cxnLst/>
            <a:rect l="l" t="t" r="r" b="b"/>
            <a:pathLst>
              <a:path w="31057" h="501" extrusionOk="0">
                <a:moveTo>
                  <a:pt x="401" y="0"/>
                </a:moveTo>
                <a:cubicBezTo>
                  <a:pt x="168" y="0"/>
                  <a:pt x="1" y="167"/>
                  <a:pt x="1" y="401"/>
                </a:cubicBezTo>
                <a:lnTo>
                  <a:pt x="1" y="501"/>
                </a:lnTo>
                <a:cubicBezTo>
                  <a:pt x="1" y="267"/>
                  <a:pt x="168" y="67"/>
                  <a:pt x="401" y="67"/>
                </a:cubicBezTo>
                <a:lnTo>
                  <a:pt x="30623" y="67"/>
                </a:lnTo>
                <a:cubicBezTo>
                  <a:pt x="30856" y="67"/>
                  <a:pt x="31056" y="267"/>
                  <a:pt x="31056" y="501"/>
                </a:cubicBezTo>
                <a:lnTo>
                  <a:pt x="31056" y="401"/>
                </a:lnTo>
                <a:cubicBezTo>
                  <a:pt x="31056" y="167"/>
                  <a:pt x="30856" y="0"/>
                  <a:pt x="30623" y="0"/>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27"/>
          <p:cNvSpPr/>
          <p:nvPr/>
        </p:nvSpPr>
        <p:spPr>
          <a:xfrm>
            <a:off x="6632054" y="3515875"/>
            <a:ext cx="126852" cy="13162"/>
          </a:xfrm>
          <a:custGeom>
            <a:avLst/>
            <a:gdLst/>
            <a:ahLst/>
            <a:cxnLst/>
            <a:rect l="l" t="t" r="r" b="b"/>
            <a:pathLst>
              <a:path w="4838" h="502" extrusionOk="0">
                <a:moveTo>
                  <a:pt x="401" y="1"/>
                </a:moveTo>
                <a:cubicBezTo>
                  <a:pt x="201" y="1"/>
                  <a:pt x="0" y="168"/>
                  <a:pt x="0" y="401"/>
                </a:cubicBezTo>
                <a:lnTo>
                  <a:pt x="0" y="501"/>
                </a:lnTo>
                <a:cubicBezTo>
                  <a:pt x="0" y="268"/>
                  <a:pt x="201" y="67"/>
                  <a:pt x="401" y="67"/>
                </a:cubicBezTo>
                <a:lnTo>
                  <a:pt x="4404" y="67"/>
                </a:lnTo>
                <a:cubicBezTo>
                  <a:pt x="4637" y="67"/>
                  <a:pt x="4837" y="268"/>
                  <a:pt x="4837" y="501"/>
                </a:cubicBezTo>
                <a:lnTo>
                  <a:pt x="4837" y="401"/>
                </a:lnTo>
                <a:cubicBezTo>
                  <a:pt x="4837" y="168"/>
                  <a:pt x="4637" y="1"/>
                  <a:pt x="4404"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27"/>
          <p:cNvSpPr/>
          <p:nvPr/>
        </p:nvSpPr>
        <p:spPr>
          <a:xfrm>
            <a:off x="6459763" y="2967485"/>
            <a:ext cx="126826" cy="13162"/>
          </a:xfrm>
          <a:custGeom>
            <a:avLst/>
            <a:gdLst/>
            <a:ahLst/>
            <a:cxnLst/>
            <a:rect l="l" t="t" r="r" b="b"/>
            <a:pathLst>
              <a:path w="4837" h="502" extrusionOk="0">
                <a:moveTo>
                  <a:pt x="434" y="1"/>
                </a:moveTo>
                <a:cubicBezTo>
                  <a:pt x="200" y="1"/>
                  <a:pt x="0" y="201"/>
                  <a:pt x="0" y="434"/>
                </a:cubicBezTo>
                <a:lnTo>
                  <a:pt x="0" y="501"/>
                </a:lnTo>
                <a:cubicBezTo>
                  <a:pt x="0" y="268"/>
                  <a:pt x="200" y="101"/>
                  <a:pt x="434" y="101"/>
                </a:cubicBezTo>
                <a:lnTo>
                  <a:pt x="4437" y="101"/>
                </a:lnTo>
                <a:cubicBezTo>
                  <a:pt x="4670" y="101"/>
                  <a:pt x="4837" y="268"/>
                  <a:pt x="4837" y="501"/>
                </a:cubicBezTo>
                <a:lnTo>
                  <a:pt x="4837" y="434"/>
                </a:lnTo>
                <a:cubicBezTo>
                  <a:pt x="4837" y="201"/>
                  <a:pt x="4670" y="1"/>
                  <a:pt x="4437"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27"/>
          <p:cNvSpPr/>
          <p:nvPr/>
        </p:nvSpPr>
        <p:spPr>
          <a:xfrm>
            <a:off x="6632054" y="3671568"/>
            <a:ext cx="126852" cy="13136"/>
          </a:xfrm>
          <a:custGeom>
            <a:avLst/>
            <a:gdLst/>
            <a:ahLst/>
            <a:cxnLst/>
            <a:rect l="l" t="t" r="r" b="b"/>
            <a:pathLst>
              <a:path w="4838" h="501" extrusionOk="0">
                <a:moveTo>
                  <a:pt x="401" y="0"/>
                </a:moveTo>
                <a:cubicBezTo>
                  <a:pt x="201" y="0"/>
                  <a:pt x="0" y="167"/>
                  <a:pt x="0" y="401"/>
                </a:cubicBezTo>
                <a:lnTo>
                  <a:pt x="0" y="501"/>
                </a:lnTo>
                <a:cubicBezTo>
                  <a:pt x="0" y="267"/>
                  <a:pt x="201" y="67"/>
                  <a:pt x="401" y="67"/>
                </a:cubicBezTo>
                <a:lnTo>
                  <a:pt x="4404" y="67"/>
                </a:lnTo>
                <a:cubicBezTo>
                  <a:pt x="4637" y="67"/>
                  <a:pt x="4837" y="267"/>
                  <a:pt x="4837" y="501"/>
                </a:cubicBezTo>
                <a:lnTo>
                  <a:pt x="4837" y="401"/>
                </a:lnTo>
                <a:cubicBezTo>
                  <a:pt x="4837" y="167"/>
                  <a:pt x="4637" y="0"/>
                  <a:pt x="4404" y="0"/>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27"/>
          <p:cNvSpPr/>
          <p:nvPr/>
        </p:nvSpPr>
        <p:spPr>
          <a:xfrm>
            <a:off x="6459763" y="3671568"/>
            <a:ext cx="126826" cy="13136"/>
          </a:xfrm>
          <a:custGeom>
            <a:avLst/>
            <a:gdLst/>
            <a:ahLst/>
            <a:cxnLst/>
            <a:rect l="l" t="t" r="r" b="b"/>
            <a:pathLst>
              <a:path w="4837" h="501" extrusionOk="0">
                <a:moveTo>
                  <a:pt x="434" y="0"/>
                </a:moveTo>
                <a:cubicBezTo>
                  <a:pt x="200" y="0"/>
                  <a:pt x="0" y="167"/>
                  <a:pt x="0" y="401"/>
                </a:cubicBezTo>
                <a:lnTo>
                  <a:pt x="0" y="501"/>
                </a:lnTo>
                <a:cubicBezTo>
                  <a:pt x="0" y="267"/>
                  <a:pt x="200" y="67"/>
                  <a:pt x="434" y="67"/>
                </a:cubicBezTo>
                <a:lnTo>
                  <a:pt x="4437" y="67"/>
                </a:lnTo>
                <a:cubicBezTo>
                  <a:pt x="4670" y="67"/>
                  <a:pt x="4837" y="267"/>
                  <a:pt x="4837" y="501"/>
                </a:cubicBezTo>
                <a:lnTo>
                  <a:pt x="4837" y="401"/>
                </a:lnTo>
                <a:cubicBezTo>
                  <a:pt x="4837" y="167"/>
                  <a:pt x="4670" y="0"/>
                  <a:pt x="4437" y="0"/>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27"/>
          <p:cNvSpPr/>
          <p:nvPr/>
        </p:nvSpPr>
        <p:spPr>
          <a:xfrm>
            <a:off x="6459763" y="3061064"/>
            <a:ext cx="126826" cy="13162"/>
          </a:xfrm>
          <a:custGeom>
            <a:avLst/>
            <a:gdLst/>
            <a:ahLst/>
            <a:cxnLst/>
            <a:rect l="l" t="t" r="r" b="b"/>
            <a:pathLst>
              <a:path w="4837" h="502" extrusionOk="0">
                <a:moveTo>
                  <a:pt x="434" y="1"/>
                </a:moveTo>
                <a:cubicBezTo>
                  <a:pt x="200" y="1"/>
                  <a:pt x="0" y="201"/>
                  <a:pt x="0" y="435"/>
                </a:cubicBezTo>
                <a:lnTo>
                  <a:pt x="0" y="501"/>
                </a:lnTo>
                <a:cubicBezTo>
                  <a:pt x="0" y="268"/>
                  <a:pt x="200" y="101"/>
                  <a:pt x="434" y="101"/>
                </a:cubicBezTo>
                <a:lnTo>
                  <a:pt x="4437" y="101"/>
                </a:lnTo>
                <a:cubicBezTo>
                  <a:pt x="4670" y="101"/>
                  <a:pt x="4837" y="268"/>
                  <a:pt x="4837" y="501"/>
                </a:cubicBezTo>
                <a:lnTo>
                  <a:pt x="4837" y="435"/>
                </a:lnTo>
                <a:cubicBezTo>
                  <a:pt x="4837" y="201"/>
                  <a:pt x="4670" y="1"/>
                  <a:pt x="4437"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27"/>
          <p:cNvSpPr/>
          <p:nvPr/>
        </p:nvSpPr>
        <p:spPr>
          <a:xfrm>
            <a:off x="6459763" y="3515875"/>
            <a:ext cx="126826" cy="13162"/>
          </a:xfrm>
          <a:custGeom>
            <a:avLst/>
            <a:gdLst/>
            <a:ahLst/>
            <a:cxnLst/>
            <a:rect l="l" t="t" r="r" b="b"/>
            <a:pathLst>
              <a:path w="4837" h="502" extrusionOk="0">
                <a:moveTo>
                  <a:pt x="434" y="1"/>
                </a:moveTo>
                <a:cubicBezTo>
                  <a:pt x="200" y="1"/>
                  <a:pt x="0" y="168"/>
                  <a:pt x="0" y="401"/>
                </a:cubicBezTo>
                <a:lnTo>
                  <a:pt x="0" y="501"/>
                </a:lnTo>
                <a:cubicBezTo>
                  <a:pt x="0" y="268"/>
                  <a:pt x="200" y="67"/>
                  <a:pt x="434" y="67"/>
                </a:cubicBezTo>
                <a:lnTo>
                  <a:pt x="4437" y="67"/>
                </a:lnTo>
                <a:cubicBezTo>
                  <a:pt x="4670" y="67"/>
                  <a:pt x="4837" y="268"/>
                  <a:pt x="4837" y="501"/>
                </a:cubicBezTo>
                <a:lnTo>
                  <a:pt x="4837" y="401"/>
                </a:lnTo>
                <a:cubicBezTo>
                  <a:pt x="4837" y="168"/>
                  <a:pt x="4670" y="1"/>
                  <a:pt x="4437"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27"/>
          <p:cNvSpPr/>
          <p:nvPr/>
        </p:nvSpPr>
        <p:spPr>
          <a:xfrm>
            <a:off x="6459763" y="3204513"/>
            <a:ext cx="126826" cy="13136"/>
          </a:xfrm>
          <a:custGeom>
            <a:avLst/>
            <a:gdLst/>
            <a:ahLst/>
            <a:cxnLst/>
            <a:rect l="l" t="t" r="r" b="b"/>
            <a:pathLst>
              <a:path w="4837" h="501" extrusionOk="0">
                <a:moveTo>
                  <a:pt x="434" y="1"/>
                </a:moveTo>
                <a:cubicBezTo>
                  <a:pt x="200" y="1"/>
                  <a:pt x="0" y="167"/>
                  <a:pt x="0" y="401"/>
                </a:cubicBezTo>
                <a:lnTo>
                  <a:pt x="0" y="501"/>
                </a:lnTo>
                <a:cubicBezTo>
                  <a:pt x="0" y="267"/>
                  <a:pt x="200" y="67"/>
                  <a:pt x="434" y="67"/>
                </a:cubicBezTo>
                <a:lnTo>
                  <a:pt x="4437" y="67"/>
                </a:lnTo>
                <a:cubicBezTo>
                  <a:pt x="4670" y="67"/>
                  <a:pt x="4837" y="267"/>
                  <a:pt x="4837" y="501"/>
                </a:cubicBezTo>
                <a:lnTo>
                  <a:pt x="4837" y="401"/>
                </a:lnTo>
                <a:cubicBezTo>
                  <a:pt x="4837" y="167"/>
                  <a:pt x="4670" y="1"/>
                  <a:pt x="4437"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27"/>
          <p:cNvSpPr/>
          <p:nvPr/>
        </p:nvSpPr>
        <p:spPr>
          <a:xfrm>
            <a:off x="6459763" y="3360207"/>
            <a:ext cx="126826" cy="13136"/>
          </a:xfrm>
          <a:custGeom>
            <a:avLst/>
            <a:gdLst/>
            <a:ahLst/>
            <a:cxnLst/>
            <a:rect l="l" t="t" r="r" b="b"/>
            <a:pathLst>
              <a:path w="4837" h="501" extrusionOk="0">
                <a:moveTo>
                  <a:pt x="434" y="0"/>
                </a:moveTo>
                <a:cubicBezTo>
                  <a:pt x="200" y="0"/>
                  <a:pt x="0" y="167"/>
                  <a:pt x="0" y="400"/>
                </a:cubicBezTo>
                <a:lnTo>
                  <a:pt x="0" y="500"/>
                </a:lnTo>
                <a:cubicBezTo>
                  <a:pt x="0" y="267"/>
                  <a:pt x="200" y="67"/>
                  <a:pt x="434" y="67"/>
                </a:cubicBezTo>
                <a:lnTo>
                  <a:pt x="4437" y="67"/>
                </a:lnTo>
                <a:cubicBezTo>
                  <a:pt x="4670" y="67"/>
                  <a:pt x="4837" y="267"/>
                  <a:pt x="4837" y="500"/>
                </a:cubicBezTo>
                <a:lnTo>
                  <a:pt x="4837" y="400"/>
                </a:lnTo>
                <a:cubicBezTo>
                  <a:pt x="4837" y="167"/>
                  <a:pt x="4670" y="0"/>
                  <a:pt x="4437" y="0"/>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27"/>
          <p:cNvSpPr/>
          <p:nvPr/>
        </p:nvSpPr>
        <p:spPr>
          <a:xfrm>
            <a:off x="6632054" y="2967485"/>
            <a:ext cx="126852" cy="13162"/>
          </a:xfrm>
          <a:custGeom>
            <a:avLst/>
            <a:gdLst/>
            <a:ahLst/>
            <a:cxnLst/>
            <a:rect l="l" t="t" r="r" b="b"/>
            <a:pathLst>
              <a:path w="4838" h="502" extrusionOk="0">
                <a:moveTo>
                  <a:pt x="401" y="1"/>
                </a:moveTo>
                <a:cubicBezTo>
                  <a:pt x="201" y="1"/>
                  <a:pt x="0" y="201"/>
                  <a:pt x="0" y="434"/>
                </a:cubicBezTo>
                <a:lnTo>
                  <a:pt x="0" y="501"/>
                </a:lnTo>
                <a:cubicBezTo>
                  <a:pt x="0" y="268"/>
                  <a:pt x="201" y="101"/>
                  <a:pt x="401" y="101"/>
                </a:cubicBezTo>
                <a:lnTo>
                  <a:pt x="4404" y="101"/>
                </a:lnTo>
                <a:cubicBezTo>
                  <a:pt x="4637" y="101"/>
                  <a:pt x="4837" y="268"/>
                  <a:pt x="4837" y="501"/>
                </a:cubicBezTo>
                <a:lnTo>
                  <a:pt x="4837" y="434"/>
                </a:lnTo>
                <a:cubicBezTo>
                  <a:pt x="4837" y="201"/>
                  <a:pt x="4637" y="1"/>
                  <a:pt x="4404"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27"/>
          <p:cNvSpPr/>
          <p:nvPr/>
        </p:nvSpPr>
        <p:spPr>
          <a:xfrm>
            <a:off x="6632054" y="3204513"/>
            <a:ext cx="126852" cy="13136"/>
          </a:xfrm>
          <a:custGeom>
            <a:avLst/>
            <a:gdLst/>
            <a:ahLst/>
            <a:cxnLst/>
            <a:rect l="l" t="t" r="r" b="b"/>
            <a:pathLst>
              <a:path w="4838" h="501" extrusionOk="0">
                <a:moveTo>
                  <a:pt x="401" y="1"/>
                </a:moveTo>
                <a:cubicBezTo>
                  <a:pt x="201" y="1"/>
                  <a:pt x="0" y="167"/>
                  <a:pt x="0" y="401"/>
                </a:cubicBezTo>
                <a:lnTo>
                  <a:pt x="0" y="501"/>
                </a:lnTo>
                <a:cubicBezTo>
                  <a:pt x="0" y="267"/>
                  <a:pt x="201" y="67"/>
                  <a:pt x="401" y="67"/>
                </a:cubicBezTo>
                <a:lnTo>
                  <a:pt x="4404" y="67"/>
                </a:lnTo>
                <a:cubicBezTo>
                  <a:pt x="4637" y="67"/>
                  <a:pt x="4837" y="267"/>
                  <a:pt x="4837" y="501"/>
                </a:cubicBezTo>
                <a:lnTo>
                  <a:pt x="4837" y="401"/>
                </a:lnTo>
                <a:cubicBezTo>
                  <a:pt x="4837" y="167"/>
                  <a:pt x="4637" y="1"/>
                  <a:pt x="4404"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27"/>
          <p:cNvSpPr/>
          <p:nvPr/>
        </p:nvSpPr>
        <p:spPr>
          <a:xfrm>
            <a:off x="6632054" y="3061064"/>
            <a:ext cx="126852" cy="13162"/>
          </a:xfrm>
          <a:custGeom>
            <a:avLst/>
            <a:gdLst/>
            <a:ahLst/>
            <a:cxnLst/>
            <a:rect l="l" t="t" r="r" b="b"/>
            <a:pathLst>
              <a:path w="4838" h="502" extrusionOk="0">
                <a:moveTo>
                  <a:pt x="401" y="1"/>
                </a:moveTo>
                <a:cubicBezTo>
                  <a:pt x="201" y="1"/>
                  <a:pt x="0" y="201"/>
                  <a:pt x="0" y="435"/>
                </a:cubicBezTo>
                <a:lnTo>
                  <a:pt x="0" y="501"/>
                </a:lnTo>
                <a:cubicBezTo>
                  <a:pt x="0" y="268"/>
                  <a:pt x="201" y="101"/>
                  <a:pt x="401" y="101"/>
                </a:cubicBezTo>
                <a:lnTo>
                  <a:pt x="4404" y="101"/>
                </a:lnTo>
                <a:cubicBezTo>
                  <a:pt x="4637" y="101"/>
                  <a:pt x="4837" y="268"/>
                  <a:pt x="4837" y="501"/>
                </a:cubicBezTo>
                <a:lnTo>
                  <a:pt x="4837" y="435"/>
                </a:lnTo>
                <a:cubicBezTo>
                  <a:pt x="4837" y="201"/>
                  <a:pt x="4637" y="1"/>
                  <a:pt x="4404"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27"/>
          <p:cNvSpPr/>
          <p:nvPr/>
        </p:nvSpPr>
        <p:spPr>
          <a:xfrm>
            <a:off x="6632054" y="3360207"/>
            <a:ext cx="126852" cy="13136"/>
          </a:xfrm>
          <a:custGeom>
            <a:avLst/>
            <a:gdLst/>
            <a:ahLst/>
            <a:cxnLst/>
            <a:rect l="l" t="t" r="r" b="b"/>
            <a:pathLst>
              <a:path w="4838" h="501" extrusionOk="0">
                <a:moveTo>
                  <a:pt x="401" y="0"/>
                </a:moveTo>
                <a:cubicBezTo>
                  <a:pt x="201" y="0"/>
                  <a:pt x="0" y="167"/>
                  <a:pt x="0" y="400"/>
                </a:cubicBezTo>
                <a:lnTo>
                  <a:pt x="0" y="500"/>
                </a:lnTo>
                <a:cubicBezTo>
                  <a:pt x="0" y="267"/>
                  <a:pt x="201" y="67"/>
                  <a:pt x="401" y="67"/>
                </a:cubicBezTo>
                <a:lnTo>
                  <a:pt x="4404" y="67"/>
                </a:lnTo>
                <a:cubicBezTo>
                  <a:pt x="4637" y="67"/>
                  <a:pt x="4837" y="267"/>
                  <a:pt x="4837" y="500"/>
                </a:cubicBezTo>
                <a:lnTo>
                  <a:pt x="4837" y="400"/>
                </a:lnTo>
                <a:cubicBezTo>
                  <a:pt x="4837" y="167"/>
                  <a:pt x="4637" y="0"/>
                  <a:pt x="4404" y="0"/>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27"/>
          <p:cNvSpPr/>
          <p:nvPr/>
        </p:nvSpPr>
        <p:spPr>
          <a:xfrm>
            <a:off x="6116020" y="3061064"/>
            <a:ext cx="126852" cy="13162"/>
          </a:xfrm>
          <a:custGeom>
            <a:avLst/>
            <a:gdLst/>
            <a:ahLst/>
            <a:cxnLst/>
            <a:rect l="l" t="t" r="r" b="b"/>
            <a:pathLst>
              <a:path w="4838" h="502" extrusionOk="0">
                <a:moveTo>
                  <a:pt x="434" y="1"/>
                </a:moveTo>
                <a:cubicBezTo>
                  <a:pt x="201" y="1"/>
                  <a:pt x="1" y="201"/>
                  <a:pt x="1" y="435"/>
                </a:cubicBezTo>
                <a:lnTo>
                  <a:pt x="1" y="501"/>
                </a:lnTo>
                <a:cubicBezTo>
                  <a:pt x="1" y="268"/>
                  <a:pt x="201" y="101"/>
                  <a:pt x="434" y="101"/>
                </a:cubicBezTo>
                <a:lnTo>
                  <a:pt x="4437" y="101"/>
                </a:lnTo>
                <a:cubicBezTo>
                  <a:pt x="4671" y="101"/>
                  <a:pt x="4837" y="268"/>
                  <a:pt x="4837" y="501"/>
                </a:cubicBezTo>
                <a:lnTo>
                  <a:pt x="4837" y="435"/>
                </a:lnTo>
                <a:cubicBezTo>
                  <a:pt x="4837" y="201"/>
                  <a:pt x="4671" y="1"/>
                  <a:pt x="4437"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27"/>
          <p:cNvSpPr/>
          <p:nvPr/>
        </p:nvSpPr>
        <p:spPr>
          <a:xfrm>
            <a:off x="6116020" y="3671568"/>
            <a:ext cx="126852" cy="13136"/>
          </a:xfrm>
          <a:custGeom>
            <a:avLst/>
            <a:gdLst/>
            <a:ahLst/>
            <a:cxnLst/>
            <a:rect l="l" t="t" r="r" b="b"/>
            <a:pathLst>
              <a:path w="4838" h="501" extrusionOk="0">
                <a:moveTo>
                  <a:pt x="434" y="0"/>
                </a:moveTo>
                <a:cubicBezTo>
                  <a:pt x="201" y="0"/>
                  <a:pt x="1" y="167"/>
                  <a:pt x="1" y="401"/>
                </a:cubicBezTo>
                <a:lnTo>
                  <a:pt x="1" y="501"/>
                </a:lnTo>
                <a:cubicBezTo>
                  <a:pt x="1" y="267"/>
                  <a:pt x="201" y="67"/>
                  <a:pt x="434" y="67"/>
                </a:cubicBezTo>
                <a:lnTo>
                  <a:pt x="4437" y="67"/>
                </a:lnTo>
                <a:cubicBezTo>
                  <a:pt x="4671" y="67"/>
                  <a:pt x="4837" y="267"/>
                  <a:pt x="4837" y="501"/>
                </a:cubicBezTo>
                <a:lnTo>
                  <a:pt x="4837" y="401"/>
                </a:lnTo>
                <a:cubicBezTo>
                  <a:pt x="4837" y="167"/>
                  <a:pt x="4671" y="0"/>
                  <a:pt x="4437" y="0"/>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27"/>
          <p:cNvSpPr/>
          <p:nvPr/>
        </p:nvSpPr>
        <p:spPr>
          <a:xfrm>
            <a:off x="6116020" y="3515875"/>
            <a:ext cx="126852" cy="13162"/>
          </a:xfrm>
          <a:custGeom>
            <a:avLst/>
            <a:gdLst/>
            <a:ahLst/>
            <a:cxnLst/>
            <a:rect l="l" t="t" r="r" b="b"/>
            <a:pathLst>
              <a:path w="4838" h="502" extrusionOk="0">
                <a:moveTo>
                  <a:pt x="434" y="1"/>
                </a:moveTo>
                <a:cubicBezTo>
                  <a:pt x="201" y="1"/>
                  <a:pt x="1" y="168"/>
                  <a:pt x="1" y="401"/>
                </a:cubicBezTo>
                <a:lnTo>
                  <a:pt x="1" y="501"/>
                </a:lnTo>
                <a:cubicBezTo>
                  <a:pt x="1" y="268"/>
                  <a:pt x="201" y="67"/>
                  <a:pt x="434" y="67"/>
                </a:cubicBezTo>
                <a:lnTo>
                  <a:pt x="4437" y="67"/>
                </a:lnTo>
                <a:cubicBezTo>
                  <a:pt x="4671" y="67"/>
                  <a:pt x="4837" y="268"/>
                  <a:pt x="4837" y="501"/>
                </a:cubicBezTo>
                <a:lnTo>
                  <a:pt x="4837" y="401"/>
                </a:lnTo>
                <a:cubicBezTo>
                  <a:pt x="4837" y="168"/>
                  <a:pt x="4671" y="1"/>
                  <a:pt x="4437"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27"/>
          <p:cNvSpPr/>
          <p:nvPr/>
        </p:nvSpPr>
        <p:spPr>
          <a:xfrm>
            <a:off x="6116020" y="3360207"/>
            <a:ext cx="126852" cy="13136"/>
          </a:xfrm>
          <a:custGeom>
            <a:avLst/>
            <a:gdLst/>
            <a:ahLst/>
            <a:cxnLst/>
            <a:rect l="l" t="t" r="r" b="b"/>
            <a:pathLst>
              <a:path w="4838" h="501" extrusionOk="0">
                <a:moveTo>
                  <a:pt x="434" y="0"/>
                </a:moveTo>
                <a:cubicBezTo>
                  <a:pt x="201" y="0"/>
                  <a:pt x="1" y="167"/>
                  <a:pt x="1" y="400"/>
                </a:cubicBezTo>
                <a:lnTo>
                  <a:pt x="1" y="500"/>
                </a:lnTo>
                <a:cubicBezTo>
                  <a:pt x="1" y="267"/>
                  <a:pt x="201" y="67"/>
                  <a:pt x="434" y="67"/>
                </a:cubicBezTo>
                <a:lnTo>
                  <a:pt x="4437" y="67"/>
                </a:lnTo>
                <a:cubicBezTo>
                  <a:pt x="4671" y="67"/>
                  <a:pt x="4837" y="267"/>
                  <a:pt x="4837" y="500"/>
                </a:cubicBezTo>
                <a:lnTo>
                  <a:pt x="4837" y="400"/>
                </a:lnTo>
                <a:cubicBezTo>
                  <a:pt x="4837" y="167"/>
                  <a:pt x="4671" y="0"/>
                  <a:pt x="4437" y="0"/>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27"/>
          <p:cNvSpPr/>
          <p:nvPr/>
        </p:nvSpPr>
        <p:spPr>
          <a:xfrm>
            <a:off x="7319514" y="3515875"/>
            <a:ext cx="126826" cy="13162"/>
          </a:xfrm>
          <a:custGeom>
            <a:avLst/>
            <a:gdLst/>
            <a:ahLst/>
            <a:cxnLst/>
            <a:rect l="l" t="t" r="r" b="b"/>
            <a:pathLst>
              <a:path w="4837" h="502" extrusionOk="0">
                <a:moveTo>
                  <a:pt x="434" y="1"/>
                </a:moveTo>
                <a:cubicBezTo>
                  <a:pt x="200" y="1"/>
                  <a:pt x="0" y="168"/>
                  <a:pt x="0" y="401"/>
                </a:cubicBezTo>
                <a:lnTo>
                  <a:pt x="0" y="501"/>
                </a:lnTo>
                <a:cubicBezTo>
                  <a:pt x="0" y="268"/>
                  <a:pt x="200" y="67"/>
                  <a:pt x="434" y="67"/>
                </a:cubicBezTo>
                <a:lnTo>
                  <a:pt x="4437" y="67"/>
                </a:lnTo>
                <a:cubicBezTo>
                  <a:pt x="4637" y="67"/>
                  <a:pt x="4837" y="268"/>
                  <a:pt x="4837" y="501"/>
                </a:cubicBezTo>
                <a:lnTo>
                  <a:pt x="4837" y="401"/>
                </a:lnTo>
                <a:cubicBezTo>
                  <a:pt x="4837" y="168"/>
                  <a:pt x="4637" y="1"/>
                  <a:pt x="4437"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27"/>
          <p:cNvSpPr/>
          <p:nvPr/>
        </p:nvSpPr>
        <p:spPr>
          <a:xfrm>
            <a:off x="7319514" y="3204513"/>
            <a:ext cx="126826" cy="13136"/>
          </a:xfrm>
          <a:custGeom>
            <a:avLst/>
            <a:gdLst/>
            <a:ahLst/>
            <a:cxnLst/>
            <a:rect l="l" t="t" r="r" b="b"/>
            <a:pathLst>
              <a:path w="4837" h="501" extrusionOk="0">
                <a:moveTo>
                  <a:pt x="434" y="1"/>
                </a:moveTo>
                <a:cubicBezTo>
                  <a:pt x="200" y="1"/>
                  <a:pt x="0" y="201"/>
                  <a:pt x="0" y="401"/>
                </a:cubicBezTo>
                <a:lnTo>
                  <a:pt x="0" y="501"/>
                </a:lnTo>
                <a:cubicBezTo>
                  <a:pt x="0" y="267"/>
                  <a:pt x="200" y="67"/>
                  <a:pt x="434" y="67"/>
                </a:cubicBezTo>
                <a:lnTo>
                  <a:pt x="4437" y="67"/>
                </a:lnTo>
                <a:cubicBezTo>
                  <a:pt x="4637" y="67"/>
                  <a:pt x="4837" y="267"/>
                  <a:pt x="4837" y="501"/>
                </a:cubicBezTo>
                <a:lnTo>
                  <a:pt x="4837" y="401"/>
                </a:lnTo>
                <a:cubicBezTo>
                  <a:pt x="4837" y="201"/>
                  <a:pt x="4637" y="1"/>
                  <a:pt x="4437"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27"/>
          <p:cNvSpPr/>
          <p:nvPr/>
        </p:nvSpPr>
        <p:spPr>
          <a:xfrm>
            <a:off x="7319514" y="3360207"/>
            <a:ext cx="126826" cy="12271"/>
          </a:xfrm>
          <a:custGeom>
            <a:avLst/>
            <a:gdLst/>
            <a:ahLst/>
            <a:cxnLst/>
            <a:rect l="l" t="t" r="r" b="b"/>
            <a:pathLst>
              <a:path w="4837" h="468" extrusionOk="0">
                <a:moveTo>
                  <a:pt x="434" y="0"/>
                </a:moveTo>
                <a:cubicBezTo>
                  <a:pt x="200" y="0"/>
                  <a:pt x="0" y="167"/>
                  <a:pt x="0" y="400"/>
                </a:cubicBezTo>
                <a:lnTo>
                  <a:pt x="0" y="467"/>
                </a:lnTo>
                <a:cubicBezTo>
                  <a:pt x="0" y="267"/>
                  <a:pt x="200" y="67"/>
                  <a:pt x="434" y="67"/>
                </a:cubicBezTo>
                <a:lnTo>
                  <a:pt x="4437" y="67"/>
                </a:lnTo>
                <a:cubicBezTo>
                  <a:pt x="4637" y="67"/>
                  <a:pt x="4837" y="267"/>
                  <a:pt x="4837" y="467"/>
                </a:cubicBezTo>
                <a:lnTo>
                  <a:pt x="4837" y="400"/>
                </a:lnTo>
                <a:cubicBezTo>
                  <a:pt x="4837" y="167"/>
                  <a:pt x="4637" y="0"/>
                  <a:pt x="4437" y="0"/>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27"/>
          <p:cNvSpPr/>
          <p:nvPr/>
        </p:nvSpPr>
        <p:spPr>
          <a:xfrm>
            <a:off x="7835522" y="2967485"/>
            <a:ext cx="126852" cy="13162"/>
          </a:xfrm>
          <a:custGeom>
            <a:avLst/>
            <a:gdLst/>
            <a:ahLst/>
            <a:cxnLst/>
            <a:rect l="l" t="t" r="r" b="b"/>
            <a:pathLst>
              <a:path w="4838" h="502" extrusionOk="0">
                <a:moveTo>
                  <a:pt x="401" y="1"/>
                </a:moveTo>
                <a:cubicBezTo>
                  <a:pt x="168" y="1"/>
                  <a:pt x="1" y="201"/>
                  <a:pt x="1" y="434"/>
                </a:cubicBezTo>
                <a:lnTo>
                  <a:pt x="1" y="501"/>
                </a:lnTo>
                <a:cubicBezTo>
                  <a:pt x="1" y="268"/>
                  <a:pt x="168" y="101"/>
                  <a:pt x="401" y="101"/>
                </a:cubicBezTo>
                <a:lnTo>
                  <a:pt x="4404" y="101"/>
                </a:lnTo>
                <a:cubicBezTo>
                  <a:pt x="4637" y="101"/>
                  <a:pt x="4838" y="268"/>
                  <a:pt x="4838" y="501"/>
                </a:cubicBezTo>
                <a:lnTo>
                  <a:pt x="4838" y="434"/>
                </a:lnTo>
                <a:cubicBezTo>
                  <a:pt x="4838" y="201"/>
                  <a:pt x="4637" y="1"/>
                  <a:pt x="4404"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27"/>
          <p:cNvSpPr/>
          <p:nvPr/>
        </p:nvSpPr>
        <p:spPr>
          <a:xfrm>
            <a:off x="7319514" y="3061064"/>
            <a:ext cx="126826" cy="13162"/>
          </a:xfrm>
          <a:custGeom>
            <a:avLst/>
            <a:gdLst/>
            <a:ahLst/>
            <a:cxnLst/>
            <a:rect l="l" t="t" r="r" b="b"/>
            <a:pathLst>
              <a:path w="4837" h="502" extrusionOk="0">
                <a:moveTo>
                  <a:pt x="434" y="1"/>
                </a:moveTo>
                <a:cubicBezTo>
                  <a:pt x="200" y="1"/>
                  <a:pt x="0" y="201"/>
                  <a:pt x="0" y="435"/>
                </a:cubicBezTo>
                <a:lnTo>
                  <a:pt x="0" y="501"/>
                </a:lnTo>
                <a:cubicBezTo>
                  <a:pt x="0" y="268"/>
                  <a:pt x="200" y="101"/>
                  <a:pt x="434" y="101"/>
                </a:cubicBezTo>
                <a:lnTo>
                  <a:pt x="4437" y="101"/>
                </a:lnTo>
                <a:cubicBezTo>
                  <a:pt x="4637" y="101"/>
                  <a:pt x="4837" y="268"/>
                  <a:pt x="4837" y="501"/>
                </a:cubicBezTo>
                <a:lnTo>
                  <a:pt x="4837" y="435"/>
                </a:lnTo>
                <a:cubicBezTo>
                  <a:pt x="4837" y="201"/>
                  <a:pt x="4637" y="1"/>
                  <a:pt x="4437"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27"/>
          <p:cNvSpPr/>
          <p:nvPr/>
        </p:nvSpPr>
        <p:spPr>
          <a:xfrm>
            <a:off x="7319514" y="2967485"/>
            <a:ext cx="126826" cy="13162"/>
          </a:xfrm>
          <a:custGeom>
            <a:avLst/>
            <a:gdLst/>
            <a:ahLst/>
            <a:cxnLst/>
            <a:rect l="l" t="t" r="r" b="b"/>
            <a:pathLst>
              <a:path w="4837" h="502" extrusionOk="0">
                <a:moveTo>
                  <a:pt x="434" y="1"/>
                </a:moveTo>
                <a:cubicBezTo>
                  <a:pt x="200" y="1"/>
                  <a:pt x="0" y="201"/>
                  <a:pt x="0" y="434"/>
                </a:cubicBezTo>
                <a:lnTo>
                  <a:pt x="0" y="501"/>
                </a:lnTo>
                <a:cubicBezTo>
                  <a:pt x="0" y="268"/>
                  <a:pt x="200" y="101"/>
                  <a:pt x="434" y="101"/>
                </a:cubicBezTo>
                <a:lnTo>
                  <a:pt x="4437" y="101"/>
                </a:lnTo>
                <a:cubicBezTo>
                  <a:pt x="4637" y="101"/>
                  <a:pt x="4837" y="268"/>
                  <a:pt x="4837" y="501"/>
                </a:cubicBezTo>
                <a:lnTo>
                  <a:pt x="4837" y="434"/>
                </a:lnTo>
                <a:cubicBezTo>
                  <a:pt x="4837" y="201"/>
                  <a:pt x="4637" y="1"/>
                  <a:pt x="4437"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27"/>
          <p:cNvSpPr/>
          <p:nvPr/>
        </p:nvSpPr>
        <p:spPr>
          <a:xfrm>
            <a:off x="7835522" y="3671568"/>
            <a:ext cx="126852" cy="13136"/>
          </a:xfrm>
          <a:custGeom>
            <a:avLst/>
            <a:gdLst/>
            <a:ahLst/>
            <a:cxnLst/>
            <a:rect l="l" t="t" r="r" b="b"/>
            <a:pathLst>
              <a:path w="4838" h="501" extrusionOk="0">
                <a:moveTo>
                  <a:pt x="401" y="0"/>
                </a:moveTo>
                <a:cubicBezTo>
                  <a:pt x="168" y="0"/>
                  <a:pt x="1" y="167"/>
                  <a:pt x="1" y="401"/>
                </a:cubicBezTo>
                <a:lnTo>
                  <a:pt x="1" y="501"/>
                </a:lnTo>
                <a:cubicBezTo>
                  <a:pt x="1" y="267"/>
                  <a:pt x="168" y="67"/>
                  <a:pt x="401" y="67"/>
                </a:cubicBezTo>
                <a:lnTo>
                  <a:pt x="4404" y="67"/>
                </a:lnTo>
                <a:cubicBezTo>
                  <a:pt x="4637" y="67"/>
                  <a:pt x="4838" y="267"/>
                  <a:pt x="4838" y="501"/>
                </a:cubicBezTo>
                <a:lnTo>
                  <a:pt x="4838" y="401"/>
                </a:lnTo>
                <a:cubicBezTo>
                  <a:pt x="4838" y="167"/>
                  <a:pt x="4637" y="0"/>
                  <a:pt x="4404" y="0"/>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27"/>
          <p:cNvSpPr/>
          <p:nvPr/>
        </p:nvSpPr>
        <p:spPr>
          <a:xfrm>
            <a:off x="7663231" y="2967485"/>
            <a:ext cx="126852" cy="13162"/>
          </a:xfrm>
          <a:custGeom>
            <a:avLst/>
            <a:gdLst/>
            <a:ahLst/>
            <a:cxnLst/>
            <a:rect l="l" t="t" r="r" b="b"/>
            <a:pathLst>
              <a:path w="4838" h="502" extrusionOk="0">
                <a:moveTo>
                  <a:pt x="434" y="1"/>
                </a:moveTo>
                <a:cubicBezTo>
                  <a:pt x="201" y="1"/>
                  <a:pt x="0" y="201"/>
                  <a:pt x="0" y="434"/>
                </a:cubicBezTo>
                <a:lnTo>
                  <a:pt x="0" y="501"/>
                </a:lnTo>
                <a:cubicBezTo>
                  <a:pt x="0" y="268"/>
                  <a:pt x="201" y="101"/>
                  <a:pt x="434" y="101"/>
                </a:cubicBezTo>
                <a:lnTo>
                  <a:pt x="4437" y="101"/>
                </a:lnTo>
                <a:cubicBezTo>
                  <a:pt x="4637" y="101"/>
                  <a:pt x="4837" y="268"/>
                  <a:pt x="4837" y="501"/>
                </a:cubicBezTo>
                <a:lnTo>
                  <a:pt x="4837" y="434"/>
                </a:lnTo>
                <a:cubicBezTo>
                  <a:pt x="4837" y="201"/>
                  <a:pt x="4637" y="1"/>
                  <a:pt x="4437"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27"/>
          <p:cNvSpPr/>
          <p:nvPr/>
        </p:nvSpPr>
        <p:spPr>
          <a:xfrm>
            <a:off x="7663231" y="3204513"/>
            <a:ext cx="126852" cy="13136"/>
          </a:xfrm>
          <a:custGeom>
            <a:avLst/>
            <a:gdLst/>
            <a:ahLst/>
            <a:cxnLst/>
            <a:rect l="l" t="t" r="r" b="b"/>
            <a:pathLst>
              <a:path w="4838" h="501" extrusionOk="0">
                <a:moveTo>
                  <a:pt x="434" y="1"/>
                </a:moveTo>
                <a:cubicBezTo>
                  <a:pt x="201" y="1"/>
                  <a:pt x="0" y="167"/>
                  <a:pt x="0" y="401"/>
                </a:cubicBezTo>
                <a:lnTo>
                  <a:pt x="0" y="501"/>
                </a:lnTo>
                <a:cubicBezTo>
                  <a:pt x="0" y="267"/>
                  <a:pt x="201" y="67"/>
                  <a:pt x="434" y="67"/>
                </a:cubicBezTo>
                <a:lnTo>
                  <a:pt x="4437" y="67"/>
                </a:lnTo>
                <a:cubicBezTo>
                  <a:pt x="4637" y="67"/>
                  <a:pt x="4837" y="267"/>
                  <a:pt x="4837" y="501"/>
                </a:cubicBezTo>
                <a:lnTo>
                  <a:pt x="4837" y="401"/>
                </a:lnTo>
                <a:cubicBezTo>
                  <a:pt x="4837" y="167"/>
                  <a:pt x="4637" y="1"/>
                  <a:pt x="4437"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27"/>
          <p:cNvSpPr/>
          <p:nvPr/>
        </p:nvSpPr>
        <p:spPr>
          <a:xfrm>
            <a:off x="7663231" y="3061064"/>
            <a:ext cx="126852" cy="13162"/>
          </a:xfrm>
          <a:custGeom>
            <a:avLst/>
            <a:gdLst/>
            <a:ahLst/>
            <a:cxnLst/>
            <a:rect l="l" t="t" r="r" b="b"/>
            <a:pathLst>
              <a:path w="4838" h="502" extrusionOk="0">
                <a:moveTo>
                  <a:pt x="434" y="1"/>
                </a:moveTo>
                <a:cubicBezTo>
                  <a:pt x="201" y="1"/>
                  <a:pt x="0" y="201"/>
                  <a:pt x="0" y="435"/>
                </a:cubicBezTo>
                <a:lnTo>
                  <a:pt x="0" y="501"/>
                </a:lnTo>
                <a:cubicBezTo>
                  <a:pt x="0" y="268"/>
                  <a:pt x="201" y="101"/>
                  <a:pt x="434" y="101"/>
                </a:cubicBezTo>
                <a:lnTo>
                  <a:pt x="4437" y="101"/>
                </a:lnTo>
                <a:cubicBezTo>
                  <a:pt x="4637" y="101"/>
                  <a:pt x="4837" y="268"/>
                  <a:pt x="4837" y="501"/>
                </a:cubicBezTo>
                <a:lnTo>
                  <a:pt x="4837" y="435"/>
                </a:lnTo>
                <a:cubicBezTo>
                  <a:pt x="4837" y="201"/>
                  <a:pt x="4637" y="1"/>
                  <a:pt x="4437"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27"/>
          <p:cNvSpPr/>
          <p:nvPr/>
        </p:nvSpPr>
        <p:spPr>
          <a:xfrm>
            <a:off x="7663231" y="3360207"/>
            <a:ext cx="126852" cy="13136"/>
          </a:xfrm>
          <a:custGeom>
            <a:avLst/>
            <a:gdLst/>
            <a:ahLst/>
            <a:cxnLst/>
            <a:rect l="l" t="t" r="r" b="b"/>
            <a:pathLst>
              <a:path w="4838" h="501" extrusionOk="0">
                <a:moveTo>
                  <a:pt x="434" y="0"/>
                </a:moveTo>
                <a:cubicBezTo>
                  <a:pt x="201" y="0"/>
                  <a:pt x="0" y="167"/>
                  <a:pt x="0" y="400"/>
                </a:cubicBezTo>
                <a:lnTo>
                  <a:pt x="0" y="500"/>
                </a:lnTo>
                <a:cubicBezTo>
                  <a:pt x="0" y="267"/>
                  <a:pt x="201" y="67"/>
                  <a:pt x="434" y="67"/>
                </a:cubicBezTo>
                <a:lnTo>
                  <a:pt x="4437" y="67"/>
                </a:lnTo>
                <a:cubicBezTo>
                  <a:pt x="4637" y="67"/>
                  <a:pt x="4837" y="267"/>
                  <a:pt x="4837" y="500"/>
                </a:cubicBezTo>
                <a:lnTo>
                  <a:pt x="4837" y="400"/>
                </a:lnTo>
                <a:cubicBezTo>
                  <a:pt x="4837" y="167"/>
                  <a:pt x="4637" y="0"/>
                  <a:pt x="4437" y="0"/>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27"/>
          <p:cNvSpPr/>
          <p:nvPr/>
        </p:nvSpPr>
        <p:spPr>
          <a:xfrm>
            <a:off x="7663231" y="3671568"/>
            <a:ext cx="126852" cy="13136"/>
          </a:xfrm>
          <a:custGeom>
            <a:avLst/>
            <a:gdLst/>
            <a:ahLst/>
            <a:cxnLst/>
            <a:rect l="l" t="t" r="r" b="b"/>
            <a:pathLst>
              <a:path w="4838" h="501" extrusionOk="0">
                <a:moveTo>
                  <a:pt x="434" y="0"/>
                </a:moveTo>
                <a:cubicBezTo>
                  <a:pt x="201" y="0"/>
                  <a:pt x="0" y="167"/>
                  <a:pt x="0" y="401"/>
                </a:cubicBezTo>
                <a:lnTo>
                  <a:pt x="0" y="501"/>
                </a:lnTo>
                <a:cubicBezTo>
                  <a:pt x="0" y="267"/>
                  <a:pt x="201" y="67"/>
                  <a:pt x="434" y="67"/>
                </a:cubicBezTo>
                <a:lnTo>
                  <a:pt x="4437" y="67"/>
                </a:lnTo>
                <a:cubicBezTo>
                  <a:pt x="4637" y="67"/>
                  <a:pt x="4837" y="267"/>
                  <a:pt x="4837" y="501"/>
                </a:cubicBezTo>
                <a:lnTo>
                  <a:pt x="4837" y="401"/>
                </a:lnTo>
                <a:cubicBezTo>
                  <a:pt x="4837" y="167"/>
                  <a:pt x="4637" y="0"/>
                  <a:pt x="4437" y="0"/>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27"/>
          <p:cNvSpPr/>
          <p:nvPr/>
        </p:nvSpPr>
        <p:spPr>
          <a:xfrm>
            <a:off x="7663231" y="3515875"/>
            <a:ext cx="126852" cy="13162"/>
          </a:xfrm>
          <a:custGeom>
            <a:avLst/>
            <a:gdLst/>
            <a:ahLst/>
            <a:cxnLst/>
            <a:rect l="l" t="t" r="r" b="b"/>
            <a:pathLst>
              <a:path w="4838" h="502" extrusionOk="0">
                <a:moveTo>
                  <a:pt x="434" y="1"/>
                </a:moveTo>
                <a:cubicBezTo>
                  <a:pt x="201" y="1"/>
                  <a:pt x="0" y="168"/>
                  <a:pt x="0" y="401"/>
                </a:cubicBezTo>
                <a:lnTo>
                  <a:pt x="0" y="501"/>
                </a:lnTo>
                <a:cubicBezTo>
                  <a:pt x="0" y="268"/>
                  <a:pt x="201" y="67"/>
                  <a:pt x="434" y="67"/>
                </a:cubicBezTo>
                <a:lnTo>
                  <a:pt x="4437" y="67"/>
                </a:lnTo>
                <a:cubicBezTo>
                  <a:pt x="4637" y="67"/>
                  <a:pt x="4837" y="268"/>
                  <a:pt x="4837" y="501"/>
                </a:cubicBezTo>
                <a:lnTo>
                  <a:pt x="4837" y="401"/>
                </a:lnTo>
                <a:cubicBezTo>
                  <a:pt x="4837" y="168"/>
                  <a:pt x="4637" y="1"/>
                  <a:pt x="4437"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27"/>
          <p:cNvSpPr/>
          <p:nvPr/>
        </p:nvSpPr>
        <p:spPr>
          <a:xfrm>
            <a:off x="8006947" y="2967485"/>
            <a:ext cx="126852" cy="13162"/>
          </a:xfrm>
          <a:custGeom>
            <a:avLst/>
            <a:gdLst/>
            <a:ahLst/>
            <a:cxnLst/>
            <a:rect l="l" t="t" r="r" b="b"/>
            <a:pathLst>
              <a:path w="4838" h="502" extrusionOk="0">
                <a:moveTo>
                  <a:pt x="434" y="1"/>
                </a:moveTo>
                <a:cubicBezTo>
                  <a:pt x="201" y="1"/>
                  <a:pt x="1" y="201"/>
                  <a:pt x="1" y="434"/>
                </a:cubicBezTo>
                <a:lnTo>
                  <a:pt x="1" y="501"/>
                </a:lnTo>
                <a:cubicBezTo>
                  <a:pt x="1" y="268"/>
                  <a:pt x="201" y="101"/>
                  <a:pt x="434" y="101"/>
                </a:cubicBezTo>
                <a:lnTo>
                  <a:pt x="4437" y="101"/>
                </a:lnTo>
                <a:cubicBezTo>
                  <a:pt x="4671" y="101"/>
                  <a:pt x="4838" y="268"/>
                  <a:pt x="4838" y="501"/>
                </a:cubicBezTo>
                <a:lnTo>
                  <a:pt x="4838" y="434"/>
                </a:lnTo>
                <a:cubicBezTo>
                  <a:pt x="4838" y="201"/>
                  <a:pt x="4671" y="1"/>
                  <a:pt x="4437"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27"/>
          <p:cNvSpPr/>
          <p:nvPr/>
        </p:nvSpPr>
        <p:spPr>
          <a:xfrm>
            <a:off x="7835522" y="3515875"/>
            <a:ext cx="126852" cy="13162"/>
          </a:xfrm>
          <a:custGeom>
            <a:avLst/>
            <a:gdLst/>
            <a:ahLst/>
            <a:cxnLst/>
            <a:rect l="l" t="t" r="r" b="b"/>
            <a:pathLst>
              <a:path w="4838" h="502" extrusionOk="0">
                <a:moveTo>
                  <a:pt x="401" y="1"/>
                </a:moveTo>
                <a:cubicBezTo>
                  <a:pt x="168" y="1"/>
                  <a:pt x="1" y="168"/>
                  <a:pt x="1" y="401"/>
                </a:cubicBezTo>
                <a:lnTo>
                  <a:pt x="1" y="501"/>
                </a:lnTo>
                <a:cubicBezTo>
                  <a:pt x="1" y="268"/>
                  <a:pt x="168" y="67"/>
                  <a:pt x="401" y="67"/>
                </a:cubicBezTo>
                <a:lnTo>
                  <a:pt x="4404" y="67"/>
                </a:lnTo>
                <a:cubicBezTo>
                  <a:pt x="4637" y="67"/>
                  <a:pt x="4838" y="268"/>
                  <a:pt x="4838" y="501"/>
                </a:cubicBezTo>
                <a:lnTo>
                  <a:pt x="4838" y="401"/>
                </a:lnTo>
                <a:cubicBezTo>
                  <a:pt x="4838" y="168"/>
                  <a:pt x="4637" y="1"/>
                  <a:pt x="4404"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27"/>
          <p:cNvSpPr/>
          <p:nvPr/>
        </p:nvSpPr>
        <p:spPr>
          <a:xfrm>
            <a:off x="7491805" y="2967485"/>
            <a:ext cx="126852" cy="13162"/>
          </a:xfrm>
          <a:custGeom>
            <a:avLst/>
            <a:gdLst/>
            <a:ahLst/>
            <a:cxnLst/>
            <a:rect l="l" t="t" r="r" b="b"/>
            <a:pathLst>
              <a:path w="4838" h="502" extrusionOk="0">
                <a:moveTo>
                  <a:pt x="401" y="1"/>
                </a:moveTo>
                <a:cubicBezTo>
                  <a:pt x="167" y="1"/>
                  <a:pt x="0" y="201"/>
                  <a:pt x="0" y="434"/>
                </a:cubicBezTo>
                <a:lnTo>
                  <a:pt x="0" y="501"/>
                </a:lnTo>
                <a:cubicBezTo>
                  <a:pt x="0" y="268"/>
                  <a:pt x="167" y="101"/>
                  <a:pt x="401" y="101"/>
                </a:cubicBezTo>
                <a:lnTo>
                  <a:pt x="4404" y="101"/>
                </a:lnTo>
                <a:cubicBezTo>
                  <a:pt x="4637" y="101"/>
                  <a:pt x="4837" y="268"/>
                  <a:pt x="4837" y="501"/>
                </a:cubicBezTo>
                <a:lnTo>
                  <a:pt x="4837" y="434"/>
                </a:lnTo>
                <a:cubicBezTo>
                  <a:pt x="4837" y="201"/>
                  <a:pt x="4637" y="1"/>
                  <a:pt x="4404"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27"/>
          <p:cNvSpPr/>
          <p:nvPr/>
        </p:nvSpPr>
        <p:spPr>
          <a:xfrm>
            <a:off x="7835522" y="3204513"/>
            <a:ext cx="298279" cy="13136"/>
          </a:xfrm>
          <a:custGeom>
            <a:avLst/>
            <a:gdLst/>
            <a:ahLst/>
            <a:cxnLst/>
            <a:rect l="l" t="t" r="r" b="b"/>
            <a:pathLst>
              <a:path w="11376" h="501" extrusionOk="0">
                <a:moveTo>
                  <a:pt x="401" y="1"/>
                </a:moveTo>
                <a:cubicBezTo>
                  <a:pt x="168" y="1"/>
                  <a:pt x="1" y="167"/>
                  <a:pt x="1" y="401"/>
                </a:cubicBezTo>
                <a:lnTo>
                  <a:pt x="1" y="501"/>
                </a:lnTo>
                <a:cubicBezTo>
                  <a:pt x="1" y="267"/>
                  <a:pt x="168" y="67"/>
                  <a:pt x="401" y="67"/>
                </a:cubicBezTo>
                <a:lnTo>
                  <a:pt x="10975" y="67"/>
                </a:lnTo>
                <a:cubicBezTo>
                  <a:pt x="11209" y="67"/>
                  <a:pt x="11376" y="267"/>
                  <a:pt x="11376" y="501"/>
                </a:cubicBezTo>
                <a:lnTo>
                  <a:pt x="11376" y="401"/>
                </a:lnTo>
                <a:cubicBezTo>
                  <a:pt x="11376" y="167"/>
                  <a:pt x="11209" y="1"/>
                  <a:pt x="10975"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538;p27"/>
          <p:cNvSpPr/>
          <p:nvPr/>
        </p:nvSpPr>
        <p:spPr>
          <a:xfrm>
            <a:off x="7835522" y="3061064"/>
            <a:ext cx="298279" cy="13162"/>
          </a:xfrm>
          <a:custGeom>
            <a:avLst/>
            <a:gdLst/>
            <a:ahLst/>
            <a:cxnLst/>
            <a:rect l="l" t="t" r="r" b="b"/>
            <a:pathLst>
              <a:path w="11376" h="502" extrusionOk="0">
                <a:moveTo>
                  <a:pt x="401" y="1"/>
                </a:moveTo>
                <a:cubicBezTo>
                  <a:pt x="168" y="1"/>
                  <a:pt x="1" y="201"/>
                  <a:pt x="1" y="435"/>
                </a:cubicBezTo>
                <a:lnTo>
                  <a:pt x="1" y="501"/>
                </a:lnTo>
                <a:cubicBezTo>
                  <a:pt x="1" y="268"/>
                  <a:pt x="168" y="101"/>
                  <a:pt x="401" y="101"/>
                </a:cubicBezTo>
                <a:lnTo>
                  <a:pt x="10975" y="101"/>
                </a:lnTo>
                <a:cubicBezTo>
                  <a:pt x="11209" y="101"/>
                  <a:pt x="11376" y="268"/>
                  <a:pt x="11376" y="501"/>
                </a:cubicBezTo>
                <a:lnTo>
                  <a:pt x="11376" y="435"/>
                </a:lnTo>
                <a:cubicBezTo>
                  <a:pt x="11376" y="201"/>
                  <a:pt x="11209" y="1"/>
                  <a:pt x="10975"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27"/>
          <p:cNvSpPr/>
          <p:nvPr/>
        </p:nvSpPr>
        <p:spPr>
          <a:xfrm>
            <a:off x="8006947" y="3515875"/>
            <a:ext cx="126852" cy="13162"/>
          </a:xfrm>
          <a:custGeom>
            <a:avLst/>
            <a:gdLst/>
            <a:ahLst/>
            <a:cxnLst/>
            <a:rect l="l" t="t" r="r" b="b"/>
            <a:pathLst>
              <a:path w="4838" h="502" extrusionOk="0">
                <a:moveTo>
                  <a:pt x="434" y="1"/>
                </a:moveTo>
                <a:cubicBezTo>
                  <a:pt x="201" y="1"/>
                  <a:pt x="1" y="168"/>
                  <a:pt x="1" y="401"/>
                </a:cubicBezTo>
                <a:lnTo>
                  <a:pt x="1" y="501"/>
                </a:lnTo>
                <a:cubicBezTo>
                  <a:pt x="1" y="268"/>
                  <a:pt x="201" y="67"/>
                  <a:pt x="434" y="67"/>
                </a:cubicBezTo>
                <a:lnTo>
                  <a:pt x="4437" y="67"/>
                </a:lnTo>
                <a:cubicBezTo>
                  <a:pt x="4671" y="67"/>
                  <a:pt x="4838" y="268"/>
                  <a:pt x="4838" y="501"/>
                </a:cubicBezTo>
                <a:lnTo>
                  <a:pt x="4838" y="401"/>
                </a:lnTo>
                <a:cubicBezTo>
                  <a:pt x="4838" y="168"/>
                  <a:pt x="4671" y="1"/>
                  <a:pt x="4437"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27"/>
          <p:cNvSpPr/>
          <p:nvPr/>
        </p:nvSpPr>
        <p:spPr>
          <a:xfrm>
            <a:off x="7835522" y="3360207"/>
            <a:ext cx="126852" cy="13136"/>
          </a:xfrm>
          <a:custGeom>
            <a:avLst/>
            <a:gdLst/>
            <a:ahLst/>
            <a:cxnLst/>
            <a:rect l="l" t="t" r="r" b="b"/>
            <a:pathLst>
              <a:path w="4838" h="501" extrusionOk="0">
                <a:moveTo>
                  <a:pt x="401" y="0"/>
                </a:moveTo>
                <a:cubicBezTo>
                  <a:pt x="168" y="0"/>
                  <a:pt x="1" y="167"/>
                  <a:pt x="1" y="400"/>
                </a:cubicBezTo>
                <a:lnTo>
                  <a:pt x="1" y="500"/>
                </a:lnTo>
                <a:cubicBezTo>
                  <a:pt x="1" y="267"/>
                  <a:pt x="168" y="67"/>
                  <a:pt x="401" y="67"/>
                </a:cubicBezTo>
                <a:lnTo>
                  <a:pt x="4404" y="67"/>
                </a:lnTo>
                <a:cubicBezTo>
                  <a:pt x="4637" y="67"/>
                  <a:pt x="4838" y="267"/>
                  <a:pt x="4838" y="500"/>
                </a:cubicBezTo>
                <a:lnTo>
                  <a:pt x="4838" y="400"/>
                </a:lnTo>
                <a:cubicBezTo>
                  <a:pt x="4838" y="167"/>
                  <a:pt x="4637" y="0"/>
                  <a:pt x="4404" y="0"/>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27"/>
          <p:cNvSpPr/>
          <p:nvPr/>
        </p:nvSpPr>
        <p:spPr>
          <a:xfrm>
            <a:off x="8006947" y="3671568"/>
            <a:ext cx="126852" cy="13136"/>
          </a:xfrm>
          <a:custGeom>
            <a:avLst/>
            <a:gdLst/>
            <a:ahLst/>
            <a:cxnLst/>
            <a:rect l="l" t="t" r="r" b="b"/>
            <a:pathLst>
              <a:path w="4838" h="501" extrusionOk="0">
                <a:moveTo>
                  <a:pt x="434" y="0"/>
                </a:moveTo>
                <a:cubicBezTo>
                  <a:pt x="201" y="0"/>
                  <a:pt x="1" y="167"/>
                  <a:pt x="1" y="401"/>
                </a:cubicBezTo>
                <a:lnTo>
                  <a:pt x="1" y="501"/>
                </a:lnTo>
                <a:cubicBezTo>
                  <a:pt x="1" y="267"/>
                  <a:pt x="201" y="67"/>
                  <a:pt x="434" y="67"/>
                </a:cubicBezTo>
                <a:lnTo>
                  <a:pt x="4437" y="67"/>
                </a:lnTo>
                <a:cubicBezTo>
                  <a:pt x="4671" y="67"/>
                  <a:pt x="4838" y="267"/>
                  <a:pt x="4838" y="501"/>
                </a:cubicBezTo>
                <a:lnTo>
                  <a:pt x="4838" y="401"/>
                </a:lnTo>
                <a:cubicBezTo>
                  <a:pt x="4838" y="167"/>
                  <a:pt x="4671" y="0"/>
                  <a:pt x="4437" y="0"/>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27"/>
          <p:cNvSpPr/>
          <p:nvPr/>
        </p:nvSpPr>
        <p:spPr>
          <a:xfrm>
            <a:off x="7491805" y="3360207"/>
            <a:ext cx="126852" cy="13136"/>
          </a:xfrm>
          <a:custGeom>
            <a:avLst/>
            <a:gdLst/>
            <a:ahLst/>
            <a:cxnLst/>
            <a:rect l="l" t="t" r="r" b="b"/>
            <a:pathLst>
              <a:path w="4838" h="501" extrusionOk="0">
                <a:moveTo>
                  <a:pt x="401" y="0"/>
                </a:moveTo>
                <a:cubicBezTo>
                  <a:pt x="167" y="0"/>
                  <a:pt x="0" y="167"/>
                  <a:pt x="0" y="400"/>
                </a:cubicBezTo>
                <a:lnTo>
                  <a:pt x="0" y="500"/>
                </a:lnTo>
                <a:cubicBezTo>
                  <a:pt x="0" y="267"/>
                  <a:pt x="167" y="67"/>
                  <a:pt x="401" y="67"/>
                </a:cubicBezTo>
                <a:lnTo>
                  <a:pt x="4404" y="67"/>
                </a:lnTo>
                <a:cubicBezTo>
                  <a:pt x="4637" y="67"/>
                  <a:pt x="4837" y="267"/>
                  <a:pt x="4837" y="500"/>
                </a:cubicBezTo>
                <a:lnTo>
                  <a:pt x="4837" y="400"/>
                </a:lnTo>
                <a:cubicBezTo>
                  <a:pt x="4837" y="167"/>
                  <a:pt x="4637" y="0"/>
                  <a:pt x="4404" y="0"/>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543;p27"/>
          <p:cNvSpPr/>
          <p:nvPr/>
        </p:nvSpPr>
        <p:spPr>
          <a:xfrm>
            <a:off x="7491805" y="3515875"/>
            <a:ext cx="126852" cy="13162"/>
          </a:xfrm>
          <a:custGeom>
            <a:avLst/>
            <a:gdLst/>
            <a:ahLst/>
            <a:cxnLst/>
            <a:rect l="l" t="t" r="r" b="b"/>
            <a:pathLst>
              <a:path w="4838" h="502" extrusionOk="0">
                <a:moveTo>
                  <a:pt x="401" y="1"/>
                </a:moveTo>
                <a:cubicBezTo>
                  <a:pt x="167" y="1"/>
                  <a:pt x="0" y="168"/>
                  <a:pt x="0" y="401"/>
                </a:cubicBezTo>
                <a:lnTo>
                  <a:pt x="0" y="501"/>
                </a:lnTo>
                <a:cubicBezTo>
                  <a:pt x="0" y="268"/>
                  <a:pt x="167" y="67"/>
                  <a:pt x="401" y="67"/>
                </a:cubicBezTo>
                <a:lnTo>
                  <a:pt x="4404" y="67"/>
                </a:lnTo>
                <a:cubicBezTo>
                  <a:pt x="4637" y="67"/>
                  <a:pt x="4837" y="268"/>
                  <a:pt x="4837" y="501"/>
                </a:cubicBezTo>
                <a:lnTo>
                  <a:pt x="4837" y="401"/>
                </a:lnTo>
                <a:cubicBezTo>
                  <a:pt x="4837" y="168"/>
                  <a:pt x="4637" y="1"/>
                  <a:pt x="4404"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27"/>
          <p:cNvSpPr/>
          <p:nvPr/>
        </p:nvSpPr>
        <p:spPr>
          <a:xfrm>
            <a:off x="7491805" y="3061064"/>
            <a:ext cx="126852" cy="13162"/>
          </a:xfrm>
          <a:custGeom>
            <a:avLst/>
            <a:gdLst/>
            <a:ahLst/>
            <a:cxnLst/>
            <a:rect l="l" t="t" r="r" b="b"/>
            <a:pathLst>
              <a:path w="4838" h="502" extrusionOk="0">
                <a:moveTo>
                  <a:pt x="401" y="1"/>
                </a:moveTo>
                <a:cubicBezTo>
                  <a:pt x="167" y="1"/>
                  <a:pt x="0" y="201"/>
                  <a:pt x="0" y="435"/>
                </a:cubicBezTo>
                <a:lnTo>
                  <a:pt x="0" y="501"/>
                </a:lnTo>
                <a:cubicBezTo>
                  <a:pt x="0" y="268"/>
                  <a:pt x="167" y="101"/>
                  <a:pt x="401" y="101"/>
                </a:cubicBezTo>
                <a:lnTo>
                  <a:pt x="4404" y="101"/>
                </a:lnTo>
                <a:cubicBezTo>
                  <a:pt x="4637" y="101"/>
                  <a:pt x="4837" y="268"/>
                  <a:pt x="4837" y="501"/>
                </a:cubicBezTo>
                <a:lnTo>
                  <a:pt x="4837" y="435"/>
                </a:lnTo>
                <a:cubicBezTo>
                  <a:pt x="4837" y="201"/>
                  <a:pt x="4637" y="1"/>
                  <a:pt x="4404"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27"/>
          <p:cNvSpPr/>
          <p:nvPr/>
        </p:nvSpPr>
        <p:spPr>
          <a:xfrm>
            <a:off x="7491805" y="3204513"/>
            <a:ext cx="126852" cy="13136"/>
          </a:xfrm>
          <a:custGeom>
            <a:avLst/>
            <a:gdLst/>
            <a:ahLst/>
            <a:cxnLst/>
            <a:rect l="l" t="t" r="r" b="b"/>
            <a:pathLst>
              <a:path w="4838" h="501" extrusionOk="0">
                <a:moveTo>
                  <a:pt x="401" y="1"/>
                </a:moveTo>
                <a:cubicBezTo>
                  <a:pt x="167" y="1"/>
                  <a:pt x="0" y="167"/>
                  <a:pt x="0" y="401"/>
                </a:cubicBezTo>
                <a:lnTo>
                  <a:pt x="0" y="501"/>
                </a:lnTo>
                <a:cubicBezTo>
                  <a:pt x="0" y="267"/>
                  <a:pt x="167" y="67"/>
                  <a:pt x="401" y="67"/>
                </a:cubicBezTo>
                <a:lnTo>
                  <a:pt x="4404" y="67"/>
                </a:lnTo>
                <a:cubicBezTo>
                  <a:pt x="4637" y="67"/>
                  <a:pt x="4837" y="267"/>
                  <a:pt x="4837" y="501"/>
                </a:cubicBezTo>
                <a:lnTo>
                  <a:pt x="4837" y="401"/>
                </a:lnTo>
                <a:cubicBezTo>
                  <a:pt x="4837" y="167"/>
                  <a:pt x="4637" y="1"/>
                  <a:pt x="4404" y="1"/>
                </a:cubicBezTo>
                <a:close/>
              </a:path>
            </a:pathLst>
          </a:custGeom>
          <a:solidFill>
            <a:srgbClr val="003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27"/>
          <p:cNvSpPr/>
          <p:nvPr/>
        </p:nvSpPr>
        <p:spPr>
          <a:xfrm>
            <a:off x="8173129" y="2827549"/>
            <a:ext cx="91875" cy="47248"/>
          </a:xfrm>
          <a:custGeom>
            <a:avLst/>
            <a:gdLst/>
            <a:ahLst/>
            <a:cxnLst/>
            <a:rect l="l" t="t" r="r" b="b"/>
            <a:pathLst>
              <a:path w="3504" h="1802" extrusionOk="0">
                <a:moveTo>
                  <a:pt x="1" y="1"/>
                </a:moveTo>
                <a:cubicBezTo>
                  <a:pt x="1" y="1"/>
                  <a:pt x="1" y="34"/>
                  <a:pt x="1" y="34"/>
                </a:cubicBezTo>
                <a:cubicBezTo>
                  <a:pt x="1" y="1001"/>
                  <a:pt x="768" y="1802"/>
                  <a:pt x="1735" y="1802"/>
                </a:cubicBezTo>
                <a:cubicBezTo>
                  <a:pt x="2703" y="1802"/>
                  <a:pt x="3503" y="1001"/>
                  <a:pt x="3503" y="34"/>
                </a:cubicBezTo>
                <a:cubicBezTo>
                  <a:pt x="3503" y="34"/>
                  <a:pt x="3503" y="34"/>
                  <a:pt x="3503" y="1"/>
                </a:cubicBezTo>
                <a:cubicBezTo>
                  <a:pt x="3503" y="968"/>
                  <a:pt x="2703" y="1735"/>
                  <a:pt x="1735" y="1735"/>
                </a:cubicBezTo>
                <a:cubicBezTo>
                  <a:pt x="768" y="1735"/>
                  <a:pt x="1" y="968"/>
                  <a:pt x="1" y="1"/>
                </a:cubicBezTo>
                <a:close/>
              </a:path>
            </a:pathLst>
          </a:custGeom>
          <a:solidFill>
            <a:srgbClr val="E0F3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27"/>
          <p:cNvSpPr/>
          <p:nvPr/>
        </p:nvSpPr>
        <p:spPr>
          <a:xfrm>
            <a:off x="5646147" y="2701671"/>
            <a:ext cx="68916" cy="31575"/>
          </a:xfrm>
          <a:custGeom>
            <a:avLst/>
            <a:gdLst/>
            <a:ahLst/>
            <a:cxnLst/>
            <a:rect l="l" t="t" r="r" b="b"/>
            <a:pathLst>
              <a:path w="2259" h="1035" extrusionOk="0">
                <a:moveTo>
                  <a:pt x="125" y="899"/>
                </a:moveTo>
                <a:lnTo>
                  <a:pt x="125" y="899"/>
                </a:lnTo>
                <a:cubicBezTo>
                  <a:pt x="132" y="943"/>
                  <a:pt x="142" y="989"/>
                  <a:pt x="157" y="1035"/>
                </a:cubicBezTo>
                <a:cubicBezTo>
                  <a:pt x="157" y="1001"/>
                  <a:pt x="157" y="1001"/>
                  <a:pt x="157" y="1001"/>
                </a:cubicBezTo>
                <a:cubicBezTo>
                  <a:pt x="144" y="967"/>
                  <a:pt x="133" y="933"/>
                  <a:pt x="125" y="899"/>
                </a:cubicBezTo>
                <a:close/>
                <a:moveTo>
                  <a:pt x="891" y="1"/>
                </a:moveTo>
                <a:cubicBezTo>
                  <a:pt x="329" y="1"/>
                  <a:pt x="1" y="409"/>
                  <a:pt x="125" y="899"/>
                </a:cubicBezTo>
                <a:lnTo>
                  <a:pt x="125" y="899"/>
                </a:lnTo>
                <a:cubicBezTo>
                  <a:pt x="49" y="429"/>
                  <a:pt x="373" y="67"/>
                  <a:pt x="891" y="67"/>
                </a:cubicBezTo>
                <a:cubicBezTo>
                  <a:pt x="1491" y="67"/>
                  <a:pt x="2091" y="501"/>
                  <a:pt x="2258" y="1035"/>
                </a:cubicBezTo>
                <a:cubicBezTo>
                  <a:pt x="2258" y="1001"/>
                  <a:pt x="2258" y="1001"/>
                  <a:pt x="2258" y="1001"/>
                </a:cubicBezTo>
                <a:cubicBezTo>
                  <a:pt x="2091" y="468"/>
                  <a:pt x="1458" y="1"/>
                  <a:pt x="891" y="1"/>
                </a:cubicBezTo>
                <a:close/>
              </a:path>
            </a:pathLst>
          </a:custGeom>
          <a:solidFill>
            <a:srgbClr val="FFFF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27"/>
          <p:cNvSpPr/>
          <p:nvPr/>
        </p:nvSpPr>
        <p:spPr>
          <a:xfrm>
            <a:off x="5764205" y="2701671"/>
            <a:ext cx="68886" cy="31575"/>
          </a:xfrm>
          <a:custGeom>
            <a:avLst/>
            <a:gdLst/>
            <a:ahLst/>
            <a:cxnLst/>
            <a:rect l="l" t="t" r="r" b="b"/>
            <a:pathLst>
              <a:path w="2258" h="1035" extrusionOk="0">
                <a:moveTo>
                  <a:pt x="124" y="899"/>
                </a:moveTo>
                <a:cubicBezTo>
                  <a:pt x="131" y="943"/>
                  <a:pt x="142" y="989"/>
                  <a:pt x="156" y="1035"/>
                </a:cubicBezTo>
                <a:cubicBezTo>
                  <a:pt x="156" y="1001"/>
                  <a:pt x="156" y="1001"/>
                  <a:pt x="156" y="1001"/>
                </a:cubicBezTo>
                <a:cubicBezTo>
                  <a:pt x="143" y="967"/>
                  <a:pt x="133" y="933"/>
                  <a:pt x="124" y="899"/>
                </a:cubicBezTo>
                <a:close/>
                <a:moveTo>
                  <a:pt x="890" y="1"/>
                </a:moveTo>
                <a:cubicBezTo>
                  <a:pt x="328" y="1"/>
                  <a:pt x="0" y="409"/>
                  <a:pt x="124" y="899"/>
                </a:cubicBezTo>
                <a:lnTo>
                  <a:pt x="124" y="899"/>
                </a:lnTo>
                <a:cubicBezTo>
                  <a:pt x="49" y="429"/>
                  <a:pt x="372" y="67"/>
                  <a:pt x="890" y="67"/>
                </a:cubicBezTo>
                <a:cubicBezTo>
                  <a:pt x="1490" y="67"/>
                  <a:pt x="2091" y="501"/>
                  <a:pt x="2258" y="1035"/>
                </a:cubicBezTo>
                <a:cubicBezTo>
                  <a:pt x="2258" y="1001"/>
                  <a:pt x="2258" y="1001"/>
                  <a:pt x="2258" y="1001"/>
                </a:cubicBezTo>
                <a:cubicBezTo>
                  <a:pt x="2091" y="468"/>
                  <a:pt x="1457" y="1"/>
                  <a:pt x="890" y="1"/>
                </a:cubicBezTo>
                <a:close/>
              </a:path>
            </a:pathLst>
          </a:custGeom>
          <a:solidFill>
            <a:srgbClr val="FF52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27"/>
          <p:cNvSpPr/>
          <p:nvPr/>
        </p:nvSpPr>
        <p:spPr>
          <a:xfrm>
            <a:off x="5882232" y="2701671"/>
            <a:ext cx="68916" cy="31575"/>
          </a:xfrm>
          <a:custGeom>
            <a:avLst/>
            <a:gdLst/>
            <a:ahLst/>
            <a:cxnLst/>
            <a:rect l="l" t="t" r="r" b="b"/>
            <a:pathLst>
              <a:path w="2259" h="1035" extrusionOk="0">
                <a:moveTo>
                  <a:pt x="124" y="899"/>
                </a:moveTo>
                <a:cubicBezTo>
                  <a:pt x="131" y="943"/>
                  <a:pt x="142" y="989"/>
                  <a:pt x="157" y="1035"/>
                </a:cubicBezTo>
                <a:cubicBezTo>
                  <a:pt x="157" y="1001"/>
                  <a:pt x="157" y="1001"/>
                  <a:pt x="157" y="1001"/>
                </a:cubicBezTo>
                <a:cubicBezTo>
                  <a:pt x="144" y="967"/>
                  <a:pt x="133" y="933"/>
                  <a:pt x="124" y="899"/>
                </a:cubicBezTo>
                <a:close/>
                <a:moveTo>
                  <a:pt x="890" y="1"/>
                </a:moveTo>
                <a:cubicBezTo>
                  <a:pt x="329" y="1"/>
                  <a:pt x="1" y="409"/>
                  <a:pt x="124" y="899"/>
                </a:cubicBezTo>
                <a:lnTo>
                  <a:pt x="124" y="899"/>
                </a:lnTo>
                <a:cubicBezTo>
                  <a:pt x="49" y="429"/>
                  <a:pt x="372" y="67"/>
                  <a:pt x="890" y="67"/>
                </a:cubicBezTo>
                <a:cubicBezTo>
                  <a:pt x="1491" y="67"/>
                  <a:pt x="2091" y="501"/>
                  <a:pt x="2258" y="1035"/>
                </a:cubicBezTo>
                <a:cubicBezTo>
                  <a:pt x="2258" y="1001"/>
                  <a:pt x="2258" y="1001"/>
                  <a:pt x="2258" y="1001"/>
                </a:cubicBezTo>
                <a:cubicBezTo>
                  <a:pt x="2091" y="468"/>
                  <a:pt x="1491" y="1"/>
                  <a:pt x="890" y="1"/>
                </a:cubicBezTo>
                <a:close/>
              </a:path>
            </a:pathLst>
          </a:custGeom>
          <a:solidFill>
            <a:srgbClr val="45FF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27"/>
          <p:cNvSpPr/>
          <p:nvPr/>
        </p:nvSpPr>
        <p:spPr>
          <a:xfrm>
            <a:off x="7158576" y="2327273"/>
            <a:ext cx="26" cy="52492"/>
          </a:xfrm>
          <a:custGeom>
            <a:avLst/>
            <a:gdLst/>
            <a:ahLst/>
            <a:cxnLst/>
            <a:rect l="l" t="t" r="r" b="b"/>
            <a:pathLst>
              <a:path w="1" h="2002" extrusionOk="0">
                <a:moveTo>
                  <a:pt x="0" y="2002"/>
                </a:moveTo>
                <a:lnTo>
                  <a:pt x="0" y="0"/>
                </a:lnTo>
              </a:path>
            </a:pathLst>
          </a:custGeom>
          <a:solidFill>
            <a:srgbClr val="1FFF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27"/>
          <p:cNvSpPr/>
          <p:nvPr/>
        </p:nvSpPr>
        <p:spPr>
          <a:xfrm>
            <a:off x="7807545" y="2334545"/>
            <a:ext cx="107607" cy="32408"/>
          </a:xfrm>
          <a:custGeom>
            <a:avLst/>
            <a:gdLst/>
            <a:ahLst/>
            <a:cxnLst/>
            <a:rect l="l" t="t" r="r" b="b"/>
            <a:pathLst>
              <a:path w="4104" h="1236" extrusionOk="0">
                <a:moveTo>
                  <a:pt x="634" y="1"/>
                </a:moveTo>
                <a:cubicBezTo>
                  <a:pt x="301" y="1"/>
                  <a:pt x="0" y="268"/>
                  <a:pt x="0" y="601"/>
                </a:cubicBezTo>
                <a:cubicBezTo>
                  <a:pt x="0" y="968"/>
                  <a:pt x="301" y="1235"/>
                  <a:pt x="634" y="1235"/>
                </a:cubicBezTo>
                <a:lnTo>
                  <a:pt x="3470" y="1235"/>
                </a:lnTo>
                <a:cubicBezTo>
                  <a:pt x="3803" y="1235"/>
                  <a:pt x="4103" y="968"/>
                  <a:pt x="4103" y="601"/>
                </a:cubicBezTo>
                <a:cubicBezTo>
                  <a:pt x="4103" y="268"/>
                  <a:pt x="3803" y="1"/>
                  <a:pt x="3470" y="1"/>
                </a:cubicBezTo>
                <a:close/>
              </a:path>
            </a:pathLst>
          </a:custGeom>
          <a:solidFill>
            <a:srgbClr val="FF3E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27"/>
          <p:cNvSpPr/>
          <p:nvPr/>
        </p:nvSpPr>
        <p:spPr>
          <a:xfrm>
            <a:off x="7935236" y="2334545"/>
            <a:ext cx="107607" cy="32408"/>
          </a:xfrm>
          <a:custGeom>
            <a:avLst/>
            <a:gdLst/>
            <a:ahLst/>
            <a:cxnLst/>
            <a:rect l="l" t="t" r="r" b="b"/>
            <a:pathLst>
              <a:path w="4104" h="1236" extrusionOk="0">
                <a:moveTo>
                  <a:pt x="634" y="1"/>
                </a:moveTo>
                <a:cubicBezTo>
                  <a:pt x="301" y="1"/>
                  <a:pt x="1" y="268"/>
                  <a:pt x="1" y="601"/>
                </a:cubicBezTo>
                <a:cubicBezTo>
                  <a:pt x="1" y="968"/>
                  <a:pt x="301" y="1235"/>
                  <a:pt x="634" y="1235"/>
                </a:cubicBezTo>
                <a:lnTo>
                  <a:pt x="3470" y="1235"/>
                </a:lnTo>
                <a:cubicBezTo>
                  <a:pt x="3803" y="1235"/>
                  <a:pt x="4103" y="968"/>
                  <a:pt x="4103" y="601"/>
                </a:cubicBezTo>
                <a:cubicBezTo>
                  <a:pt x="4103" y="268"/>
                  <a:pt x="3803" y="1"/>
                  <a:pt x="3470" y="1"/>
                </a:cubicBezTo>
                <a:close/>
              </a:path>
            </a:pathLst>
          </a:custGeom>
          <a:solidFill>
            <a:srgbClr val="FF3E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27"/>
          <p:cNvSpPr/>
          <p:nvPr/>
        </p:nvSpPr>
        <p:spPr>
          <a:xfrm>
            <a:off x="7646607" y="2523460"/>
            <a:ext cx="697111" cy="32408"/>
          </a:xfrm>
          <a:custGeom>
            <a:avLst/>
            <a:gdLst/>
            <a:ahLst/>
            <a:cxnLst/>
            <a:rect l="l" t="t" r="r" b="b"/>
            <a:pathLst>
              <a:path w="26587" h="1236" extrusionOk="0">
                <a:moveTo>
                  <a:pt x="634" y="1"/>
                </a:moveTo>
                <a:cubicBezTo>
                  <a:pt x="301" y="1"/>
                  <a:pt x="1" y="268"/>
                  <a:pt x="1" y="601"/>
                </a:cubicBezTo>
                <a:cubicBezTo>
                  <a:pt x="1" y="968"/>
                  <a:pt x="301" y="1235"/>
                  <a:pt x="634" y="1235"/>
                </a:cubicBezTo>
                <a:lnTo>
                  <a:pt x="25953" y="1235"/>
                </a:lnTo>
                <a:cubicBezTo>
                  <a:pt x="26286" y="1235"/>
                  <a:pt x="26586" y="968"/>
                  <a:pt x="26586" y="601"/>
                </a:cubicBezTo>
                <a:cubicBezTo>
                  <a:pt x="26586" y="268"/>
                  <a:pt x="26286" y="1"/>
                  <a:pt x="25953" y="1"/>
                </a:cubicBezTo>
                <a:close/>
              </a:path>
            </a:pathLst>
          </a:custGeom>
          <a:solidFill>
            <a:srgbClr val="FFC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27"/>
          <p:cNvSpPr/>
          <p:nvPr/>
        </p:nvSpPr>
        <p:spPr>
          <a:xfrm>
            <a:off x="8170507" y="2589954"/>
            <a:ext cx="136475" cy="33247"/>
          </a:xfrm>
          <a:custGeom>
            <a:avLst/>
            <a:gdLst/>
            <a:ahLst/>
            <a:cxnLst/>
            <a:rect l="l" t="t" r="r" b="b"/>
            <a:pathLst>
              <a:path w="5205" h="1268" extrusionOk="0">
                <a:moveTo>
                  <a:pt x="634" y="0"/>
                </a:moveTo>
                <a:cubicBezTo>
                  <a:pt x="267" y="0"/>
                  <a:pt x="1" y="300"/>
                  <a:pt x="1" y="634"/>
                </a:cubicBezTo>
                <a:cubicBezTo>
                  <a:pt x="1" y="1001"/>
                  <a:pt x="267" y="1268"/>
                  <a:pt x="634" y="1268"/>
                </a:cubicBezTo>
                <a:lnTo>
                  <a:pt x="4571" y="1268"/>
                </a:lnTo>
                <a:cubicBezTo>
                  <a:pt x="4937" y="1268"/>
                  <a:pt x="5204" y="1001"/>
                  <a:pt x="5204" y="634"/>
                </a:cubicBezTo>
                <a:cubicBezTo>
                  <a:pt x="5204" y="300"/>
                  <a:pt x="4937" y="0"/>
                  <a:pt x="4571" y="0"/>
                </a:cubicBezTo>
                <a:close/>
              </a:path>
            </a:pathLst>
          </a:custGeom>
          <a:solidFill>
            <a:srgbClr val="FFC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27"/>
          <p:cNvSpPr/>
          <p:nvPr/>
        </p:nvSpPr>
        <p:spPr>
          <a:xfrm>
            <a:off x="8027084" y="2589954"/>
            <a:ext cx="123339" cy="33247"/>
          </a:xfrm>
          <a:custGeom>
            <a:avLst/>
            <a:gdLst/>
            <a:ahLst/>
            <a:cxnLst/>
            <a:rect l="l" t="t" r="r" b="b"/>
            <a:pathLst>
              <a:path w="4704" h="1268" extrusionOk="0">
                <a:moveTo>
                  <a:pt x="634" y="0"/>
                </a:moveTo>
                <a:cubicBezTo>
                  <a:pt x="300" y="0"/>
                  <a:pt x="0" y="300"/>
                  <a:pt x="0" y="634"/>
                </a:cubicBezTo>
                <a:cubicBezTo>
                  <a:pt x="0" y="1001"/>
                  <a:pt x="300" y="1268"/>
                  <a:pt x="634" y="1268"/>
                </a:cubicBezTo>
                <a:lnTo>
                  <a:pt x="4070" y="1268"/>
                </a:lnTo>
                <a:cubicBezTo>
                  <a:pt x="4437" y="1268"/>
                  <a:pt x="4703" y="1001"/>
                  <a:pt x="4703" y="634"/>
                </a:cubicBezTo>
                <a:cubicBezTo>
                  <a:pt x="4703" y="300"/>
                  <a:pt x="4403" y="0"/>
                  <a:pt x="4070" y="0"/>
                </a:cubicBezTo>
                <a:close/>
              </a:path>
            </a:pathLst>
          </a:custGeom>
          <a:solidFill>
            <a:srgbClr val="FFC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27"/>
          <p:cNvSpPr/>
          <p:nvPr/>
        </p:nvSpPr>
        <p:spPr>
          <a:xfrm>
            <a:off x="740504" y="749936"/>
            <a:ext cx="5643723" cy="1002361"/>
          </a:xfrm>
          <a:custGeom>
            <a:avLst/>
            <a:gdLst/>
            <a:ahLst/>
            <a:cxnLst/>
            <a:rect l="l" t="t" r="r" b="b"/>
            <a:pathLst>
              <a:path w="86029" h="9008" extrusionOk="0">
                <a:moveTo>
                  <a:pt x="2436" y="1"/>
                </a:moveTo>
                <a:cubicBezTo>
                  <a:pt x="1102" y="1"/>
                  <a:pt x="1" y="1068"/>
                  <a:pt x="1" y="2436"/>
                </a:cubicBezTo>
                <a:lnTo>
                  <a:pt x="1" y="9007"/>
                </a:lnTo>
                <a:lnTo>
                  <a:pt x="86029" y="9007"/>
                </a:lnTo>
                <a:lnTo>
                  <a:pt x="86029" y="2436"/>
                </a:lnTo>
                <a:cubicBezTo>
                  <a:pt x="86029" y="1102"/>
                  <a:pt x="84928" y="1"/>
                  <a:pt x="83594" y="1"/>
                </a:cubicBezTo>
                <a:close/>
              </a:path>
            </a:pathLst>
          </a:custGeom>
          <a:solidFill>
            <a:schemeClr val="accent4"/>
          </a:solidFill>
          <a:ln>
            <a:noFill/>
          </a:ln>
        </p:spPr>
        <p:txBody>
          <a:bodyPr spcFirstLastPara="1" wrap="square" lIns="91425" tIns="91425" rIns="91425" bIns="91425" anchor="ctr" anchorCtr="0">
            <a:noAutofit/>
          </a:bodyPr>
          <a:lstStyle/>
          <a:p>
            <a:pPr algn="ctr"/>
            <a:r>
              <a:rPr lang="fr-FR" b="1" dirty="0"/>
              <a:t>PLAN DE CONTINUIT</a:t>
            </a:r>
            <a:r>
              <a:rPr lang="fr-FR" b="1" dirty="0">
                <a:latin typeface="+mj-lt"/>
                <a:cs typeface="Times New Roman" panose="02020603050405020304" pitchFamily="18" charset="0"/>
              </a:rPr>
              <a:t>É</a:t>
            </a:r>
            <a:r>
              <a:rPr lang="fr-FR" b="1" dirty="0"/>
              <a:t> D’ACTIVIT</a:t>
            </a:r>
            <a:r>
              <a:rPr lang="fr-FR" b="1" dirty="0">
                <a:latin typeface="+mj-lt"/>
                <a:cs typeface="Times New Roman" panose="02020603050405020304" pitchFamily="18" charset="0"/>
              </a:rPr>
              <a:t>É</a:t>
            </a:r>
            <a:r>
              <a:rPr lang="fr-FR" b="1" dirty="0">
                <a:latin typeface="Times New Roman" panose="02020603050405020304" pitchFamily="18" charset="0"/>
                <a:cs typeface="Times New Roman" panose="02020603050405020304" pitchFamily="18" charset="0"/>
              </a:rPr>
              <a:t> </a:t>
            </a:r>
            <a:r>
              <a:rPr lang="fr-FR" b="1" dirty="0">
                <a:latin typeface="+mj-lt"/>
                <a:cs typeface="Times New Roman" panose="02020603050405020304" pitchFamily="18" charset="0"/>
              </a:rPr>
              <a:t>(PCA) </a:t>
            </a:r>
            <a:r>
              <a:rPr lang="fr-FR" b="1" dirty="0">
                <a:latin typeface="+mj-lt"/>
              </a:rPr>
              <a:t> </a:t>
            </a:r>
            <a:r>
              <a:rPr lang="fr-FR" b="1" dirty="0"/>
              <a:t>ET PLAN DE REPRISE D’ACTIVIT</a:t>
            </a:r>
            <a:r>
              <a:rPr lang="fr-FR" b="1" dirty="0">
                <a:latin typeface="+mj-lt"/>
                <a:cs typeface="Times New Roman" panose="02020603050405020304" pitchFamily="18" charset="0"/>
              </a:rPr>
              <a:t>É</a:t>
            </a:r>
            <a:r>
              <a:rPr lang="fr-FR" b="1" dirty="0"/>
              <a:t> (PRA)</a:t>
            </a:r>
          </a:p>
        </p:txBody>
      </p:sp>
      <p:sp>
        <p:nvSpPr>
          <p:cNvPr id="567" name="Google Shape;567;p27"/>
          <p:cNvSpPr/>
          <p:nvPr/>
        </p:nvSpPr>
        <p:spPr>
          <a:xfrm>
            <a:off x="5521684" y="1588419"/>
            <a:ext cx="32582" cy="32613"/>
          </a:xfrm>
          <a:custGeom>
            <a:avLst/>
            <a:gdLst/>
            <a:ahLst/>
            <a:cxnLst/>
            <a:rect l="l" t="t" r="r" b="b"/>
            <a:pathLst>
              <a:path w="1068" h="1069" extrusionOk="0">
                <a:moveTo>
                  <a:pt x="534" y="1"/>
                </a:moveTo>
                <a:cubicBezTo>
                  <a:pt x="267" y="1"/>
                  <a:pt x="0" y="234"/>
                  <a:pt x="0" y="535"/>
                </a:cubicBezTo>
                <a:cubicBezTo>
                  <a:pt x="0" y="802"/>
                  <a:pt x="267" y="1068"/>
                  <a:pt x="534" y="1068"/>
                </a:cubicBezTo>
                <a:cubicBezTo>
                  <a:pt x="834" y="1068"/>
                  <a:pt x="1068" y="802"/>
                  <a:pt x="1068" y="535"/>
                </a:cubicBezTo>
                <a:cubicBezTo>
                  <a:pt x="1068" y="234"/>
                  <a:pt x="834" y="1"/>
                  <a:pt x="534" y="1"/>
                </a:cubicBezTo>
                <a:close/>
              </a:path>
            </a:pathLst>
          </a:custGeom>
          <a:solidFill>
            <a:srgbClr val="12D7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 name="Google Shape;570;p27"/>
          <p:cNvSpPr/>
          <p:nvPr/>
        </p:nvSpPr>
        <p:spPr>
          <a:xfrm>
            <a:off x="7038920" y="1721730"/>
            <a:ext cx="134355" cy="31"/>
          </a:xfrm>
          <a:custGeom>
            <a:avLst/>
            <a:gdLst/>
            <a:ahLst/>
            <a:cxnLst/>
            <a:rect l="l" t="t" r="r" b="b"/>
            <a:pathLst>
              <a:path w="4404" h="1" fill="none" extrusionOk="0">
                <a:moveTo>
                  <a:pt x="0" y="1"/>
                </a:moveTo>
                <a:lnTo>
                  <a:pt x="4403" y="1"/>
                </a:lnTo>
              </a:path>
            </a:pathLst>
          </a:custGeom>
          <a:noFill/>
          <a:ln w="20850" cap="rnd" cmpd="sng">
            <a:solidFill>
              <a:srgbClr val="12D77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 name="Google Shape;571;p27"/>
          <p:cNvSpPr/>
          <p:nvPr/>
        </p:nvSpPr>
        <p:spPr>
          <a:xfrm>
            <a:off x="7247520" y="1721730"/>
            <a:ext cx="170995" cy="31"/>
          </a:xfrm>
          <a:custGeom>
            <a:avLst/>
            <a:gdLst/>
            <a:ahLst/>
            <a:cxnLst/>
            <a:rect l="l" t="t" r="r" b="b"/>
            <a:pathLst>
              <a:path w="5605" h="1" fill="none" extrusionOk="0">
                <a:moveTo>
                  <a:pt x="0" y="1"/>
                </a:moveTo>
                <a:lnTo>
                  <a:pt x="5604" y="1"/>
                </a:lnTo>
              </a:path>
            </a:pathLst>
          </a:custGeom>
          <a:noFill/>
          <a:ln w="20850" cap="rnd" cmpd="sng">
            <a:solidFill>
              <a:srgbClr val="12D77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 name="Google Shape;573;p27"/>
          <p:cNvSpPr/>
          <p:nvPr/>
        </p:nvSpPr>
        <p:spPr>
          <a:xfrm>
            <a:off x="6444635" y="1858091"/>
            <a:ext cx="195431" cy="31"/>
          </a:xfrm>
          <a:custGeom>
            <a:avLst/>
            <a:gdLst/>
            <a:ahLst/>
            <a:cxnLst/>
            <a:rect l="l" t="t" r="r" b="b"/>
            <a:pathLst>
              <a:path w="6406" h="1" fill="none" extrusionOk="0">
                <a:moveTo>
                  <a:pt x="1" y="1"/>
                </a:moveTo>
                <a:lnTo>
                  <a:pt x="6405" y="1"/>
                </a:lnTo>
              </a:path>
            </a:pathLst>
          </a:custGeom>
          <a:noFill/>
          <a:ln w="20850" cap="rnd" cmpd="sng">
            <a:solidFill>
              <a:srgbClr val="12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74;p27"/>
          <p:cNvSpPr/>
          <p:nvPr/>
        </p:nvSpPr>
        <p:spPr>
          <a:xfrm>
            <a:off x="6110870" y="1936461"/>
            <a:ext cx="529214" cy="31"/>
          </a:xfrm>
          <a:custGeom>
            <a:avLst/>
            <a:gdLst/>
            <a:ahLst/>
            <a:cxnLst/>
            <a:rect l="l" t="t" r="r" b="b"/>
            <a:pathLst>
              <a:path w="17347" h="1" fill="none" extrusionOk="0">
                <a:moveTo>
                  <a:pt x="17346" y="0"/>
                </a:moveTo>
                <a:lnTo>
                  <a:pt x="0" y="0"/>
                </a:lnTo>
              </a:path>
            </a:pathLst>
          </a:custGeom>
          <a:noFill/>
          <a:ln w="20850" cap="rnd" cmpd="sng">
            <a:solidFill>
              <a:srgbClr val="12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27"/>
          <p:cNvSpPr/>
          <p:nvPr/>
        </p:nvSpPr>
        <p:spPr>
          <a:xfrm>
            <a:off x="5931770" y="1936461"/>
            <a:ext cx="106898" cy="31"/>
          </a:xfrm>
          <a:custGeom>
            <a:avLst/>
            <a:gdLst/>
            <a:ahLst/>
            <a:cxnLst/>
            <a:rect l="l" t="t" r="r" b="b"/>
            <a:pathLst>
              <a:path w="3504" h="1" fill="none" extrusionOk="0">
                <a:moveTo>
                  <a:pt x="3503" y="0"/>
                </a:moveTo>
                <a:lnTo>
                  <a:pt x="1" y="0"/>
                </a:lnTo>
              </a:path>
            </a:pathLst>
          </a:custGeom>
          <a:noFill/>
          <a:ln w="20850" cap="rnd" cmpd="sng">
            <a:solidFill>
              <a:srgbClr val="12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76;p27"/>
          <p:cNvSpPr/>
          <p:nvPr/>
        </p:nvSpPr>
        <p:spPr>
          <a:xfrm>
            <a:off x="5740468" y="1936461"/>
            <a:ext cx="106868" cy="31"/>
          </a:xfrm>
          <a:custGeom>
            <a:avLst/>
            <a:gdLst/>
            <a:ahLst/>
            <a:cxnLst/>
            <a:rect l="l" t="t" r="r" b="b"/>
            <a:pathLst>
              <a:path w="3503" h="1" fill="none" extrusionOk="0">
                <a:moveTo>
                  <a:pt x="3503" y="0"/>
                </a:moveTo>
                <a:lnTo>
                  <a:pt x="0" y="0"/>
                </a:lnTo>
              </a:path>
            </a:pathLst>
          </a:custGeom>
          <a:noFill/>
          <a:ln w="20850" cap="rnd" cmpd="sng">
            <a:solidFill>
              <a:srgbClr val="12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27"/>
          <p:cNvSpPr/>
          <p:nvPr/>
        </p:nvSpPr>
        <p:spPr>
          <a:xfrm>
            <a:off x="5358870" y="1936461"/>
            <a:ext cx="105861" cy="31"/>
          </a:xfrm>
          <a:custGeom>
            <a:avLst/>
            <a:gdLst/>
            <a:ahLst/>
            <a:cxnLst/>
            <a:rect l="l" t="t" r="r" b="b"/>
            <a:pathLst>
              <a:path w="3470" h="1" fill="none" extrusionOk="0">
                <a:moveTo>
                  <a:pt x="3470" y="0"/>
                </a:moveTo>
                <a:lnTo>
                  <a:pt x="0" y="0"/>
                </a:lnTo>
              </a:path>
            </a:pathLst>
          </a:custGeom>
          <a:noFill/>
          <a:ln w="20850" cap="rnd" cmpd="sng">
            <a:solidFill>
              <a:srgbClr val="12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580;p27"/>
          <p:cNvSpPr/>
          <p:nvPr/>
        </p:nvSpPr>
        <p:spPr>
          <a:xfrm>
            <a:off x="5197067" y="1936461"/>
            <a:ext cx="38714" cy="31"/>
          </a:xfrm>
          <a:custGeom>
            <a:avLst/>
            <a:gdLst/>
            <a:ahLst/>
            <a:cxnLst/>
            <a:rect l="l" t="t" r="r" b="b"/>
            <a:pathLst>
              <a:path w="1269" h="1" fill="none" extrusionOk="0">
                <a:moveTo>
                  <a:pt x="1268" y="0"/>
                </a:moveTo>
                <a:lnTo>
                  <a:pt x="1" y="0"/>
                </a:lnTo>
              </a:path>
            </a:pathLst>
          </a:custGeom>
          <a:noFill/>
          <a:ln w="20850" cap="rnd" cmpd="sng">
            <a:solidFill>
              <a:srgbClr val="12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27"/>
          <p:cNvSpPr/>
          <p:nvPr/>
        </p:nvSpPr>
        <p:spPr>
          <a:xfrm>
            <a:off x="5197067" y="2032097"/>
            <a:ext cx="38714" cy="31"/>
          </a:xfrm>
          <a:custGeom>
            <a:avLst/>
            <a:gdLst/>
            <a:ahLst/>
            <a:cxnLst/>
            <a:rect l="l" t="t" r="r" b="b"/>
            <a:pathLst>
              <a:path w="1269" h="1" fill="none" extrusionOk="0">
                <a:moveTo>
                  <a:pt x="1268" y="1"/>
                </a:moveTo>
                <a:lnTo>
                  <a:pt x="1" y="1"/>
                </a:lnTo>
              </a:path>
            </a:pathLst>
          </a:custGeom>
          <a:noFill/>
          <a:ln w="20850" cap="rnd" cmpd="sng">
            <a:solidFill>
              <a:srgbClr val="12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27"/>
          <p:cNvSpPr/>
          <p:nvPr/>
        </p:nvSpPr>
        <p:spPr>
          <a:xfrm>
            <a:off x="5197067" y="2127763"/>
            <a:ext cx="38714" cy="31"/>
          </a:xfrm>
          <a:custGeom>
            <a:avLst/>
            <a:gdLst/>
            <a:ahLst/>
            <a:cxnLst/>
            <a:rect l="l" t="t" r="r" b="b"/>
            <a:pathLst>
              <a:path w="1269" h="1" fill="none" extrusionOk="0">
                <a:moveTo>
                  <a:pt x="1268" y="0"/>
                </a:moveTo>
                <a:lnTo>
                  <a:pt x="1" y="0"/>
                </a:lnTo>
              </a:path>
            </a:pathLst>
          </a:custGeom>
          <a:noFill/>
          <a:ln w="20850" cap="rnd" cmpd="sng">
            <a:solidFill>
              <a:srgbClr val="12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583;p27"/>
          <p:cNvSpPr/>
          <p:nvPr/>
        </p:nvSpPr>
        <p:spPr>
          <a:xfrm>
            <a:off x="5197067" y="2223399"/>
            <a:ext cx="38714" cy="31"/>
          </a:xfrm>
          <a:custGeom>
            <a:avLst/>
            <a:gdLst/>
            <a:ahLst/>
            <a:cxnLst/>
            <a:rect l="l" t="t" r="r" b="b"/>
            <a:pathLst>
              <a:path w="1269" h="1" fill="none" extrusionOk="0">
                <a:moveTo>
                  <a:pt x="1268" y="1"/>
                </a:moveTo>
                <a:lnTo>
                  <a:pt x="1" y="1"/>
                </a:lnTo>
              </a:path>
            </a:pathLst>
          </a:custGeom>
          <a:noFill/>
          <a:ln w="20850" cap="rnd" cmpd="sng">
            <a:solidFill>
              <a:srgbClr val="12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27"/>
          <p:cNvSpPr/>
          <p:nvPr/>
        </p:nvSpPr>
        <p:spPr>
          <a:xfrm>
            <a:off x="7106064" y="2032097"/>
            <a:ext cx="226976" cy="31"/>
          </a:xfrm>
          <a:custGeom>
            <a:avLst/>
            <a:gdLst/>
            <a:ahLst/>
            <a:cxnLst/>
            <a:rect l="l" t="t" r="r" b="b"/>
            <a:pathLst>
              <a:path w="7440" h="1" fill="none" extrusionOk="0">
                <a:moveTo>
                  <a:pt x="1" y="1"/>
                </a:moveTo>
                <a:lnTo>
                  <a:pt x="7439" y="1"/>
                </a:lnTo>
              </a:path>
            </a:pathLst>
          </a:custGeom>
          <a:noFill/>
          <a:ln w="20850" cap="rnd"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585;p27"/>
          <p:cNvSpPr/>
          <p:nvPr/>
        </p:nvSpPr>
        <p:spPr>
          <a:xfrm>
            <a:off x="5354813" y="2127763"/>
            <a:ext cx="455935" cy="31"/>
          </a:xfrm>
          <a:custGeom>
            <a:avLst/>
            <a:gdLst/>
            <a:ahLst/>
            <a:cxnLst/>
            <a:rect l="l" t="t" r="r" b="b"/>
            <a:pathLst>
              <a:path w="14945" h="1" fill="none" extrusionOk="0">
                <a:moveTo>
                  <a:pt x="0" y="0"/>
                </a:moveTo>
                <a:lnTo>
                  <a:pt x="14944" y="0"/>
                </a:lnTo>
              </a:path>
            </a:pathLst>
          </a:custGeom>
          <a:noFill/>
          <a:ln w="20850" cap="rnd"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 name="Google Shape;586;p27"/>
          <p:cNvSpPr/>
          <p:nvPr/>
        </p:nvSpPr>
        <p:spPr>
          <a:xfrm>
            <a:off x="5354813" y="2225443"/>
            <a:ext cx="455935" cy="31"/>
          </a:xfrm>
          <a:custGeom>
            <a:avLst/>
            <a:gdLst/>
            <a:ahLst/>
            <a:cxnLst/>
            <a:rect l="l" t="t" r="r" b="b"/>
            <a:pathLst>
              <a:path w="14945" h="1" fill="none" extrusionOk="0">
                <a:moveTo>
                  <a:pt x="0" y="1"/>
                </a:moveTo>
                <a:lnTo>
                  <a:pt x="14944" y="1"/>
                </a:lnTo>
              </a:path>
            </a:pathLst>
          </a:custGeom>
          <a:noFill/>
          <a:ln w="20850" cap="rnd"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27"/>
          <p:cNvSpPr/>
          <p:nvPr/>
        </p:nvSpPr>
        <p:spPr>
          <a:xfrm>
            <a:off x="5354813" y="2421840"/>
            <a:ext cx="455935" cy="31"/>
          </a:xfrm>
          <a:custGeom>
            <a:avLst/>
            <a:gdLst/>
            <a:ahLst/>
            <a:cxnLst/>
            <a:rect l="l" t="t" r="r" b="b"/>
            <a:pathLst>
              <a:path w="14945" h="1" fill="none" extrusionOk="0">
                <a:moveTo>
                  <a:pt x="0" y="1"/>
                </a:moveTo>
                <a:lnTo>
                  <a:pt x="14944" y="1"/>
                </a:lnTo>
              </a:path>
            </a:pathLst>
          </a:custGeom>
          <a:noFill/>
          <a:ln w="20850" cap="rnd"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589;p27"/>
          <p:cNvSpPr/>
          <p:nvPr/>
        </p:nvSpPr>
        <p:spPr>
          <a:xfrm>
            <a:off x="6110870" y="2421840"/>
            <a:ext cx="928130" cy="31"/>
          </a:xfrm>
          <a:custGeom>
            <a:avLst/>
            <a:gdLst/>
            <a:ahLst/>
            <a:cxnLst/>
            <a:rect l="l" t="t" r="r" b="b"/>
            <a:pathLst>
              <a:path w="30423" h="1" fill="none" extrusionOk="0">
                <a:moveTo>
                  <a:pt x="0" y="1"/>
                </a:moveTo>
                <a:lnTo>
                  <a:pt x="30422" y="1"/>
                </a:lnTo>
              </a:path>
            </a:pathLst>
          </a:custGeom>
          <a:noFill/>
          <a:ln w="208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27"/>
          <p:cNvSpPr/>
          <p:nvPr/>
        </p:nvSpPr>
        <p:spPr>
          <a:xfrm>
            <a:off x="6661380" y="2324160"/>
            <a:ext cx="377591" cy="31"/>
          </a:xfrm>
          <a:custGeom>
            <a:avLst/>
            <a:gdLst/>
            <a:ahLst/>
            <a:cxnLst/>
            <a:rect l="l" t="t" r="r" b="b"/>
            <a:pathLst>
              <a:path w="12377" h="1" fill="none" extrusionOk="0">
                <a:moveTo>
                  <a:pt x="1" y="0"/>
                </a:moveTo>
                <a:lnTo>
                  <a:pt x="12376" y="0"/>
                </a:lnTo>
              </a:path>
            </a:pathLst>
          </a:custGeom>
          <a:noFill/>
          <a:ln w="208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27"/>
          <p:cNvSpPr/>
          <p:nvPr/>
        </p:nvSpPr>
        <p:spPr>
          <a:xfrm>
            <a:off x="6889319" y="2223399"/>
            <a:ext cx="149639" cy="31"/>
          </a:xfrm>
          <a:custGeom>
            <a:avLst/>
            <a:gdLst/>
            <a:ahLst/>
            <a:cxnLst/>
            <a:rect l="l" t="t" r="r" b="b"/>
            <a:pathLst>
              <a:path w="4905" h="1" fill="none" extrusionOk="0">
                <a:moveTo>
                  <a:pt x="1" y="1"/>
                </a:moveTo>
                <a:lnTo>
                  <a:pt x="4904" y="1"/>
                </a:lnTo>
              </a:path>
            </a:pathLst>
          </a:custGeom>
          <a:noFill/>
          <a:ln w="208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27"/>
          <p:cNvSpPr/>
          <p:nvPr/>
        </p:nvSpPr>
        <p:spPr>
          <a:xfrm>
            <a:off x="7905503" y="1362835"/>
            <a:ext cx="53384" cy="27164"/>
          </a:xfrm>
          <a:custGeom>
            <a:avLst/>
            <a:gdLst/>
            <a:ahLst/>
            <a:cxnLst/>
            <a:rect l="l" t="t" r="r" b="b"/>
            <a:pathLst>
              <a:path w="2036" h="1036" extrusionOk="0">
                <a:moveTo>
                  <a:pt x="1001" y="1"/>
                </a:moveTo>
                <a:cubicBezTo>
                  <a:pt x="434" y="1"/>
                  <a:pt x="0" y="435"/>
                  <a:pt x="0" y="1002"/>
                </a:cubicBezTo>
                <a:lnTo>
                  <a:pt x="0" y="1035"/>
                </a:lnTo>
                <a:cubicBezTo>
                  <a:pt x="0" y="468"/>
                  <a:pt x="434" y="1"/>
                  <a:pt x="1001" y="1"/>
                </a:cubicBezTo>
                <a:close/>
                <a:moveTo>
                  <a:pt x="1001" y="1"/>
                </a:moveTo>
                <a:cubicBezTo>
                  <a:pt x="1568" y="1"/>
                  <a:pt x="2035" y="468"/>
                  <a:pt x="2035" y="1035"/>
                </a:cubicBezTo>
                <a:lnTo>
                  <a:pt x="2035" y="1002"/>
                </a:lnTo>
                <a:cubicBezTo>
                  <a:pt x="2035" y="435"/>
                  <a:pt x="1568" y="1"/>
                  <a:pt x="1001" y="1"/>
                </a:cubicBezTo>
                <a:close/>
              </a:path>
            </a:pathLst>
          </a:custGeom>
          <a:solidFill>
            <a:srgbClr val="84FA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27"/>
          <p:cNvSpPr/>
          <p:nvPr/>
        </p:nvSpPr>
        <p:spPr>
          <a:xfrm>
            <a:off x="7710453" y="1688198"/>
            <a:ext cx="707599" cy="16650"/>
          </a:xfrm>
          <a:custGeom>
            <a:avLst/>
            <a:gdLst/>
            <a:ahLst/>
            <a:cxnLst/>
            <a:rect l="l" t="t" r="r" b="b"/>
            <a:pathLst>
              <a:path w="26987" h="635" extrusionOk="0">
                <a:moveTo>
                  <a:pt x="334" y="1"/>
                </a:moveTo>
                <a:cubicBezTo>
                  <a:pt x="134" y="1"/>
                  <a:pt x="1" y="134"/>
                  <a:pt x="1" y="301"/>
                </a:cubicBezTo>
                <a:cubicBezTo>
                  <a:pt x="1" y="501"/>
                  <a:pt x="134" y="635"/>
                  <a:pt x="334" y="635"/>
                </a:cubicBezTo>
                <a:lnTo>
                  <a:pt x="26686" y="635"/>
                </a:lnTo>
                <a:cubicBezTo>
                  <a:pt x="26853" y="635"/>
                  <a:pt x="26987" y="501"/>
                  <a:pt x="26987" y="301"/>
                </a:cubicBezTo>
                <a:cubicBezTo>
                  <a:pt x="26987" y="134"/>
                  <a:pt x="26853" y="1"/>
                  <a:pt x="26686" y="1"/>
                </a:cubicBezTo>
                <a:close/>
              </a:path>
            </a:pathLst>
          </a:custGeom>
          <a:solidFill>
            <a:srgbClr val="12D7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27"/>
          <p:cNvSpPr/>
          <p:nvPr/>
        </p:nvSpPr>
        <p:spPr>
          <a:xfrm>
            <a:off x="8461758" y="1688198"/>
            <a:ext cx="68251" cy="16650"/>
          </a:xfrm>
          <a:custGeom>
            <a:avLst/>
            <a:gdLst/>
            <a:ahLst/>
            <a:cxnLst/>
            <a:rect l="l" t="t" r="r" b="b"/>
            <a:pathLst>
              <a:path w="2603" h="635" extrusionOk="0">
                <a:moveTo>
                  <a:pt x="301" y="1"/>
                </a:moveTo>
                <a:cubicBezTo>
                  <a:pt x="134" y="1"/>
                  <a:pt x="1" y="134"/>
                  <a:pt x="1" y="301"/>
                </a:cubicBezTo>
                <a:cubicBezTo>
                  <a:pt x="1" y="501"/>
                  <a:pt x="134" y="635"/>
                  <a:pt x="301" y="635"/>
                </a:cubicBezTo>
                <a:lnTo>
                  <a:pt x="2269" y="635"/>
                </a:lnTo>
                <a:cubicBezTo>
                  <a:pt x="2436" y="635"/>
                  <a:pt x="2602" y="501"/>
                  <a:pt x="2602" y="301"/>
                </a:cubicBezTo>
                <a:cubicBezTo>
                  <a:pt x="2602" y="134"/>
                  <a:pt x="2436" y="1"/>
                  <a:pt x="2269" y="1"/>
                </a:cubicBezTo>
                <a:close/>
              </a:path>
            </a:pathLst>
          </a:custGeom>
          <a:solidFill>
            <a:srgbClr val="12D7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598;p27"/>
          <p:cNvSpPr/>
          <p:nvPr/>
        </p:nvSpPr>
        <p:spPr>
          <a:xfrm>
            <a:off x="8556228" y="1688198"/>
            <a:ext cx="55114" cy="16650"/>
          </a:xfrm>
          <a:custGeom>
            <a:avLst/>
            <a:gdLst/>
            <a:ahLst/>
            <a:cxnLst/>
            <a:rect l="l" t="t" r="r" b="b"/>
            <a:pathLst>
              <a:path w="2102" h="635" extrusionOk="0">
                <a:moveTo>
                  <a:pt x="300" y="1"/>
                </a:moveTo>
                <a:cubicBezTo>
                  <a:pt x="134" y="1"/>
                  <a:pt x="0" y="134"/>
                  <a:pt x="0" y="301"/>
                </a:cubicBezTo>
                <a:cubicBezTo>
                  <a:pt x="0" y="501"/>
                  <a:pt x="134" y="635"/>
                  <a:pt x="300" y="635"/>
                </a:cubicBezTo>
                <a:lnTo>
                  <a:pt x="1768" y="635"/>
                </a:lnTo>
                <a:cubicBezTo>
                  <a:pt x="1968" y="635"/>
                  <a:pt x="2102" y="501"/>
                  <a:pt x="2102" y="301"/>
                </a:cubicBezTo>
                <a:cubicBezTo>
                  <a:pt x="2102" y="134"/>
                  <a:pt x="1968" y="1"/>
                  <a:pt x="1768" y="1"/>
                </a:cubicBezTo>
                <a:close/>
              </a:path>
            </a:pathLst>
          </a:custGeom>
          <a:solidFill>
            <a:srgbClr val="12D7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599;p27"/>
          <p:cNvSpPr/>
          <p:nvPr/>
        </p:nvSpPr>
        <p:spPr>
          <a:xfrm>
            <a:off x="7710453" y="1766045"/>
            <a:ext cx="404994" cy="16650"/>
          </a:xfrm>
          <a:custGeom>
            <a:avLst/>
            <a:gdLst/>
            <a:ahLst/>
            <a:cxnLst/>
            <a:rect l="l" t="t" r="r" b="b"/>
            <a:pathLst>
              <a:path w="15446" h="635" extrusionOk="0">
                <a:moveTo>
                  <a:pt x="334" y="1"/>
                </a:moveTo>
                <a:cubicBezTo>
                  <a:pt x="134" y="1"/>
                  <a:pt x="1" y="134"/>
                  <a:pt x="1" y="334"/>
                </a:cubicBezTo>
                <a:cubicBezTo>
                  <a:pt x="1" y="501"/>
                  <a:pt x="134" y="634"/>
                  <a:pt x="334" y="634"/>
                </a:cubicBezTo>
                <a:lnTo>
                  <a:pt x="15112" y="634"/>
                </a:lnTo>
                <a:cubicBezTo>
                  <a:pt x="15312" y="634"/>
                  <a:pt x="15445" y="501"/>
                  <a:pt x="15445" y="334"/>
                </a:cubicBezTo>
                <a:cubicBezTo>
                  <a:pt x="15445" y="134"/>
                  <a:pt x="15312" y="1"/>
                  <a:pt x="15112" y="1"/>
                </a:cubicBezTo>
                <a:close/>
              </a:path>
            </a:pathLst>
          </a:custGeom>
          <a:solidFill>
            <a:srgbClr val="12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27"/>
          <p:cNvSpPr/>
          <p:nvPr/>
        </p:nvSpPr>
        <p:spPr>
          <a:xfrm>
            <a:off x="8122394" y="1766045"/>
            <a:ext cx="127744" cy="16650"/>
          </a:xfrm>
          <a:custGeom>
            <a:avLst/>
            <a:gdLst/>
            <a:ahLst/>
            <a:cxnLst/>
            <a:rect l="l" t="t" r="r" b="b"/>
            <a:pathLst>
              <a:path w="4872" h="635" extrusionOk="0">
                <a:moveTo>
                  <a:pt x="301" y="1"/>
                </a:moveTo>
                <a:cubicBezTo>
                  <a:pt x="134" y="1"/>
                  <a:pt x="1" y="134"/>
                  <a:pt x="1" y="334"/>
                </a:cubicBezTo>
                <a:cubicBezTo>
                  <a:pt x="1" y="501"/>
                  <a:pt x="134" y="634"/>
                  <a:pt x="301" y="634"/>
                </a:cubicBezTo>
                <a:lnTo>
                  <a:pt x="4571" y="634"/>
                </a:lnTo>
                <a:cubicBezTo>
                  <a:pt x="4738" y="634"/>
                  <a:pt x="4871" y="501"/>
                  <a:pt x="4871" y="334"/>
                </a:cubicBezTo>
                <a:cubicBezTo>
                  <a:pt x="4871" y="134"/>
                  <a:pt x="4738" y="1"/>
                  <a:pt x="4571" y="1"/>
                </a:cubicBezTo>
                <a:close/>
              </a:path>
            </a:pathLst>
          </a:custGeom>
          <a:solidFill>
            <a:srgbClr val="12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27"/>
          <p:cNvSpPr/>
          <p:nvPr/>
        </p:nvSpPr>
        <p:spPr>
          <a:xfrm>
            <a:off x="8164398" y="1810645"/>
            <a:ext cx="85739" cy="17515"/>
          </a:xfrm>
          <a:custGeom>
            <a:avLst/>
            <a:gdLst/>
            <a:ahLst/>
            <a:cxnLst/>
            <a:rect l="l" t="t" r="r" b="b"/>
            <a:pathLst>
              <a:path w="3270" h="668" extrusionOk="0">
                <a:moveTo>
                  <a:pt x="334" y="1"/>
                </a:moveTo>
                <a:cubicBezTo>
                  <a:pt x="134" y="1"/>
                  <a:pt x="0" y="168"/>
                  <a:pt x="0" y="334"/>
                </a:cubicBezTo>
                <a:cubicBezTo>
                  <a:pt x="0" y="535"/>
                  <a:pt x="134" y="668"/>
                  <a:pt x="334" y="668"/>
                </a:cubicBezTo>
                <a:lnTo>
                  <a:pt x="2969" y="668"/>
                </a:lnTo>
                <a:cubicBezTo>
                  <a:pt x="3136" y="668"/>
                  <a:pt x="3269" y="501"/>
                  <a:pt x="3269" y="334"/>
                </a:cubicBezTo>
                <a:cubicBezTo>
                  <a:pt x="3269" y="168"/>
                  <a:pt x="3136" y="1"/>
                  <a:pt x="2969" y="1"/>
                </a:cubicBezTo>
                <a:close/>
              </a:path>
            </a:pathLst>
          </a:custGeom>
          <a:solidFill>
            <a:srgbClr val="12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27"/>
          <p:cNvSpPr/>
          <p:nvPr/>
        </p:nvSpPr>
        <p:spPr>
          <a:xfrm>
            <a:off x="8122394" y="1810645"/>
            <a:ext cx="25407" cy="17515"/>
          </a:xfrm>
          <a:custGeom>
            <a:avLst/>
            <a:gdLst/>
            <a:ahLst/>
            <a:cxnLst/>
            <a:rect l="l" t="t" r="r" b="b"/>
            <a:pathLst>
              <a:path w="969" h="668" extrusionOk="0">
                <a:moveTo>
                  <a:pt x="335" y="1"/>
                </a:moveTo>
                <a:cubicBezTo>
                  <a:pt x="168" y="1"/>
                  <a:pt x="1" y="168"/>
                  <a:pt x="1" y="334"/>
                </a:cubicBezTo>
                <a:cubicBezTo>
                  <a:pt x="1" y="535"/>
                  <a:pt x="168" y="668"/>
                  <a:pt x="335" y="668"/>
                </a:cubicBezTo>
                <a:lnTo>
                  <a:pt x="635" y="668"/>
                </a:lnTo>
                <a:cubicBezTo>
                  <a:pt x="802" y="668"/>
                  <a:pt x="968" y="501"/>
                  <a:pt x="968" y="334"/>
                </a:cubicBezTo>
                <a:cubicBezTo>
                  <a:pt x="968" y="168"/>
                  <a:pt x="835" y="1"/>
                  <a:pt x="635" y="1"/>
                </a:cubicBezTo>
                <a:close/>
              </a:path>
            </a:pathLst>
          </a:custGeom>
          <a:solidFill>
            <a:srgbClr val="12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27"/>
          <p:cNvSpPr/>
          <p:nvPr/>
        </p:nvSpPr>
        <p:spPr>
          <a:xfrm>
            <a:off x="8021814" y="1810645"/>
            <a:ext cx="77008" cy="17515"/>
          </a:xfrm>
          <a:custGeom>
            <a:avLst/>
            <a:gdLst/>
            <a:ahLst/>
            <a:cxnLst/>
            <a:rect l="l" t="t" r="r" b="b"/>
            <a:pathLst>
              <a:path w="2937" h="668" extrusionOk="0">
                <a:moveTo>
                  <a:pt x="301" y="1"/>
                </a:moveTo>
                <a:cubicBezTo>
                  <a:pt x="134" y="1"/>
                  <a:pt x="1" y="168"/>
                  <a:pt x="1" y="334"/>
                </a:cubicBezTo>
                <a:cubicBezTo>
                  <a:pt x="1" y="535"/>
                  <a:pt x="134" y="668"/>
                  <a:pt x="301" y="668"/>
                </a:cubicBezTo>
                <a:lnTo>
                  <a:pt x="2636" y="668"/>
                </a:lnTo>
                <a:cubicBezTo>
                  <a:pt x="2803" y="668"/>
                  <a:pt x="2936" y="501"/>
                  <a:pt x="2936" y="334"/>
                </a:cubicBezTo>
                <a:cubicBezTo>
                  <a:pt x="2936" y="168"/>
                  <a:pt x="2803" y="1"/>
                  <a:pt x="2636" y="1"/>
                </a:cubicBezTo>
                <a:close/>
              </a:path>
            </a:pathLst>
          </a:custGeom>
          <a:solidFill>
            <a:srgbClr val="12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27"/>
          <p:cNvSpPr/>
          <p:nvPr/>
        </p:nvSpPr>
        <p:spPr>
          <a:xfrm>
            <a:off x="7912503" y="1810645"/>
            <a:ext cx="77873" cy="17515"/>
          </a:xfrm>
          <a:custGeom>
            <a:avLst/>
            <a:gdLst/>
            <a:ahLst/>
            <a:cxnLst/>
            <a:rect l="l" t="t" r="r" b="b"/>
            <a:pathLst>
              <a:path w="2970" h="668" extrusionOk="0">
                <a:moveTo>
                  <a:pt x="300" y="1"/>
                </a:moveTo>
                <a:cubicBezTo>
                  <a:pt x="134" y="1"/>
                  <a:pt x="0" y="168"/>
                  <a:pt x="0" y="334"/>
                </a:cubicBezTo>
                <a:cubicBezTo>
                  <a:pt x="0" y="535"/>
                  <a:pt x="134" y="668"/>
                  <a:pt x="300" y="668"/>
                </a:cubicBezTo>
                <a:lnTo>
                  <a:pt x="2635" y="668"/>
                </a:lnTo>
                <a:cubicBezTo>
                  <a:pt x="2802" y="668"/>
                  <a:pt x="2969" y="501"/>
                  <a:pt x="2936" y="334"/>
                </a:cubicBezTo>
                <a:cubicBezTo>
                  <a:pt x="2936" y="168"/>
                  <a:pt x="2802" y="1"/>
                  <a:pt x="2635" y="1"/>
                </a:cubicBezTo>
                <a:close/>
              </a:path>
            </a:pathLst>
          </a:custGeom>
          <a:solidFill>
            <a:srgbClr val="12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27"/>
          <p:cNvSpPr/>
          <p:nvPr/>
        </p:nvSpPr>
        <p:spPr>
          <a:xfrm>
            <a:off x="7803166" y="1810645"/>
            <a:ext cx="77873" cy="17515"/>
          </a:xfrm>
          <a:custGeom>
            <a:avLst/>
            <a:gdLst/>
            <a:ahLst/>
            <a:cxnLst/>
            <a:rect l="l" t="t" r="r" b="b"/>
            <a:pathLst>
              <a:path w="2970" h="668" extrusionOk="0">
                <a:moveTo>
                  <a:pt x="301" y="1"/>
                </a:moveTo>
                <a:cubicBezTo>
                  <a:pt x="134" y="1"/>
                  <a:pt x="1" y="168"/>
                  <a:pt x="1" y="334"/>
                </a:cubicBezTo>
                <a:cubicBezTo>
                  <a:pt x="1" y="535"/>
                  <a:pt x="134" y="668"/>
                  <a:pt x="301" y="668"/>
                </a:cubicBezTo>
                <a:lnTo>
                  <a:pt x="2636" y="668"/>
                </a:lnTo>
                <a:cubicBezTo>
                  <a:pt x="2803" y="668"/>
                  <a:pt x="2969" y="501"/>
                  <a:pt x="2969" y="334"/>
                </a:cubicBezTo>
                <a:cubicBezTo>
                  <a:pt x="2969" y="168"/>
                  <a:pt x="2803" y="1"/>
                  <a:pt x="2636" y="1"/>
                </a:cubicBezTo>
                <a:close/>
              </a:path>
            </a:pathLst>
          </a:custGeom>
          <a:solidFill>
            <a:srgbClr val="12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27"/>
          <p:cNvSpPr/>
          <p:nvPr/>
        </p:nvSpPr>
        <p:spPr>
          <a:xfrm>
            <a:off x="7803166" y="1865759"/>
            <a:ext cx="656863" cy="16650"/>
          </a:xfrm>
          <a:custGeom>
            <a:avLst/>
            <a:gdLst/>
            <a:ahLst/>
            <a:cxnLst/>
            <a:rect l="l" t="t" r="r" b="b"/>
            <a:pathLst>
              <a:path w="25052" h="635" extrusionOk="0">
                <a:moveTo>
                  <a:pt x="301" y="0"/>
                </a:moveTo>
                <a:cubicBezTo>
                  <a:pt x="134" y="0"/>
                  <a:pt x="1" y="134"/>
                  <a:pt x="1" y="334"/>
                </a:cubicBezTo>
                <a:cubicBezTo>
                  <a:pt x="1" y="501"/>
                  <a:pt x="134" y="634"/>
                  <a:pt x="301" y="634"/>
                </a:cubicBezTo>
                <a:lnTo>
                  <a:pt x="24718" y="634"/>
                </a:lnTo>
                <a:cubicBezTo>
                  <a:pt x="24885" y="634"/>
                  <a:pt x="25052" y="501"/>
                  <a:pt x="25018" y="334"/>
                </a:cubicBezTo>
                <a:cubicBezTo>
                  <a:pt x="25018" y="134"/>
                  <a:pt x="24885" y="0"/>
                  <a:pt x="2471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 name="Google Shape;607;p27"/>
          <p:cNvSpPr/>
          <p:nvPr/>
        </p:nvSpPr>
        <p:spPr>
          <a:xfrm>
            <a:off x="7710453" y="1810645"/>
            <a:ext cx="39382" cy="17515"/>
          </a:xfrm>
          <a:custGeom>
            <a:avLst/>
            <a:gdLst/>
            <a:ahLst/>
            <a:cxnLst/>
            <a:rect l="l" t="t" r="r" b="b"/>
            <a:pathLst>
              <a:path w="1502" h="668" extrusionOk="0">
                <a:moveTo>
                  <a:pt x="334" y="1"/>
                </a:moveTo>
                <a:cubicBezTo>
                  <a:pt x="134" y="1"/>
                  <a:pt x="1" y="168"/>
                  <a:pt x="1" y="334"/>
                </a:cubicBezTo>
                <a:cubicBezTo>
                  <a:pt x="1" y="535"/>
                  <a:pt x="134" y="668"/>
                  <a:pt x="334" y="668"/>
                </a:cubicBezTo>
                <a:lnTo>
                  <a:pt x="1168" y="668"/>
                </a:lnTo>
                <a:cubicBezTo>
                  <a:pt x="1335" y="668"/>
                  <a:pt x="1502" y="501"/>
                  <a:pt x="1468" y="334"/>
                </a:cubicBezTo>
                <a:cubicBezTo>
                  <a:pt x="1468" y="168"/>
                  <a:pt x="1335" y="1"/>
                  <a:pt x="1168" y="1"/>
                </a:cubicBezTo>
                <a:close/>
              </a:path>
            </a:pathLst>
          </a:custGeom>
          <a:solidFill>
            <a:srgbClr val="12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608;p27"/>
          <p:cNvSpPr/>
          <p:nvPr/>
        </p:nvSpPr>
        <p:spPr>
          <a:xfrm>
            <a:off x="7710453" y="1865759"/>
            <a:ext cx="39382" cy="16650"/>
          </a:xfrm>
          <a:custGeom>
            <a:avLst/>
            <a:gdLst/>
            <a:ahLst/>
            <a:cxnLst/>
            <a:rect l="l" t="t" r="r" b="b"/>
            <a:pathLst>
              <a:path w="1502" h="635" extrusionOk="0">
                <a:moveTo>
                  <a:pt x="334" y="0"/>
                </a:moveTo>
                <a:cubicBezTo>
                  <a:pt x="134" y="0"/>
                  <a:pt x="1" y="134"/>
                  <a:pt x="1" y="334"/>
                </a:cubicBezTo>
                <a:cubicBezTo>
                  <a:pt x="1" y="501"/>
                  <a:pt x="134" y="634"/>
                  <a:pt x="334" y="634"/>
                </a:cubicBezTo>
                <a:lnTo>
                  <a:pt x="1168" y="634"/>
                </a:lnTo>
                <a:cubicBezTo>
                  <a:pt x="1335" y="634"/>
                  <a:pt x="1502" y="501"/>
                  <a:pt x="1468" y="334"/>
                </a:cubicBezTo>
                <a:cubicBezTo>
                  <a:pt x="1468" y="134"/>
                  <a:pt x="1335" y="0"/>
                  <a:pt x="1168" y="0"/>
                </a:cubicBezTo>
                <a:close/>
              </a:path>
            </a:pathLst>
          </a:custGeom>
          <a:solidFill>
            <a:srgbClr val="12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609;p27"/>
          <p:cNvSpPr/>
          <p:nvPr/>
        </p:nvSpPr>
        <p:spPr>
          <a:xfrm>
            <a:off x="7710453" y="1919982"/>
            <a:ext cx="39382" cy="17515"/>
          </a:xfrm>
          <a:custGeom>
            <a:avLst/>
            <a:gdLst/>
            <a:ahLst/>
            <a:cxnLst/>
            <a:rect l="l" t="t" r="r" b="b"/>
            <a:pathLst>
              <a:path w="1502" h="668" extrusionOk="0">
                <a:moveTo>
                  <a:pt x="334" y="1"/>
                </a:moveTo>
                <a:cubicBezTo>
                  <a:pt x="134" y="1"/>
                  <a:pt x="1" y="167"/>
                  <a:pt x="1" y="334"/>
                </a:cubicBezTo>
                <a:cubicBezTo>
                  <a:pt x="1" y="501"/>
                  <a:pt x="134" y="668"/>
                  <a:pt x="334" y="668"/>
                </a:cubicBezTo>
                <a:lnTo>
                  <a:pt x="1168" y="668"/>
                </a:lnTo>
                <a:cubicBezTo>
                  <a:pt x="1335" y="668"/>
                  <a:pt x="1502" y="501"/>
                  <a:pt x="1468" y="334"/>
                </a:cubicBezTo>
                <a:cubicBezTo>
                  <a:pt x="1468" y="167"/>
                  <a:pt x="1335" y="1"/>
                  <a:pt x="1168" y="1"/>
                </a:cubicBezTo>
                <a:close/>
              </a:path>
            </a:pathLst>
          </a:custGeom>
          <a:solidFill>
            <a:srgbClr val="12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 name="Google Shape;610;p27"/>
          <p:cNvSpPr/>
          <p:nvPr/>
        </p:nvSpPr>
        <p:spPr>
          <a:xfrm>
            <a:off x="7710453" y="1975097"/>
            <a:ext cx="39382" cy="16623"/>
          </a:xfrm>
          <a:custGeom>
            <a:avLst/>
            <a:gdLst/>
            <a:ahLst/>
            <a:cxnLst/>
            <a:rect l="l" t="t" r="r" b="b"/>
            <a:pathLst>
              <a:path w="1502" h="634" extrusionOk="0">
                <a:moveTo>
                  <a:pt x="334" y="0"/>
                </a:moveTo>
                <a:cubicBezTo>
                  <a:pt x="134" y="0"/>
                  <a:pt x="1" y="133"/>
                  <a:pt x="1" y="300"/>
                </a:cubicBezTo>
                <a:cubicBezTo>
                  <a:pt x="1" y="500"/>
                  <a:pt x="134" y="634"/>
                  <a:pt x="334" y="634"/>
                </a:cubicBezTo>
                <a:lnTo>
                  <a:pt x="1168" y="634"/>
                </a:lnTo>
                <a:cubicBezTo>
                  <a:pt x="1335" y="634"/>
                  <a:pt x="1502" y="500"/>
                  <a:pt x="1468" y="300"/>
                </a:cubicBezTo>
                <a:cubicBezTo>
                  <a:pt x="1468" y="133"/>
                  <a:pt x="1335" y="0"/>
                  <a:pt x="1168" y="0"/>
                </a:cubicBezTo>
                <a:close/>
              </a:path>
            </a:pathLst>
          </a:custGeom>
          <a:solidFill>
            <a:srgbClr val="12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27"/>
          <p:cNvSpPr/>
          <p:nvPr/>
        </p:nvSpPr>
        <p:spPr>
          <a:xfrm>
            <a:off x="8500249" y="1865759"/>
            <a:ext cx="96227" cy="16650"/>
          </a:xfrm>
          <a:custGeom>
            <a:avLst/>
            <a:gdLst/>
            <a:ahLst/>
            <a:cxnLst/>
            <a:rect l="l" t="t" r="r" b="b"/>
            <a:pathLst>
              <a:path w="3670" h="635" extrusionOk="0">
                <a:moveTo>
                  <a:pt x="300" y="0"/>
                </a:moveTo>
                <a:cubicBezTo>
                  <a:pt x="134" y="0"/>
                  <a:pt x="0" y="134"/>
                  <a:pt x="0" y="334"/>
                </a:cubicBezTo>
                <a:cubicBezTo>
                  <a:pt x="0" y="501"/>
                  <a:pt x="134" y="634"/>
                  <a:pt x="300" y="634"/>
                </a:cubicBezTo>
                <a:lnTo>
                  <a:pt x="3336" y="634"/>
                </a:lnTo>
                <a:cubicBezTo>
                  <a:pt x="3503" y="634"/>
                  <a:pt x="3670" y="501"/>
                  <a:pt x="3670" y="334"/>
                </a:cubicBezTo>
                <a:cubicBezTo>
                  <a:pt x="3670" y="134"/>
                  <a:pt x="3536" y="0"/>
                  <a:pt x="333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27"/>
          <p:cNvSpPr/>
          <p:nvPr/>
        </p:nvSpPr>
        <p:spPr>
          <a:xfrm>
            <a:off x="7800544" y="1919982"/>
            <a:ext cx="277276" cy="17515"/>
          </a:xfrm>
          <a:custGeom>
            <a:avLst/>
            <a:gdLst/>
            <a:ahLst/>
            <a:cxnLst/>
            <a:rect l="l" t="t" r="r" b="b"/>
            <a:pathLst>
              <a:path w="10575" h="668" extrusionOk="0">
                <a:moveTo>
                  <a:pt x="334" y="1"/>
                </a:moveTo>
                <a:cubicBezTo>
                  <a:pt x="134" y="1"/>
                  <a:pt x="1" y="167"/>
                  <a:pt x="1" y="334"/>
                </a:cubicBezTo>
                <a:cubicBezTo>
                  <a:pt x="1" y="501"/>
                  <a:pt x="134" y="668"/>
                  <a:pt x="334" y="668"/>
                </a:cubicBezTo>
                <a:lnTo>
                  <a:pt x="10275" y="668"/>
                </a:lnTo>
                <a:cubicBezTo>
                  <a:pt x="10441" y="668"/>
                  <a:pt x="10575" y="501"/>
                  <a:pt x="10575" y="334"/>
                </a:cubicBezTo>
                <a:cubicBezTo>
                  <a:pt x="10575" y="167"/>
                  <a:pt x="10441" y="1"/>
                  <a:pt x="1027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613;p27"/>
          <p:cNvSpPr/>
          <p:nvPr/>
        </p:nvSpPr>
        <p:spPr>
          <a:xfrm>
            <a:off x="8164398" y="2087921"/>
            <a:ext cx="314011" cy="17515"/>
          </a:xfrm>
          <a:custGeom>
            <a:avLst/>
            <a:gdLst/>
            <a:ahLst/>
            <a:cxnLst/>
            <a:rect l="l" t="t" r="r" b="b"/>
            <a:pathLst>
              <a:path w="11976" h="668" extrusionOk="0">
                <a:moveTo>
                  <a:pt x="300" y="0"/>
                </a:moveTo>
                <a:cubicBezTo>
                  <a:pt x="134" y="0"/>
                  <a:pt x="0" y="134"/>
                  <a:pt x="0" y="334"/>
                </a:cubicBezTo>
                <a:cubicBezTo>
                  <a:pt x="0" y="500"/>
                  <a:pt x="134" y="667"/>
                  <a:pt x="300" y="667"/>
                </a:cubicBezTo>
                <a:lnTo>
                  <a:pt x="11642" y="667"/>
                </a:lnTo>
                <a:cubicBezTo>
                  <a:pt x="11842" y="667"/>
                  <a:pt x="11975" y="500"/>
                  <a:pt x="11975" y="334"/>
                </a:cubicBezTo>
                <a:cubicBezTo>
                  <a:pt x="11975" y="134"/>
                  <a:pt x="11842" y="0"/>
                  <a:pt x="1164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27"/>
          <p:cNvSpPr/>
          <p:nvPr/>
        </p:nvSpPr>
        <p:spPr>
          <a:xfrm>
            <a:off x="8245732" y="2031941"/>
            <a:ext cx="232676" cy="17515"/>
          </a:xfrm>
          <a:custGeom>
            <a:avLst/>
            <a:gdLst/>
            <a:ahLst/>
            <a:cxnLst/>
            <a:rect l="l" t="t" r="r" b="b"/>
            <a:pathLst>
              <a:path w="8874" h="668" extrusionOk="0">
                <a:moveTo>
                  <a:pt x="334" y="0"/>
                </a:moveTo>
                <a:cubicBezTo>
                  <a:pt x="134" y="0"/>
                  <a:pt x="0" y="134"/>
                  <a:pt x="0" y="334"/>
                </a:cubicBezTo>
                <a:cubicBezTo>
                  <a:pt x="0" y="501"/>
                  <a:pt x="134" y="667"/>
                  <a:pt x="334" y="667"/>
                </a:cubicBezTo>
                <a:lnTo>
                  <a:pt x="8540" y="667"/>
                </a:lnTo>
                <a:cubicBezTo>
                  <a:pt x="8740" y="667"/>
                  <a:pt x="8873" y="501"/>
                  <a:pt x="8873" y="334"/>
                </a:cubicBezTo>
                <a:cubicBezTo>
                  <a:pt x="8873" y="134"/>
                  <a:pt x="8740" y="0"/>
                  <a:pt x="854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27"/>
          <p:cNvSpPr/>
          <p:nvPr/>
        </p:nvSpPr>
        <p:spPr>
          <a:xfrm>
            <a:off x="8376045" y="1975097"/>
            <a:ext cx="102363" cy="16623"/>
          </a:xfrm>
          <a:custGeom>
            <a:avLst/>
            <a:gdLst/>
            <a:ahLst/>
            <a:cxnLst/>
            <a:rect l="l" t="t" r="r" b="b"/>
            <a:pathLst>
              <a:path w="3904" h="634" extrusionOk="0">
                <a:moveTo>
                  <a:pt x="301" y="0"/>
                </a:moveTo>
                <a:cubicBezTo>
                  <a:pt x="134" y="0"/>
                  <a:pt x="1" y="133"/>
                  <a:pt x="1" y="300"/>
                </a:cubicBezTo>
                <a:cubicBezTo>
                  <a:pt x="1" y="500"/>
                  <a:pt x="134" y="634"/>
                  <a:pt x="301" y="634"/>
                </a:cubicBezTo>
                <a:lnTo>
                  <a:pt x="3570" y="634"/>
                </a:lnTo>
                <a:cubicBezTo>
                  <a:pt x="3770" y="634"/>
                  <a:pt x="3903" y="500"/>
                  <a:pt x="3903" y="300"/>
                </a:cubicBezTo>
                <a:cubicBezTo>
                  <a:pt x="3903" y="133"/>
                  <a:pt x="3770" y="0"/>
                  <a:pt x="357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27"/>
          <p:cNvSpPr/>
          <p:nvPr/>
        </p:nvSpPr>
        <p:spPr>
          <a:xfrm>
            <a:off x="7710453" y="1612108"/>
            <a:ext cx="328012" cy="16650"/>
          </a:xfrm>
          <a:custGeom>
            <a:avLst/>
            <a:gdLst/>
            <a:ahLst/>
            <a:cxnLst/>
            <a:rect l="l" t="t" r="r" b="b"/>
            <a:pathLst>
              <a:path w="12510" h="635" extrusionOk="0">
                <a:moveTo>
                  <a:pt x="334" y="1"/>
                </a:moveTo>
                <a:cubicBezTo>
                  <a:pt x="134" y="1"/>
                  <a:pt x="1" y="134"/>
                  <a:pt x="1" y="334"/>
                </a:cubicBezTo>
                <a:cubicBezTo>
                  <a:pt x="1" y="501"/>
                  <a:pt x="134" y="635"/>
                  <a:pt x="334" y="635"/>
                </a:cubicBezTo>
                <a:lnTo>
                  <a:pt x="12176" y="635"/>
                </a:lnTo>
                <a:cubicBezTo>
                  <a:pt x="12376" y="635"/>
                  <a:pt x="12510" y="501"/>
                  <a:pt x="12510" y="334"/>
                </a:cubicBezTo>
                <a:cubicBezTo>
                  <a:pt x="12510" y="134"/>
                  <a:pt x="12376" y="1"/>
                  <a:pt x="1217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27"/>
          <p:cNvSpPr/>
          <p:nvPr/>
        </p:nvSpPr>
        <p:spPr>
          <a:xfrm>
            <a:off x="7710453" y="2288189"/>
            <a:ext cx="530064" cy="17541"/>
          </a:xfrm>
          <a:custGeom>
            <a:avLst/>
            <a:gdLst/>
            <a:ahLst/>
            <a:cxnLst/>
            <a:rect l="l" t="t" r="r" b="b"/>
            <a:pathLst>
              <a:path w="20216" h="669" extrusionOk="0">
                <a:moveTo>
                  <a:pt x="334" y="1"/>
                </a:moveTo>
                <a:cubicBezTo>
                  <a:pt x="134" y="1"/>
                  <a:pt x="1" y="134"/>
                  <a:pt x="1" y="334"/>
                </a:cubicBezTo>
                <a:cubicBezTo>
                  <a:pt x="1" y="501"/>
                  <a:pt x="134" y="668"/>
                  <a:pt x="334" y="668"/>
                </a:cubicBezTo>
                <a:lnTo>
                  <a:pt x="19882" y="668"/>
                </a:lnTo>
                <a:cubicBezTo>
                  <a:pt x="20048" y="668"/>
                  <a:pt x="20215" y="501"/>
                  <a:pt x="20182" y="334"/>
                </a:cubicBezTo>
                <a:cubicBezTo>
                  <a:pt x="20182" y="134"/>
                  <a:pt x="20048" y="1"/>
                  <a:pt x="1988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619;p27"/>
          <p:cNvSpPr/>
          <p:nvPr/>
        </p:nvSpPr>
        <p:spPr>
          <a:xfrm>
            <a:off x="7710453" y="2355548"/>
            <a:ext cx="529172" cy="17515"/>
          </a:xfrm>
          <a:custGeom>
            <a:avLst/>
            <a:gdLst/>
            <a:ahLst/>
            <a:cxnLst/>
            <a:rect l="l" t="t" r="r" b="b"/>
            <a:pathLst>
              <a:path w="20182" h="668" extrusionOk="0">
                <a:moveTo>
                  <a:pt x="334" y="0"/>
                </a:moveTo>
                <a:cubicBezTo>
                  <a:pt x="134" y="0"/>
                  <a:pt x="1" y="167"/>
                  <a:pt x="1" y="334"/>
                </a:cubicBezTo>
                <a:cubicBezTo>
                  <a:pt x="1" y="501"/>
                  <a:pt x="134" y="668"/>
                  <a:pt x="334" y="668"/>
                </a:cubicBezTo>
                <a:lnTo>
                  <a:pt x="19882" y="668"/>
                </a:lnTo>
                <a:cubicBezTo>
                  <a:pt x="20048" y="668"/>
                  <a:pt x="20182" y="501"/>
                  <a:pt x="20182" y="334"/>
                </a:cubicBezTo>
                <a:cubicBezTo>
                  <a:pt x="20182" y="167"/>
                  <a:pt x="20048" y="0"/>
                  <a:pt x="1988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27"/>
          <p:cNvSpPr/>
          <p:nvPr/>
        </p:nvSpPr>
        <p:spPr>
          <a:xfrm>
            <a:off x="7710453" y="2757866"/>
            <a:ext cx="529172" cy="16650"/>
          </a:xfrm>
          <a:custGeom>
            <a:avLst/>
            <a:gdLst/>
            <a:ahLst/>
            <a:cxnLst/>
            <a:rect l="l" t="t" r="r" b="b"/>
            <a:pathLst>
              <a:path w="20182" h="635" extrusionOk="0">
                <a:moveTo>
                  <a:pt x="334" y="1"/>
                </a:moveTo>
                <a:cubicBezTo>
                  <a:pt x="134" y="1"/>
                  <a:pt x="1" y="134"/>
                  <a:pt x="1" y="334"/>
                </a:cubicBezTo>
                <a:cubicBezTo>
                  <a:pt x="1" y="501"/>
                  <a:pt x="134" y="635"/>
                  <a:pt x="334" y="635"/>
                </a:cubicBezTo>
                <a:lnTo>
                  <a:pt x="19882" y="635"/>
                </a:lnTo>
                <a:cubicBezTo>
                  <a:pt x="20048" y="635"/>
                  <a:pt x="20182" y="501"/>
                  <a:pt x="20182" y="334"/>
                </a:cubicBezTo>
                <a:cubicBezTo>
                  <a:pt x="20182" y="134"/>
                  <a:pt x="20048" y="1"/>
                  <a:pt x="1988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621;p27"/>
          <p:cNvSpPr/>
          <p:nvPr/>
        </p:nvSpPr>
        <p:spPr>
          <a:xfrm>
            <a:off x="8192375" y="2143009"/>
            <a:ext cx="157451" cy="16650"/>
          </a:xfrm>
          <a:custGeom>
            <a:avLst/>
            <a:gdLst/>
            <a:ahLst/>
            <a:cxnLst/>
            <a:rect l="l" t="t" r="r" b="b"/>
            <a:pathLst>
              <a:path w="6005" h="635" extrusionOk="0">
                <a:moveTo>
                  <a:pt x="334" y="1"/>
                </a:moveTo>
                <a:cubicBezTo>
                  <a:pt x="167" y="1"/>
                  <a:pt x="1" y="134"/>
                  <a:pt x="1" y="334"/>
                </a:cubicBezTo>
                <a:cubicBezTo>
                  <a:pt x="1" y="501"/>
                  <a:pt x="167" y="634"/>
                  <a:pt x="334" y="634"/>
                </a:cubicBezTo>
                <a:lnTo>
                  <a:pt x="5671" y="634"/>
                </a:lnTo>
                <a:cubicBezTo>
                  <a:pt x="5838" y="634"/>
                  <a:pt x="6005" y="501"/>
                  <a:pt x="6005" y="334"/>
                </a:cubicBezTo>
                <a:cubicBezTo>
                  <a:pt x="6005" y="134"/>
                  <a:pt x="5838" y="1"/>
                  <a:pt x="5671" y="1"/>
                </a:cubicBezTo>
                <a:close/>
              </a:path>
            </a:pathLst>
          </a:custGeom>
          <a:solidFill>
            <a:srgbClr val="12D7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622;p27"/>
          <p:cNvSpPr/>
          <p:nvPr/>
        </p:nvSpPr>
        <p:spPr>
          <a:xfrm>
            <a:off x="8401400" y="2143009"/>
            <a:ext cx="209944" cy="16650"/>
          </a:xfrm>
          <a:custGeom>
            <a:avLst/>
            <a:gdLst/>
            <a:ahLst/>
            <a:cxnLst/>
            <a:rect l="l" t="t" r="r" b="b"/>
            <a:pathLst>
              <a:path w="8007" h="635" extrusionOk="0">
                <a:moveTo>
                  <a:pt x="334" y="1"/>
                </a:moveTo>
                <a:cubicBezTo>
                  <a:pt x="134" y="1"/>
                  <a:pt x="1" y="134"/>
                  <a:pt x="1" y="334"/>
                </a:cubicBezTo>
                <a:cubicBezTo>
                  <a:pt x="1" y="501"/>
                  <a:pt x="134" y="634"/>
                  <a:pt x="334" y="634"/>
                </a:cubicBezTo>
                <a:lnTo>
                  <a:pt x="7673" y="634"/>
                </a:lnTo>
                <a:cubicBezTo>
                  <a:pt x="7873" y="634"/>
                  <a:pt x="8007" y="501"/>
                  <a:pt x="8007" y="334"/>
                </a:cubicBezTo>
                <a:cubicBezTo>
                  <a:pt x="8007" y="134"/>
                  <a:pt x="7873" y="1"/>
                  <a:pt x="7673" y="1"/>
                </a:cubicBezTo>
                <a:close/>
              </a:path>
            </a:pathLst>
          </a:custGeom>
          <a:solidFill>
            <a:srgbClr val="12D7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623;p27"/>
          <p:cNvSpPr/>
          <p:nvPr/>
        </p:nvSpPr>
        <p:spPr>
          <a:xfrm>
            <a:off x="8401400" y="2220856"/>
            <a:ext cx="209944" cy="17515"/>
          </a:xfrm>
          <a:custGeom>
            <a:avLst/>
            <a:gdLst/>
            <a:ahLst/>
            <a:cxnLst/>
            <a:rect l="l" t="t" r="r" b="b"/>
            <a:pathLst>
              <a:path w="8007" h="668" extrusionOk="0">
                <a:moveTo>
                  <a:pt x="334" y="0"/>
                </a:moveTo>
                <a:cubicBezTo>
                  <a:pt x="134" y="0"/>
                  <a:pt x="1" y="134"/>
                  <a:pt x="1" y="334"/>
                </a:cubicBezTo>
                <a:cubicBezTo>
                  <a:pt x="1" y="501"/>
                  <a:pt x="134" y="668"/>
                  <a:pt x="334" y="668"/>
                </a:cubicBezTo>
                <a:lnTo>
                  <a:pt x="7673" y="668"/>
                </a:lnTo>
                <a:cubicBezTo>
                  <a:pt x="7873" y="668"/>
                  <a:pt x="8007" y="501"/>
                  <a:pt x="8007" y="334"/>
                </a:cubicBezTo>
                <a:cubicBezTo>
                  <a:pt x="8007" y="134"/>
                  <a:pt x="7873" y="0"/>
                  <a:pt x="7673" y="0"/>
                </a:cubicBezTo>
                <a:close/>
              </a:path>
            </a:pathLst>
          </a:custGeom>
          <a:solidFill>
            <a:srgbClr val="12D7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27"/>
          <p:cNvSpPr/>
          <p:nvPr/>
        </p:nvSpPr>
        <p:spPr>
          <a:xfrm>
            <a:off x="7710453" y="2860202"/>
            <a:ext cx="80495" cy="16650"/>
          </a:xfrm>
          <a:custGeom>
            <a:avLst/>
            <a:gdLst/>
            <a:ahLst/>
            <a:cxnLst/>
            <a:rect l="l" t="t" r="r" b="b"/>
            <a:pathLst>
              <a:path w="3070" h="635" extrusionOk="0">
                <a:moveTo>
                  <a:pt x="334" y="1"/>
                </a:moveTo>
                <a:cubicBezTo>
                  <a:pt x="134" y="1"/>
                  <a:pt x="1" y="134"/>
                  <a:pt x="1" y="301"/>
                </a:cubicBezTo>
                <a:cubicBezTo>
                  <a:pt x="1" y="501"/>
                  <a:pt x="134" y="634"/>
                  <a:pt x="334" y="634"/>
                </a:cubicBezTo>
                <a:lnTo>
                  <a:pt x="2736" y="634"/>
                </a:lnTo>
                <a:cubicBezTo>
                  <a:pt x="2903" y="634"/>
                  <a:pt x="3070" y="501"/>
                  <a:pt x="3070" y="301"/>
                </a:cubicBezTo>
                <a:cubicBezTo>
                  <a:pt x="3070" y="134"/>
                  <a:pt x="2903" y="1"/>
                  <a:pt x="2736" y="1"/>
                </a:cubicBezTo>
                <a:close/>
              </a:path>
            </a:pathLst>
          </a:custGeom>
          <a:solidFill>
            <a:srgbClr val="12D7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625;p27"/>
          <p:cNvSpPr/>
          <p:nvPr/>
        </p:nvSpPr>
        <p:spPr>
          <a:xfrm>
            <a:off x="7710453" y="2910938"/>
            <a:ext cx="80495" cy="17515"/>
          </a:xfrm>
          <a:custGeom>
            <a:avLst/>
            <a:gdLst/>
            <a:ahLst/>
            <a:cxnLst/>
            <a:rect l="l" t="t" r="r" b="b"/>
            <a:pathLst>
              <a:path w="3070" h="668" extrusionOk="0">
                <a:moveTo>
                  <a:pt x="334" y="0"/>
                </a:moveTo>
                <a:cubicBezTo>
                  <a:pt x="134" y="0"/>
                  <a:pt x="1" y="167"/>
                  <a:pt x="1" y="334"/>
                </a:cubicBezTo>
                <a:cubicBezTo>
                  <a:pt x="1" y="501"/>
                  <a:pt x="134" y="667"/>
                  <a:pt x="334" y="667"/>
                </a:cubicBezTo>
                <a:lnTo>
                  <a:pt x="2736" y="667"/>
                </a:lnTo>
                <a:cubicBezTo>
                  <a:pt x="2903" y="667"/>
                  <a:pt x="3070" y="501"/>
                  <a:pt x="3070" y="334"/>
                </a:cubicBezTo>
                <a:cubicBezTo>
                  <a:pt x="3070" y="167"/>
                  <a:pt x="2903" y="0"/>
                  <a:pt x="2736" y="0"/>
                </a:cubicBezTo>
                <a:close/>
              </a:path>
            </a:pathLst>
          </a:custGeom>
          <a:solidFill>
            <a:srgbClr val="12D7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27"/>
          <p:cNvSpPr/>
          <p:nvPr/>
        </p:nvSpPr>
        <p:spPr>
          <a:xfrm>
            <a:off x="7811924" y="2910938"/>
            <a:ext cx="492438" cy="17515"/>
          </a:xfrm>
          <a:custGeom>
            <a:avLst/>
            <a:gdLst/>
            <a:ahLst/>
            <a:cxnLst/>
            <a:rect l="l" t="t" r="r" b="b"/>
            <a:pathLst>
              <a:path w="18781" h="668" extrusionOk="0">
                <a:moveTo>
                  <a:pt x="300" y="0"/>
                </a:moveTo>
                <a:cubicBezTo>
                  <a:pt x="134" y="0"/>
                  <a:pt x="0" y="167"/>
                  <a:pt x="0" y="334"/>
                </a:cubicBezTo>
                <a:cubicBezTo>
                  <a:pt x="0" y="501"/>
                  <a:pt x="134" y="667"/>
                  <a:pt x="300" y="667"/>
                </a:cubicBezTo>
                <a:lnTo>
                  <a:pt x="18447" y="667"/>
                </a:lnTo>
                <a:cubicBezTo>
                  <a:pt x="18647" y="667"/>
                  <a:pt x="18780" y="501"/>
                  <a:pt x="18780" y="334"/>
                </a:cubicBezTo>
                <a:cubicBezTo>
                  <a:pt x="18780" y="167"/>
                  <a:pt x="18647" y="0"/>
                  <a:pt x="18447" y="0"/>
                </a:cubicBezTo>
                <a:close/>
              </a:path>
            </a:pathLst>
          </a:custGeom>
          <a:solidFill>
            <a:srgbClr val="12D7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27"/>
          <p:cNvSpPr/>
          <p:nvPr/>
        </p:nvSpPr>
        <p:spPr>
          <a:xfrm>
            <a:off x="7834656" y="2860202"/>
            <a:ext cx="79604" cy="16650"/>
          </a:xfrm>
          <a:custGeom>
            <a:avLst/>
            <a:gdLst/>
            <a:ahLst/>
            <a:cxnLst/>
            <a:rect l="l" t="t" r="r" b="b"/>
            <a:pathLst>
              <a:path w="3036" h="635" extrusionOk="0">
                <a:moveTo>
                  <a:pt x="301" y="1"/>
                </a:moveTo>
                <a:cubicBezTo>
                  <a:pt x="134" y="1"/>
                  <a:pt x="0" y="134"/>
                  <a:pt x="0" y="301"/>
                </a:cubicBezTo>
                <a:cubicBezTo>
                  <a:pt x="0" y="501"/>
                  <a:pt x="134" y="634"/>
                  <a:pt x="301" y="634"/>
                </a:cubicBezTo>
                <a:lnTo>
                  <a:pt x="2736" y="634"/>
                </a:lnTo>
                <a:cubicBezTo>
                  <a:pt x="2903" y="634"/>
                  <a:pt x="3036" y="501"/>
                  <a:pt x="3036" y="301"/>
                </a:cubicBezTo>
                <a:cubicBezTo>
                  <a:pt x="3036" y="134"/>
                  <a:pt x="2903" y="1"/>
                  <a:pt x="2736" y="1"/>
                </a:cubicBezTo>
                <a:close/>
              </a:path>
            </a:pathLst>
          </a:custGeom>
          <a:solidFill>
            <a:srgbClr val="12D7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27"/>
          <p:cNvSpPr/>
          <p:nvPr/>
        </p:nvSpPr>
        <p:spPr>
          <a:xfrm>
            <a:off x="7957969" y="2860202"/>
            <a:ext cx="80495" cy="16650"/>
          </a:xfrm>
          <a:custGeom>
            <a:avLst/>
            <a:gdLst/>
            <a:ahLst/>
            <a:cxnLst/>
            <a:rect l="l" t="t" r="r" b="b"/>
            <a:pathLst>
              <a:path w="3070" h="635" extrusionOk="0">
                <a:moveTo>
                  <a:pt x="334" y="1"/>
                </a:moveTo>
                <a:cubicBezTo>
                  <a:pt x="168" y="1"/>
                  <a:pt x="1" y="134"/>
                  <a:pt x="1" y="301"/>
                </a:cubicBezTo>
                <a:cubicBezTo>
                  <a:pt x="1" y="501"/>
                  <a:pt x="168" y="634"/>
                  <a:pt x="334" y="634"/>
                </a:cubicBezTo>
                <a:lnTo>
                  <a:pt x="2736" y="634"/>
                </a:lnTo>
                <a:cubicBezTo>
                  <a:pt x="2936" y="634"/>
                  <a:pt x="3070" y="501"/>
                  <a:pt x="3070" y="301"/>
                </a:cubicBezTo>
                <a:cubicBezTo>
                  <a:pt x="3070" y="134"/>
                  <a:pt x="2936" y="1"/>
                  <a:pt x="2736" y="1"/>
                </a:cubicBezTo>
                <a:close/>
              </a:path>
            </a:pathLst>
          </a:custGeom>
          <a:solidFill>
            <a:srgbClr val="12D7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629;p27"/>
          <p:cNvSpPr/>
          <p:nvPr/>
        </p:nvSpPr>
        <p:spPr>
          <a:xfrm>
            <a:off x="8082172" y="2860202"/>
            <a:ext cx="79630" cy="16650"/>
          </a:xfrm>
          <a:custGeom>
            <a:avLst/>
            <a:gdLst/>
            <a:ahLst/>
            <a:cxnLst/>
            <a:rect l="l" t="t" r="r" b="b"/>
            <a:pathLst>
              <a:path w="3037" h="635" extrusionOk="0">
                <a:moveTo>
                  <a:pt x="334" y="1"/>
                </a:moveTo>
                <a:cubicBezTo>
                  <a:pt x="134" y="1"/>
                  <a:pt x="1" y="134"/>
                  <a:pt x="1" y="301"/>
                </a:cubicBezTo>
                <a:cubicBezTo>
                  <a:pt x="1" y="501"/>
                  <a:pt x="134" y="634"/>
                  <a:pt x="334" y="634"/>
                </a:cubicBezTo>
                <a:lnTo>
                  <a:pt x="2736" y="634"/>
                </a:lnTo>
                <a:cubicBezTo>
                  <a:pt x="2903" y="634"/>
                  <a:pt x="3036" y="501"/>
                  <a:pt x="3036" y="301"/>
                </a:cubicBezTo>
                <a:cubicBezTo>
                  <a:pt x="3036" y="134"/>
                  <a:pt x="2903" y="1"/>
                  <a:pt x="2736" y="1"/>
                </a:cubicBezTo>
                <a:close/>
              </a:path>
            </a:pathLst>
          </a:custGeom>
          <a:solidFill>
            <a:srgbClr val="12D7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27"/>
          <p:cNvSpPr/>
          <p:nvPr/>
        </p:nvSpPr>
        <p:spPr>
          <a:xfrm>
            <a:off x="8206376" y="2860202"/>
            <a:ext cx="79604" cy="16650"/>
          </a:xfrm>
          <a:custGeom>
            <a:avLst/>
            <a:gdLst/>
            <a:ahLst/>
            <a:cxnLst/>
            <a:rect l="l" t="t" r="r" b="b"/>
            <a:pathLst>
              <a:path w="3036" h="635" extrusionOk="0">
                <a:moveTo>
                  <a:pt x="300" y="1"/>
                </a:moveTo>
                <a:cubicBezTo>
                  <a:pt x="134" y="1"/>
                  <a:pt x="0" y="134"/>
                  <a:pt x="0" y="301"/>
                </a:cubicBezTo>
                <a:cubicBezTo>
                  <a:pt x="0" y="501"/>
                  <a:pt x="134" y="634"/>
                  <a:pt x="300" y="634"/>
                </a:cubicBezTo>
                <a:lnTo>
                  <a:pt x="2702" y="634"/>
                </a:lnTo>
                <a:cubicBezTo>
                  <a:pt x="2902" y="634"/>
                  <a:pt x="3036" y="501"/>
                  <a:pt x="3036" y="301"/>
                </a:cubicBezTo>
                <a:cubicBezTo>
                  <a:pt x="3036" y="134"/>
                  <a:pt x="2902" y="1"/>
                  <a:pt x="2702" y="1"/>
                </a:cubicBezTo>
                <a:close/>
              </a:path>
            </a:pathLst>
          </a:custGeom>
          <a:solidFill>
            <a:srgbClr val="12D7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631;p27"/>
          <p:cNvSpPr/>
          <p:nvPr/>
        </p:nvSpPr>
        <p:spPr>
          <a:xfrm>
            <a:off x="8329688" y="2860202"/>
            <a:ext cx="80495" cy="16650"/>
          </a:xfrm>
          <a:custGeom>
            <a:avLst/>
            <a:gdLst/>
            <a:ahLst/>
            <a:cxnLst/>
            <a:rect l="l" t="t" r="r" b="b"/>
            <a:pathLst>
              <a:path w="3070" h="635" extrusionOk="0">
                <a:moveTo>
                  <a:pt x="334" y="1"/>
                </a:moveTo>
                <a:cubicBezTo>
                  <a:pt x="134" y="1"/>
                  <a:pt x="1" y="134"/>
                  <a:pt x="1" y="301"/>
                </a:cubicBezTo>
                <a:cubicBezTo>
                  <a:pt x="1" y="501"/>
                  <a:pt x="134" y="634"/>
                  <a:pt x="334" y="634"/>
                </a:cubicBezTo>
                <a:lnTo>
                  <a:pt x="2736" y="634"/>
                </a:lnTo>
                <a:cubicBezTo>
                  <a:pt x="2903" y="634"/>
                  <a:pt x="3069" y="501"/>
                  <a:pt x="3069" y="301"/>
                </a:cubicBezTo>
                <a:cubicBezTo>
                  <a:pt x="3069" y="134"/>
                  <a:pt x="2903" y="1"/>
                  <a:pt x="2736" y="1"/>
                </a:cubicBezTo>
                <a:close/>
              </a:path>
            </a:pathLst>
          </a:custGeom>
          <a:solidFill>
            <a:srgbClr val="12D7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632;p27"/>
          <p:cNvSpPr/>
          <p:nvPr/>
        </p:nvSpPr>
        <p:spPr>
          <a:xfrm>
            <a:off x="8453892" y="2860202"/>
            <a:ext cx="54249" cy="16650"/>
          </a:xfrm>
          <a:custGeom>
            <a:avLst/>
            <a:gdLst/>
            <a:ahLst/>
            <a:cxnLst/>
            <a:rect l="l" t="t" r="r" b="b"/>
            <a:pathLst>
              <a:path w="2069" h="635" extrusionOk="0">
                <a:moveTo>
                  <a:pt x="301" y="1"/>
                </a:moveTo>
                <a:cubicBezTo>
                  <a:pt x="134" y="1"/>
                  <a:pt x="0" y="134"/>
                  <a:pt x="0" y="301"/>
                </a:cubicBezTo>
                <a:cubicBezTo>
                  <a:pt x="0" y="501"/>
                  <a:pt x="134" y="634"/>
                  <a:pt x="301" y="634"/>
                </a:cubicBezTo>
                <a:lnTo>
                  <a:pt x="1768" y="634"/>
                </a:lnTo>
                <a:cubicBezTo>
                  <a:pt x="1935" y="634"/>
                  <a:pt x="2068" y="501"/>
                  <a:pt x="2068" y="301"/>
                </a:cubicBezTo>
                <a:cubicBezTo>
                  <a:pt x="2068" y="134"/>
                  <a:pt x="1935" y="1"/>
                  <a:pt x="1768" y="1"/>
                </a:cubicBezTo>
                <a:close/>
              </a:path>
            </a:pathLst>
          </a:custGeom>
          <a:solidFill>
            <a:srgbClr val="12D7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27"/>
          <p:cNvSpPr/>
          <p:nvPr/>
        </p:nvSpPr>
        <p:spPr>
          <a:xfrm>
            <a:off x="9021527" y="1116211"/>
            <a:ext cx="42004" cy="13136"/>
          </a:xfrm>
          <a:custGeom>
            <a:avLst/>
            <a:gdLst/>
            <a:ahLst/>
            <a:cxnLst/>
            <a:rect l="l" t="t" r="r" b="b"/>
            <a:pathLst>
              <a:path w="1602" h="501" extrusionOk="0">
                <a:moveTo>
                  <a:pt x="234" y="0"/>
                </a:moveTo>
                <a:cubicBezTo>
                  <a:pt x="100" y="0"/>
                  <a:pt x="0" y="134"/>
                  <a:pt x="0" y="267"/>
                </a:cubicBezTo>
                <a:cubicBezTo>
                  <a:pt x="0" y="401"/>
                  <a:pt x="100" y="501"/>
                  <a:pt x="234" y="501"/>
                </a:cubicBezTo>
                <a:lnTo>
                  <a:pt x="1368" y="501"/>
                </a:lnTo>
                <a:cubicBezTo>
                  <a:pt x="1501" y="501"/>
                  <a:pt x="1601" y="401"/>
                  <a:pt x="1601" y="267"/>
                </a:cubicBezTo>
                <a:cubicBezTo>
                  <a:pt x="1601" y="134"/>
                  <a:pt x="1501" y="0"/>
                  <a:pt x="1368" y="0"/>
                </a:cubicBezTo>
                <a:close/>
              </a:path>
            </a:pathLst>
          </a:custGeom>
          <a:solidFill>
            <a:srgbClr val="12D7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651;p27"/>
          <p:cNvSpPr/>
          <p:nvPr/>
        </p:nvSpPr>
        <p:spPr>
          <a:xfrm>
            <a:off x="8977792" y="1253524"/>
            <a:ext cx="74360" cy="12271"/>
          </a:xfrm>
          <a:custGeom>
            <a:avLst/>
            <a:gdLst/>
            <a:ahLst/>
            <a:cxnLst/>
            <a:rect l="l" t="t" r="r" b="b"/>
            <a:pathLst>
              <a:path w="2836" h="468" extrusionOk="0">
                <a:moveTo>
                  <a:pt x="267" y="0"/>
                </a:moveTo>
                <a:cubicBezTo>
                  <a:pt x="134" y="0"/>
                  <a:pt x="0" y="100"/>
                  <a:pt x="0" y="234"/>
                </a:cubicBezTo>
                <a:cubicBezTo>
                  <a:pt x="0" y="367"/>
                  <a:pt x="134" y="467"/>
                  <a:pt x="267" y="467"/>
                </a:cubicBezTo>
                <a:lnTo>
                  <a:pt x="2602" y="467"/>
                </a:lnTo>
                <a:cubicBezTo>
                  <a:pt x="2736" y="467"/>
                  <a:pt x="2836" y="367"/>
                  <a:pt x="2836" y="234"/>
                </a:cubicBezTo>
                <a:cubicBezTo>
                  <a:pt x="2836" y="100"/>
                  <a:pt x="2736" y="0"/>
                  <a:pt x="2602"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27"/>
          <p:cNvSpPr/>
          <p:nvPr/>
        </p:nvSpPr>
        <p:spPr>
          <a:xfrm>
            <a:off x="8720653" y="1349725"/>
            <a:ext cx="240542" cy="13136"/>
          </a:xfrm>
          <a:custGeom>
            <a:avLst/>
            <a:gdLst/>
            <a:ahLst/>
            <a:cxnLst/>
            <a:rect l="l" t="t" r="r" b="b"/>
            <a:pathLst>
              <a:path w="9174" h="501" extrusionOk="0">
                <a:moveTo>
                  <a:pt x="234" y="1"/>
                </a:moveTo>
                <a:cubicBezTo>
                  <a:pt x="100" y="1"/>
                  <a:pt x="0" y="134"/>
                  <a:pt x="0" y="267"/>
                </a:cubicBezTo>
                <a:cubicBezTo>
                  <a:pt x="0" y="401"/>
                  <a:pt x="100" y="501"/>
                  <a:pt x="234" y="501"/>
                </a:cubicBezTo>
                <a:lnTo>
                  <a:pt x="8940" y="501"/>
                </a:lnTo>
                <a:cubicBezTo>
                  <a:pt x="9073" y="501"/>
                  <a:pt x="9173" y="401"/>
                  <a:pt x="9173" y="267"/>
                </a:cubicBezTo>
                <a:cubicBezTo>
                  <a:pt x="9173" y="134"/>
                  <a:pt x="9073" y="1"/>
                  <a:pt x="894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27"/>
          <p:cNvSpPr/>
          <p:nvPr/>
        </p:nvSpPr>
        <p:spPr>
          <a:xfrm>
            <a:off x="8882456" y="1320857"/>
            <a:ext cx="78739" cy="13162"/>
          </a:xfrm>
          <a:custGeom>
            <a:avLst/>
            <a:gdLst/>
            <a:ahLst/>
            <a:cxnLst/>
            <a:rect l="l" t="t" r="r" b="b"/>
            <a:pathLst>
              <a:path w="3003" h="502" extrusionOk="0">
                <a:moveTo>
                  <a:pt x="267" y="1"/>
                </a:moveTo>
                <a:cubicBezTo>
                  <a:pt x="134" y="1"/>
                  <a:pt x="0" y="101"/>
                  <a:pt x="0" y="268"/>
                </a:cubicBezTo>
                <a:cubicBezTo>
                  <a:pt x="0" y="401"/>
                  <a:pt x="134" y="501"/>
                  <a:pt x="267" y="501"/>
                </a:cubicBezTo>
                <a:lnTo>
                  <a:pt x="2769" y="501"/>
                </a:lnTo>
                <a:cubicBezTo>
                  <a:pt x="2902" y="501"/>
                  <a:pt x="3002" y="401"/>
                  <a:pt x="3002" y="268"/>
                </a:cubicBezTo>
                <a:cubicBezTo>
                  <a:pt x="3002" y="101"/>
                  <a:pt x="2902" y="1"/>
                  <a:pt x="276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27"/>
          <p:cNvSpPr/>
          <p:nvPr/>
        </p:nvSpPr>
        <p:spPr>
          <a:xfrm>
            <a:off x="8371666" y="1467793"/>
            <a:ext cx="406725" cy="12271"/>
          </a:xfrm>
          <a:custGeom>
            <a:avLst/>
            <a:gdLst/>
            <a:ahLst/>
            <a:cxnLst/>
            <a:rect l="l" t="t" r="r" b="b"/>
            <a:pathLst>
              <a:path w="15512" h="468" extrusionOk="0">
                <a:moveTo>
                  <a:pt x="234" y="1"/>
                </a:moveTo>
                <a:cubicBezTo>
                  <a:pt x="101" y="1"/>
                  <a:pt x="1" y="101"/>
                  <a:pt x="1" y="234"/>
                </a:cubicBezTo>
                <a:cubicBezTo>
                  <a:pt x="1" y="368"/>
                  <a:pt x="101" y="468"/>
                  <a:pt x="234" y="468"/>
                </a:cubicBezTo>
                <a:lnTo>
                  <a:pt x="15278" y="468"/>
                </a:lnTo>
                <a:cubicBezTo>
                  <a:pt x="15412" y="468"/>
                  <a:pt x="15512" y="368"/>
                  <a:pt x="15512" y="234"/>
                </a:cubicBezTo>
                <a:cubicBezTo>
                  <a:pt x="15512" y="101"/>
                  <a:pt x="15412" y="1"/>
                  <a:pt x="1527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27"/>
          <p:cNvSpPr/>
          <p:nvPr/>
        </p:nvSpPr>
        <p:spPr>
          <a:xfrm>
            <a:off x="8741629" y="1392595"/>
            <a:ext cx="120743" cy="12271"/>
          </a:xfrm>
          <a:custGeom>
            <a:avLst/>
            <a:gdLst/>
            <a:ahLst/>
            <a:cxnLst/>
            <a:rect l="l" t="t" r="r" b="b"/>
            <a:pathLst>
              <a:path w="4605" h="468" extrusionOk="0">
                <a:moveTo>
                  <a:pt x="268" y="0"/>
                </a:moveTo>
                <a:cubicBezTo>
                  <a:pt x="134" y="0"/>
                  <a:pt x="1" y="100"/>
                  <a:pt x="1" y="234"/>
                </a:cubicBezTo>
                <a:cubicBezTo>
                  <a:pt x="1" y="367"/>
                  <a:pt x="134" y="467"/>
                  <a:pt x="268" y="467"/>
                </a:cubicBezTo>
                <a:lnTo>
                  <a:pt x="4371" y="467"/>
                </a:lnTo>
                <a:cubicBezTo>
                  <a:pt x="4504" y="467"/>
                  <a:pt x="4604" y="367"/>
                  <a:pt x="4604" y="234"/>
                </a:cubicBezTo>
                <a:cubicBezTo>
                  <a:pt x="4604" y="100"/>
                  <a:pt x="4504" y="0"/>
                  <a:pt x="4371" y="0"/>
                </a:cubicBezTo>
                <a:close/>
              </a:path>
            </a:pathLst>
          </a:custGeom>
          <a:solidFill>
            <a:srgbClr val="12D7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658;p27"/>
          <p:cNvSpPr/>
          <p:nvPr/>
        </p:nvSpPr>
        <p:spPr>
          <a:xfrm>
            <a:off x="8902567" y="1392595"/>
            <a:ext cx="160965" cy="12271"/>
          </a:xfrm>
          <a:custGeom>
            <a:avLst/>
            <a:gdLst/>
            <a:ahLst/>
            <a:cxnLst/>
            <a:rect l="l" t="t" r="r" b="b"/>
            <a:pathLst>
              <a:path w="6139" h="468" extrusionOk="0">
                <a:moveTo>
                  <a:pt x="234" y="0"/>
                </a:moveTo>
                <a:cubicBezTo>
                  <a:pt x="101" y="0"/>
                  <a:pt x="1" y="100"/>
                  <a:pt x="1" y="234"/>
                </a:cubicBezTo>
                <a:cubicBezTo>
                  <a:pt x="1" y="367"/>
                  <a:pt x="101" y="467"/>
                  <a:pt x="234" y="467"/>
                </a:cubicBezTo>
                <a:lnTo>
                  <a:pt x="5905" y="467"/>
                </a:lnTo>
                <a:cubicBezTo>
                  <a:pt x="6038" y="467"/>
                  <a:pt x="6138" y="367"/>
                  <a:pt x="6138" y="234"/>
                </a:cubicBezTo>
                <a:cubicBezTo>
                  <a:pt x="6138" y="100"/>
                  <a:pt x="6038" y="0"/>
                  <a:pt x="5905" y="0"/>
                </a:cubicBezTo>
                <a:close/>
              </a:path>
            </a:pathLst>
          </a:custGeom>
          <a:solidFill>
            <a:srgbClr val="12D7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27"/>
          <p:cNvSpPr/>
          <p:nvPr/>
        </p:nvSpPr>
        <p:spPr>
          <a:xfrm>
            <a:off x="8902567" y="1452062"/>
            <a:ext cx="160965" cy="13136"/>
          </a:xfrm>
          <a:custGeom>
            <a:avLst/>
            <a:gdLst/>
            <a:ahLst/>
            <a:cxnLst/>
            <a:rect l="l" t="t" r="r" b="b"/>
            <a:pathLst>
              <a:path w="6139" h="501" extrusionOk="0">
                <a:moveTo>
                  <a:pt x="234" y="0"/>
                </a:moveTo>
                <a:cubicBezTo>
                  <a:pt x="101" y="0"/>
                  <a:pt x="1" y="134"/>
                  <a:pt x="1" y="267"/>
                </a:cubicBezTo>
                <a:cubicBezTo>
                  <a:pt x="1" y="401"/>
                  <a:pt x="101" y="501"/>
                  <a:pt x="234" y="501"/>
                </a:cubicBezTo>
                <a:lnTo>
                  <a:pt x="5905" y="501"/>
                </a:lnTo>
                <a:cubicBezTo>
                  <a:pt x="6038" y="501"/>
                  <a:pt x="6138" y="401"/>
                  <a:pt x="6138" y="267"/>
                </a:cubicBezTo>
                <a:cubicBezTo>
                  <a:pt x="6138" y="134"/>
                  <a:pt x="6038" y="0"/>
                  <a:pt x="5905" y="0"/>
                </a:cubicBezTo>
                <a:close/>
              </a:path>
            </a:pathLst>
          </a:custGeom>
          <a:solidFill>
            <a:srgbClr val="12D7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27"/>
          <p:cNvSpPr/>
          <p:nvPr/>
        </p:nvSpPr>
        <p:spPr>
          <a:xfrm>
            <a:off x="8371666" y="1508906"/>
            <a:ext cx="61250" cy="13136"/>
          </a:xfrm>
          <a:custGeom>
            <a:avLst/>
            <a:gdLst/>
            <a:ahLst/>
            <a:cxnLst/>
            <a:rect l="l" t="t" r="r" b="b"/>
            <a:pathLst>
              <a:path w="2336" h="501" extrusionOk="0">
                <a:moveTo>
                  <a:pt x="234" y="1"/>
                </a:moveTo>
                <a:cubicBezTo>
                  <a:pt x="101" y="1"/>
                  <a:pt x="1" y="101"/>
                  <a:pt x="1" y="267"/>
                </a:cubicBezTo>
                <a:cubicBezTo>
                  <a:pt x="1" y="401"/>
                  <a:pt x="101" y="501"/>
                  <a:pt x="234" y="501"/>
                </a:cubicBezTo>
                <a:lnTo>
                  <a:pt x="2102" y="501"/>
                </a:lnTo>
                <a:cubicBezTo>
                  <a:pt x="2236" y="501"/>
                  <a:pt x="2336" y="401"/>
                  <a:pt x="2336" y="267"/>
                </a:cubicBezTo>
                <a:cubicBezTo>
                  <a:pt x="2336" y="101"/>
                  <a:pt x="2236" y="1"/>
                  <a:pt x="2102" y="1"/>
                </a:cubicBezTo>
                <a:close/>
              </a:path>
            </a:pathLst>
          </a:custGeom>
          <a:solidFill>
            <a:srgbClr val="12D7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27"/>
          <p:cNvSpPr/>
          <p:nvPr/>
        </p:nvSpPr>
        <p:spPr>
          <a:xfrm>
            <a:off x="8448648" y="1508906"/>
            <a:ext cx="378722" cy="13136"/>
          </a:xfrm>
          <a:custGeom>
            <a:avLst/>
            <a:gdLst/>
            <a:ahLst/>
            <a:cxnLst/>
            <a:rect l="l" t="t" r="r" b="b"/>
            <a:pathLst>
              <a:path w="14444" h="501" extrusionOk="0">
                <a:moveTo>
                  <a:pt x="267" y="1"/>
                </a:moveTo>
                <a:cubicBezTo>
                  <a:pt x="134" y="1"/>
                  <a:pt x="0" y="101"/>
                  <a:pt x="0" y="267"/>
                </a:cubicBezTo>
                <a:cubicBezTo>
                  <a:pt x="0" y="401"/>
                  <a:pt x="134" y="501"/>
                  <a:pt x="267" y="501"/>
                </a:cubicBezTo>
                <a:lnTo>
                  <a:pt x="14210" y="501"/>
                </a:lnTo>
                <a:cubicBezTo>
                  <a:pt x="14344" y="501"/>
                  <a:pt x="14444" y="401"/>
                  <a:pt x="14444" y="267"/>
                </a:cubicBezTo>
                <a:cubicBezTo>
                  <a:pt x="14444" y="101"/>
                  <a:pt x="14344" y="1"/>
                  <a:pt x="14210" y="1"/>
                </a:cubicBezTo>
                <a:close/>
              </a:path>
            </a:pathLst>
          </a:custGeom>
          <a:solidFill>
            <a:srgbClr val="12D7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87" name="Image 186">
            <a:extLst>
              <a:ext uri="{FF2B5EF4-FFF2-40B4-BE49-F238E27FC236}">
                <a16:creationId xmlns:a16="http://schemas.microsoft.com/office/drawing/2014/main" id="{2AA05819-58AB-4572-BBA0-71571BD986E9}"/>
              </a:ext>
            </a:extLst>
          </p:cNvPr>
          <p:cNvPicPr/>
          <p:nvPr/>
        </p:nvPicPr>
        <p:blipFill>
          <a:blip r:embed="rId4"/>
          <a:srcRect/>
          <a:stretch>
            <a:fillRect/>
          </a:stretch>
        </p:blipFill>
        <p:spPr bwMode="auto">
          <a:xfrm>
            <a:off x="6946119" y="398442"/>
            <a:ext cx="1628909" cy="534396"/>
          </a:xfrm>
          <a:prstGeom prst="rect">
            <a:avLst/>
          </a:prstGeom>
          <a:noFill/>
          <a:ln w="9525">
            <a:noFill/>
            <a:miter lim="800000"/>
            <a:headEnd/>
            <a:tailEnd/>
          </a:ln>
        </p:spPr>
      </p:pic>
      <p:sp>
        <p:nvSpPr>
          <p:cNvPr id="2" name="Rectangle 1">
            <a:extLst>
              <a:ext uri="{FF2B5EF4-FFF2-40B4-BE49-F238E27FC236}">
                <a16:creationId xmlns:a16="http://schemas.microsoft.com/office/drawing/2014/main" id="{FEB97369-1AF0-455F-9735-AB150D6DECEE}"/>
              </a:ext>
            </a:extLst>
          </p:cNvPr>
          <p:cNvSpPr/>
          <p:nvPr/>
        </p:nvSpPr>
        <p:spPr>
          <a:xfrm>
            <a:off x="6581291" y="926952"/>
            <a:ext cx="2321276" cy="312330"/>
          </a:xfrm>
          <a:prstGeom prst="rect">
            <a:avLst/>
          </a:prstGeom>
        </p:spPr>
        <p:txBody>
          <a:bodyPr wrap="none">
            <a:spAutoFit/>
          </a:bodyPr>
          <a:lstStyle/>
          <a:p>
            <a:pPr algn="ctr">
              <a:lnSpc>
                <a:spcPct val="107000"/>
              </a:lnSpc>
              <a:spcAft>
                <a:spcPts val="800"/>
              </a:spcAft>
            </a:pPr>
            <a:r>
              <a:rPr lang="fr-FR" kern="100" dirty="0">
                <a:solidFill>
                  <a:schemeClr val="bg1"/>
                </a:solidFill>
                <a:latin typeface="Footlight MT Light" panose="0204060206030A020304" pitchFamily="18" charset="0"/>
                <a:ea typeface="Calibri" panose="020F0502020204030204" pitchFamily="34" charset="0"/>
                <a:cs typeface="Times New Roman" panose="02020603050405020304" pitchFamily="18" charset="0"/>
              </a:rPr>
              <a:t>Un peuple - Un but - Une foi</a:t>
            </a:r>
            <a:endParaRPr lang="fr-FR" sz="12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Rectangle 2">
            <a:extLst>
              <a:ext uri="{FF2B5EF4-FFF2-40B4-BE49-F238E27FC236}">
                <a16:creationId xmlns:a16="http://schemas.microsoft.com/office/drawing/2014/main" id="{A6CE5B79-3795-49B8-AD41-77EA170F77D7}"/>
              </a:ext>
            </a:extLst>
          </p:cNvPr>
          <p:cNvSpPr/>
          <p:nvPr/>
        </p:nvSpPr>
        <p:spPr>
          <a:xfrm>
            <a:off x="6867338" y="53997"/>
            <a:ext cx="1899879" cy="325217"/>
          </a:xfrm>
          <a:prstGeom prst="rect">
            <a:avLst/>
          </a:prstGeom>
        </p:spPr>
        <p:txBody>
          <a:bodyPr wrap="none">
            <a:spAutoFit/>
          </a:bodyPr>
          <a:lstStyle/>
          <a:p>
            <a:pPr algn="ctr">
              <a:lnSpc>
                <a:spcPct val="115000"/>
              </a:lnSpc>
              <a:spcAft>
                <a:spcPts val="800"/>
              </a:spcAft>
            </a:pPr>
            <a:r>
              <a:rPr lang="fr-FR" kern="100" dirty="0">
                <a:solidFill>
                  <a:schemeClr val="bg1"/>
                </a:solidFill>
                <a:latin typeface="Footlight MT Light" panose="0204060206030A020304" pitchFamily="18" charset="0"/>
                <a:ea typeface="Calibri" panose="020F0502020204030204" pitchFamily="34" charset="0"/>
                <a:cs typeface="Times New Roman" panose="02020603050405020304" pitchFamily="18" charset="0"/>
              </a:rPr>
              <a:t>RÉPUBLIQUE DU MALI</a:t>
            </a:r>
            <a:endParaRPr lang="fr-FR" sz="12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ZoneTexte 3">
            <a:extLst>
              <a:ext uri="{FF2B5EF4-FFF2-40B4-BE49-F238E27FC236}">
                <a16:creationId xmlns:a16="http://schemas.microsoft.com/office/drawing/2014/main" id="{D49193D6-72C4-4728-873F-FCE358002C77}"/>
              </a:ext>
            </a:extLst>
          </p:cNvPr>
          <p:cNvSpPr txBox="1"/>
          <p:nvPr/>
        </p:nvSpPr>
        <p:spPr>
          <a:xfrm>
            <a:off x="106009" y="53997"/>
            <a:ext cx="3892061" cy="738664"/>
          </a:xfrm>
          <a:prstGeom prst="rect">
            <a:avLst/>
          </a:prstGeom>
          <a:noFill/>
        </p:spPr>
        <p:txBody>
          <a:bodyPr wrap="square" rtlCol="0">
            <a:spAutoFit/>
          </a:bodyPr>
          <a:lstStyle/>
          <a:p>
            <a:r>
              <a:rPr lang="fr-ML" b="1" dirty="0">
                <a:solidFill>
                  <a:schemeClr val="bg1"/>
                </a:solidFill>
                <a:latin typeface="Times New Roman" panose="02020603050405020304" pitchFamily="18" charset="0"/>
                <a:cs typeface="Times New Roman" panose="02020603050405020304" pitchFamily="18" charset="0"/>
              </a:rPr>
              <a:t>Ministère de l’enseignement supérieur </a:t>
            </a:r>
          </a:p>
          <a:p>
            <a:r>
              <a:rPr lang="fr-ML" b="1" dirty="0">
                <a:solidFill>
                  <a:schemeClr val="bg1"/>
                </a:solidFill>
                <a:latin typeface="Times New Roman" panose="02020603050405020304" pitchFamily="18" charset="0"/>
                <a:cs typeface="Times New Roman" panose="02020603050405020304" pitchFamily="18" charset="0"/>
              </a:rPr>
              <a:t>et de la recherche scientifique</a:t>
            </a:r>
            <a:endParaRPr lang="en-US" b="1" dirty="0">
              <a:solidFill>
                <a:schemeClr val="bg1"/>
              </a:solidFill>
              <a:latin typeface="Times New Roman" panose="02020603050405020304" pitchFamily="18" charset="0"/>
              <a:cs typeface="Times New Roman" panose="02020603050405020304" pitchFamily="18" charset="0"/>
            </a:endParaRPr>
          </a:p>
          <a:p>
            <a:endParaRPr lang="fr-FR" dirty="0"/>
          </a:p>
        </p:txBody>
      </p:sp>
      <p:sp>
        <p:nvSpPr>
          <p:cNvPr id="152" name="Parchemin horizontal 23">
            <a:extLst>
              <a:ext uri="{FF2B5EF4-FFF2-40B4-BE49-F238E27FC236}">
                <a16:creationId xmlns:a16="http://schemas.microsoft.com/office/drawing/2014/main" id="{181E2B38-B1AC-41C3-BF48-C0F1BEC1750D}"/>
              </a:ext>
            </a:extLst>
          </p:cNvPr>
          <p:cNvSpPr/>
          <p:nvPr/>
        </p:nvSpPr>
        <p:spPr>
          <a:xfrm>
            <a:off x="2398808" y="4633773"/>
            <a:ext cx="3411940" cy="468537"/>
          </a:xfrm>
          <a:prstGeom prst="horizontalScroll">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ML" b="1" dirty="0">
                <a:latin typeface="Times New Roman" panose="02020603050405020304" pitchFamily="18" charset="0"/>
                <a:cs typeface="Times New Roman" panose="02020603050405020304" pitchFamily="18" charset="0"/>
              </a:rPr>
              <a:t>Année universitaire 2024-2025</a:t>
            </a:r>
            <a:endParaRPr lang="en-US" b="1" dirty="0">
              <a:latin typeface="Times New Roman" panose="02020603050405020304" pitchFamily="18" charset="0"/>
              <a:cs typeface="Times New Roman" panose="02020603050405020304" pitchFamily="18" charset="0"/>
            </a:endParaRPr>
          </a:p>
        </p:txBody>
      </p:sp>
    </p:spTree>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rgbClr val="13367C"/>
            </a:gs>
            <a:gs pos="100000">
              <a:schemeClr val="dk2"/>
            </a:gs>
          </a:gsLst>
          <a:lin ang="5400012" scaled="0"/>
        </a:gradFill>
        <a:effectLst/>
      </p:bgPr>
    </p:bg>
    <p:spTree>
      <p:nvGrpSpPr>
        <p:cNvPr id="1" name="Shape 672"/>
        <p:cNvGrpSpPr/>
        <p:nvPr/>
      </p:nvGrpSpPr>
      <p:grpSpPr>
        <a:xfrm>
          <a:off x="0" y="0"/>
          <a:ext cx="0" cy="0"/>
          <a:chOff x="0" y="0"/>
          <a:chExt cx="0" cy="0"/>
        </a:xfrm>
      </p:grpSpPr>
      <p:sp>
        <p:nvSpPr>
          <p:cNvPr id="2" name="Rectangle 1">
            <a:extLst>
              <a:ext uri="{FF2B5EF4-FFF2-40B4-BE49-F238E27FC236}">
                <a16:creationId xmlns:a16="http://schemas.microsoft.com/office/drawing/2014/main" id="{F5DC742A-77E1-4C29-B162-F55F5B6FCBFB}"/>
              </a:ext>
            </a:extLst>
          </p:cNvPr>
          <p:cNvSpPr/>
          <p:nvPr/>
        </p:nvSpPr>
        <p:spPr>
          <a:xfrm>
            <a:off x="3002843" y="0"/>
            <a:ext cx="2675467" cy="584775"/>
          </a:xfrm>
          <a:prstGeom prst="rect">
            <a:avLst/>
          </a:prstGeom>
        </p:spPr>
        <p:txBody>
          <a:bodyPr wrap="square">
            <a:spAutoFit/>
          </a:bodyPr>
          <a:lstStyle/>
          <a:p>
            <a:pPr algn="ctr"/>
            <a:r>
              <a:rPr lang="fr-FR" sz="3200" b="1" u="sng" dirty="0">
                <a:solidFill>
                  <a:schemeClr val="tx1">
                    <a:lumMod val="75000"/>
                  </a:schemeClr>
                </a:solidFill>
                <a:latin typeface="Times New Roman" panose="02020603050405020304" pitchFamily="18" charset="0"/>
                <a:cs typeface="Times New Roman" panose="02020603050405020304" pitchFamily="18" charset="0"/>
              </a:rPr>
              <a:t>Sommaire :</a:t>
            </a:r>
            <a:endParaRPr lang="fr-FR" sz="3200" dirty="0"/>
          </a:p>
        </p:txBody>
      </p:sp>
      <p:sp>
        <p:nvSpPr>
          <p:cNvPr id="3" name="Rectangle 2">
            <a:extLst>
              <a:ext uri="{FF2B5EF4-FFF2-40B4-BE49-F238E27FC236}">
                <a16:creationId xmlns:a16="http://schemas.microsoft.com/office/drawing/2014/main" id="{9F9D2AB3-E27F-4A8F-B2C6-B9C375A01DCE}"/>
              </a:ext>
            </a:extLst>
          </p:cNvPr>
          <p:cNvSpPr/>
          <p:nvPr/>
        </p:nvSpPr>
        <p:spPr>
          <a:xfrm>
            <a:off x="833289" y="838765"/>
            <a:ext cx="6572446" cy="2246769"/>
          </a:xfrm>
          <a:prstGeom prst="rect">
            <a:avLst/>
          </a:prstGeom>
        </p:spPr>
        <p:txBody>
          <a:bodyPr wrap="square">
            <a:spAutoFit/>
          </a:bodyPr>
          <a:lstStyle/>
          <a:p>
            <a:pPr marL="342900" indent="-342900">
              <a:buFont typeface="+mj-lt"/>
              <a:buAutoNum type="arabicPeriod"/>
            </a:pPr>
            <a:r>
              <a:rPr lang="fr-FR" sz="2000" dirty="0">
                <a:solidFill>
                  <a:schemeClr val="bg1"/>
                </a:solidFill>
                <a:latin typeface="Times New Roman" panose="02020603050405020304" pitchFamily="18" charset="0"/>
                <a:cs typeface="Times New Roman" panose="02020603050405020304" pitchFamily="18" charset="0"/>
              </a:rPr>
              <a:t>Introduction</a:t>
            </a:r>
          </a:p>
          <a:p>
            <a:pPr marL="342900" indent="-342900">
              <a:buFont typeface="+mj-lt"/>
              <a:buAutoNum type="arabicPeriod"/>
            </a:pPr>
            <a:r>
              <a:rPr lang="fr-FR" sz="2000" dirty="0">
                <a:solidFill>
                  <a:schemeClr val="bg1"/>
                </a:solidFill>
                <a:latin typeface="Times New Roman" panose="02020603050405020304" pitchFamily="18" charset="0"/>
                <a:cs typeface="Times New Roman" panose="02020603050405020304" pitchFamily="18" charset="0"/>
              </a:rPr>
              <a:t>La problématique et les acteurs de la continuité d’activité</a:t>
            </a:r>
          </a:p>
          <a:p>
            <a:pPr marL="342900" indent="-342900">
              <a:buFont typeface="+mj-lt"/>
              <a:buAutoNum type="arabicPeriod"/>
            </a:pPr>
            <a:r>
              <a:rPr lang="fr-FR" sz="2000" dirty="0">
                <a:solidFill>
                  <a:schemeClr val="bg1"/>
                </a:solidFill>
                <a:latin typeface="Times New Roman" panose="02020603050405020304" pitchFamily="18" charset="0"/>
                <a:cs typeface="Times New Roman" panose="02020603050405020304" pitchFamily="18" charset="0"/>
              </a:rPr>
              <a:t>Plan de Continuité d'Activités (PCA)</a:t>
            </a:r>
          </a:p>
          <a:p>
            <a:pPr marL="342900" indent="-342900">
              <a:buFont typeface="+mj-lt"/>
              <a:buAutoNum type="arabicPeriod"/>
            </a:pPr>
            <a:r>
              <a:rPr lang="fr-FR" sz="2000" dirty="0">
                <a:solidFill>
                  <a:schemeClr val="bg1"/>
                </a:solidFill>
                <a:latin typeface="Times New Roman" panose="02020603050405020304" pitchFamily="18" charset="0"/>
                <a:cs typeface="Times New Roman" panose="02020603050405020304" pitchFamily="18" charset="0"/>
              </a:rPr>
              <a:t>Plan de Reprise d'Activité (PRA)</a:t>
            </a:r>
          </a:p>
          <a:p>
            <a:pPr marL="342900" indent="-342900">
              <a:buFont typeface="+mj-lt"/>
              <a:buAutoNum type="arabicPeriod"/>
            </a:pPr>
            <a:r>
              <a:rPr lang="fr-FR" sz="2000" dirty="0">
                <a:solidFill>
                  <a:schemeClr val="bg1"/>
                </a:solidFill>
                <a:latin typeface="Times New Roman" panose="02020603050405020304" pitchFamily="18" charset="0"/>
                <a:cs typeface="Times New Roman" panose="02020603050405020304" pitchFamily="18" charset="0"/>
              </a:rPr>
              <a:t>Différence entre PCA &amp; PRA</a:t>
            </a:r>
          </a:p>
          <a:p>
            <a:pPr marL="342900" indent="-342900">
              <a:buFont typeface="+mj-lt"/>
              <a:buAutoNum type="arabicPeriod"/>
            </a:pPr>
            <a:r>
              <a:rPr lang="fr-FR" sz="2000" dirty="0">
                <a:solidFill>
                  <a:schemeClr val="bg1"/>
                </a:solidFill>
                <a:latin typeface="Times New Roman" panose="02020603050405020304" pitchFamily="18" charset="0"/>
                <a:cs typeface="Times New Roman" panose="02020603050405020304" pitchFamily="18" charset="0"/>
              </a:rPr>
              <a:t>Exemple de Cas pratique</a:t>
            </a:r>
          </a:p>
          <a:p>
            <a:pPr marL="342900" indent="-342900">
              <a:buFont typeface="+mj-lt"/>
              <a:buAutoNum type="arabicPeriod"/>
            </a:pPr>
            <a:r>
              <a:rPr lang="fr-FR" sz="2000" dirty="0">
                <a:solidFill>
                  <a:schemeClr val="bg1"/>
                </a:solidFill>
                <a:latin typeface="Times New Roman" panose="02020603050405020304" pitchFamily="18" charset="0"/>
                <a:cs typeface="Times New Roman" panose="02020603050405020304" pitchFamily="18" charset="0"/>
              </a:rPr>
              <a:t>Conclusion </a:t>
            </a:r>
          </a:p>
        </p:txBody>
      </p:sp>
      <p:cxnSp>
        <p:nvCxnSpPr>
          <p:cNvPr id="4" name="Connecteur droit 3">
            <a:extLst>
              <a:ext uri="{FF2B5EF4-FFF2-40B4-BE49-F238E27FC236}">
                <a16:creationId xmlns:a16="http://schemas.microsoft.com/office/drawing/2014/main" id="{45F9D7F5-BC4B-45FC-B5B2-93AE5489993D}"/>
              </a:ext>
            </a:extLst>
          </p:cNvPr>
          <p:cNvCxnSpPr>
            <a:cxnSpLocks/>
          </p:cNvCxnSpPr>
          <p:nvPr/>
        </p:nvCxnSpPr>
        <p:spPr>
          <a:xfrm>
            <a:off x="833289" y="654756"/>
            <a:ext cx="7091511" cy="0"/>
          </a:xfrm>
          <a:prstGeom prst="line">
            <a:avLst/>
          </a:prstGeom>
        </p:spPr>
        <p:style>
          <a:lnRef idx="2">
            <a:schemeClr val="accent4"/>
          </a:lnRef>
          <a:fillRef idx="0">
            <a:schemeClr val="accent4"/>
          </a:fillRef>
          <a:effectRef idx="1">
            <a:schemeClr val="accent4"/>
          </a:effectRef>
          <a:fontRef idx="minor">
            <a:schemeClr val="tx1"/>
          </a:fontRef>
        </p:style>
      </p:cxnSp>
      <p:sp>
        <p:nvSpPr>
          <p:cNvPr id="5" name="Ellipse 4">
            <a:extLst>
              <a:ext uri="{FF2B5EF4-FFF2-40B4-BE49-F238E27FC236}">
                <a16:creationId xmlns:a16="http://schemas.microsoft.com/office/drawing/2014/main" id="{F7C9DCFF-E93B-2241-9DAC-C023818CE2FB}"/>
              </a:ext>
            </a:extLst>
          </p:cNvPr>
          <p:cNvSpPr/>
          <p:nvPr/>
        </p:nvSpPr>
        <p:spPr>
          <a:xfrm>
            <a:off x="8263467" y="133932"/>
            <a:ext cx="620889" cy="453090"/>
          </a:xfrm>
          <a:prstGeom prst="ellipse">
            <a:avLst/>
          </a:prstGeom>
          <a:solidFill>
            <a:srgbClr val="6EB8D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2</a:t>
            </a:r>
          </a:p>
        </p:txBody>
      </p:sp>
    </p:spTree>
    <p:extLst>
      <p:ext uri="{BB962C8B-B14F-4D97-AF65-F5344CB8AC3E}">
        <p14:creationId xmlns:p14="http://schemas.microsoft.com/office/powerpoint/2010/main" val="2085775442"/>
      </p:ext>
    </p:extLst>
  </p:cSld>
  <p:clrMapOvr>
    <a:masterClrMapping/>
  </p:clrMapOvr>
  <p:transition spd="slow">
    <p:randomBar dir="vert"/>
  </p:transition>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0">
              <a:srgbClr val="13367C"/>
            </a:gs>
            <a:gs pos="100000">
              <a:schemeClr val="dk2"/>
            </a:gs>
          </a:gsLst>
          <a:lin ang="5400012" scaled="0"/>
        </a:gradFill>
        <a:effectLst/>
      </p:bgPr>
    </p:bg>
    <p:spTree>
      <p:nvGrpSpPr>
        <p:cNvPr id="1" name="Shape 672"/>
        <p:cNvGrpSpPr/>
        <p:nvPr/>
      </p:nvGrpSpPr>
      <p:grpSpPr>
        <a:xfrm>
          <a:off x="0" y="0"/>
          <a:ext cx="0" cy="0"/>
          <a:chOff x="0" y="0"/>
          <a:chExt cx="0" cy="0"/>
        </a:xfrm>
      </p:grpSpPr>
      <p:sp>
        <p:nvSpPr>
          <p:cNvPr id="40" name="Titre 2">
            <a:extLst>
              <a:ext uri="{FF2B5EF4-FFF2-40B4-BE49-F238E27FC236}">
                <a16:creationId xmlns:a16="http://schemas.microsoft.com/office/drawing/2014/main" id="{2156A64D-3660-4DDB-9507-7F6866D4ECD1}"/>
              </a:ext>
            </a:extLst>
          </p:cNvPr>
          <p:cNvSpPr>
            <a:spLocks noGrp="1"/>
          </p:cNvSpPr>
          <p:nvPr>
            <p:ph type="title"/>
          </p:nvPr>
        </p:nvSpPr>
        <p:spPr>
          <a:xfrm>
            <a:off x="606711" y="0"/>
            <a:ext cx="7704000" cy="587522"/>
          </a:xfrm>
        </p:spPr>
        <p:txBody>
          <a:bodyPr/>
          <a:lstStyle/>
          <a:p>
            <a:pPr algn="ctr"/>
            <a:r>
              <a:rPr lang="fr-FR" sz="2400" dirty="0">
                <a:solidFill>
                  <a:schemeClr val="bg1"/>
                </a:solidFill>
                <a:latin typeface="Times New Roman" panose="02020603050405020304" pitchFamily="18" charset="0"/>
                <a:cs typeface="Times New Roman" panose="02020603050405020304" pitchFamily="18" charset="0"/>
              </a:rPr>
              <a:t>Introduction Générale:</a:t>
            </a:r>
            <a:br>
              <a:rPr lang="fr-FR" dirty="0">
                <a:solidFill>
                  <a:schemeClr val="bg1"/>
                </a:solidFill>
              </a:rPr>
            </a:br>
            <a:r>
              <a:rPr lang="fr-FR" b="1" u="sng" dirty="0">
                <a:solidFill>
                  <a:schemeClr val="tx1">
                    <a:lumMod val="75000"/>
                  </a:schemeClr>
                </a:solidFill>
                <a:latin typeface="Times New Roman" panose="02020603050405020304" pitchFamily="18" charset="0"/>
                <a:cs typeface="Times New Roman" panose="02020603050405020304" pitchFamily="18" charset="0"/>
              </a:rPr>
              <a:t> </a:t>
            </a:r>
            <a:br>
              <a:rPr lang="fr-FR" dirty="0">
                <a:latin typeface="Times New Roman" panose="02020603050405020304" pitchFamily="18" charset="0"/>
                <a:cs typeface="Times New Roman" panose="02020603050405020304" pitchFamily="18" charset="0"/>
              </a:rPr>
            </a:br>
            <a:endParaRPr lang="fr-FR" dirty="0"/>
          </a:p>
        </p:txBody>
      </p:sp>
      <p:sp>
        <p:nvSpPr>
          <p:cNvPr id="2" name="ZoneTexte 1">
            <a:extLst>
              <a:ext uri="{FF2B5EF4-FFF2-40B4-BE49-F238E27FC236}">
                <a16:creationId xmlns:a16="http://schemas.microsoft.com/office/drawing/2014/main" id="{D9BD81DA-86A8-4625-A791-2D0897B04610}"/>
              </a:ext>
            </a:extLst>
          </p:cNvPr>
          <p:cNvSpPr txBox="1"/>
          <p:nvPr/>
        </p:nvSpPr>
        <p:spPr>
          <a:xfrm>
            <a:off x="833289" y="846388"/>
            <a:ext cx="7224888" cy="830997"/>
          </a:xfrm>
          <a:prstGeom prst="rect">
            <a:avLst/>
          </a:prstGeom>
          <a:noFill/>
        </p:spPr>
        <p:txBody>
          <a:bodyPr wrap="square" rtlCol="0">
            <a:spAutoFit/>
          </a:bodyPr>
          <a:lstStyle/>
          <a:p>
            <a:pPr algn="just"/>
            <a:r>
              <a:rPr lang="fr-FR" sz="1600" dirty="0">
                <a:solidFill>
                  <a:schemeClr val="bg1"/>
                </a:solidFill>
                <a:latin typeface="Times New Roman" panose="02020603050405020304" pitchFamily="18" charset="0"/>
                <a:cs typeface="Times New Roman" panose="02020603050405020304" pitchFamily="18" charset="0"/>
              </a:rPr>
              <a:t>Depuis le jour où Internet est devenu l'élément vital de l'exploitation d'une entreprise, les attaques contre les systèmes encombrants avec les réseaux comme principal outil vulnérable ont commencé.</a:t>
            </a:r>
            <a:r>
              <a:rPr lang="fr-FR" sz="1600" dirty="0">
                <a:solidFill>
                  <a:schemeClr val="bg1"/>
                </a:solidFill>
              </a:rPr>
              <a:t> </a:t>
            </a:r>
          </a:p>
        </p:txBody>
      </p:sp>
      <p:cxnSp>
        <p:nvCxnSpPr>
          <p:cNvPr id="4" name="Connecteur droit 3">
            <a:extLst>
              <a:ext uri="{FF2B5EF4-FFF2-40B4-BE49-F238E27FC236}">
                <a16:creationId xmlns:a16="http://schemas.microsoft.com/office/drawing/2014/main" id="{3F9C3A08-8BFC-4A6F-A788-FD119DA6E19A}"/>
              </a:ext>
            </a:extLst>
          </p:cNvPr>
          <p:cNvCxnSpPr>
            <a:cxnSpLocks/>
          </p:cNvCxnSpPr>
          <p:nvPr/>
        </p:nvCxnSpPr>
        <p:spPr>
          <a:xfrm>
            <a:off x="833289" y="654756"/>
            <a:ext cx="7091511" cy="0"/>
          </a:xfrm>
          <a:prstGeom prst="line">
            <a:avLst/>
          </a:prstGeom>
        </p:spPr>
        <p:style>
          <a:lnRef idx="2">
            <a:schemeClr val="accent4"/>
          </a:lnRef>
          <a:fillRef idx="0">
            <a:schemeClr val="accent4"/>
          </a:fillRef>
          <a:effectRef idx="1">
            <a:schemeClr val="accent4"/>
          </a:effectRef>
          <a:fontRef idx="minor">
            <a:schemeClr val="tx1"/>
          </a:fontRef>
        </p:style>
      </p:cxnSp>
      <p:sp>
        <p:nvSpPr>
          <p:cNvPr id="3" name="ZoneTexte 2">
            <a:extLst>
              <a:ext uri="{FF2B5EF4-FFF2-40B4-BE49-F238E27FC236}">
                <a16:creationId xmlns:a16="http://schemas.microsoft.com/office/drawing/2014/main" id="{7787FC2A-B758-4718-823B-0F0083949D22}"/>
              </a:ext>
            </a:extLst>
          </p:cNvPr>
          <p:cNvSpPr txBox="1"/>
          <p:nvPr/>
        </p:nvSpPr>
        <p:spPr>
          <a:xfrm>
            <a:off x="766600" y="1899197"/>
            <a:ext cx="6299200" cy="1200329"/>
          </a:xfrm>
          <a:prstGeom prst="rect">
            <a:avLst/>
          </a:prstGeom>
          <a:noFill/>
        </p:spPr>
        <p:txBody>
          <a:bodyPr wrap="square" rtlCol="0">
            <a:spAutoFit/>
          </a:bodyPr>
          <a:lstStyle/>
          <a:p>
            <a:pPr algn="just"/>
            <a:r>
              <a:rPr lang="fr-FR" sz="1600" dirty="0">
                <a:solidFill>
                  <a:schemeClr val="bg1"/>
                </a:solidFill>
                <a:latin typeface="Times New Roman" panose="02020603050405020304" pitchFamily="18" charset="0"/>
                <a:cs typeface="Times New Roman" panose="02020603050405020304" pitchFamily="18" charset="0"/>
              </a:rPr>
              <a:t>Le Business </a:t>
            </a:r>
            <a:r>
              <a:rPr lang="fr-FR" sz="1600" dirty="0" err="1">
                <a:solidFill>
                  <a:schemeClr val="bg1"/>
                </a:solidFill>
                <a:latin typeface="Times New Roman" panose="02020603050405020304" pitchFamily="18" charset="0"/>
                <a:cs typeface="Times New Roman" panose="02020603050405020304" pitchFamily="18" charset="0"/>
              </a:rPr>
              <a:t>Continuity</a:t>
            </a:r>
            <a:r>
              <a:rPr lang="fr-FR" sz="1600" dirty="0">
                <a:solidFill>
                  <a:schemeClr val="bg1"/>
                </a:solidFill>
                <a:latin typeface="Times New Roman" panose="02020603050405020304" pitchFamily="18" charset="0"/>
                <a:cs typeface="Times New Roman" panose="02020603050405020304" pitchFamily="18" charset="0"/>
              </a:rPr>
              <a:t> Institute (BCI) a été fondé en 1994 pour permettre à ses adhérents de bénéficier de l’expérience de toute la communauté professionnelle des spécialistes de la continuité des opérations. </a:t>
            </a:r>
          </a:p>
          <a:p>
            <a:pPr algn="just"/>
            <a:endParaRPr lang="fr-FR" sz="2400" dirty="0"/>
          </a:p>
        </p:txBody>
      </p:sp>
      <p:sp>
        <p:nvSpPr>
          <p:cNvPr id="5" name="Ellipse 4">
            <a:extLst>
              <a:ext uri="{FF2B5EF4-FFF2-40B4-BE49-F238E27FC236}">
                <a16:creationId xmlns:a16="http://schemas.microsoft.com/office/drawing/2014/main" id="{FE163CAA-CE71-8EBF-3ABD-50112F888971}"/>
              </a:ext>
            </a:extLst>
          </p:cNvPr>
          <p:cNvSpPr/>
          <p:nvPr/>
        </p:nvSpPr>
        <p:spPr>
          <a:xfrm>
            <a:off x="8263467" y="133932"/>
            <a:ext cx="620889" cy="453090"/>
          </a:xfrm>
          <a:prstGeom prst="ellipse">
            <a:avLst/>
          </a:prstGeom>
          <a:solidFill>
            <a:srgbClr val="6EB8D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3</a:t>
            </a:r>
          </a:p>
        </p:txBody>
      </p:sp>
      <p:sp>
        <p:nvSpPr>
          <p:cNvPr id="7" name="ZoneTexte 6">
            <a:extLst>
              <a:ext uri="{FF2B5EF4-FFF2-40B4-BE49-F238E27FC236}">
                <a16:creationId xmlns:a16="http://schemas.microsoft.com/office/drawing/2014/main" id="{E60D7C07-2ED7-9353-C335-972801D0BE01}"/>
              </a:ext>
            </a:extLst>
          </p:cNvPr>
          <p:cNvSpPr txBox="1"/>
          <p:nvPr/>
        </p:nvSpPr>
        <p:spPr>
          <a:xfrm>
            <a:off x="766600" y="2844284"/>
            <a:ext cx="7224888" cy="954107"/>
          </a:xfrm>
          <a:prstGeom prst="rect">
            <a:avLst/>
          </a:prstGeom>
          <a:noFill/>
        </p:spPr>
        <p:txBody>
          <a:bodyPr wrap="square">
            <a:spAutoFit/>
          </a:bodyPr>
          <a:lstStyle/>
          <a:p>
            <a:r>
              <a:rPr lang="fr-FR" sz="1400" dirty="0">
                <a:solidFill>
                  <a:schemeClr val="bg1"/>
                </a:solidFill>
                <a:latin typeface="Times New Roman" panose="02020603050405020304" pitchFamily="18" charset="0"/>
                <a:cs typeface="Times New Roman" panose="02020603050405020304" pitchFamily="18" charset="0"/>
              </a:rPr>
              <a:t>Les adhérents du BCI sont plus de 2 500 aujourd’hui et se répartissent dans plus de 50 pays. Le BCI mène une action de fond au sein de la communauté professionnelle et normative en faveur de la promotion de standards méthodologiques et éthiques de haut niveau. Il est représenté en France et en Europe francophone.</a:t>
            </a:r>
          </a:p>
        </p:txBody>
      </p:sp>
    </p:spTree>
  </p:cSld>
  <p:clrMapOvr>
    <a:masterClrMapping/>
  </p:clrMapOvr>
  <p:transition spd="slow">
    <p:randomBar dir="vert"/>
  </p:transition>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0">
              <a:srgbClr val="13367C"/>
            </a:gs>
            <a:gs pos="100000">
              <a:schemeClr val="dk2"/>
            </a:gs>
          </a:gsLst>
          <a:lin ang="5400012" scaled="0"/>
        </a:gradFill>
        <a:effectLst/>
      </p:bgPr>
    </p:bg>
    <p:spTree>
      <p:nvGrpSpPr>
        <p:cNvPr id="1" name="Shape 672"/>
        <p:cNvGrpSpPr/>
        <p:nvPr/>
      </p:nvGrpSpPr>
      <p:grpSpPr>
        <a:xfrm>
          <a:off x="0" y="0"/>
          <a:ext cx="0" cy="0"/>
          <a:chOff x="0" y="0"/>
          <a:chExt cx="0" cy="0"/>
        </a:xfrm>
      </p:grpSpPr>
      <p:sp>
        <p:nvSpPr>
          <p:cNvPr id="3" name="ZoneTexte 2">
            <a:extLst>
              <a:ext uri="{FF2B5EF4-FFF2-40B4-BE49-F238E27FC236}">
                <a16:creationId xmlns:a16="http://schemas.microsoft.com/office/drawing/2014/main" id="{8E09B364-7334-AC2D-6FC7-416B4A8DA560}"/>
              </a:ext>
            </a:extLst>
          </p:cNvPr>
          <p:cNvSpPr txBox="1"/>
          <p:nvPr/>
        </p:nvSpPr>
        <p:spPr>
          <a:xfrm>
            <a:off x="665430" y="743800"/>
            <a:ext cx="4572000" cy="392159"/>
          </a:xfrm>
          <a:prstGeom prst="rect">
            <a:avLst/>
          </a:prstGeom>
          <a:noFill/>
        </p:spPr>
        <p:txBody>
          <a:bodyPr wrap="square">
            <a:spAutoFit/>
          </a:bodyPr>
          <a:lstStyle/>
          <a:p>
            <a:pPr marL="285750" indent="-285750">
              <a:lnSpc>
                <a:spcPct val="115000"/>
              </a:lnSpc>
              <a:spcBef>
                <a:spcPts val="2400"/>
              </a:spcBef>
              <a:buFont typeface="Wingdings" panose="05000000000000000000" pitchFamily="2" charset="2"/>
              <a:buChar char="Ø"/>
            </a:pPr>
            <a:r>
              <a:rPr lang="en-US" sz="1800" b="1" kern="0" dirty="0" err="1">
                <a:solidFill>
                  <a:schemeClr val="bg1"/>
                </a:solidFill>
                <a:effectLst/>
                <a:latin typeface="Calibri" panose="020F0502020204030204" pitchFamily="34" charset="0"/>
                <a:ea typeface="MS Gothic" panose="020B0609070205080204" pitchFamily="49" charset="-128"/>
                <a:cs typeface="Simple Indust Shaded" panose="02010400000000000000" pitchFamily="2" charset="-78"/>
              </a:rPr>
              <a:t>Objectifs</a:t>
            </a:r>
            <a:r>
              <a:rPr lang="en-US" sz="1800" b="1" kern="0" dirty="0">
                <a:solidFill>
                  <a:schemeClr val="bg1"/>
                </a:solidFill>
                <a:effectLst/>
                <a:latin typeface="Calibri" panose="020F0502020204030204" pitchFamily="34" charset="0"/>
                <a:ea typeface="MS Gothic" panose="020B0609070205080204" pitchFamily="49" charset="-128"/>
                <a:cs typeface="Simple Indust Shaded" panose="02010400000000000000" pitchFamily="2" charset="-78"/>
              </a:rPr>
              <a:t> du PCA et du PRA</a:t>
            </a:r>
            <a:endParaRPr lang="fr-FR" sz="1800" b="1" kern="0" dirty="0">
              <a:solidFill>
                <a:schemeClr val="bg1"/>
              </a:solidFill>
              <a:effectLst/>
              <a:latin typeface="Calibri" panose="020F0502020204030204" pitchFamily="34" charset="0"/>
              <a:ea typeface="MS Gothic" panose="020B0609070205080204" pitchFamily="49" charset="-128"/>
              <a:cs typeface="Simple Indust Shaded" panose="02010400000000000000" pitchFamily="2" charset="-78"/>
            </a:endParaRPr>
          </a:p>
        </p:txBody>
      </p:sp>
      <p:sp>
        <p:nvSpPr>
          <p:cNvPr id="5" name="ZoneTexte 4">
            <a:extLst>
              <a:ext uri="{FF2B5EF4-FFF2-40B4-BE49-F238E27FC236}">
                <a16:creationId xmlns:a16="http://schemas.microsoft.com/office/drawing/2014/main" id="{3842B09C-3139-0D21-6DC9-1F3603F31E2B}"/>
              </a:ext>
            </a:extLst>
          </p:cNvPr>
          <p:cNvSpPr txBox="1"/>
          <p:nvPr/>
        </p:nvSpPr>
        <p:spPr>
          <a:xfrm>
            <a:off x="2385589" y="0"/>
            <a:ext cx="4572000" cy="461665"/>
          </a:xfrm>
          <a:prstGeom prst="rect">
            <a:avLst/>
          </a:prstGeom>
          <a:noFill/>
        </p:spPr>
        <p:txBody>
          <a:bodyPr wrap="square">
            <a:spAutoFit/>
          </a:bodyPr>
          <a:lstStyle/>
          <a:p>
            <a:pPr algn="ctr"/>
            <a:r>
              <a:rPr lang="fr-FR" sz="2400" dirty="0">
                <a:solidFill>
                  <a:schemeClr val="bg1"/>
                </a:solidFill>
                <a:latin typeface="Times New Roman" panose="02020603050405020304" pitchFamily="18" charset="0"/>
                <a:cs typeface="Times New Roman" panose="02020603050405020304" pitchFamily="18" charset="0"/>
              </a:rPr>
              <a:t>Introduction Générale:</a:t>
            </a:r>
            <a:endParaRPr lang="fr-FR" sz="2400" dirty="0"/>
          </a:p>
        </p:txBody>
      </p:sp>
      <p:cxnSp>
        <p:nvCxnSpPr>
          <p:cNvPr id="6" name="Connecteur droit 5">
            <a:extLst>
              <a:ext uri="{FF2B5EF4-FFF2-40B4-BE49-F238E27FC236}">
                <a16:creationId xmlns:a16="http://schemas.microsoft.com/office/drawing/2014/main" id="{F9744565-B4F3-853B-F231-020566BD003D}"/>
              </a:ext>
            </a:extLst>
          </p:cNvPr>
          <p:cNvCxnSpPr>
            <a:cxnSpLocks/>
          </p:cNvCxnSpPr>
          <p:nvPr/>
        </p:nvCxnSpPr>
        <p:spPr>
          <a:xfrm>
            <a:off x="833289" y="602732"/>
            <a:ext cx="7091511" cy="0"/>
          </a:xfrm>
          <a:prstGeom prst="line">
            <a:avLst/>
          </a:prstGeom>
        </p:spPr>
        <p:style>
          <a:lnRef idx="2">
            <a:schemeClr val="accent4"/>
          </a:lnRef>
          <a:fillRef idx="0">
            <a:schemeClr val="accent4"/>
          </a:fillRef>
          <a:effectRef idx="1">
            <a:schemeClr val="accent4"/>
          </a:effectRef>
          <a:fontRef idx="minor">
            <a:schemeClr val="tx1"/>
          </a:fontRef>
        </p:style>
      </p:cxnSp>
      <p:sp>
        <p:nvSpPr>
          <p:cNvPr id="7" name="ZoneTexte 6">
            <a:extLst>
              <a:ext uri="{FF2B5EF4-FFF2-40B4-BE49-F238E27FC236}">
                <a16:creationId xmlns:a16="http://schemas.microsoft.com/office/drawing/2014/main" id="{1EA4285E-C4BC-FDD9-BCCD-7227AE5D1715}"/>
              </a:ext>
            </a:extLst>
          </p:cNvPr>
          <p:cNvSpPr txBox="1"/>
          <p:nvPr/>
        </p:nvSpPr>
        <p:spPr>
          <a:xfrm>
            <a:off x="1026244" y="1096499"/>
            <a:ext cx="7091511" cy="1175578"/>
          </a:xfrm>
          <a:prstGeom prst="rect">
            <a:avLst/>
          </a:prstGeom>
          <a:noFill/>
        </p:spPr>
        <p:txBody>
          <a:bodyPr wrap="square" rtlCol="0">
            <a:spAutoFit/>
          </a:bodyPr>
          <a:lstStyle/>
          <a:p>
            <a:pPr marL="342900" indent="-342900">
              <a:lnSpc>
                <a:spcPct val="115000"/>
              </a:lnSpc>
              <a:spcAft>
                <a:spcPts val="1000"/>
              </a:spcAft>
              <a:buFont typeface="Wingdings" panose="05000000000000000000" pitchFamily="2" charset="2"/>
              <a:buChar char="v"/>
            </a:pPr>
            <a:r>
              <a:rPr lang="en-US" sz="1600" dirty="0" err="1">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Comprendre</a:t>
            </a:r>
            <a:r>
              <a:rPr lang="en-US" sz="1600" dirty="0">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 les </a:t>
            </a:r>
            <a:r>
              <a:rPr lang="en-US" sz="1600" dirty="0" err="1">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enjeux</a:t>
            </a:r>
            <a:r>
              <a:rPr lang="en-US" sz="1600" dirty="0">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 </a:t>
            </a:r>
            <a:r>
              <a:rPr lang="en-US" sz="1600" dirty="0" err="1">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liés</a:t>
            </a:r>
            <a:r>
              <a:rPr lang="en-US" sz="1600" dirty="0">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 à la </a:t>
            </a:r>
            <a:r>
              <a:rPr lang="en-US" sz="1600" dirty="0" err="1">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continuité</a:t>
            </a:r>
            <a:r>
              <a:rPr lang="en-US" sz="1600" dirty="0">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 et la reprise </a:t>
            </a:r>
            <a:r>
              <a:rPr lang="en-US" sz="1600" dirty="0" err="1">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d'activité</a:t>
            </a:r>
            <a:r>
              <a:rPr lang="en-US" sz="1600" dirty="0">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a:t>
            </a:r>
            <a:endParaRPr lang="fr-FR" sz="1600" dirty="0">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endParaRPr>
          </a:p>
          <a:p>
            <a:pPr marL="342900" indent="-342900">
              <a:lnSpc>
                <a:spcPct val="115000"/>
              </a:lnSpc>
              <a:spcAft>
                <a:spcPts val="1000"/>
              </a:spcAft>
              <a:buFont typeface="Wingdings" panose="05000000000000000000" pitchFamily="2" charset="2"/>
              <a:buChar char="v"/>
            </a:pPr>
            <a:r>
              <a:rPr lang="en-US" sz="1600" dirty="0">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Identifier les étapes de mise </a:t>
            </a:r>
            <a:r>
              <a:rPr lang="en-US" sz="1600" dirty="0" err="1">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en</a:t>
            </a:r>
            <a:r>
              <a:rPr lang="en-US" sz="1600" dirty="0">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 </a:t>
            </a:r>
            <a:r>
              <a:rPr lang="en-US" sz="1600" dirty="0" err="1">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œuvre</a:t>
            </a:r>
            <a:r>
              <a:rPr lang="en-US" sz="1600" dirty="0">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 du PCA et du PRA.</a:t>
            </a:r>
            <a:endParaRPr lang="fr-FR" sz="1600" dirty="0">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endParaRPr>
          </a:p>
          <a:p>
            <a:pPr marL="342900" indent="-342900">
              <a:lnSpc>
                <a:spcPct val="115000"/>
              </a:lnSpc>
              <a:spcAft>
                <a:spcPts val="1000"/>
              </a:spcAft>
              <a:buFont typeface="Wingdings" panose="05000000000000000000" pitchFamily="2" charset="2"/>
              <a:buChar char="v"/>
            </a:pPr>
            <a:r>
              <a:rPr lang="en-US" sz="1600" dirty="0" err="1">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Étudier</a:t>
            </a:r>
            <a:r>
              <a:rPr lang="en-US" sz="1600" dirty="0">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 des </a:t>
            </a:r>
            <a:r>
              <a:rPr lang="en-US" sz="1600" dirty="0" err="1">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cas</a:t>
            </a:r>
            <a:r>
              <a:rPr lang="en-US" sz="1600" dirty="0">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 </a:t>
            </a:r>
            <a:r>
              <a:rPr lang="en-US" sz="1600" dirty="0" err="1">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concrets</a:t>
            </a:r>
            <a:r>
              <a:rPr lang="en-US" sz="1600" dirty="0">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 pour </a:t>
            </a:r>
            <a:r>
              <a:rPr lang="en-US" sz="1600" dirty="0" err="1">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illustrer</a:t>
            </a:r>
            <a:r>
              <a:rPr lang="en-US" sz="1600" dirty="0">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 </a:t>
            </a:r>
            <a:r>
              <a:rPr lang="en-US" sz="1600" dirty="0" err="1">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l'application</a:t>
            </a:r>
            <a:r>
              <a:rPr lang="en-US" sz="1600" dirty="0">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 de </a:t>
            </a:r>
            <a:r>
              <a:rPr lang="en-US" sz="1600" dirty="0" err="1">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ces</a:t>
            </a:r>
            <a:r>
              <a:rPr lang="en-US" sz="1600" dirty="0">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 plans.</a:t>
            </a:r>
            <a:endParaRPr lang="fr-FR" sz="1600" dirty="0">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endParaRPr>
          </a:p>
        </p:txBody>
      </p:sp>
      <p:sp>
        <p:nvSpPr>
          <p:cNvPr id="8" name="ZoneTexte 7">
            <a:extLst>
              <a:ext uri="{FF2B5EF4-FFF2-40B4-BE49-F238E27FC236}">
                <a16:creationId xmlns:a16="http://schemas.microsoft.com/office/drawing/2014/main" id="{647BBD71-31FD-46A0-537A-408AFCFC826A}"/>
              </a:ext>
            </a:extLst>
          </p:cNvPr>
          <p:cNvSpPr txBox="1"/>
          <p:nvPr/>
        </p:nvSpPr>
        <p:spPr>
          <a:xfrm>
            <a:off x="737858" y="2654982"/>
            <a:ext cx="5948126" cy="369332"/>
          </a:xfrm>
          <a:prstGeom prst="rect">
            <a:avLst/>
          </a:prstGeom>
          <a:noFill/>
        </p:spPr>
        <p:txBody>
          <a:bodyPr wrap="square" rtlCol="0">
            <a:spAutoFit/>
          </a:bodyPr>
          <a:lstStyle/>
          <a:p>
            <a:pPr marL="285750" indent="-285750">
              <a:buFont typeface="Wingdings" panose="05000000000000000000" pitchFamily="2" charset="2"/>
              <a:buChar char="Ø"/>
            </a:pPr>
            <a:r>
              <a:rPr lang="en-US" sz="1800" b="1" kern="0" dirty="0" err="1">
                <a:solidFill>
                  <a:schemeClr val="bg1"/>
                </a:solidFill>
                <a:effectLst/>
                <a:latin typeface="Times New Roman" panose="02020603050405020304" pitchFamily="18" charset="0"/>
                <a:ea typeface="MS Gothic" panose="020B0609070205080204" pitchFamily="49" charset="-128"/>
                <a:cs typeface="Times New Roman" panose="02020603050405020304" pitchFamily="18" charset="0"/>
              </a:rPr>
              <a:t>Définitions</a:t>
            </a:r>
            <a:endParaRPr lang="fr-FR" sz="1800" b="1" kern="0" dirty="0">
              <a:solidFill>
                <a:schemeClr val="bg1"/>
              </a:solidFill>
              <a:effectLst/>
              <a:latin typeface="Times New Roman" panose="02020603050405020304" pitchFamily="18" charset="0"/>
              <a:ea typeface="MS Gothic" panose="020B0609070205080204" pitchFamily="49" charset="-128"/>
              <a:cs typeface="Times New Roman" panose="02020603050405020304" pitchFamily="18" charset="0"/>
            </a:endParaRPr>
          </a:p>
        </p:txBody>
      </p:sp>
      <p:sp>
        <p:nvSpPr>
          <p:cNvPr id="10" name="ZoneTexte 9">
            <a:extLst>
              <a:ext uri="{FF2B5EF4-FFF2-40B4-BE49-F238E27FC236}">
                <a16:creationId xmlns:a16="http://schemas.microsoft.com/office/drawing/2014/main" id="{1FBE5994-3BF8-69BC-B810-926E012F238F}"/>
              </a:ext>
            </a:extLst>
          </p:cNvPr>
          <p:cNvSpPr txBox="1"/>
          <p:nvPr/>
        </p:nvSpPr>
        <p:spPr>
          <a:xfrm>
            <a:off x="1026244" y="3042878"/>
            <a:ext cx="6098833" cy="1727652"/>
          </a:xfrm>
          <a:prstGeom prst="rect">
            <a:avLst/>
          </a:prstGeom>
          <a:noFill/>
        </p:spPr>
        <p:txBody>
          <a:bodyPr wrap="square" rtlCol="0">
            <a:spAutoFit/>
          </a:bodyPr>
          <a:lstStyle/>
          <a:p>
            <a:pPr marL="285750" indent="-285750">
              <a:lnSpc>
                <a:spcPct val="115000"/>
              </a:lnSpc>
              <a:spcAft>
                <a:spcPts val="1000"/>
              </a:spcAft>
              <a:buFont typeface="Wingdings" panose="05000000000000000000" pitchFamily="2" charset="2"/>
              <a:buChar char="v"/>
            </a:pPr>
            <a:r>
              <a:rPr lang="en-US" sz="1600" dirty="0">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PCA : Ensemble des </a:t>
            </a:r>
            <a:r>
              <a:rPr lang="en-US" sz="1600" dirty="0" err="1">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mesures</a:t>
            </a:r>
            <a:r>
              <a:rPr lang="en-US" sz="1600" dirty="0">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 </a:t>
            </a:r>
            <a:r>
              <a:rPr lang="en-US" sz="1600" dirty="0" err="1">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préventives</a:t>
            </a:r>
            <a:r>
              <a:rPr lang="en-US" sz="1600" dirty="0">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 et </a:t>
            </a:r>
            <a:r>
              <a:rPr lang="en-US" sz="1600" dirty="0" err="1">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organisationnelles</a:t>
            </a:r>
            <a:r>
              <a:rPr lang="en-US" sz="1600" dirty="0">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 pour </a:t>
            </a:r>
            <a:r>
              <a:rPr lang="en-US" sz="1600" dirty="0" err="1">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maintenir</a:t>
            </a:r>
            <a:r>
              <a:rPr lang="en-US" sz="1600" dirty="0">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 </a:t>
            </a:r>
            <a:r>
              <a:rPr lang="en-US" sz="1600" dirty="0" err="1">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l’activité</a:t>
            </a:r>
            <a:r>
              <a:rPr lang="en-US" sz="1600" dirty="0">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 critique </a:t>
            </a:r>
            <a:r>
              <a:rPr lang="en-US" sz="1600" dirty="0" err="1">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d’une</a:t>
            </a:r>
            <a:r>
              <a:rPr lang="en-US" sz="1600" dirty="0">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 </a:t>
            </a:r>
            <a:r>
              <a:rPr lang="en-US" sz="1600" dirty="0" err="1">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entreprise</a:t>
            </a:r>
            <a:r>
              <a:rPr lang="en-US" sz="1600" dirty="0">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a:t>
            </a:r>
            <a:endParaRPr lang="fr-FR" sz="1600" dirty="0">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endParaRPr>
          </a:p>
          <a:p>
            <a:pPr marL="285750" indent="-285750">
              <a:lnSpc>
                <a:spcPct val="115000"/>
              </a:lnSpc>
              <a:spcAft>
                <a:spcPts val="1000"/>
              </a:spcAft>
              <a:buFont typeface="Wingdings" panose="05000000000000000000" pitchFamily="2" charset="2"/>
              <a:buChar char="v"/>
            </a:pPr>
            <a:r>
              <a:rPr lang="en-US" sz="1600" dirty="0">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PRA : Plan technique </a:t>
            </a:r>
            <a:r>
              <a:rPr lang="en-US" sz="1600" dirty="0" err="1">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destiné</a:t>
            </a:r>
            <a:r>
              <a:rPr lang="en-US" sz="1600" dirty="0">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 à </a:t>
            </a:r>
            <a:r>
              <a:rPr lang="en-US" sz="1600" dirty="0" err="1">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rétablir</a:t>
            </a:r>
            <a:r>
              <a:rPr lang="en-US" sz="1600" dirty="0">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 les </a:t>
            </a:r>
            <a:r>
              <a:rPr lang="en-US" sz="1600" dirty="0" err="1">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systèmes</a:t>
            </a:r>
            <a:r>
              <a:rPr lang="en-US" sz="1600" dirty="0">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 </a:t>
            </a:r>
            <a:r>
              <a:rPr lang="en-US" sz="1600" dirty="0" err="1">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d’information</a:t>
            </a:r>
            <a:r>
              <a:rPr lang="en-US" sz="1600" dirty="0">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 suite à un </a:t>
            </a:r>
            <a:r>
              <a:rPr lang="en-US" sz="1600" dirty="0" err="1">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sinistre</a:t>
            </a:r>
            <a:r>
              <a:rPr lang="en-US" sz="1600" dirty="0">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 </a:t>
            </a:r>
            <a:r>
              <a:rPr lang="en-US" sz="1600" dirty="0" err="1">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majeur</a:t>
            </a:r>
            <a:r>
              <a:rPr lang="en-US" sz="1600" dirty="0">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a:t>
            </a:r>
            <a:endParaRPr lang="fr-FR" sz="1600" dirty="0">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endParaRPr>
          </a:p>
          <a:p>
            <a:endParaRPr lang="fr-FR" sz="1600" dirty="0">
              <a:solidFill>
                <a:schemeClr val="bg1"/>
              </a:solidFill>
              <a:latin typeface="Times New Roman" panose="02020603050405020304" pitchFamily="18" charset="0"/>
              <a:cs typeface="Times New Roman" panose="02020603050405020304" pitchFamily="18" charset="0"/>
            </a:endParaRPr>
          </a:p>
        </p:txBody>
      </p:sp>
      <p:sp>
        <p:nvSpPr>
          <p:cNvPr id="11" name="Ellipse 10">
            <a:extLst>
              <a:ext uri="{FF2B5EF4-FFF2-40B4-BE49-F238E27FC236}">
                <a16:creationId xmlns:a16="http://schemas.microsoft.com/office/drawing/2014/main" id="{09DD429D-39CA-2529-3616-FF0930ABB31E}"/>
              </a:ext>
            </a:extLst>
          </p:cNvPr>
          <p:cNvSpPr/>
          <p:nvPr/>
        </p:nvSpPr>
        <p:spPr>
          <a:xfrm>
            <a:off x="8263467" y="133932"/>
            <a:ext cx="620889" cy="453090"/>
          </a:xfrm>
          <a:prstGeom prst="ellipse">
            <a:avLst/>
          </a:prstGeom>
          <a:solidFill>
            <a:srgbClr val="6EB8D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4</a:t>
            </a:r>
          </a:p>
        </p:txBody>
      </p:sp>
    </p:spTree>
    <p:extLst>
      <p:ext uri="{BB962C8B-B14F-4D97-AF65-F5344CB8AC3E}">
        <p14:creationId xmlns:p14="http://schemas.microsoft.com/office/powerpoint/2010/main" val="1497617275"/>
      </p:ext>
    </p:extLst>
  </p:cSld>
  <p:clrMapOvr>
    <a:masterClrMapping/>
  </p:clrMapOvr>
  <p:transition spd="slow">
    <p:randomBar dir="vert"/>
  </p:transition>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0">
              <a:srgbClr val="13367C"/>
            </a:gs>
            <a:gs pos="100000">
              <a:schemeClr val="dk2"/>
            </a:gs>
          </a:gsLst>
          <a:lin ang="5400012" scaled="0"/>
        </a:gradFill>
        <a:effectLst/>
      </p:bgPr>
    </p:bg>
    <p:spTree>
      <p:nvGrpSpPr>
        <p:cNvPr id="1" name="Shape 672"/>
        <p:cNvGrpSpPr/>
        <p:nvPr/>
      </p:nvGrpSpPr>
      <p:grpSpPr>
        <a:xfrm>
          <a:off x="0" y="0"/>
          <a:ext cx="0" cy="0"/>
          <a:chOff x="0" y="0"/>
          <a:chExt cx="0" cy="0"/>
        </a:xfrm>
      </p:grpSpPr>
      <p:sp>
        <p:nvSpPr>
          <p:cNvPr id="3" name="ZoneTexte 2">
            <a:extLst>
              <a:ext uri="{FF2B5EF4-FFF2-40B4-BE49-F238E27FC236}">
                <a16:creationId xmlns:a16="http://schemas.microsoft.com/office/drawing/2014/main" id="{8E09B364-7334-AC2D-6FC7-416B4A8DA560}"/>
              </a:ext>
            </a:extLst>
          </p:cNvPr>
          <p:cNvSpPr txBox="1"/>
          <p:nvPr/>
        </p:nvSpPr>
        <p:spPr>
          <a:xfrm>
            <a:off x="665430" y="743800"/>
            <a:ext cx="4572000" cy="392159"/>
          </a:xfrm>
          <a:prstGeom prst="rect">
            <a:avLst/>
          </a:prstGeom>
          <a:noFill/>
        </p:spPr>
        <p:txBody>
          <a:bodyPr wrap="square">
            <a:spAutoFit/>
          </a:bodyPr>
          <a:lstStyle/>
          <a:p>
            <a:pPr marL="285750" indent="-285750">
              <a:lnSpc>
                <a:spcPct val="115000"/>
              </a:lnSpc>
              <a:spcBef>
                <a:spcPts val="2400"/>
              </a:spcBef>
              <a:buFont typeface="Wingdings" panose="05000000000000000000" pitchFamily="2" charset="2"/>
              <a:buChar char="Ø"/>
            </a:pPr>
            <a:r>
              <a:rPr lang="en-US" sz="1800" b="1" kern="0" dirty="0" err="1">
                <a:solidFill>
                  <a:schemeClr val="bg1"/>
                </a:solidFill>
                <a:effectLst/>
                <a:latin typeface="Times New Roman" panose="02020603050405020304" pitchFamily="18" charset="0"/>
                <a:ea typeface="MS Gothic" panose="020B0609070205080204" pitchFamily="49" charset="-128"/>
                <a:cs typeface="Times New Roman" panose="02020603050405020304" pitchFamily="18" charset="0"/>
              </a:rPr>
              <a:t>Pourquoi</a:t>
            </a:r>
            <a:r>
              <a:rPr lang="en-US" sz="1800" b="1" kern="0" dirty="0">
                <a:solidFill>
                  <a:schemeClr val="bg1"/>
                </a:solidFill>
                <a:effectLst/>
                <a:latin typeface="Times New Roman" panose="02020603050405020304" pitchFamily="18" charset="0"/>
                <a:ea typeface="MS Gothic" panose="020B0609070205080204" pitchFamily="49" charset="-128"/>
                <a:cs typeface="Times New Roman" panose="02020603050405020304" pitchFamily="18" charset="0"/>
              </a:rPr>
              <a:t> </a:t>
            </a:r>
            <a:r>
              <a:rPr lang="en-US" sz="1800" b="1" kern="0" dirty="0" err="1">
                <a:solidFill>
                  <a:schemeClr val="bg1"/>
                </a:solidFill>
                <a:effectLst/>
                <a:latin typeface="Times New Roman" panose="02020603050405020304" pitchFamily="18" charset="0"/>
                <a:ea typeface="MS Gothic" panose="020B0609070205080204" pitchFamily="49" charset="-128"/>
                <a:cs typeface="Times New Roman" panose="02020603050405020304" pitchFamily="18" charset="0"/>
              </a:rPr>
              <a:t>sont-ils</a:t>
            </a:r>
            <a:r>
              <a:rPr lang="en-US" sz="1800" b="1" kern="0" dirty="0">
                <a:solidFill>
                  <a:schemeClr val="bg1"/>
                </a:solidFill>
                <a:effectLst/>
                <a:latin typeface="Times New Roman" panose="02020603050405020304" pitchFamily="18" charset="0"/>
                <a:ea typeface="MS Gothic" panose="020B0609070205080204" pitchFamily="49" charset="-128"/>
                <a:cs typeface="Times New Roman" panose="02020603050405020304" pitchFamily="18" charset="0"/>
              </a:rPr>
              <a:t> indispensables ?</a:t>
            </a:r>
            <a:endParaRPr lang="fr-FR" sz="1800" b="1" kern="0" dirty="0">
              <a:solidFill>
                <a:schemeClr val="bg1"/>
              </a:solidFill>
              <a:effectLst/>
              <a:latin typeface="Times New Roman" panose="02020603050405020304" pitchFamily="18" charset="0"/>
              <a:ea typeface="MS Gothic" panose="020B0609070205080204" pitchFamily="49" charset="-128"/>
              <a:cs typeface="Times New Roman" panose="02020603050405020304" pitchFamily="18" charset="0"/>
            </a:endParaRPr>
          </a:p>
        </p:txBody>
      </p:sp>
      <p:sp>
        <p:nvSpPr>
          <p:cNvPr id="5" name="ZoneTexte 4">
            <a:extLst>
              <a:ext uri="{FF2B5EF4-FFF2-40B4-BE49-F238E27FC236}">
                <a16:creationId xmlns:a16="http://schemas.microsoft.com/office/drawing/2014/main" id="{3842B09C-3139-0D21-6DC9-1F3603F31E2B}"/>
              </a:ext>
            </a:extLst>
          </p:cNvPr>
          <p:cNvSpPr txBox="1"/>
          <p:nvPr/>
        </p:nvSpPr>
        <p:spPr>
          <a:xfrm>
            <a:off x="2385589" y="0"/>
            <a:ext cx="4572000" cy="461665"/>
          </a:xfrm>
          <a:prstGeom prst="rect">
            <a:avLst/>
          </a:prstGeom>
          <a:noFill/>
        </p:spPr>
        <p:txBody>
          <a:bodyPr wrap="square">
            <a:spAutoFit/>
          </a:bodyPr>
          <a:lstStyle/>
          <a:p>
            <a:pPr algn="ctr"/>
            <a:r>
              <a:rPr lang="fr-FR" sz="2400" dirty="0">
                <a:solidFill>
                  <a:schemeClr val="bg1"/>
                </a:solidFill>
                <a:latin typeface="Times New Roman" panose="02020603050405020304" pitchFamily="18" charset="0"/>
                <a:cs typeface="Times New Roman" panose="02020603050405020304" pitchFamily="18" charset="0"/>
              </a:rPr>
              <a:t>Introduction Générale:</a:t>
            </a:r>
            <a:endParaRPr lang="fr-FR" sz="2400" dirty="0"/>
          </a:p>
        </p:txBody>
      </p:sp>
      <p:cxnSp>
        <p:nvCxnSpPr>
          <p:cNvPr id="6" name="Connecteur droit 5">
            <a:extLst>
              <a:ext uri="{FF2B5EF4-FFF2-40B4-BE49-F238E27FC236}">
                <a16:creationId xmlns:a16="http://schemas.microsoft.com/office/drawing/2014/main" id="{F9744565-B4F3-853B-F231-020566BD003D}"/>
              </a:ext>
            </a:extLst>
          </p:cNvPr>
          <p:cNvCxnSpPr>
            <a:cxnSpLocks/>
          </p:cNvCxnSpPr>
          <p:nvPr/>
        </p:nvCxnSpPr>
        <p:spPr>
          <a:xfrm>
            <a:off x="833289" y="602732"/>
            <a:ext cx="7091511" cy="0"/>
          </a:xfrm>
          <a:prstGeom prst="line">
            <a:avLst/>
          </a:prstGeom>
        </p:spPr>
        <p:style>
          <a:lnRef idx="2">
            <a:schemeClr val="accent4"/>
          </a:lnRef>
          <a:fillRef idx="0">
            <a:schemeClr val="accent4"/>
          </a:fillRef>
          <a:effectRef idx="1">
            <a:schemeClr val="accent4"/>
          </a:effectRef>
          <a:fontRef idx="minor">
            <a:schemeClr val="tx1"/>
          </a:fontRef>
        </p:style>
      </p:cxnSp>
      <p:sp>
        <p:nvSpPr>
          <p:cNvPr id="7" name="ZoneTexte 6">
            <a:extLst>
              <a:ext uri="{FF2B5EF4-FFF2-40B4-BE49-F238E27FC236}">
                <a16:creationId xmlns:a16="http://schemas.microsoft.com/office/drawing/2014/main" id="{1EA4285E-C4BC-FDD9-BCCD-7227AE5D1715}"/>
              </a:ext>
            </a:extLst>
          </p:cNvPr>
          <p:cNvSpPr txBox="1"/>
          <p:nvPr/>
        </p:nvSpPr>
        <p:spPr>
          <a:xfrm>
            <a:off x="1140737" y="1385180"/>
            <a:ext cx="6554709" cy="1572738"/>
          </a:xfrm>
          <a:prstGeom prst="rect">
            <a:avLst/>
          </a:prstGeom>
          <a:noFill/>
        </p:spPr>
        <p:txBody>
          <a:bodyPr wrap="square" rtlCol="0">
            <a:spAutoFit/>
          </a:bodyPr>
          <a:lstStyle/>
          <a:p>
            <a:pPr marL="285750" indent="-285750">
              <a:lnSpc>
                <a:spcPct val="115000"/>
              </a:lnSpc>
              <a:spcAft>
                <a:spcPts val="1000"/>
              </a:spcAft>
              <a:buFont typeface="Wingdings" panose="05000000000000000000" pitchFamily="2" charset="2"/>
              <a:buChar char="v"/>
            </a:pPr>
            <a:r>
              <a:rPr lang="en-US" sz="1600" dirty="0" err="1">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Réduction</a:t>
            </a:r>
            <a:r>
              <a:rPr lang="en-US" sz="1600" dirty="0">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 des </a:t>
            </a:r>
            <a:r>
              <a:rPr lang="en-US" sz="1600" dirty="0" err="1">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pertes</a:t>
            </a:r>
            <a:r>
              <a:rPr lang="en-US" sz="1600" dirty="0">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 </a:t>
            </a:r>
            <a:r>
              <a:rPr lang="en-US" sz="1600" dirty="0" err="1">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économiques</a:t>
            </a:r>
            <a:r>
              <a:rPr lang="en-US" sz="1600" dirty="0">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 </a:t>
            </a:r>
            <a:r>
              <a:rPr lang="en-US" sz="1600" dirty="0" err="1">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en</a:t>
            </a:r>
            <a:r>
              <a:rPr lang="en-US" sz="1600" dirty="0">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 </a:t>
            </a:r>
            <a:r>
              <a:rPr lang="en-US" sz="1600" dirty="0" err="1">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cas</a:t>
            </a:r>
            <a:r>
              <a:rPr lang="en-US" sz="1600" dirty="0">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 </a:t>
            </a:r>
            <a:r>
              <a:rPr lang="en-US" sz="1600" dirty="0" err="1">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d'incident</a:t>
            </a:r>
            <a:r>
              <a:rPr lang="en-US" sz="1600" dirty="0">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a:t>
            </a:r>
            <a:endParaRPr lang="fr-FR" sz="1600" dirty="0">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endParaRPr>
          </a:p>
          <a:p>
            <a:pPr marL="285750" indent="-285750">
              <a:lnSpc>
                <a:spcPct val="115000"/>
              </a:lnSpc>
              <a:spcAft>
                <a:spcPts val="1000"/>
              </a:spcAft>
              <a:buFont typeface="Wingdings" panose="05000000000000000000" pitchFamily="2" charset="2"/>
              <a:buChar char="v"/>
            </a:pPr>
            <a:r>
              <a:rPr lang="en-US" sz="1600" dirty="0" err="1">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Maintien</a:t>
            </a:r>
            <a:r>
              <a:rPr lang="en-US" sz="1600" dirty="0">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 de la </a:t>
            </a:r>
            <a:r>
              <a:rPr lang="en-US" sz="1600" dirty="0" err="1">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confiance</a:t>
            </a:r>
            <a:r>
              <a:rPr lang="en-US" sz="1600" dirty="0">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 des clients, </a:t>
            </a:r>
            <a:r>
              <a:rPr lang="en-US" sz="1600" dirty="0" err="1">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partenaires</a:t>
            </a:r>
            <a:r>
              <a:rPr lang="en-US" sz="1600" dirty="0">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 et </a:t>
            </a:r>
            <a:r>
              <a:rPr lang="en-US" sz="1600" dirty="0" err="1">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investisseurs</a:t>
            </a:r>
            <a:r>
              <a:rPr lang="en-US" sz="1600" dirty="0">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a:t>
            </a:r>
            <a:endParaRPr lang="fr-FR" sz="1600" dirty="0">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endParaRPr>
          </a:p>
          <a:p>
            <a:pPr marL="285750" indent="-285750">
              <a:lnSpc>
                <a:spcPct val="115000"/>
              </a:lnSpc>
              <a:spcAft>
                <a:spcPts val="1000"/>
              </a:spcAft>
              <a:buFont typeface="Wingdings" panose="05000000000000000000" pitchFamily="2" charset="2"/>
              <a:buChar char="v"/>
            </a:pPr>
            <a:r>
              <a:rPr lang="en-US" sz="1600" dirty="0" err="1">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Conformité</a:t>
            </a:r>
            <a:r>
              <a:rPr lang="en-US" sz="1600" dirty="0">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 aux </a:t>
            </a:r>
            <a:r>
              <a:rPr lang="en-US" sz="1600" dirty="0" err="1">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normes</a:t>
            </a:r>
            <a:r>
              <a:rPr lang="en-US" sz="1600" dirty="0">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 et obligations </a:t>
            </a:r>
            <a:r>
              <a:rPr lang="en-US" sz="1600" dirty="0" err="1">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réglementaires</a:t>
            </a:r>
            <a:r>
              <a:rPr lang="en-US" sz="1600" dirty="0">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a:t>
            </a:r>
            <a:endParaRPr lang="fr-FR" sz="1600" dirty="0">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endParaRPr>
          </a:p>
          <a:p>
            <a:endParaRPr lang="fr-FR" sz="1600" dirty="0">
              <a:solidFill>
                <a:schemeClr val="bg1"/>
              </a:solidFill>
              <a:latin typeface="Times New Roman" panose="02020603050405020304" pitchFamily="18" charset="0"/>
              <a:cs typeface="Times New Roman" panose="02020603050405020304" pitchFamily="18" charset="0"/>
            </a:endParaRPr>
          </a:p>
        </p:txBody>
      </p:sp>
      <p:sp>
        <p:nvSpPr>
          <p:cNvPr id="2" name="Ellipse 1">
            <a:extLst>
              <a:ext uri="{FF2B5EF4-FFF2-40B4-BE49-F238E27FC236}">
                <a16:creationId xmlns:a16="http://schemas.microsoft.com/office/drawing/2014/main" id="{206CBFE6-6E90-F72B-2C7D-7E3BE18A5EF8}"/>
              </a:ext>
            </a:extLst>
          </p:cNvPr>
          <p:cNvSpPr/>
          <p:nvPr/>
        </p:nvSpPr>
        <p:spPr>
          <a:xfrm>
            <a:off x="8263467" y="133932"/>
            <a:ext cx="620889" cy="453090"/>
          </a:xfrm>
          <a:prstGeom prst="ellipse">
            <a:avLst/>
          </a:prstGeom>
          <a:solidFill>
            <a:srgbClr val="6EB8D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5</a:t>
            </a:r>
          </a:p>
        </p:txBody>
      </p:sp>
    </p:spTree>
    <p:extLst>
      <p:ext uri="{BB962C8B-B14F-4D97-AF65-F5344CB8AC3E}">
        <p14:creationId xmlns:p14="http://schemas.microsoft.com/office/powerpoint/2010/main" val="2972201686"/>
      </p:ext>
    </p:extLst>
  </p:cSld>
  <p:clrMapOvr>
    <a:masterClrMapping/>
  </p:clrMapOvr>
  <p:transition spd="slow">
    <p:randomBar dir="vert"/>
  </p:transition>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0">
              <a:srgbClr val="13367C"/>
            </a:gs>
            <a:gs pos="100000">
              <a:schemeClr val="dk2"/>
            </a:gs>
          </a:gsLst>
          <a:lin ang="5400012" scaled="0"/>
        </a:gradFill>
        <a:effectLst/>
      </p:bgPr>
    </p:bg>
    <p:spTree>
      <p:nvGrpSpPr>
        <p:cNvPr id="1" name="Shape 672"/>
        <p:cNvGrpSpPr/>
        <p:nvPr/>
      </p:nvGrpSpPr>
      <p:grpSpPr>
        <a:xfrm>
          <a:off x="0" y="0"/>
          <a:ext cx="0" cy="0"/>
          <a:chOff x="0" y="0"/>
          <a:chExt cx="0" cy="0"/>
        </a:xfrm>
      </p:grpSpPr>
      <p:sp>
        <p:nvSpPr>
          <p:cNvPr id="4" name="ZoneTexte 3">
            <a:extLst>
              <a:ext uri="{FF2B5EF4-FFF2-40B4-BE49-F238E27FC236}">
                <a16:creationId xmlns:a16="http://schemas.microsoft.com/office/drawing/2014/main" id="{6E94F017-D584-130D-AB21-F62D2148AE65}"/>
              </a:ext>
            </a:extLst>
          </p:cNvPr>
          <p:cNvSpPr txBox="1"/>
          <p:nvPr/>
        </p:nvSpPr>
        <p:spPr>
          <a:xfrm>
            <a:off x="1086416" y="0"/>
            <a:ext cx="7604910" cy="461665"/>
          </a:xfrm>
          <a:prstGeom prst="rect">
            <a:avLst/>
          </a:prstGeom>
          <a:noFill/>
        </p:spPr>
        <p:txBody>
          <a:bodyPr wrap="square">
            <a:spAutoFit/>
          </a:bodyPr>
          <a:lstStyle/>
          <a:p>
            <a:r>
              <a:rPr lang="fr-FR" sz="2400" dirty="0">
                <a:solidFill>
                  <a:schemeClr val="bg1"/>
                </a:solidFill>
                <a:latin typeface="Times New Roman" panose="02020603050405020304" pitchFamily="18" charset="0"/>
                <a:cs typeface="Times New Roman" panose="02020603050405020304" pitchFamily="18" charset="0"/>
              </a:rPr>
              <a:t>La problématique et les acteurs de la continuité d’activité</a:t>
            </a:r>
          </a:p>
        </p:txBody>
      </p:sp>
      <p:cxnSp>
        <p:nvCxnSpPr>
          <p:cNvPr id="5" name="Connecteur droit 4">
            <a:extLst>
              <a:ext uri="{FF2B5EF4-FFF2-40B4-BE49-F238E27FC236}">
                <a16:creationId xmlns:a16="http://schemas.microsoft.com/office/drawing/2014/main" id="{E934C8D2-9B8F-7480-CFC3-780F0E40008C}"/>
              </a:ext>
            </a:extLst>
          </p:cNvPr>
          <p:cNvCxnSpPr>
            <a:cxnSpLocks/>
          </p:cNvCxnSpPr>
          <p:nvPr/>
        </p:nvCxnSpPr>
        <p:spPr>
          <a:xfrm>
            <a:off x="615636" y="602732"/>
            <a:ext cx="7441948" cy="0"/>
          </a:xfrm>
          <a:prstGeom prst="line">
            <a:avLst/>
          </a:prstGeom>
        </p:spPr>
        <p:style>
          <a:lnRef idx="2">
            <a:schemeClr val="accent4"/>
          </a:lnRef>
          <a:fillRef idx="0">
            <a:schemeClr val="accent4"/>
          </a:fillRef>
          <a:effectRef idx="1">
            <a:schemeClr val="accent4"/>
          </a:effectRef>
          <a:fontRef idx="minor">
            <a:schemeClr val="tx1"/>
          </a:fontRef>
        </p:style>
      </p:cxnSp>
      <p:sp>
        <p:nvSpPr>
          <p:cNvPr id="8" name="ZoneTexte 7">
            <a:extLst>
              <a:ext uri="{FF2B5EF4-FFF2-40B4-BE49-F238E27FC236}">
                <a16:creationId xmlns:a16="http://schemas.microsoft.com/office/drawing/2014/main" id="{BAA38BD7-F0B8-B79F-08FF-1504659303D4}"/>
              </a:ext>
            </a:extLst>
          </p:cNvPr>
          <p:cNvSpPr txBox="1"/>
          <p:nvPr/>
        </p:nvSpPr>
        <p:spPr>
          <a:xfrm>
            <a:off x="615636" y="860079"/>
            <a:ext cx="5649363" cy="369332"/>
          </a:xfrm>
          <a:prstGeom prst="rect">
            <a:avLst/>
          </a:prstGeom>
          <a:noFill/>
        </p:spPr>
        <p:txBody>
          <a:bodyPr wrap="square" rtlCol="0">
            <a:spAutoFit/>
          </a:bodyPr>
          <a:lstStyle/>
          <a:p>
            <a:pPr marL="285750" indent="-285750">
              <a:buFont typeface="Wingdings" panose="05000000000000000000" pitchFamily="2" charset="2"/>
              <a:buChar char="Ø"/>
            </a:pPr>
            <a:r>
              <a:rPr lang="fr-FR" sz="1800" dirty="0">
                <a:solidFill>
                  <a:schemeClr val="bg1"/>
                </a:solidFill>
                <a:latin typeface="Times New Roman" panose="02020603050405020304" pitchFamily="18" charset="0"/>
                <a:cs typeface="Times New Roman" panose="02020603050405020304" pitchFamily="18" charset="0"/>
              </a:rPr>
              <a:t>Se préparer au pire : une vision pessimiste du monde ?</a:t>
            </a:r>
          </a:p>
        </p:txBody>
      </p:sp>
      <p:sp>
        <p:nvSpPr>
          <p:cNvPr id="9" name="ZoneTexte 8">
            <a:extLst>
              <a:ext uri="{FF2B5EF4-FFF2-40B4-BE49-F238E27FC236}">
                <a16:creationId xmlns:a16="http://schemas.microsoft.com/office/drawing/2014/main" id="{EC193412-C65D-D73A-8469-164F0D4BD844}"/>
              </a:ext>
            </a:extLst>
          </p:cNvPr>
          <p:cNvSpPr txBox="1"/>
          <p:nvPr/>
        </p:nvSpPr>
        <p:spPr>
          <a:xfrm>
            <a:off x="986829" y="1351084"/>
            <a:ext cx="5785164" cy="1569660"/>
          </a:xfrm>
          <a:prstGeom prst="rect">
            <a:avLst/>
          </a:prstGeom>
          <a:noFill/>
        </p:spPr>
        <p:txBody>
          <a:bodyPr wrap="square" rtlCol="0">
            <a:spAutoFit/>
          </a:bodyPr>
          <a:lstStyle/>
          <a:p>
            <a:r>
              <a:rPr lang="fr-FR" sz="1600" dirty="0">
                <a:solidFill>
                  <a:schemeClr val="bg1"/>
                </a:solidFill>
                <a:latin typeface="Times New Roman" panose="02020603050405020304" pitchFamily="18" charset="0"/>
                <a:cs typeface="Times New Roman" panose="02020603050405020304" pitchFamily="18" charset="0"/>
              </a:rPr>
              <a:t>Le dialogue sécuritaire ambiant n’est pas du goût de tous mais il répond à des tendances lourdes sur lesquelles les observateurs avertis ne manquent pas de s’accorder. Au risque de ne brosser qu’un tableau partiel, géographiquement partial et sur une fenêtre chronologique restreinte, on ne peut pas être insensible à l’échelle et à la fréquence des sinistres majeurs de notre temps :</a:t>
            </a:r>
          </a:p>
        </p:txBody>
      </p:sp>
      <p:sp>
        <p:nvSpPr>
          <p:cNvPr id="2" name="Ellipse 1">
            <a:extLst>
              <a:ext uri="{FF2B5EF4-FFF2-40B4-BE49-F238E27FC236}">
                <a16:creationId xmlns:a16="http://schemas.microsoft.com/office/drawing/2014/main" id="{658BC718-3E92-B3C4-DD61-134C5AE083CB}"/>
              </a:ext>
            </a:extLst>
          </p:cNvPr>
          <p:cNvSpPr/>
          <p:nvPr/>
        </p:nvSpPr>
        <p:spPr>
          <a:xfrm>
            <a:off x="8263467" y="133932"/>
            <a:ext cx="620889" cy="453090"/>
          </a:xfrm>
          <a:prstGeom prst="ellipse">
            <a:avLst/>
          </a:prstGeom>
          <a:solidFill>
            <a:srgbClr val="6EB8D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6</a:t>
            </a:r>
          </a:p>
        </p:txBody>
      </p:sp>
    </p:spTree>
    <p:extLst>
      <p:ext uri="{BB962C8B-B14F-4D97-AF65-F5344CB8AC3E}">
        <p14:creationId xmlns:p14="http://schemas.microsoft.com/office/powerpoint/2010/main" val="2652336555"/>
      </p:ext>
    </p:extLst>
  </p:cSld>
  <p:clrMapOvr>
    <a:masterClrMapping/>
  </p:clrMapOvr>
  <p:transition spd="slow">
    <p:randomBar dir="vert"/>
  </p:transition>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0">
              <a:srgbClr val="13367C"/>
            </a:gs>
            <a:gs pos="100000">
              <a:schemeClr val="dk2"/>
            </a:gs>
          </a:gsLst>
          <a:lin ang="5400012" scaled="0"/>
        </a:gradFill>
        <a:effectLst/>
      </p:bgPr>
    </p:bg>
    <p:spTree>
      <p:nvGrpSpPr>
        <p:cNvPr id="1" name="Shape 672"/>
        <p:cNvGrpSpPr/>
        <p:nvPr/>
      </p:nvGrpSpPr>
      <p:grpSpPr>
        <a:xfrm>
          <a:off x="0" y="0"/>
          <a:ext cx="0" cy="0"/>
          <a:chOff x="0" y="0"/>
          <a:chExt cx="0" cy="0"/>
        </a:xfrm>
      </p:grpSpPr>
      <p:sp>
        <p:nvSpPr>
          <p:cNvPr id="4" name="ZoneTexte 3">
            <a:extLst>
              <a:ext uri="{FF2B5EF4-FFF2-40B4-BE49-F238E27FC236}">
                <a16:creationId xmlns:a16="http://schemas.microsoft.com/office/drawing/2014/main" id="{6E94F017-D584-130D-AB21-F62D2148AE65}"/>
              </a:ext>
            </a:extLst>
          </p:cNvPr>
          <p:cNvSpPr txBox="1"/>
          <p:nvPr/>
        </p:nvSpPr>
        <p:spPr>
          <a:xfrm>
            <a:off x="1086416" y="0"/>
            <a:ext cx="7604910" cy="461665"/>
          </a:xfrm>
          <a:prstGeom prst="rect">
            <a:avLst/>
          </a:prstGeom>
          <a:noFill/>
        </p:spPr>
        <p:txBody>
          <a:bodyPr wrap="square">
            <a:spAutoFit/>
          </a:bodyPr>
          <a:lstStyle/>
          <a:p>
            <a:r>
              <a:rPr lang="fr-FR" sz="2400" dirty="0">
                <a:solidFill>
                  <a:schemeClr val="bg1"/>
                </a:solidFill>
                <a:latin typeface="Times New Roman" panose="02020603050405020304" pitchFamily="18" charset="0"/>
                <a:cs typeface="Times New Roman" panose="02020603050405020304" pitchFamily="18" charset="0"/>
              </a:rPr>
              <a:t>La problématique et les acteurs de la continuité d’activité</a:t>
            </a:r>
          </a:p>
        </p:txBody>
      </p:sp>
      <p:cxnSp>
        <p:nvCxnSpPr>
          <p:cNvPr id="5" name="Connecteur droit 4">
            <a:extLst>
              <a:ext uri="{FF2B5EF4-FFF2-40B4-BE49-F238E27FC236}">
                <a16:creationId xmlns:a16="http://schemas.microsoft.com/office/drawing/2014/main" id="{E934C8D2-9B8F-7480-CFC3-780F0E40008C}"/>
              </a:ext>
            </a:extLst>
          </p:cNvPr>
          <p:cNvCxnSpPr>
            <a:cxnSpLocks/>
          </p:cNvCxnSpPr>
          <p:nvPr/>
        </p:nvCxnSpPr>
        <p:spPr>
          <a:xfrm>
            <a:off x="615636" y="602732"/>
            <a:ext cx="7731659" cy="0"/>
          </a:xfrm>
          <a:prstGeom prst="line">
            <a:avLst/>
          </a:prstGeom>
        </p:spPr>
        <p:style>
          <a:lnRef idx="2">
            <a:schemeClr val="accent4"/>
          </a:lnRef>
          <a:fillRef idx="0">
            <a:schemeClr val="accent4"/>
          </a:fillRef>
          <a:effectRef idx="1">
            <a:schemeClr val="accent4"/>
          </a:effectRef>
          <a:fontRef idx="minor">
            <a:schemeClr val="tx1"/>
          </a:fontRef>
        </p:style>
      </p:cxnSp>
      <p:sp>
        <p:nvSpPr>
          <p:cNvPr id="8" name="ZoneTexte 7">
            <a:extLst>
              <a:ext uri="{FF2B5EF4-FFF2-40B4-BE49-F238E27FC236}">
                <a16:creationId xmlns:a16="http://schemas.microsoft.com/office/drawing/2014/main" id="{BAA38BD7-F0B8-B79F-08FF-1504659303D4}"/>
              </a:ext>
            </a:extLst>
          </p:cNvPr>
          <p:cNvSpPr txBox="1"/>
          <p:nvPr/>
        </p:nvSpPr>
        <p:spPr>
          <a:xfrm>
            <a:off x="615636" y="860079"/>
            <a:ext cx="5649363" cy="369332"/>
          </a:xfrm>
          <a:prstGeom prst="rect">
            <a:avLst/>
          </a:prstGeom>
          <a:noFill/>
        </p:spPr>
        <p:txBody>
          <a:bodyPr wrap="square" rtlCol="0">
            <a:spAutoFit/>
          </a:bodyPr>
          <a:lstStyle/>
          <a:p>
            <a:pPr marL="285750" indent="-285750">
              <a:buFont typeface="Wingdings" panose="05000000000000000000" pitchFamily="2" charset="2"/>
              <a:buChar char="Ø"/>
            </a:pPr>
            <a:r>
              <a:rPr lang="fr-FR" sz="1800" dirty="0">
                <a:solidFill>
                  <a:schemeClr val="bg1"/>
                </a:solidFill>
                <a:latin typeface="Times New Roman" panose="02020603050405020304" pitchFamily="18" charset="0"/>
                <a:cs typeface="Times New Roman" panose="02020603050405020304" pitchFamily="18" charset="0"/>
              </a:rPr>
              <a:t>Se préparer au pire : une vision pessimiste du monde ?</a:t>
            </a:r>
          </a:p>
        </p:txBody>
      </p:sp>
      <p:sp>
        <p:nvSpPr>
          <p:cNvPr id="9" name="ZoneTexte 8">
            <a:extLst>
              <a:ext uri="{FF2B5EF4-FFF2-40B4-BE49-F238E27FC236}">
                <a16:creationId xmlns:a16="http://schemas.microsoft.com/office/drawing/2014/main" id="{EC193412-C65D-D73A-8469-164F0D4BD844}"/>
              </a:ext>
            </a:extLst>
          </p:cNvPr>
          <p:cNvSpPr txBox="1"/>
          <p:nvPr/>
        </p:nvSpPr>
        <p:spPr>
          <a:xfrm>
            <a:off x="968722" y="1314870"/>
            <a:ext cx="7722604" cy="1569660"/>
          </a:xfrm>
          <a:prstGeom prst="rect">
            <a:avLst/>
          </a:prstGeom>
          <a:noFill/>
        </p:spPr>
        <p:txBody>
          <a:bodyPr wrap="square" rtlCol="0">
            <a:spAutoFit/>
          </a:bodyPr>
          <a:lstStyle/>
          <a:p>
            <a:pPr marL="285750" indent="-285750">
              <a:buFont typeface="Wingdings" panose="05000000000000000000" pitchFamily="2" charset="2"/>
              <a:buChar char="v"/>
            </a:pPr>
            <a:r>
              <a:rPr lang="fr-FR" sz="1600" dirty="0">
                <a:solidFill>
                  <a:schemeClr val="bg1"/>
                </a:solidFill>
                <a:latin typeface="Times New Roman" panose="02020603050405020304" pitchFamily="18" charset="0"/>
                <a:cs typeface="Times New Roman" panose="02020603050405020304" pitchFamily="18" charset="0"/>
              </a:rPr>
              <a:t>Les attentats du World Trade Center le 11 septembre 2001 ;</a:t>
            </a:r>
          </a:p>
          <a:p>
            <a:pPr marL="285750" indent="-285750">
              <a:buFont typeface="Wingdings" panose="05000000000000000000" pitchFamily="2" charset="2"/>
              <a:buChar char="v"/>
            </a:pPr>
            <a:r>
              <a:rPr lang="fr-FR" sz="1600" dirty="0">
                <a:solidFill>
                  <a:schemeClr val="bg1"/>
                </a:solidFill>
                <a:latin typeface="Times New Roman" panose="02020603050405020304" pitchFamily="18" charset="0"/>
                <a:cs typeface="Times New Roman" panose="02020603050405020304" pitchFamily="18" charset="0"/>
              </a:rPr>
              <a:t>Les coupures massives d’électricité de septembre 2003 (Nord-Est américain et Italie) ;</a:t>
            </a:r>
          </a:p>
          <a:p>
            <a:pPr marL="285750" indent="-285750">
              <a:buFont typeface="Wingdings" panose="05000000000000000000" pitchFamily="2" charset="2"/>
              <a:buChar char="v"/>
            </a:pPr>
            <a:r>
              <a:rPr lang="fr-FR" sz="1600" dirty="0">
                <a:solidFill>
                  <a:schemeClr val="bg1"/>
                </a:solidFill>
                <a:latin typeface="Times New Roman" panose="02020603050405020304" pitchFamily="18" charset="0"/>
                <a:cs typeface="Times New Roman" panose="02020603050405020304" pitchFamily="18" charset="0"/>
              </a:rPr>
              <a:t>Le tremblement de terre du Pakistan en octobre 2005 ;</a:t>
            </a:r>
          </a:p>
          <a:p>
            <a:pPr marL="285750" indent="-285750">
              <a:buFont typeface="Wingdings" panose="05000000000000000000" pitchFamily="2" charset="2"/>
              <a:buChar char="v"/>
            </a:pPr>
            <a:r>
              <a:rPr lang="fr-FR" sz="1600" dirty="0">
                <a:solidFill>
                  <a:schemeClr val="bg1"/>
                </a:solidFill>
                <a:latin typeface="Times New Roman" panose="02020603050405020304" pitchFamily="18" charset="0"/>
                <a:cs typeface="Times New Roman" panose="02020603050405020304" pitchFamily="18" charset="0"/>
              </a:rPr>
              <a:t>Les attentats de Londres le 7 juillet 2005 ;</a:t>
            </a:r>
          </a:p>
          <a:p>
            <a:pPr marL="285750" indent="-285750">
              <a:buFont typeface="Wingdings" panose="05000000000000000000" pitchFamily="2" charset="2"/>
              <a:buChar char="v"/>
            </a:pPr>
            <a:r>
              <a:rPr lang="fr-FR" sz="1600" dirty="0">
                <a:solidFill>
                  <a:schemeClr val="bg1"/>
                </a:solidFill>
                <a:latin typeface="Times New Roman" panose="02020603050405020304" pitchFamily="18" charset="0"/>
                <a:cs typeface="Times New Roman" panose="02020603050405020304" pitchFamily="18" charset="0"/>
              </a:rPr>
              <a:t>L’explosion à l’usine AZF de Toulouse le 21 septembre 2001 ;</a:t>
            </a:r>
          </a:p>
          <a:p>
            <a:pPr marL="285750" indent="-285750">
              <a:buFont typeface="Wingdings" panose="05000000000000000000" pitchFamily="2" charset="2"/>
              <a:buChar char="v"/>
            </a:pPr>
            <a:r>
              <a:rPr lang="fr-FR" sz="1600" dirty="0">
                <a:solidFill>
                  <a:schemeClr val="bg1"/>
                </a:solidFill>
                <a:latin typeface="Times New Roman" panose="02020603050405020304" pitchFamily="18" charset="0"/>
                <a:cs typeface="Times New Roman" panose="02020603050405020304" pitchFamily="18" charset="0"/>
              </a:rPr>
              <a:t>Etc.</a:t>
            </a:r>
          </a:p>
        </p:txBody>
      </p:sp>
      <p:sp>
        <p:nvSpPr>
          <p:cNvPr id="2" name="ZoneTexte 1">
            <a:extLst>
              <a:ext uri="{FF2B5EF4-FFF2-40B4-BE49-F238E27FC236}">
                <a16:creationId xmlns:a16="http://schemas.microsoft.com/office/drawing/2014/main" id="{2CB86E17-5D87-3B2A-B892-ADFED08CD23A}"/>
              </a:ext>
            </a:extLst>
          </p:cNvPr>
          <p:cNvSpPr txBox="1"/>
          <p:nvPr/>
        </p:nvSpPr>
        <p:spPr>
          <a:xfrm>
            <a:off x="1086416" y="3181168"/>
            <a:ext cx="6400800" cy="830997"/>
          </a:xfrm>
          <a:prstGeom prst="rect">
            <a:avLst/>
          </a:prstGeom>
          <a:noFill/>
        </p:spPr>
        <p:txBody>
          <a:bodyPr wrap="square" rtlCol="0">
            <a:spAutoFit/>
          </a:bodyPr>
          <a:lstStyle/>
          <a:p>
            <a:r>
              <a:rPr lang="fr-FR" sz="1600" dirty="0">
                <a:solidFill>
                  <a:schemeClr val="bg1"/>
                </a:solidFill>
                <a:latin typeface="Times New Roman" panose="02020603050405020304" pitchFamily="18" charset="0"/>
                <a:cs typeface="Times New Roman" panose="02020603050405020304" pitchFamily="18" charset="0"/>
              </a:rPr>
              <a:t>Non seulement la fréquence et l’intensité des sinistres majeurs croissent rapidement mais leurs impacts économiques semblent augmenter encore plus rapidement.</a:t>
            </a:r>
          </a:p>
        </p:txBody>
      </p:sp>
      <p:sp>
        <p:nvSpPr>
          <p:cNvPr id="3" name="Ellipse 2">
            <a:extLst>
              <a:ext uri="{FF2B5EF4-FFF2-40B4-BE49-F238E27FC236}">
                <a16:creationId xmlns:a16="http://schemas.microsoft.com/office/drawing/2014/main" id="{7C6660F5-066D-6FC6-F1E0-1D8E2BBC7CA0}"/>
              </a:ext>
            </a:extLst>
          </p:cNvPr>
          <p:cNvSpPr/>
          <p:nvPr/>
        </p:nvSpPr>
        <p:spPr>
          <a:xfrm>
            <a:off x="8263467" y="133932"/>
            <a:ext cx="620889" cy="453090"/>
          </a:xfrm>
          <a:prstGeom prst="ellipse">
            <a:avLst/>
          </a:prstGeom>
          <a:solidFill>
            <a:srgbClr val="6EB8D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7</a:t>
            </a:r>
          </a:p>
        </p:txBody>
      </p:sp>
    </p:spTree>
    <p:extLst>
      <p:ext uri="{BB962C8B-B14F-4D97-AF65-F5344CB8AC3E}">
        <p14:creationId xmlns:p14="http://schemas.microsoft.com/office/powerpoint/2010/main" val="648227967"/>
      </p:ext>
    </p:extLst>
  </p:cSld>
  <p:clrMapOvr>
    <a:masterClrMapping/>
  </p:clrMapOvr>
  <p:transition spd="slow">
    <p:randomBar dir="vert"/>
  </p:transition>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0">
              <a:srgbClr val="13367C"/>
            </a:gs>
            <a:gs pos="100000">
              <a:schemeClr val="dk2"/>
            </a:gs>
          </a:gsLst>
          <a:lin ang="5400012" scaled="0"/>
        </a:gradFill>
        <a:effectLst/>
      </p:bgPr>
    </p:bg>
    <p:spTree>
      <p:nvGrpSpPr>
        <p:cNvPr id="1" name="Shape 672"/>
        <p:cNvGrpSpPr/>
        <p:nvPr/>
      </p:nvGrpSpPr>
      <p:grpSpPr>
        <a:xfrm>
          <a:off x="0" y="0"/>
          <a:ext cx="0" cy="0"/>
          <a:chOff x="0" y="0"/>
          <a:chExt cx="0" cy="0"/>
        </a:xfrm>
      </p:grpSpPr>
      <p:sp>
        <p:nvSpPr>
          <p:cNvPr id="4" name="ZoneTexte 3">
            <a:extLst>
              <a:ext uri="{FF2B5EF4-FFF2-40B4-BE49-F238E27FC236}">
                <a16:creationId xmlns:a16="http://schemas.microsoft.com/office/drawing/2014/main" id="{6E94F017-D584-130D-AB21-F62D2148AE65}"/>
              </a:ext>
            </a:extLst>
          </p:cNvPr>
          <p:cNvSpPr txBox="1"/>
          <p:nvPr/>
        </p:nvSpPr>
        <p:spPr>
          <a:xfrm>
            <a:off x="1086416" y="0"/>
            <a:ext cx="7604910" cy="461665"/>
          </a:xfrm>
          <a:prstGeom prst="rect">
            <a:avLst/>
          </a:prstGeom>
          <a:noFill/>
        </p:spPr>
        <p:txBody>
          <a:bodyPr wrap="square">
            <a:spAutoFit/>
          </a:bodyPr>
          <a:lstStyle/>
          <a:p>
            <a:r>
              <a:rPr lang="fr-FR" sz="2400" dirty="0">
                <a:solidFill>
                  <a:schemeClr val="bg1"/>
                </a:solidFill>
                <a:latin typeface="Times New Roman" panose="02020603050405020304" pitchFamily="18" charset="0"/>
                <a:cs typeface="Times New Roman" panose="02020603050405020304" pitchFamily="18" charset="0"/>
              </a:rPr>
              <a:t>La problématique et les acteurs de la continuité d’activité</a:t>
            </a:r>
          </a:p>
        </p:txBody>
      </p:sp>
      <p:cxnSp>
        <p:nvCxnSpPr>
          <p:cNvPr id="5" name="Connecteur droit 4">
            <a:extLst>
              <a:ext uri="{FF2B5EF4-FFF2-40B4-BE49-F238E27FC236}">
                <a16:creationId xmlns:a16="http://schemas.microsoft.com/office/drawing/2014/main" id="{E934C8D2-9B8F-7480-CFC3-780F0E40008C}"/>
              </a:ext>
            </a:extLst>
          </p:cNvPr>
          <p:cNvCxnSpPr>
            <a:cxnSpLocks/>
          </p:cNvCxnSpPr>
          <p:nvPr/>
        </p:nvCxnSpPr>
        <p:spPr>
          <a:xfrm>
            <a:off x="615636" y="602732"/>
            <a:ext cx="7731659" cy="0"/>
          </a:xfrm>
          <a:prstGeom prst="line">
            <a:avLst/>
          </a:prstGeom>
        </p:spPr>
        <p:style>
          <a:lnRef idx="2">
            <a:schemeClr val="accent4"/>
          </a:lnRef>
          <a:fillRef idx="0">
            <a:schemeClr val="accent4"/>
          </a:fillRef>
          <a:effectRef idx="1">
            <a:schemeClr val="accent4"/>
          </a:effectRef>
          <a:fontRef idx="minor">
            <a:schemeClr val="tx1"/>
          </a:fontRef>
        </p:style>
      </p:cxnSp>
      <p:sp>
        <p:nvSpPr>
          <p:cNvPr id="8" name="ZoneTexte 7">
            <a:extLst>
              <a:ext uri="{FF2B5EF4-FFF2-40B4-BE49-F238E27FC236}">
                <a16:creationId xmlns:a16="http://schemas.microsoft.com/office/drawing/2014/main" id="{BAA38BD7-F0B8-B79F-08FF-1504659303D4}"/>
              </a:ext>
            </a:extLst>
          </p:cNvPr>
          <p:cNvSpPr txBox="1"/>
          <p:nvPr/>
        </p:nvSpPr>
        <p:spPr>
          <a:xfrm>
            <a:off x="615636" y="860079"/>
            <a:ext cx="7641124" cy="369332"/>
          </a:xfrm>
          <a:prstGeom prst="rect">
            <a:avLst/>
          </a:prstGeom>
          <a:noFill/>
        </p:spPr>
        <p:txBody>
          <a:bodyPr wrap="square" rtlCol="0">
            <a:spAutoFit/>
          </a:bodyPr>
          <a:lstStyle/>
          <a:p>
            <a:pPr marL="285750" indent="-285750">
              <a:buFont typeface="Wingdings" panose="05000000000000000000" pitchFamily="2" charset="2"/>
              <a:buChar char="Ø"/>
            </a:pPr>
            <a:r>
              <a:rPr lang="fr-FR" sz="1800" dirty="0">
                <a:solidFill>
                  <a:schemeClr val="bg1"/>
                </a:solidFill>
                <a:latin typeface="Times New Roman" panose="02020603050405020304" pitchFamily="18" charset="0"/>
                <a:cs typeface="Times New Roman" panose="02020603050405020304" pitchFamily="18" charset="0"/>
              </a:rPr>
              <a:t>Contours et domaines de la continuité d’activité</a:t>
            </a:r>
          </a:p>
        </p:txBody>
      </p:sp>
      <p:sp>
        <p:nvSpPr>
          <p:cNvPr id="9" name="ZoneTexte 8">
            <a:extLst>
              <a:ext uri="{FF2B5EF4-FFF2-40B4-BE49-F238E27FC236}">
                <a16:creationId xmlns:a16="http://schemas.microsoft.com/office/drawing/2014/main" id="{EC193412-C65D-D73A-8469-164F0D4BD844}"/>
              </a:ext>
            </a:extLst>
          </p:cNvPr>
          <p:cNvSpPr txBox="1"/>
          <p:nvPr/>
        </p:nvSpPr>
        <p:spPr>
          <a:xfrm>
            <a:off x="801232" y="1515906"/>
            <a:ext cx="7722604" cy="1631216"/>
          </a:xfrm>
          <a:prstGeom prst="rect">
            <a:avLst/>
          </a:prstGeom>
          <a:noFill/>
        </p:spPr>
        <p:txBody>
          <a:bodyPr wrap="square" rtlCol="0">
            <a:spAutoFit/>
          </a:bodyPr>
          <a:lstStyle/>
          <a:p>
            <a:r>
              <a:rPr lang="fr-FR" sz="1600" dirty="0">
                <a:solidFill>
                  <a:schemeClr val="bg1"/>
                </a:solidFill>
                <a:latin typeface="Times New Roman" panose="02020603050405020304" pitchFamily="18" charset="0"/>
                <a:cs typeface="Times New Roman" panose="02020603050405020304" pitchFamily="18" charset="0"/>
              </a:rPr>
              <a:t>Le management de la continuité d’activité (MCA) est une discipline relativement nouvelle qui vise à définir un cadre dans lequel l’entreprise peut minimiser l’impact adverse d’un sinistre majeur sur son activité. Elle a tout d’abord existé comme partie intégrante d’approches principales (sécurité des SI, management des risques en particulier).</a:t>
            </a:r>
            <a:r>
              <a:rPr lang="fr-FR" sz="2000" dirty="0"/>
              <a:t> </a:t>
            </a:r>
          </a:p>
          <a:p>
            <a:r>
              <a:rPr lang="fr-FR" sz="1600" dirty="0">
                <a:solidFill>
                  <a:schemeClr val="bg1"/>
                </a:solidFill>
                <a:latin typeface="Times New Roman" panose="02020603050405020304" pitchFamily="18" charset="0"/>
                <a:cs typeface="Times New Roman" panose="02020603050405020304" pitchFamily="18" charset="0"/>
              </a:rPr>
              <a:t>Plus récemment, le management de la continuité d’activité a émergé comme une discipline à part entière, surtout à partir de la deuxième moitié des années 1990.</a:t>
            </a:r>
          </a:p>
        </p:txBody>
      </p:sp>
      <p:sp>
        <p:nvSpPr>
          <p:cNvPr id="2" name="Ellipse 1">
            <a:extLst>
              <a:ext uri="{FF2B5EF4-FFF2-40B4-BE49-F238E27FC236}">
                <a16:creationId xmlns:a16="http://schemas.microsoft.com/office/drawing/2014/main" id="{DD13C8A5-9104-A3B5-23E0-1745FD9BC362}"/>
              </a:ext>
            </a:extLst>
          </p:cNvPr>
          <p:cNvSpPr/>
          <p:nvPr/>
        </p:nvSpPr>
        <p:spPr>
          <a:xfrm>
            <a:off x="8263467" y="133932"/>
            <a:ext cx="620889" cy="453090"/>
          </a:xfrm>
          <a:prstGeom prst="ellipse">
            <a:avLst/>
          </a:prstGeom>
          <a:solidFill>
            <a:srgbClr val="6EB8D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8</a:t>
            </a:r>
          </a:p>
        </p:txBody>
      </p:sp>
    </p:spTree>
    <p:extLst>
      <p:ext uri="{BB962C8B-B14F-4D97-AF65-F5344CB8AC3E}">
        <p14:creationId xmlns:p14="http://schemas.microsoft.com/office/powerpoint/2010/main" val="493502598"/>
      </p:ext>
    </p:extLst>
  </p:cSld>
  <p:clrMapOvr>
    <a:masterClrMapping/>
  </p:clrMapOvr>
  <p:transition spd="slow">
    <p:randomBar dir="vert"/>
  </p:transition>
</p:sld>
</file>

<file path=ppt/slides/slide9.xml><?xml version="1.0" encoding="utf-8"?>
<p:sld xmlns:a="http://schemas.openxmlformats.org/drawingml/2006/main" xmlns:r="http://schemas.openxmlformats.org/officeDocument/2006/relationships" xmlns:p="http://schemas.openxmlformats.org/presentationml/2006/main">
  <p:cSld>
    <p:bg>
      <p:bgPr>
        <a:gradFill>
          <a:gsLst>
            <a:gs pos="0">
              <a:srgbClr val="13367C"/>
            </a:gs>
            <a:gs pos="100000">
              <a:schemeClr val="dk2"/>
            </a:gs>
          </a:gsLst>
          <a:lin ang="5400012" scaled="0"/>
        </a:gradFill>
        <a:effectLst/>
      </p:bgPr>
    </p:bg>
    <p:spTree>
      <p:nvGrpSpPr>
        <p:cNvPr id="1" name="Shape 672"/>
        <p:cNvGrpSpPr/>
        <p:nvPr/>
      </p:nvGrpSpPr>
      <p:grpSpPr>
        <a:xfrm>
          <a:off x="0" y="0"/>
          <a:ext cx="0" cy="0"/>
          <a:chOff x="0" y="0"/>
          <a:chExt cx="0" cy="0"/>
        </a:xfrm>
      </p:grpSpPr>
      <p:sp>
        <p:nvSpPr>
          <p:cNvPr id="4" name="ZoneTexte 3">
            <a:extLst>
              <a:ext uri="{FF2B5EF4-FFF2-40B4-BE49-F238E27FC236}">
                <a16:creationId xmlns:a16="http://schemas.microsoft.com/office/drawing/2014/main" id="{6E94F017-D584-130D-AB21-F62D2148AE65}"/>
              </a:ext>
            </a:extLst>
          </p:cNvPr>
          <p:cNvSpPr txBox="1"/>
          <p:nvPr/>
        </p:nvSpPr>
        <p:spPr>
          <a:xfrm>
            <a:off x="1086416" y="0"/>
            <a:ext cx="7604910" cy="461665"/>
          </a:xfrm>
          <a:prstGeom prst="rect">
            <a:avLst/>
          </a:prstGeom>
          <a:noFill/>
        </p:spPr>
        <p:txBody>
          <a:bodyPr wrap="square">
            <a:spAutoFit/>
          </a:bodyPr>
          <a:lstStyle/>
          <a:p>
            <a:r>
              <a:rPr lang="fr-FR" sz="2400" dirty="0">
                <a:solidFill>
                  <a:schemeClr val="bg1"/>
                </a:solidFill>
                <a:latin typeface="Times New Roman" panose="02020603050405020304" pitchFamily="18" charset="0"/>
                <a:cs typeface="Times New Roman" panose="02020603050405020304" pitchFamily="18" charset="0"/>
              </a:rPr>
              <a:t>La problématique et les acteurs de la continuité d’activité</a:t>
            </a:r>
          </a:p>
        </p:txBody>
      </p:sp>
      <p:cxnSp>
        <p:nvCxnSpPr>
          <p:cNvPr id="5" name="Connecteur droit 4">
            <a:extLst>
              <a:ext uri="{FF2B5EF4-FFF2-40B4-BE49-F238E27FC236}">
                <a16:creationId xmlns:a16="http://schemas.microsoft.com/office/drawing/2014/main" id="{E934C8D2-9B8F-7480-CFC3-780F0E40008C}"/>
              </a:ext>
            </a:extLst>
          </p:cNvPr>
          <p:cNvCxnSpPr>
            <a:cxnSpLocks/>
          </p:cNvCxnSpPr>
          <p:nvPr/>
        </p:nvCxnSpPr>
        <p:spPr>
          <a:xfrm>
            <a:off x="615636" y="602732"/>
            <a:ext cx="7731659" cy="0"/>
          </a:xfrm>
          <a:prstGeom prst="line">
            <a:avLst/>
          </a:prstGeom>
        </p:spPr>
        <p:style>
          <a:lnRef idx="2">
            <a:schemeClr val="accent4"/>
          </a:lnRef>
          <a:fillRef idx="0">
            <a:schemeClr val="accent4"/>
          </a:fillRef>
          <a:effectRef idx="1">
            <a:schemeClr val="accent4"/>
          </a:effectRef>
          <a:fontRef idx="minor">
            <a:schemeClr val="tx1"/>
          </a:fontRef>
        </p:style>
      </p:cxnSp>
      <p:sp>
        <p:nvSpPr>
          <p:cNvPr id="8" name="ZoneTexte 7">
            <a:extLst>
              <a:ext uri="{FF2B5EF4-FFF2-40B4-BE49-F238E27FC236}">
                <a16:creationId xmlns:a16="http://schemas.microsoft.com/office/drawing/2014/main" id="{BAA38BD7-F0B8-B79F-08FF-1504659303D4}"/>
              </a:ext>
            </a:extLst>
          </p:cNvPr>
          <p:cNvSpPr txBox="1"/>
          <p:nvPr/>
        </p:nvSpPr>
        <p:spPr>
          <a:xfrm>
            <a:off x="615636" y="860079"/>
            <a:ext cx="7641124" cy="369332"/>
          </a:xfrm>
          <a:prstGeom prst="rect">
            <a:avLst/>
          </a:prstGeom>
          <a:noFill/>
        </p:spPr>
        <p:txBody>
          <a:bodyPr wrap="square" rtlCol="0">
            <a:spAutoFit/>
          </a:bodyPr>
          <a:lstStyle/>
          <a:p>
            <a:pPr marL="285750" indent="-285750">
              <a:buFont typeface="Wingdings" panose="05000000000000000000" pitchFamily="2" charset="2"/>
              <a:buChar char="Ø"/>
            </a:pPr>
            <a:r>
              <a:rPr lang="fr-FR" sz="1800" dirty="0">
                <a:solidFill>
                  <a:schemeClr val="bg1"/>
                </a:solidFill>
                <a:latin typeface="Times New Roman" panose="02020603050405020304" pitchFamily="18" charset="0"/>
                <a:cs typeface="Times New Roman" panose="02020603050405020304" pitchFamily="18" charset="0"/>
              </a:rPr>
              <a:t>Une approche holistique du management</a:t>
            </a:r>
          </a:p>
        </p:txBody>
      </p:sp>
      <p:sp>
        <p:nvSpPr>
          <p:cNvPr id="9" name="ZoneTexte 8">
            <a:extLst>
              <a:ext uri="{FF2B5EF4-FFF2-40B4-BE49-F238E27FC236}">
                <a16:creationId xmlns:a16="http://schemas.microsoft.com/office/drawing/2014/main" id="{EC193412-C65D-D73A-8469-164F0D4BD844}"/>
              </a:ext>
            </a:extLst>
          </p:cNvPr>
          <p:cNvSpPr txBox="1"/>
          <p:nvPr/>
        </p:nvSpPr>
        <p:spPr>
          <a:xfrm>
            <a:off x="887240" y="1229411"/>
            <a:ext cx="7722604" cy="1569660"/>
          </a:xfrm>
          <a:prstGeom prst="rect">
            <a:avLst/>
          </a:prstGeom>
          <a:noFill/>
        </p:spPr>
        <p:txBody>
          <a:bodyPr wrap="square" rtlCol="0">
            <a:spAutoFit/>
          </a:bodyPr>
          <a:lstStyle/>
          <a:p>
            <a:r>
              <a:rPr lang="fr-FR" sz="1600" dirty="0">
                <a:solidFill>
                  <a:schemeClr val="bg1"/>
                </a:solidFill>
                <a:latin typeface="Times New Roman" panose="02020603050405020304" pitchFamily="18" charset="0"/>
                <a:cs typeface="Times New Roman" panose="02020603050405020304" pitchFamily="18" charset="0"/>
              </a:rPr>
              <a:t>Pour reprendre la définition qu’en donne le Business </a:t>
            </a:r>
            <a:r>
              <a:rPr lang="fr-FR" sz="1600" dirty="0" err="1">
                <a:solidFill>
                  <a:schemeClr val="bg1"/>
                </a:solidFill>
                <a:latin typeface="Times New Roman" panose="02020603050405020304" pitchFamily="18" charset="0"/>
                <a:cs typeface="Times New Roman" panose="02020603050405020304" pitchFamily="18" charset="0"/>
              </a:rPr>
              <a:t>Continuity</a:t>
            </a:r>
            <a:r>
              <a:rPr lang="fr-FR" sz="1600" dirty="0">
                <a:solidFill>
                  <a:schemeClr val="bg1"/>
                </a:solidFill>
                <a:latin typeface="Times New Roman" panose="02020603050405020304" pitchFamily="18" charset="0"/>
                <a:cs typeface="Times New Roman" panose="02020603050405020304" pitchFamily="18" charset="0"/>
              </a:rPr>
              <a:t> Institute (BCI) : « Le management de la continuité d’activité est un processus holistique de management qui identifie les impacts potentiels qui menacent une organisation et fournit un cadre pour assurer la résilience  de l’entreprise et construire une réponse efficace qui protège les intérêts, la réputation et les activités de création de valeur de l’organisation. »</a:t>
            </a:r>
          </a:p>
          <a:p>
            <a:r>
              <a:rPr lang="fr-FR" sz="1600" dirty="0">
                <a:solidFill>
                  <a:schemeClr val="bg1"/>
                </a:solidFill>
                <a:latin typeface="Times New Roman" panose="02020603050405020304" pitchFamily="18" charset="0"/>
                <a:cs typeface="Times New Roman" panose="02020603050405020304" pitchFamily="18" charset="0"/>
              </a:rPr>
              <a:t>Le MCA couvre en particulier les risques et domaines suivants (mais ne s’y limite pas) :</a:t>
            </a:r>
          </a:p>
        </p:txBody>
      </p:sp>
      <p:sp>
        <p:nvSpPr>
          <p:cNvPr id="2" name="ZoneTexte 1">
            <a:extLst>
              <a:ext uri="{FF2B5EF4-FFF2-40B4-BE49-F238E27FC236}">
                <a16:creationId xmlns:a16="http://schemas.microsoft.com/office/drawing/2014/main" id="{E44B741F-07AC-A927-778B-28A90E847A50}"/>
              </a:ext>
            </a:extLst>
          </p:cNvPr>
          <p:cNvSpPr txBox="1"/>
          <p:nvPr/>
        </p:nvSpPr>
        <p:spPr>
          <a:xfrm>
            <a:off x="1086416" y="3114392"/>
            <a:ext cx="3748135" cy="1384995"/>
          </a:xfrm>
          <a:prstGeom prst="rect">
            <a:avLst/>
          </a:prstGeom>
          <a:solidFill>
            <a:schemeClr val="accent1">
              <a:lumMod val="90000"/>
            </a:schemeClr>
          </a:solidFill>
        </p:spPr>
        <p:txBody>
          <a:bodyPr wrap="square" rtlCol="0">
            <a:spAutoFit/>
          </a:bodyPr>
          <a:lstStyle/>
          <a:p>
            <a:pPr marL="285750" indent="-285750">
              <a:buFont typeface="Wingdings" panose="05000000000000000000" pitchFamily="2" charset="2"/>
              <a:buChar char="v"/>
            </a:pPr>
            <a:r>
              <a:rPr lang="fr-FR" dirty="0"/>
              <a:t>Santé et sécurité du personnel </a:t>
            </a:r>
          </a:p>
          <a:p>
            <a:pPr marL="285750" indent="-285750">
              <a:buFont typeface="Wingdings" panose="05000000000000000000" pitchFamily="2" charset="2"/>
              <a:buChar char="v"/>
            </a:pPr>
            <a:r>
              <a:rPr lang="fr-FR" dirty="0"/>
              <a:t>Sécurité des produits et santé des clients</a:t>
            </a:r>
          </a:p>
          <a:p>
            <a:pPr marL="285750" indent="-285750">
              <a:buFont typeface="Wingdings" panose="05000000000000000000" pitchFamily="2" charset="2"/>
              <a:buChar char="v"/>
            </a:pPr>
            <a:r>
              <a:rPr lang="fr-FR" dirty="0"/>
              <a:t>Responsabilité environnementale</a:t>
            </a:r>
          </a:p>
          <a:p>
            <a:pPr marL="285750" indent="-285750">
              <a:buFont typeface="Wingdings" panose="05000000000000000000" pitchFamily="2" charset="2"/>
              <a:buChar char="v"/>
            </a:pPr>
            <a:r>
              <a:rPr lang="fr-FR" dirty="0"/>
              <a:t>Perte de compétences et/ou de savoir-faire</a:t>
            </a:r>
          </a:p>
          <a:p>
            <a:pPr marL="285750" indent="-285750">
              <a:buFont typeface="Wingdings" panose="05000000000000000000" pitchFamily="2" charset="2"/>
              <a:buChar char="v"/>
            </a:pPr>
            <a:endParaRPr lang="fr-FR" dirty="0"/>
          </a:p>
        </p:txBody>
      </p:sp>
      <p:sp>
        <p:nvSpPr>
          <p:cNvPr id="3" name="ZoneTexte 2">
            <a:extLst>
              <a:ext uri="{FF2B5EF4-FFF2-40B4-BE49-F238E27FC236}">
                <a16:creationId xmlns:a16="http://schemas.microsoft.com/office/drawing/2014/main" id="{92ED2DF1-E23C-F07D-B3CF-FB9D9F64FCFA}"/>
              </a:ext>
            </a:extLst>
          </p:cNvPr>
          <p:cNvSpPr txBox="1"/>
          <p:nvPr/>
        </p:nvSpPr>
        <p:spPr>
          <a:xfrm>
            <a:off x="5024674" y="3114392"/>
            <a:ext cx="3322621" cy="1384995"/>
          </a:xfrm>
          <a:prstGeom prst="rect">
            <a:avLst/>
          </a:prstGeom>
          <a:solidFill>
            <a:schemeClr val="accent1">
              <a:lumMod val="90000"/>
            </a:schemeClr>
          </a:solidFill>
        </p:spPr>
        <p:txBody>
          <a:bodyPr wrap="square" rtlCol="0">
            <a:spAutoFit/>
          </a:bodyPr>
          <a:lstStyle/>
          <a:p>
            <a:pPr marL="285750" indent="-285750">
              <a:buFont typeface="Wingdings" panose="05000000000000000000" pitchFamily="2" charset="2"/>
              <a:buChar char="v"/>
            </a:pPr>
            <a:r>
              <a:rPr lang="fr-FR" dirty="0"/>
              <a:t>Menaces terroristes et de conflits militarisés</a:t>
            </a:r>
          </a:p>
          <a:p>
            <a:pPr marL="285750" indent="-285750">
              <a:buFont typeface="Wingdings" panose="05000000000000000000" pitchFamily="2" charset="2"/>
              <a:buChar char="v"/>
            </a:pPr>
            <a:r>
              <a:rPr lang="fr-FR" dirty="0"/>
              <a:t>Destruction de site</a:t>
            </a:r>
          </a:p>
          <a:p>
            <a:pPr marL="285750" indent="-285750">
              <a:buFont typeface="Wingdings" panose="05000000000000000000" pitchFamily="2" charset="2"/>
              <a:buChar char="v"/>
            </a:pPr>
            <a:r>
              <a:rPr lang="fr-FR" dirty="0"/>
              <a:t>Catastrophes naturelles</a:t>
            </a:r>
          </a:p>
          <a:p>
            <a:pPr marL="285750" indent="-285750">
              <a:buFont typeface="Wingdings" panose="05000000000000000000" pitchFamily="2" charset="2"/>
              <a:buChar char="v"/>
            </a:pPr>
            <a:r>
              <a:rPr lang="fr-FR" dirty="0"/>
              <a:t>Pertes de réseaux de télécommunications</a:t>
            </a:r>
          </a:p>
        </p:txBody>
      </p:sp>
      <p:sp>
        <p:nvSpPr>
          <p:cNvPr id="6" name="Ellipse 5">
            <a:extLst>
              <a:ext uri="{FF2B5EF4-FFF2-40B4-BE49-F238E27FC236}">
                <a16:creationId xmlns:a16="http://schemas.microsoft.com/office/drawing/2014/main" id="{C24CB61E-BF0A-BA21-1EA5-0DD5CB62F385}"/>
              </a:ext>
            </a:extLst>
          </p:cNvPr>
          <p:cNvSpPr/>
          <p:nvPr/>
        </p:nvSpPr>
        <p:spPr>
          <a:xfrm>
            <a:off x="8263467" y="133932"/>
            <a:ext cx="620889" cy="453090"/>
          </a:xfrm>
          <a:prstGeom prst="ellipse">
            <a:avLst/>
          </a:prstGeom>
          <a:solidFill>
            <a:srgbClr val="6EB8D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9</a:t>
            </a:r>
          </a:p>
        </p:txBody>
      </p:sp>
    </p:spTree>
    <p:extLst>
      <p:ext uri="{BB962C8B-B14F-4D97-AF65-F5344CB8AC3E}">
        <p14:creationId xmlns:p14="http://schemas.microsoft.com/office/powerpoint/2010/main" val="3020805397"/>
      </p:ext>
    </p:extLst>
  </p:cSld>
  <p:clrMapOvr>
    <a:masterClrMapping/>
  </p:clrMapOvr>
  <p:transition spd="slow">
    <p:randomBar dir="vert"/>
  </p:transition>
</p:sld>
</file>

<file path=ppt/slides/slide10.xml><?xml version="1.0" encoding="utf-8"?>
<p:sld xmlns:a="http://schemas.openxmlformats.org/drawingml/2006/main" xmlns:r="http://schemas.openxmlformats.org/officeDocument/2006/relationships" xmlns:p="http://schemas.openxmlformats.org/presentationml/2006/main">
  <p:cSld>
    <p:bg>
      <p:bgPr>
        <a:gradFill>
          <a:gsLst>
            <a:gs pos="0">
              <a:srgbClr val="13367C"/>
            </a:gs>
            <a:gs pos="100000">
              <a:schemeClr val="dk2"/>
            </a:gs>
          </a:gsLst>
          <a:lin ang="5400012" scaled="0"/>
        </a:gradFill>
        <a:effectLst/>
      </p:bgPr>
    </p:bg>
    <p:spTree>
      <p:nvGrpSpPr>
        <p:cNvPr id="1" name="Shape 672"/>
        <p:cNvGrpSpPr/>
        <p:nvPr/>
      </p:nvGrpSpPr>
      <p:grpSpPr>
        <a:xfrm>
          <a:off x="0" y="0"/>
          <a:ext cx="0" cy="0"/>
          <a:chOff x="0" y="0"/>
          <a:chExt cx="0" cy="0"/>
        </a:xfrm>
      </p:grpSpPr>
      <p:sp>
        <p:nvSpPr>
          <p:cNvPr id="4" name="ZoneTexte 3">
            <a:extLst>
              <a:ext uri="{FF2B5EF4-FFF2-40B4-BE49-F238E27FC236}">
                <a16:creationId xmlns:a16="http://schemas.microsoft.com/office/drawing/2014/main" id="{6E94F017-D584-130D-AB21-F62D2148AE65}"/>
              </a:ext>
            </a:extLst>
          </p:cNvPr>
          <p:cNvSpPr txBox="1"/>
          <p:nvPr/>
        </p:nvSpPr>
        <p:spPr>
          <a:xfrm>
            <a:off x="1086416" y="0"/>
            <a:ext cx="7604910" cy="461665"/>
          </a:xfrm>
          <a:prstGeom prst="rect">
            <a:avLst/>
          </a:prstGeom>
          <a:noFill/>
        </p:spPr>
        <p:txBody>
          <a:bodyPr wrap="square">
            <a:spAutoFit/>
          </a:bodyPr>
          <a:lstStyle/>
          <a:p>
            <a:r>
              <a:rPr lang="fr-FR" sz="2400" dirty="0">
                <a:solidFill>
                  <a:schemeClr val="bg1"/>
                </a:solidFill>
                <a:latin typeface="Times New Roman" panose="02020603050405020304" pitchFamily="18" charset="0"/>
                <a:cs typeface="Times New Roman" panose="02020603050405020304" pitchFamily="18" charset="0"/>
              </a:rPr>
              <a:t>La problématique et les acteurs de la continuité d’activité</a:t>
            </a:r>
          </a:p>
        </p:txBody>
      </p:sp>
      <p:cxnSp>
        <p:nvCxnSpPr>
          <p:cNvPr id="5" name="Connecteur droit 4">
            <a:extLst>
              <a:ext uri="{FF2B5EF4-FFF2-40B4-BE49-F238E27FC236}">
                <a16:creationId xmlns:a16="http://schemas.microsoft.com/office/drawing/2014/main" id="{E934C8D2-9B8F-7480-CFC3-780F0E40008C}"/>
              </a:ext>
            </a:extLst>
          </p:cNvPr>
          <p:cNvCxnSpPr>
            <a:cxnSpLocks/>
          </p:cNvCxnSpPr>
          <p:nvPr/>
        </p:nvCxnSpPr>
        <p:spPr>
          <a:xfrm>
            <a:off x="615636" y="602732"/>
            <a:ext cx="7731659" cy="0"/>
          </a:xfrm>
          <a:prstGeom prst="line">
            <a:avLst/>
          </a:prstGeom>
        </p:spPr>
        <p:style>
          <a:lnRef idx="2">
            <a:schemeClr val="accent4"/>
          </a:lnRef>
          <a:fillRef idx="0">
            <a:schemeClr val="accent4"/>
          </a:fillRef>
          <a:effectRef idx="1">
            <a:schemeClr val="accent4"/>
          </a:effectRef>
          <a:fontRef idx="minor">
            <a:schemeClr val="tx1"/>
          </a:fontRef>
        </p:style>
      </p:cxnSp>
      <p:sp>
        <p:nvSpPr>
          <p:cNvPr id="8" name="ZoneTexte 7">
            <a:extLst>
              <a:ext uri="{FF2B5EF4-FFF2-40B4-BE49-F238E27FC236}">
                <a16:creationId xmlns:a16="http://schemas.microsoft.com/office/drawing/2014/main" id="{BAA38BD7-F0B8-B79F-08FF-1504659303D4}"/>
              </a:ext>
            </a:extLst>
          </p:cNvPr>
          <p:cNvSpPr txBox="1"/>
          <p:nvPr/>
        </p:nvSpPr>
        <p:spPr>
          <a:xfrm>
            <a:off x="615636" y="860079"/>
            <a:ext cx="7641124" cy="369332"/>
          </a:xfrm>
          <a:prstGeom prst="rect">
            <a:avLst/>
          </a:prstGeom>
          <a:noFill/>
        </p:spPr>
        <p:txBody>
          <a:bodyPr wrap="square" rtlCol="0">
            <a:spAutoFit/>
          </a:bodyPr>
          <a:lstStyle/>
          <a:p>
            <a:pPr marL="285750" indent="-285750">
              <a:buFont typeface="Wingdings" panose="05000000000000000000" pitchFamily="2" charset="2"/>
              <a:buChar char="Ø"/>
            </a:pPr>
            <a:r>
              <a:rPr lang="fr-FR" sz="1800" dirty="0">
                <a:solidFill>
                  <a:schemeClr val="bg1"/>
                </a:solidFill>
                <a:latin typeface="Times New Roman" panose="02020603050405020304" pitchFamily="18" charset="0"/>
                <a:cs typeface="Times New Roman" panose="02020603050405020304" pitchFamily="18" charset="0"/>
              </a:rPr>
              <a:t>Gouvernement d’entreprise, management des risques et continuité d’activité</a:t>
            </a:r>
          </a:p>
        </p:txBody>
      </p:sp>
      <p:sp>
        <p:nvSpPr>
          <p:cNvPr id="9" name="ZoneTexte 8">
            <a:extLst>
              <a:ext uri="{FF2B5EF4-FFF2-40B4-BE49-F238E27FC236}">
                <a16:creationId xmlns:a16="http://schemas.microsoft.com/office/drawing/2014/main" id="{EC193412-C65D-D73A-8469-164F0D4BD844}"/>
              </a:ext>
            </a:extLst>
          </p:cNvPr>
          <p:cNvSpPr txBox="1"/>
          <p:nvPr/>
        </p:nvSpPr>
        <p:spPr>
          <a:xfrm>
            <a:off x="959667" y="1734544"/>
            <a:ext cx="7722604" cy="1323439"/>
          </a:xfrm>
          <a:prstGeom prst="rect">
            <a:avLst/>
          </a:prstGeom>
          <a:solidFill>
            <a:schemeClr val="bg1"/>
          </a:solidFill>
        </p:spPr>
        <p:txBody>
          <a:bodyPr wrap="square" rtlCol="0">
            <a:spAutoFit/>
          </a:bodyPr>
          <a:lstStyle/>
          <a:p>
            <a:r>
              <a:rPr lang="fr-FR" sz="1600" dirty="0">
                <a:solidFill>
                  <a:schemeClr val="bg2"/>
                </a:solidFill>
                <a:latin typeface="Times New Roman" panose="02020603050405020304" pitchFamily="18" charset="0"/>
                <a:cs typeface="Times New Roman" panose="02020603050405020304" pitchFamily="18" charset="0"/>
              </a:rPr>
              <a:t>Dans ses Principes de gouvernement d’entreprise, l’OCDE propose que, « pour assumer leurs responsabilités, les administrateurs doivent avoir accès à des informations exactes, pertinentes et disponibles en temps convenable. » : autant d’objectifs que la mise en œuvre d’un plan de continuité d’activité contribuera à atteindre.</a:t>
            </a:r>
          </a:p>
          <a:p>
            <a:r>
              <a:rPr lang="fr-FR" sz="1600" dirty="0">
                <a:solidFill>
                  <a:schemeClr val="bg2"/>
                </a:solidFill>
                <a:latin typeface="Times New Roman" panose="02020603050405020304" pitchFamily="18" charset="0"/>
                <a:cs typeface="Times New Roman" panose="02020603050405020304" pitchFamily="18" charset="0"/>
              </a:rPr>
              <a:t>En 1960 vingt (20) Etat ont signé la convention l’OCDE .</a:t>
            </a:r>
          </a:p>
        </p:txBody>
      </p:sp>
      <p:sp>
        <p:nvSpPr>
          <p:cNvPr id="2" name="Ellipse 1">
            <a:extLst>
              <a:ext uri="{FF2B5EF4-FFF2-40B4-BE49-F238E27FC236}">
                <a16:creationId xmlns:a16="http://schemas.microsoft.com/office/drawing/2014/main" id="{B82D2367-CB8F-193F-BAF9-268BB874A7FC}"/>
              </a:ext>
            </a:extLst>
          </p:cNvPr>
          <p:cNvSpPr/>
          <p:nvPr/>
        </p:nvSpPr>
        <p:spPr>
          <a:xfrm>
            <a:off x="8263467" y="133932"/>
            <a:ext cx="620889" cy="453090"/>
          </a:xfrm>
          <a:prstGeom prst="ellipse">
            <a:avLst/>
          </a:prstGeom>
          <a:solidFill>
            <a:srgbClr val="6EB8D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10</a:t>
            </a:r>
          </a:p>
        </p:txBody>
      </p:sp>
    </p:spTree>
    <p:extLst>
      <p:ext uri="{BB962C8B-B14F-4D97-AF65-F5344CB8AC3E}">
        <p14:creationId xmlns:p14="http://schemas.microsoft.com/office/powerpoint/2010/main" val="23175948"/>
      </p:ext>
    </p:extLst>
  </p:cSld>
  <p:clrMapOvr>
    <a:masterClrMapping/>
  </p:clrMapOvr>
  <p:transition spd="slow">
    <p:randomBar dir="vert"/>
  </p:transition>
</p:sld>
</file>

<file path=ppt/slides/slide11.xml><?xml version="1.0" encoding="utf-8"?>
<p:sld xmlns:a="http://schemas.openxmlformats.org/drawingml/2006/main" xmlns:r="http://schemas.openxmlformats.org/officeDocument/2006/relationships" xmlns:p="http://schemas.openxmlformats.org/presentationml/2006/main">
  <p:cSld>
    <p:bg>
      <p:bgPr>
        <a:gradFill>
          <a:gsLst>
            <a:gs pos="0">
              <a:srgbClr val="13367C"/>
            </a:gs>
            <a:gs pos="100000">
              <a:schemeClr val="dk2"/>
            </a:gs>
          </a:gsLst>
          <a:lin ang="5400012" scaled="0"/>
        </a:gradFill>
        <a:effectLst/>
      </p:bgPr>
    </p:bg>
    <p:spTree>
      <p:nvGrpSpPr>
        <p:cNvPr id="1" name="Shape 672"/>
        <p:cNvGrpSpPr/>
        <p:nvPr/>
      </p:nvGrpSpPr>
      <p:grpSpPr>
        <a:xfrm>
          <a:off x="0" y="0"/>
          <a:ext cx="0" cy="0"/>
          <a:chOff x="0" y="0"/>
          <a:chExt cx="0" cy="0"/>
        </a:xfrm>
      </p:grpSpPr>
      <p:sp>
        <p:nvSpPr>
          <p:cNvPr id="4" name="ZoneTexte 3">
            <a:extLst>
              <a:ext uri="{FF2B5EF4-FFF2-40B4-BE49-F238E27FC236}">
                <a16:creationId xmlns:a16="http://schemas.microsoft.com/office/drawing/2014/main" id="{6E94F017-D584-130D-AB21-F62D2148AE65}"/>
              </a:ext>
            </a:extLst>
          </p:cNvPr>
          <p:cNvSpPr txBox="1"/>
          <p:nvPr/>
        </p:nvSpPr>
        <p:spPr>
          <a:xfrm>
            <a:off x="1086416" y="0"/>
            <a:ext cx="7604910" cy="461665"/>
          </a:xfrm>
          <a:prstGeom prst="rect">
            <a:avLst/>
          </a:prstGeom>
          <a:noFill/>
        </p:spPr>
        <p:txBody>
          <a:bodyPr wrap="square">
            <a:spAutoFit/>
          </a:bodyPr>
          <a:lstStyle/>
          <a:p>
            <a:r>
              <a:rPr lang="fr-FR" sz="2400" dirty="0">
                <a:solidFill>
                  <a:schemeClr val="bg1"/>
                </a:solidFill>
                <a:latin typeface="Times New Roman" panose="02020603050405020304" pitchFamily="18" charset="0"/>
                <a:cs typeface="Times New Roman" panose="02020603050405020304" pitchFamily="18" charset="0"/>
              </a:rPr>
              <a:t>La problématique et les acteurs de la continuité d’activité</a:t>
            </a:r>
          </a:p>
        </p:txBody>
      </p:sp>
      <p:cxnSp>
        <p:nvCxnSpPr>
          <p:cNvPr id="5" name="Connecteur droit 4">
            <a:extLst>
              <a:ext uri="{FF2B5EF4-FFF2-40B4-BE49-F238E27FC236}">
                <a16:creationId xmlns:a16="http://schemas.microsoft.com/office/drawing/2014/main" id="{E934C8D2-9B8F-7480-CFC3-780F0E40008C}"/>
              </a:ext>
            </a:extLst>
          </p:cNvPr>
          <p:cNvCxnSpPr>
            <a:cxnSpLocks/>
          </p:cNvCxnSpPr>
          <p:nvPr/>
        </p:nvCxnSpPr>
        <p:spPr>
          <a:xfrm>
            <a:off x="615636" y="602732"/>
            <a:ext cx="7731659" cy="0"/>
          </a:xfrm>
          <a:prstGeom prst="line">
            <a:avLst/>
          </a:prstGeom>
        </p:spPr>
        <p:style>
          <a:lnRef idx="2">
            <a:schemeClr val="accent4"/>
          </a:lnRef>
          <a:fillRef idx="0">
            <a:schemeClr val="accent4"/>
          </a:fillRef>
          <a:effectRef idx="1">
            <a:schemeClr val="accent4"/>
          </a:effectRef>
          <a:fontRef idx="minor">
            <a:schemeClr val="tx1"/>
          </a:fontRef>
        </p:style>
      </p:cxnSp>
      <p:sp>
        <p:nvSpPr>
          <p:cNvPr id="8" name="ZoneTexte 7">
            <a:extLst>
              <a:ext uri="{FF2B5EF4-FFF2-40B4-BE49-F238E27FC236}">
                <a16:creationId xmlns:a16="http://schemas.microsoft.com/office/drawing/2014/main" id="{BAA38BD7-F0B8-B79F-08FF-1504659303D4}"/>
              </a:ext>
            </a:extLst>
          </p:cNvPr>
          <p:cNvSpPr txBox="1"/>
          <p:nvPr/>
        </p:nvSpPr>
        <p:spPr>
          <a:xfrm>
            <a:off x="615636" y="860079"/>
            <a:ext cx="7641124" cy="369332"/>
          </a:xfrm>
          <a:prstGeom prst="rect">
            <a:avLst/>
          </a:prstGeom>
          <a:noFill/>
        </p:spPr>
        <p:txBody>
          <a:bodyPr wrap="square" rtlCol="0">
            <a:spAutoFit/>
          </a:bodyPr>
          <a:lstStyle/>
          <a:p>
            <a:pPr marL="285750" indent="-285750">
              <a:buFont typeface="Wingdings" panose="05000000000000000000" pitchFamily="2" charset="2"/>
              <a:buChar char="Ø"/>
            </a:pPr>
            <a:r>
              <a:rPr lang="fr-FR" sz="1800" dirty="0">
                <a:solidFill>
                  <a:schemeClr val="bg1"/>
                </a:solidFill>
                <a:latin typeface="Times New Roman" panose="02020603050405020304" pitchFamily="18" charset="0"/>
                <a:cs typeface="Times New Roman" panose="02020603050405020304" pitchFamily="18" charset="0"/>
              </a:rPr>
              <a:t>Gouvernement d’entreprise, management des risques et continuité d’activité</a:t>
            </a:r>
          </a:p>
        </p:txBody>
      </p:sp>
      <p:pic>
        <p:nvPicPr>
          <p:cNvPr id="3" name="Image 2">
            <a:extLst>
              <a:ext uri="{FF2B5EF4-FFF2-40B4-BE49-F238E27FC236}">
                <a16:creationId xmlns:a16="http://schemas.microsoft.com/office/drawing/2014/main" id="{DCD8732C-22A6-EB86-2AF1-68DAD8BEDB86}"/>
              </a:ext>
            </a:extLst>
          </p:cNvPr>
          <p:cNvPicPr>
            <a:picLocks noChangeAspect="1"/>
          </p:cNvPicPr>
          <p:nvPr/>
        </p:nvPicPr>
        <p:blipFill>
          <a:blip r:embed="rId3"/>
          <a:stretch>
            <a:fillRect/>
          </a:stretch>
        </p:blipFill>
        <p:spPr>
          <a:xfrm>
            <a:off x="755964" y="1312752"/>
            <a:ext cx="7451002" cy="3693814"/>
          </a:xfrm>
          <a:prstGeom prst="rect">
            <a:avLst/>
          </a:prstGeom>
        </p:spPr>
      </p:pic>
      <p:sp>
        <p:nvSpPr>
          <p:cNvPr id="2" name="Ellipse 1">
            <a:extLst>
              <a:ext uri="{FF2B5EF4-FFF2-40B4-BE49-F238E27FC236}">
                <a16:creationId xmlns:a16="http://schemas.microsoft.com/office/drawing/2014/main" id="{26217E54-C887-AC8E-C6A2-9BAEBC5D5E50}"/>
              </a:ext>
            </a:extLst>
          </p:cNvPr>
          <p:cNvSpPr/>
          <p:nvPr/>
        </p:nvSpPr>
        <p:spPr>
          <a:xfrm>
            <a:off x="8263467" y="133932"/>
            <a:ext cx="620889" cy="453090"/>
          </a:xfrm>
          <a:prstGeom prst="ellipse">
            <a:avLst/>
          </a:prstGeom>
          <a:solidFill>
            <a:srgbClr val="6EB8D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11</a:t>
            </a:r>
          </a:p>
        </p:txBody>
      </p:sp>
    </p:spTree>
    <p:extLst>
      <p:ext uri="{BB962C8B-B14F-4D97-AF65-F5344CB8AC3E}">
        <p14:creationId xmlns:p14="http://schemas.microsoft.com/office/powerpoint/2010/main" val="2050532844"/>
      </p:ext>
    </p:extLst>
  </p:cSld>
  <p:clrMapOvr>
    <a:masterClrMapping/>
  </p:clrMapOvr>
  <p:transition spd="slow">
    <p:randomBar dir="vert"/>
  </p:transition>
</p:sld>
</file>

<file path=ppt/slides/slide12.xml><?xml version="1.0" encoding="utf-8"?>
<p:sld xmlns:a="http://schemas.openxmlformats.org/drawingml/2006/main" xmlns:r="http://schemas.openxmlformats.org/officeDocument/2006/relationships" xmlns:p="http://schemas.openxmlformats.org/presentationml/2006/main">
  <p:cSld>
    <p:bg>
      <p:bgPr>
        <a:gradFill>
          <a:gsLst>
            <a:gs pos="0">
              <a:srgbClr val="13367C"/>
            </a:gs>
            <a:gs pos="100000">
              <a:schemeClr val="dk2"/>
            </a:gs>
          </a:gsLst>
          <a:lin ang="5400012" scaled="0"/>
        </a:gradFill>
        <a:effectLst/>
      </p:bgPr>
    </p:bg>
    <p:spTree>
      <p:nvGrpSpPr>
        <p:cNvPr id="1" name="Shape 672"/>
        <p:cNvGrpSpPr/>
        <p:nvPr/>
      </p:nvGrpSpPr>
      <p:grpSpPr>
        <a:xfrm>
          <a:off x="0" y="0"/>
          <a:ext cx="0" cy="0"/>
          <a:chOff x="0" y="0"/>
          <a:chExt cx="0" cy="0"/>
        </a:xfrm>
      </p:grpSpPr>
      <p:sp>
        <p:nvSpPr>
          <p:cNvPr id="4" name="ZoneTexte 3">
            <a:extLst>
              <a:ext uri="{FF2B5EF4-FFF2-40B4-BE49-F238E27FC236}">
                <a16:creationId xmlns:a16="http://schemas.microsoft.com/office/drawing/2014/main" id="{6E94F017-D584-130D-AB21-F62D2148AE65}"/>
              </a:ext>
            </a:extLst>
          </p:cNvPr>
          <p:cNvSpPr txBox="1"/>
          <p:nvPr/>
        </p:nvSpPr>
        <p:spPr>
          <a:xfrm>
            <a:off x="1086416" y="0"/>
            <a:ext cx="7604910" cy="461665"/>
          </a:xfrm>
          <a:prstGeom prst="rect">
            <a:avLst/>
          </a:prstGeom>
          <a:noFill/>
        </p:spPr>
        <p:txBody>
          <a:bodyPr wrap="square">
            <a:spAutoFit/>
          </a:bodyPr>
          <a:lstStyle/>
          <a:p>
            <a:r>
              <a:rPr lang="fr-FR" sz="2400" dirty="0">
                <a:solidFill>
                  <a:schemeClr val="bg1"/>
                </a:solidFill>
                <a:latin typeface="Times New Roman" panose="02020603050405020304" pitchFamily="18" charset="0"/>
                <a:cs typeface="Times New Roman" panose="02020603050405020304" pitchFamily="18" charset="0"/>
              </a:rPr>
              <a:t>La problématique et les acteurs de la continuité d’activité</a:t>
            </a:r>
          </a:p>
        </p:txBody>
      </p:sp>
      <p:cxnSp>
        <p:nvCxnSpPr>
          <p:cNvPr id="5" name="Connecteur droit 4">
            <a:extLst>
              <a:ext uri="{FF2B5EF4-FFF2-40B4-BE49-F238E27FC236}">
                <a16:creationId xmlns:a16="http://schemas.microsoft.com/office/drawing/2014/main" id="{E934C8D2-9B8F-7480-CFC3-780F0E40008C}"/>
              </a:ext>
            </a:extLst>
          </p:cNvPr>
          <p:cNvCxnSpPr>
            <a:cxnSpLocks/>
          </p:cNvCxnSpPr>
          <p:nvPr/>
        </p:nvCxnSpPr>
        <p:spPr>
          <a:xfrm>
            <a:off x="615636" y="602732"/>
            <a:ext cx="7731659" cy="0"/>
          </a:xfrm>
          <a:prstGeom prst="line">
            <a:avLst/>
          </a:prstGeom>
        </p:spPr>
        <p:style>
          <a:lnRef idx="2">
            <a:schemeClr val="accent4"/>
          </a:lnRef>
          <a:fillRef idx="0">
            <a:schemeClr val="accent4"/>
          </a:fillRef>
          <a:effectRef idx="1">
            <a:schemeClr val="accent4"/>
          </a:effectRef>
          <a:fontRef idx="minor">
            <a:schemeClr val="tx1"/>
          </a:fontRef>
        </p:style>
      </p:cxnSp>
      <p:sp>
        <p:nvSpPr>
          <p:cNvPr id="8" name="ZoneTexte 7">
            <a:extLst>
              <a:ext uri="{FF2B5EF4-FFF2-40B4-BE49-F238E27FC236}">
                <a16:creationId xmlns:a16="http://schemas.microsoft.com/office/drawing/2014/main" id="{BAA38BD7-F0B8-B79F-08FF-1504659303D4}"/>
              </a:ext>
            </a:extLst>
          </p:cNvPr>
          <p:cNvSpPr txBox="1"/>
          <p:nvPr/>
        </p:nvSpPr>
        <p:spPr>
          <a:xfrm>
            <a:off x="615636" y="860079"/>
            <a:ext cx="7641124" cy="369332"/>
          </a:xfrm>
          <a:prstGeom prst="rect">
            <a:avLst/>
          </a:prstGeom>
          <a:noFill/>
        </p:spPr>
        <p:txBody>
          <a:bodyPr wrap="square" rtlCol="0">
            <a:spAutoFit/>
          </a:bodyPr>
          <a:lstStyle/>
          <a:p>
            <a:pPr marL="285750" indent="-285750">
              <a:buFont typeface="Wingdings" panose="05000000000000000000" pitchFamily="2" charset="2"/>
              <a:buChar char="Ø"/>
            </a:pPr>
            <a:r>
              <a:rPr lang="fr-FR" sz="1800" dirty="0">
                <a:solidFill>
                  <a:schemeClr val="bg1"/>
                </a:solidFill>
                <a:latin typeface="Times New Roman" panose="02020603050405020304" pitchFamily="18" charset="0"/>
                <a:cs typeface="Times New Roman" panose="02020603050405020304" pitchFamily="18" charset="0"/>
              </a:rPr>
              <a:t>La réglementation et quelques normes</a:t>
            </a:r>
          </a:p>
        </p:txBody>
      </p:sp>
      <p:sp>
        <p:nvSpPr>
          <p:cNvPr id="9" name="ZoneTexte 8">
            <a:extLst>
              <a:ext uri="{FF2B5EF4-FFF2-40B4-BE49-F238E27FC236}">
                <a16:creationId xmlns:a16="http://schemas.microsoft.com/office/drawing/2014/main" id="{EC193412-C65D-D73A-8469-164F0D4BD844}"/>
              </a:ext>
            </a:extLst>
          </p:cNvPr>
          <p:cNvSpPr txBox="1"/>
          <p:nvPr/>
        </p:nvSpPr>
        <p:spPr>
          <a:xfrm>
            <a:off x="887241" y="1317480"/>
            <a:ext cx="2634557" cy="338554"/>
          </a:xfrm>
          <a:prstGeom prst="rect">
            <a:avLst/>
          </a:prstGeom>
          <a:noFill/>
        </p:spPr>
        <p:txBody>
          <a:bodyPr wrap="square" rtlCol="0">
            <a:spAutoFit/>
          </a:bodyPr>
          <a:lstStyle/>
          <a:p>
            <a:pPr marL="285750" indent="-285750">
              <a:buFont typeface="Wingdings" panose="05000000000000000000" pitchFamily="2" charset="2"/>
              <a:buChar char="q"/>
            </a:pPr>
            <a:r>
              <a:rPr lang="fr-FR" sz="1600" dirty="0">
                <a:solidFill>
                  <a:schemeClr val="bg1"/>
                </a:solidFill>
                <a:latin typeface="Times New Roman" panose="02020603050405020304" pitchFamily="18" charset="0"/>
                <a:cs typeface="Times New Roman" panose="02020603050405020304" pitchFamily="18" charset="0"/>
              </a:rPr>
              <a:t>La réglementation</a:t>
            </a:r>
          </a:p>
        </p:txBody>
      </p:sp>
      <p:sp>
        <p:nvSpPr>
          <p:cNvPr id="2" name="ZoneTexte 1">
            <a:extLst>
              <a:ext uri="{FF2B5EF4-FFF2-40B4-BE49-F238E27FC236}">
                <a16:creationId xmlns:a16="http://schemas.microsoft.com/office/drawing/2014/main" id="{2B0BBB5A-9492-61E6-9E60-EFDF4EBCC439}"/>
              </a:ext>
            </a:extLst>
          </p:cNvPr>
          <p:cNvSpPr txBox="1"/>
          <p:nvPr/>
        </p:nvSpPr>
        <p:spPr>
          <a:xfrm>
            <a:off x="887241" y="1965128"/>
            <a:ext cx="6837473" cy="1815882"/>
          </a:xfrm>
          <a:prstGeom prst="rect">
            <a:avLst/>
          </a:prstGeom>
          <a:solidFill>
            <a:schemeClr val="accent1">
              <a:lumMod val="90000"/>
            </a:schemeClr>
          </a:solidFill>
        </p:spPr>
        <p:txBody>
          <a:bodyPr wrap="square" rtlCol="0">
            <a:spAutoFit/>
          </a:bodyPr>
          <a:lstStyle/>
          <a:p>
            <a:r>
              <a:rPr lang="fr-FR" dirty="0">
                <a:solidFill>
                  <a:schemeClr val="bg1"/>
                </a:solidFill>
                <a:latin typeface="Times New Roman" panose="02020603050405020304" pitchFamily="18" charset="0"/>
                <a:cs typeface="Times New Roman" panose="02020603050405020304" pitchFamily="18" charset="0"/>
              </a:rPr>
              <a:t>La loi de sécurité financière (France)</a:t>
            </a:r>
          </a:p>
          <a:p>
            <a:r>
              <a:rPr lang="fr-FR" dirty="0">
                <a:solidFill>
                  <a:schemeClr val="bg1"/>
                </a:solidFill>
                <a:latin typeface="Times New Roman" panose="02020603050405020304" pitchFamily="18" charset="0"/>
                <a:cs typeface="Times New Roman" panose="02020603050405020304" pitchFamily="18" charset="0"/>
              </a:rPr>
              <a:t>Il s’agit de la loi n°2003-706 du 1er août 2003 de sécurité financière qui encadre le règlement suivant (CRBF). Elle ne fait pas explicitement mention de mesures de continuité d’activité mais pose les bases sur lesquelles se tient le CRBF 2004-02 (notamment dans ses articles 46, 47 et 49). Elle précise des exigences fortes en terme de procédures de contrôle interne.</a:t>
            </a:r>
          </a:p>
          <a:p>
            <a:endParaRPr lang="fr-FR" dirty="0">
              <a:solidFill>
                <a:schemeClr val="bg1"/>
              </a:solidFill>
              <a:latin typeface="Times New Roman" panose="02020603050405020304" pitchFamily="18" charset="0"/>
              <a:cs typeface="Times New Roman" panose="02020603050405020304" pitchFamily="18" charset="0"/>
            </a:endParaRPr>
          </a:p>
          <a:p>
            <a:endParaRPr lang="fr-FR" dirty="0">
              <a:solidFill>
                <a:schemeClr val="bg1"/>
              </a:solidFill>
              <a:latin typeface="Times New Roman" panose="02020603050405020304" pitchFamily="18" charset="0"/>
              <a:cs typeface="Times New Roman" panose="02020603050405020304" pitchFamily="18" charset="0"/>
            </a:endParaRPr>
          </a:p>
        </p:txBody>
      </p:sp>
      <p:sp>
        <p:nvSpPr>
          <p:cNvPr id="3" name="Ellipse 2">
            <a:extLst>
              <a:ext uri="{FF2B5EF4-FFF2-40B4-BE49-F238E27FC236}">
                <a16:creationId xmlns:a16="http://schemas.microsoft.com/office/drawing/2014/main" id="{54D3F0B6-DAE0-5238-38DF-C105BA4893BC}"/>
              </a:ext>
            </a:extLst>
          </p:cNvPr>
          <p:cNvSpPr/>
          <p:nvPr/>
        </p:nvSpPr>
        <p:spPr>
          <a:xfrm>
            <a:off x="8263467" y="133932"/>
            <a:ext cx="620889" cy="453090"/>
          </a:xfrm>
          <a:prstGeom prst="ellipse">
            <a:avLst/>
          </a:prstGeom>
          <a:solidFill>
            <a:srgbClr val="6EB8D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12</a:t>
            </a:r>
          </a:p>
        </p:txBody>
      </p:sp>
    </p:spTree>
    <p:extLst>
      <p:ext uri="{BB962C8B-B14F-4D97-AF65-F5344CB8AC3E}">
        <p14:creationId xmlns:p14="http://schemas.microsoft.com/office/powerpoint/2010/main" val="3543196663"/>
      </p:ext>
    </p:extLst>
  </p:cSld>
  <p:clrMapOvr>
    <a:masterClrMapping/>
  </p:clrMapOvr>
  <p:transition spd="slow">
    <p:randomBar dir="vert"/>
  </p:transition>
</p:sld>
</file>

<file path=ppt/slides/slide13.xml><?xml version="1.0" encoding="utf-8"?>
<p:sld xmlns:a="http://schemas.openxmlformats.org/drawingml/2006/main" xmlns:r="http://schemas.openxmlformats.org/officeDocument/2006/relationships" xmlns:p="http://schemas.openxmlformats.org/presentationml/2006/main">
  <p:cSld>
    <p:bg>
      <p:bgPr>
        <a:gradFill>
          <a:gsLst>
            <a:gs pos="0">
              <a:srgbClr val="13367C"/>
            </a:gs>
            <a:gs pos="100000">
              <a:schemeClr val="dk2"/>
            </a:gs>
          </a:gsLst>
          <a:lin ang="5400012" scaled="0"/>
        </a:gradFill>
        <a:effectLst/>
      </p:bgPr>
    </p:bg>
    <p:spTree>
      <p:nvGrpSpPr>
        <p:cNvPr id="1" name="Shape 672"/>
        <p:cNvGrpSpPr/>
        <p:nvPr/>
      </p:nvGrpSpPr>
      <p:grpSpPr>
        <a:xfrm>
          <a:off x="0" y="0"/>
          <a:ext cx="0" cy="0"/>
          <a:chOff x="0" y="0"/>
          <a:chExt cx="0" cy="0"/>
        </a:xfrm>
      </p:grpSpPr>
      <p:sp>
        <p:nvSpPr>
          <p:cNvPr id="4" name="ZoneTexte 3">
            <a:extLst>
              <a:ext uri="{FF2B5EF4-FFF2-40B4-BE49-F238E27FC236}">
                <a16:creationId xmlns:a16="http://schemas.microsoft.com/office/drawing/2014/main" id="{6E94F017-D584-130D-AB21-F62D2148AE65}"/>
              </a:ext>
            </a:extLst>
          </p:cNvPr>
          <p:cNvSpPr txBox="1"/>
          <p:nvPr/>
        </p:nvSpPr>
        <p:spPr>
          <a:xfrm>
            <a:off x="1086416" y="0"/>
            <a:ext cx="7604910" cy="461665"/>
          </a:xfrm>
          <a:prstGeom prst="rect">
            <a:avLst/>
          </a:prstGeom>
          <a:noFill/>
        </p:spPr>
        <p:txBody>
          <a:bodyPr wrap="square">
            <a:spAutoFit/>
          </a:bodyPr>
          <a:lstStyle/>
          <a:p>
            <a:r>
              <a:rPr lang="fr-FR" sz="2400" dirty="0">
                <a:solidFill>
                  <a:schemeClr val="bg1"/>
                </a:solidFill>
                <a:latin typeface="Times New Roman" panose="02020603050405020304" pitchFamily="18" charset="0"/>
                <a:cs typeface="Times New Roman" panose="02020603050405020304" pitchFamily="18" charset="0"/>
              </a:rPr>
              <a:t>La problématique et les acteurs de la continuité d’activité</a:t>
            </a:r>
          </a:p>
        </p:txBody>
      </p:sp>
      <p:cxnSp>
        <p:nvCxnSpPr>
          <p:cNvPr id="5" name="Connecteur droit 4">
            <a:extLst>
              <a:ext uri="{FF2B5EF4-FFF2-40B4-BE49-F238E27FC236}">
                <a16:creationId xmlns:a16="http://schemas.microsoft.com/office/drawing/2014/main" id="{E934C8D2-9B8F-7480-CFC3-780F0E40008C}"/>
              </a:ext>
            </a:extLst>
          </p:cNvPr>
          <p:cNvCxnSpPr>
            <a:cxnSpLocks/>
          </p:cNvCxnSpPr>
          <p:nvPr/>
        </p:nvCxnSpPr>
        <p:spPr>
          <a:xfrm>
            <a:off x="615636" y="602732"/>
            <a:ext cx="7731659" cy="0"/>
          </a:xfrm>
          <a:prstGeom prst="line">
            <a:avLst/>
          </a:prstGeom>
        </p:spPr>
        <p:style>
          <a:lnRef idx="2">
            <a:schemeClr val="accent4"/>
          </a:lnRef>
          <a:fillRef idx="0">
            <a:schemeClr val="accent4"/>
          </a:fillRef>
          <a:effectRef idx="1">
            <a:schemeClr val="accent4"/>
          </a:effectRef>
          <a:fontRef idx="minor">
            <a:schemeClr val="tx1"/>
          </a:fontRef>
        </p:style>
      </p:cxnSp>
      <p:sp>
        <p:nvSpPr>
          <p:cNvPr id="8" name="ZoneTexte 7">
            <a:extLst>
              <a:ext uri="{FF2B5EF4-FFF2-40B4-BE49-F238E27FC236}">
                <a16:creationId xmlns:a16="http://schemas.microsoft.com/office/drawing/2014/main" id="{BAA38BD7-F0B8-B79F-08FF-1504659303D4}"/>
              </a:ext>
            </a:extLst>
          </p:cNvPr>
          <p:cNvSpPr txBox="1"/>
          <p:nvPr/>
        </p:nvSpPr>
        <p:spPr>
          <a:xfrm>
            <a:off x="615636" y="860079"/>
            <a:ext cx="7641124" cy="369332"/>
          </a:xfrm>
          <a:prstGeom prst="rect">
            <a:avLst/>
          </a:prstGeom>
          <a:noFill/>
        </p:spPr>
        <p:txBody>
          <a:bodyPr wrap="square" rtlCol="0">
            <a:spAutoFit/>
          </a:bodyPr>
          <a:lstStyle/>
          <a:p>
            <a:pPr marL="285750" indent="-285750">
              <a:buFont typeface="Wingdings" panose="05000000000000000000" pitchFamily="2" charset="2"/>
              <a:buChar char="Ø"/>
            </a:pPr>
            <a:r>
              <a:rPr lang="fr-FR" sz="1800" dirty="0">
                <a:solidFill>
                  <a:schemeClr val="bg1"/>
                </a:solidFill>
                <a:latin typeface="Times New Roman" panose="02020603050405020304" pitchFamily="18" charset="0"/>
                <a:cs typeface="Times New Roman" panose="02020603050405020304" pitchFamily="18" charset="0"/>
              </a:rPr>
              <a:t>La réglementation et quelques normes</a:t>
            </a:r>
          </a:p>
        </p:txBody>
      </p:sp>
      <p:sp>
        <p:nvSpPr>
          <p:cNvPr id="9" name="ZoneTexte 8">
            <a:extLst>
              <a:ext uri="{FF2B5EF4-FFF2-40B4-BE49-F238E27FC236}">
                <a16:creationId xmlns:a16="http://schemas.microsoft.com/office/drawing/2014/main" id="{EC193412-C65D-D73A-8469-164F0D4BD844}"/>
              </a:ext>
            </a:extLst>
          </p:cNvPr>
          <p:cNvSpPr txBox="1"/>
          <p:nvPr/>
        </p:nvSpPr>
        <p:spPr>
          <a:xfrm>
            <a:off x="887241" y="1317480"/>
            <a:ext cx="2634557" cy="338554"/>
          </a:xfrm>
          <a:prstGeom prst="rect">
            <a:avLst/>
          </a:prstGeom>
          <a:noFill/>
        </p:spPr>
        <p:txBody>
          <a:bodyPr wrap="square" rtlCol="0">
            <a:spAutoFit/>
          </a:bodyPr>
          <a:lstStyle/>
          <a:p>
            <a:pPr marL="285750" indent="-285750">
              <a:buFont typeface="Wingdings" panose="05000000000000000000" pitchFamily="2" charset="2"/>
              <a:buChar char="q"/>
            </a:pPr>
            <a:r>
              <a:rPr lang="fr-FR" sz="1600" dirty="0">
                <a:solidFill>
                  <a:schemeClr val="bg1"/>
                </a:solidFill>
                <a:latin typeface="Times New Roman" panose="02020603050405020304" pitchFamily="18" charset="0"/>
                <a:cs typeface="Times New Roman" panose="02020603050405020304" pitchFamily="18" charset="0"/>
              </a:rPr>
              <a:t>La réglementation</a:t>
            </a:r>
          </a:p>
        </p:txBody>
      </p:sp>
      <p:sp>
        <p:nvSpPr>
          <p:cNvPr id="2" name="ZoneTexte 1">
            <a:extLst>
              <a:ext uri="{FF2B5EF4-FFF2-40B4-BE49-F238E27FC236}">
                <a16:creationId xmlns:a16="http://schemas.microsoft.com/office/drawing/2014/main" id="{2B0BBB5A-9492-61E6-9E60-EFDF4EBCC439}"/>
              </a:ext>
            </a:extLst>
          </p:cNvPr>
          <p:cNvSpPr txBox="1"/>
          <p:nvPr/>
        </p:nvSpPr>
        <p:spPr>
          <a:xfrm>
            <a:off x="1520981" y="1744103"/>
            <a:ext cx="5260064" cy="307777"/>
          </a:xfrm>
          <a:prstGeom prst="rect">
            <a:avLst/>
          </a:prstGeom>
          <a:solidFill>
            <a:schemeClr val="accent1">
              <a:lumMod val="90000"/>
            </a:schemeClr>
          </a:solidFill>
        </p:spPr>
        <p:txBody>
          <a:bodyPr wrap="square" rtlCol="0">
            <a:spAutoFit/>
          </a:bodyPr>
          <a:lstStyle/>
          <a:p>
            <a:r>
              <a:rPr lang="fr-FR" dirty="0"/>
              <a:t>Le « Sarbanes-Oxley </a:t>
            </a:r>
            <a:r>
              <a:rPr lang="fr-FR" dirty="0" err="1"/>
              <a:t>Act</a:t>
            </a:r>
            <a:r>
              <a:rPr lang="fr-FR" dirty="0"/>
              <a:t> » (États-Unis)</a:t>
            </a:r>
            <a:endParaRPr lang="fr-FR" dirty="0">
              <a:solidFill>
                <a:schemeClr val="bg1"/>
              </a:solidFill>
              <a:latin typeface="Times New Roman" panose="02020603050405020304" pitchFamily="18" charset="0"/>
              <a:cs typeface="Times New Roman" panose="02020603050405020304" pitchFamily="18" charset="0"/>
            </a:endParaRPr>
          </a:p>
        </p:txBody>
      </p:sp>
      <p:pic>
        <p:nvPicPr>
          <p:cNvPr id="6" name="Image 5">
            <a:extLst>
              <a:ext uri="{FF2B5EF4-FFF2-40B4-BE49-F238E27FC236}">
                <a16:creationId xmlns:a16="http://schemas.microsoft.com/office/drawing/2014/main" id="{56EDBED3-217F-445B-20EA-BA18604CCAA1}"/>
              </a:ext>
            </a:extLst>
          </p:cNvPr>
          <p:cNvPicPr>
            <a:picLocks noChangeAspect="1"/>
          </p:cNvPicPr>
          <p:nvPr/>
        </p:nvPicPr>
        <p:blipFill>
          <a:blip r:embed="rId3"/>
          <a:stretch>
            <a:fillRect/>
          </a:stretch>
        </p:blipFill>
        <p:spPr>
          <a:xfrm>
            <a:off x="1072835" y="2186727"/>
            <a:ext cx="6726725" cy="2908264"/>
          </a:xfrm>
          <a:prstGeom prst="rect">
            <a:avLst/>
          </a:prstGeom>
        </p:spPr>
      </p:pic>
      <p:sp>
        <p:nvSpPr>
          <p:cNvPr id="3" name="Ellipse 2">
            <a:extLst>
              <a:ext uri="{FF2B5EF4-FFF2-40B4-BE49-F238E27FC236}">
                <a16:creationId xmlns:a16="http://schemas.microsoft.com/office/drawing/2014/main" id="{52E08425-DA8D-FBE2-BE37-A175C4C3B00C}"/>
              </a:ext>
            </a:extLst>
          </p:cNvPr>
          <p:cNvSpPr/>
          <p:nvPr/>
        </p:nvSpPr>
        <p:spPr>
          <a:xfrm>
            <a:off x="8263467" y="133932"/>
            <a:ext cx="620889" cy="453090"/>
          </a:xfrm>
          <a:prstGeom prst="ellipse">
            <a:avLst/>
          </a:prstGeom>
          <a:solidFill>
            <a:srgbClr val="6EB8D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13</a:t>
            </a:r>
          </a:p>
        </p:txBody>
      </p:sp>
    </p:spTree>
    <p:extLst>
      <p:ext uri="{BB962C8B-B14F-4D97-AF65-F5344CB8AC3E}">
        <p14:creationId xmlns:p14="http://schemas.microsoft.com/office/powerpoint/2010/main" val="1233359924"/>
      </p:ext>
    </p:extLst>
  </p:cSld>
  <p:clrMapOvr>
    <a:masterClrMapping/>
  </p:clrMapOvr>
  <p:transition spd="slow">
    <p:randomBar dir="vert"/>
  </p:transition>
</p:sld>
</file>

<file path=ppt/slides/slide14.xml><?xml version="1.0" encoding="utf-8"?>
<p:sld xmlns:a="http://schemas.openxmlformats.org/drawingml/2006/main" xmlns:r="http://schemas.openxmlformats.org/officeDocument/2006/relationships" xmlns:p="http://schemas.openxmlformats.org/presentationml/2006/main">
  <p:cSld>
    <p:bg>
      <p:bgPr>
        <a:gradFill>
          <a:gsLst>
            <a:gs pos="0">
              <a:srgbClr val="13367C"/>
            </a:gs>
            <a:gs pos="100000">
              <a:schemeClr val="dk2"/>
            </a:gs>
          </a:gsLst>
          <a:lin ang="5400012" scaled="0"/>
        </a:gradFill>
        <a:effectLst/>
      </p:bgPr>
    </p:bg>
    <p:spTree>
      <p:nvGrpSpPr>
        <p:cNvPr id="1" name="Shape 672"/>
        <p:cNvGrpSpPr/>
        <p:nvPr/>
      </p:nvGrpSpPr>
      <p:grpSpPr>
        <a:xfrm>
          <a:off x="0" y="0"/>
          <a:ext cx="0" cy="0"/>
          <a:chOff x="0" y="0"/>
          <a:chExt cx="0" cy="0"/>
        </a:xfrm>
      </p:grpSpPr>
      <p:sp>
        <p:nvSpPr>
          <p:cNvPr id="4" name="ZoneTexte 3">
            <a:extLst>
              <a:ext uri="{FF2B5EF4-FFF2-40B4-BE49-F238E27FC236}">
                <a16:creationId xmlns:a16="http://schemas.microsoft.com/office/drawing/2014/main" id="{6E94F017-D584-130D-AB21-F62D2148AE65}"/>
              </a:ext>
            </a:extLst>
          </p:cNvPr>
          <p:cNvSpPr txBox="1"/>
          <p:nvPr/>
        </p:nvSpPr>
        <p:spPr>
          <a:xfrm>
            <a:off x="1086416" y="0"/>
            <a:ext cx="7604910" cy="461665"/>
          </a:xfrm>
          <a:prstGeom prst="rect">
            <a:avLst/>
          </a:prstGeom>
          <a:noFill/>
        </p:spPr>
        <p:txBody>
          <a:bodyPr wrap="square">
            <a:spAutoFit/>
          </a:bodyPr>
          <a:lstStyle/>
          <a:p>
            <a:r>
              <a:rPr lang="fr-FR" sz="2400" dirty="0">
                <a:solidFill>
                  <a:schemeClr val="bg1"/>
                </a:solidFill>
                <a:latin typeface="Times New Roman" panose="02020603050405020304" pitchFamily="18" charset="0"/>
                <a:cs typeface="Times New Roman" panose="02020603050405020304" pitchFamily="18" charset="0"/>
              </a:rPr>
              <a:t>La problématique et les acteurs de la continuité d’activité</a:t>
            </a:r>
          </a:p>
        </p:txBody>
      </p:sp>
      <p:cxnSp>
        <p:nvCxnSpPr>
          <p:cNvPr id="5" name="Connecteur droit 4">
            <a:extLst>
              <a:ext uri="{FF2B5EF4-FFF2-40B4-BE49-F238E27FC236}">
                <a16:creationId xmlns:a16="http://schemas.microsoft.com/office/drawing/2014/main" id="{E934C8D2-9B8F-7480-CFC3-780F0E40008C}"/>
              </a:ext>
            </a:extLst>
          </p:cNvPr>
          <p:cNvCxnSpPr>
            <a:cxnSpLocks/>
          </p:cNvCxnSpPr>
          <p:nvPr/>
        </p:nvCxnSpPr>
        <p:spPr>
          <a:xfrm>
            <a:off x="615636" y="602732"/>
            <a:ext cx="7731659" cy="0"/>
          </a:xfrm>
          <a:prstGeom prst="line">
            <a:avLst/>
          </a:prstGeom>
        </p:spPr>
        <p:style>
          <a:lnRef idx="2">
            <a:schemeClr val="accent4"/>
          </a:lnRef>
          <a:fillRef idx="0">
            <a:schemeClr val="accent4"/>
          </a:fillRef>
          <a:effectRef idx="1">
            <a:schemeClr val="accent4"/>
          </a:effectRef>
          <a:fontRef idx="minor">
            <a:schemeClr val="tx1"/>
          </a:fontRef>
        </p:style>
      </p:cxnSp>
      <p:sp>
        <p:nvSpPr>
          <p:cNvPr id="8" name="ZoneTexte 7">
            <a:extLst>
              <a:ext uri="{FF2B5EF4-FFF2-40B4-BE49-F238E27FC236}">
                <a16:creationId xmlns:a16="http://schemas.microsoft.com/office/drawing/2014/main" id="{BAA38BD7-F0B8-B79F-08FF-1504659303D4}"/>
              </a:ext>
            </a:extLst>
          </p:cNvPr>
          <p:cNvSpPr txBox="1"/>
          <p:nvPr/>
        </p:nvSpPr>
        <p:spPr>
          <a:xfrm>
            <a:off x="615636" y="860079"/>
            <a:ext cx="7641124" cy="369332"/>
          </a:xfrm>
          <a:prstGeom prst="rect">
            <a:avLst/>
          </a:prstGeom>
          <a:noFill/>
        </p:spPr>
        <p:txBody>
          <a:bodyPr wrap="square" rtlCol="0">
            <a:spAutoFit/>
          </a:bodyPr>
          <a:lstStyle/>
          <a:p>
            <a:pPr marL="285750" indent="-285750">
              <a:buFont typeface="Wingdings" panose="05000000000000000000" pitchFamily="2" charset="2"/>
              <a:buChar char="Ø"/>
            </a:pPr>
            <a:r>
              <a:rPr lang="fr-FR" sz="1800" dirty="0">
                <a:solidFill>
                  <a:schemeClr val="bg1"/>
                </a:solidFill>
                <a:latin typeface="Times New Roman" panose="02020603050405020304" pitchFamily="18" charset="0"/>
                <a:cs typeface="Times New Roman" panose="02020603050405020304" pitchFamily="18" charset="0"/>
              </a:rPr>
              <a:t>La réglementation et quelques normes</a:t>
            </a:r>
          </a:p>
        </p:txBody>
      </p:sp>
      <p:sp>
        <p:nvSpPr>
          <p:cNvPr id="9" name="ZoneTexte 8">
            <a:extLst>
              <a:ext uri="{FF2B5EF4-FFF2-40B4-BE49-F238E27FC236}">
                <a16:creationId xmlns:a16="http://schemas.microsoft.com/office/drawing/2014/main" id="{EC193412-C65D-D73A-8469-164F0D4BD844}"/>
              </a:ext>
            </a:extLst>
          </p:cNvPr>
          <p:cNvSpPr txBox="1"/>
          <p:nvPr/>
        </p:nvSpPr>
        <p:spPr>
          <a:xfrm>
            <a:off x="887241" y="1317480"/>
            <a:ext cx="2634557" cy="338554"/>
          </a:xfrm>
          <a:prstGeom prst="rect">
            <a:avLst/>
          </a:prstGeom>
          <a:noFill/>
        </p:spPr>
        <p:txBody>
          <a:bodyPr wrap="square" rtlCol="0">
            <a:spAutoFit/>
          </a:bodyPr>
          <a:lstStyle/>
          <a:p>
            <a:pPr marL="285750" indent="-285750">
              <a:buFont typeface="Wingdings" panose="05000000000000000000" pitchFamily="2" charset="2"/>
              <a:buChar char="q"/>
            </a:pPr>
            <a:r>
              <a:rPr lang="fr-FR" sz="1600" dirty="0">
                <a:solidFill>
                  <a:schemeClr val="bg1"/>
                </a:solidFill>
                <a:latin typeface="Times New Roman" panose="02020603050405020304" pitchFamily="18" charset="0"/>
                <a:cs typeface="Times New Roman" panose="02020603050405020304" pitchFamily="18" charset="0"/>
              </a:rPr>
              <a:t>Quelques normes</a:t>
            </a:r>
          </a:p>
        </p:txBody>
      </p:sp>
      <p:sp>
        <p:nvSpPr>
          <p:cNvPr id="2" name="ZoneTexte 1">
            <a:extLst>
              <a:ext uri="{FF2B5EF4-FFF2-40B4-BE49-F238E27FC236}">
                <a16:creationId xmlns:a16="http://schemas.microsoft.com/office/drawing/2014/main" id="{2B0BBB5A-9492-61E6-9E60-EFDF4EBCC439}"/>
              </a:ext>
            </a:extLst>
          </p:cNvPr>
          <p:cNvSpPr txBox="1"/>
          <p:nvPr/>
        </p:nvSpPr>
        <p:spPr>
          <a:xfrm>
            <a:off x="1303697" y="1887029"/>
            <a:ext cx="5930021" cy="1600438"/>
          </a:xfrm>
          <a:prstGeom prst="rect">
            <a:avLst/>
          </a:prstGeom>
          <a:solidFill>
            <a:schemeClr val="accent1">
              <a:lumMod val="90000"/>
            </a:schemeClr>
          </a:solidFill>
        </p:spPr>
        <p:txBody>
          <a:bodyPr wrap="square" rtlCol="0">
            <a:spAutoFit/>
          </a:bodyPr>
          <a:lstStyle/>
          <a:p>
            <a:r>
              <a:rPr lang="fr-FR" dirty="0"/>
              <a:t>L’objectif n’est pas ici de présenter ces normes. Il suffira ici d’indiquer que le référentiel on peut en cité:</a:t>
            </a:r>
          </a:p>
          <a:p>
            <a:pPr marL="285750" indent="-285750">
              <a:buFont typeface="Wingdings" panose="05000000000000000000" pitchFamily="2" charset="2"/>
              <a:buChar char="v"/>
            </a:pPr>
            <a:r>
              <a:rPr lang="fr-FR" dirty="0"/>
              <a:t>La norme ISO 17799 (version 2005) : Fait aujourd’hui foi en ce qui concerne le management de la sécurité de l’information. </a:t>
            </a:r>
          </a:p>
          <a:p>
            <a:pPr marL="285750" indent="-285750">
              <a:buFont typeface="Wingdings" panose="05000000000000000000" pitchFamily="2" charset="2"/>
              <a:buChar char="v"/>
            </a:pPr>
            <a:r>
              <a:rPr lang="fr-FR" dirty="0"/>
              <a:t>La norme TL9000 : est la déclinaison aux entreprises du secteur des télécoms de la norme ISO 9001.</a:t>
            </a:r>
          </a:p>
          <a:p>
            <a:endParaRPr lang="fr-FR" dirty="0">
              <a:solidFill>
                <a:schemeClr val="bg1"/>
              </a:solidFill>
              <a:latin typeface="Times New Roman" panose="02020603050405020304" pitchFamily="18" charset="0"/>
              <a:cs typeface="Times New Roman" panose="02020603050405020304" pitchFamily="18" charset="0"/>
            </a:endParaRPr>
          </a:p>
        </p:txBody>
      </p:sp>
      <p:sp>
        <p:nvSpPr>
          <p:cNvPr id="3" name="Ellipse 2">
            <a:extLst>
              <a:ext uri="{FF2B5EF4-FFF2-40B4-BE49-F238E27FC236}">
                <a16:creationId xmlns:a16="http://schemas.microsoft.com/office/drawing/2014/main" id="{10DCF3E8-E303-5DA8-B87E-5337BF8FD257}"/>
              </a:ext>
            </a:extLst>
          </p:cNvPr>
          <p:cNvSpPr/>
          <p:nvPr/>
        </p:nvSpPr>
        <p:spPr>
          <a:xfrm>
            <a:off x="8263467" y="133932"/>
            <a:ext cx="620889" cy="453090"/>
          </a:xfrm>
          <a:prstGeom prst="ellipse">
            <a:avLst/>
          </a:prstGeom>
          <a:solidFill>
            <a:srgbClr val="6EB8D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14</a:t>
            </a:r>
          </a:p>
        </p:txBody>
      </p:sp>
    </p:spTree>
    <p:extLst>
      <p:ext uri="{BB962C8B-B14F-4D97-AF65-F5344CB8AC3E}">
        <p14:creationId xmlns:p14="http://schemas.microsoft.com/office/powerpoint/2010/main" val="1975431433"/>
      </p:ext>
    </p:extLst>
  </p:cSld>
  <p:clrMapOvr>
    <a:masterClrMapping/>
  </p:clrMapOvr>
  <p:transition spd="slow">
    <p:randomBar dir="vert"/>
  </p:transition>
</p:sld>
</file>

<file path=ppt/slides/slide15.xml><?xml version="1.0" encoding="utf-8"?>
<p:sld xmlns:a="http://schemas.openxmlformats.org/drawingml/2006/main" xmlns:r="http://schemas.openxmlformats.org/officeDocument/2006/relationships" xmlns:p="http://schemas.openxmlformats.org/presentationml/2006/main">
  <p:cSld>
    <p:bg>
      <p:bgPr>
        <a:gradFill>
          <a:gsLst>
            <a:gs pos="0">
              <a:srgbClr val="13367C"/>
            </a:gs>
            <a:gs pos="100000">
              <a:schemeClr val="dk2"/>
            </a:gs>
          </a:gsLst>
          <a:lin ang="5400012" scaled="0"/>
        </a:gradFill>
        <a:effectLst/>
      </p:bgPr>
    </p:bg>
    <p:spTree>
      <p:nvGrpSpPr>
        <p:cNvPr id="1" name="Shape 672"/>
        <p:cNvGrpSpPr/>
        <p:nvPr/>
      </p:nvGrpSpPr>
      <p:grpSpPr>
        <a:xfrm>
          <a:off x="0" y="0"/>
          <a:ext cx="0" cy="0"/>
          <a:chOff x="0" y="0"/>
          <a:chExt cx="0" cy="0"/>
        </a:xfrm>
      </p:grpSpPr>
      <p:sp>
        <p:nvSpPr>
          <p:cNvPr id="4" name="ZoneTexte 3">
            <a:extLst>
              <a:ext uri="{FF2B5EF4-FFF2-40B4-BE49-F238E27FC236}">
                <a16:creationId xmlns:a16="http://schemas.microsoft.com/office/drawing/2014/main" id="{6E94F017-D584-130D-AB21-F62D2148AE65}"/>
              </a:ext>
            </a:extLst>
          </p:cNvPr>
          <p:cNvSpPr txBox="1"/>
          <p:nvPr/>
        </p:nvSpPr>
        <p:spPr>
          <a:xfrm>
            <a:off x="1086416" y="0"/>
            <a:ext cx="7604910" cy="461665"/>
          </a:xfrm>
          <a:prstGeom prst="rect">
            <a:avLst/>
          </a:prstGeom>
          <a:noFill/>
        </p:spPr>
        <p:txBody>
          <a:bodyPr wrap="square">
            <a:spAutoFit/>
          </a:bodyPr>
          <a:lstStyle/>
          <a:p>
            <a:r>
              <a:rPr lang="fr-FR" sz="2400" dirty="0">
                <a:solidFill>
                  <a:schemeClr val="bg1"/>
                </a:solidFill>
                <a:latin typeface="Times New Roman" panose="02020603050405020304" pitchFamily="18" charset="0"/>
                <a:cs typeface="Times New Roman" panose="02020603050405020304" pitchFamily="18" charset="0"/>
              </a:rPr>
              <a:t>La problématique et les acteurs de la continuité d’activité</a:t>
            </a:r>
          </a:p>
        </p:txBody>
      </p:sp>
      <p:cxnSp>
        <p:nvCxnSpPr>
          <p:cNvPr id="5" name="Connecteur droit 4">
            <a:extLst>
              <a:ext uri="{FF2B5EF4-FFF2-40B4-BE49-F238E27FC236}">
                <a16:creationId xmlns:a16="http://schemas.microsoft.com/office/drawing/2014/main" id="{E934C8D2-9B8F-7480-CFC3-780F0E40008C}"/>
              </a:ext>
            </a:extLst>
          </p:cNvPr>
          <p:cNvCxnSpPr>
            <a:cxnSpLocks/>
          </p:cNvCxnSpPr>
          <p:nvPr/>
        </p:nvCxnSpPr>
        <p:spPr>
          <a:xfrm>
            <a:off x="615636" y="602732"/>
            <a:ext cx="7731659" cy="0"/>
          </a:xfrm>
          <a:prstGeom prst="line">
            <a:avLst/>
          </a:prstGeom>
        </p:spPr>
        <p:style>
          <a:lnRef idx="2">
            <a:schemeClr val="accent4"/>
          </a:lnRef>
          <a:fillRef idx="0">
            <a:schemeClr val="accent4"/>
          </a:fillRef>
          <a:effectRef idx="1">
            <a:schemeClr val="accent4"/>
          </a:effectRef>
          <a:fontRef idx="minor">
            <a:schemeClr val="tx1"/>
          </a:fontRef>
        </p:style>
      </p:cxnSp>
      <p:sp>
        <p:nvSpPr>
          <p:cNvPr id="8" name="ZoneTexte 7">
            <a:extLst>
              <a:ext uri="{FF2B5EF4-FFF2-40B4-BE49-F238E27FC236}">
                <a16:creationId xmlns:a16="http://schemas.microsoft.com/office/drawing/2014/main" id="{BAA38BD7-F0B8-B79F-08FF-1504659303D4}"/>
              </a:ext>
            </a:extLst>
          </p:cNvPr>
          <p:cNvSpPr txBox="1"/>
          <p:nvPr/>
        </p:nvSpPr>
        <p:spPr>
          <a:xfrm>
            <a:off x="615636" y="860079"/>
            <a:ext cx="7641124" cy="369332"/>
          </a:xfrm>
          <a:prstGeom prst="rect">
            <a:avLst/>
          </a:prstGeom>
          <a:noFill/>
        </p:spPr>
        <p:txBody>
          <a:bodyPr wrap="square" rtlCol="0">
            <a:spAutoFit/>
          </a:bodyPr>
          <a:lstStyle/>
          <a:p>
            <a:pPr marL="285750" indent="-285750">
              <a:buFont typeface="Wingdings" panose="05000000000000000000" pitchFamily="2" charset="2"/>
              <a:buChar char="Ø"/>
            </a:pPr>
            <a:r>
              <a:rPr lang="fr-FR" sz="1800" dirty="0">
                <a:solidFill>
                  <a:schemeClr val="bg1"/>
                </a:solidFill>
                <a:latin typeface="Times New Roman" panose="02020603050405020304" pitchFamily="18" charset="0"/>
                <a:cs typeface="Times New Roman" panose="02020603050405020304" pitchFamily="18" charset="0"/>
              </a:rPr>
              <a:t>Le responsable du PCA</a:t>
            </a:r>
          </a:p>
        </p:txBody>
      </p:sp>
      <p:sp>
        <p:nvSpPr>
          <p:cNvPr id="9" name="ZoneTexte 8">
            <a:extLst>
              <a:ext uri="{FF2B5EF4-FFF2-40B4-BE49-F238E27FC236}">
                <a16:creationId xmlns:a16="http://schemas.microsoft.com/office/drawing/2014/main" id="{EC193412-C65D-D73A-8469-164F0D4BD844}"/>
              </a:ext>
            </a:extLst>
          </p:cNvPr>
          <p:cNvSpPr txBox="1"/>
          <p:nvPr/>
        </p:nvSpPr>
        <p:spPr>
          <a:xfrm>
            <a:off x="968722" y="1229411"/>
            <a:ext cx="7722604" cy="1077218"/>
          </a:xfrm>
          <a:prstGeom prst="rect">
            <a:avLst/>
          </a:prstGeom>
          <a:noFill/>
        </p:spPr>
        <p:txBody>
          <a:bodyPr wrap="square" rtlCol="0">
            <a:spAutoFit/>
          </a:bodyPr>
          <a:lstStyle/>
          <a:p>
            <a:r>
              <a:rPr lang="fr-FR" sz="1600" dirty="0">
                <a:solidFill>
                  <a:schemeClr val="bg1"/>
                </a:solidFill>
                <a:latin typeface="Times New Roman" panose="02020603050405020304" pitchFamily="18" charset="0"/>
                <a:cs typeface="Times New Roman" panose="02020603050405020304" pitchFamily="18" charset="0"/>
              </a:rPr>
              <a:t>Par responsable du PCA, on entend, non pas le chef de projet PCA mais la personne à qui échoit la responsabilité de l’administration du PCA en régime établi. Si les qualités et compétences souhaitables du chef de projet sont celles d’un mobilisateur et d’un chef d’équipe, celles du responsable PCA sont plutôt celle d’un bon gestionnaire :</a:t>
            </a:r>
          </a:p>
        </p:txBody>
      </p:sp>
      <p:sp>
        <p:nvSpPr>
          <p:cNvPr id="2" name="ZoneTexte 1">
            <a:extLst>
              <a:ext uri="{FF2B5EF4-FFF2-40B4-BE49-F238E27FC236}">
                <a16:creationId xmlns:a16="http://schemas.microsoft.com/office/drawing/2014/main" id="{2096725D-CF77-AD8B-048A-120B00607CC6}"/>
              </a:ext>
            </a:extLst>
          </p:cNvPr>
          <p:cNvSpPr txBox="1"/>
          <p:nvPr/>
        </p:nvSpPr>
        <p:spPr>
          <a:xfrm>
            <a:off x="1193478" y="2706986"/>
            <a:ext cx="6982959" cy="1600438"/>
          </a:xfrm>
          <a:prstGeom prst="rect">
            <a:avLst/>
          </a:prstGeom>
          <a:solidFill>
            <a:schemeClr val="accent1"/>
          </a:solidFill>
        </p:spPr>
        <p:txBody>
          <a:bodyPr wrap="square" rtlCol="0">
            <a:spAutoFit/>
          </a:bodyPr>
          <a:lstStyle/>
          <a:p>
            <a:pPr marL="285750" indent="-285750">
              <a:buFont typeface="Wingdings" panose="05000000000000000000" pitchFamily="2" charset="2"/>
              <a:buChar char="v"/>
            </a:pPr>
            <a:r>
              <a:rPr lang="fr-FR" dirty="0"/>
              <a:t>Rigueur dans la tenue à jour et la maintenance du plan ; </a:t>
            </a:r>
          </a:p>
          <a:p>
            <a:pPr marL="285750" indent="-285750">
              <a:buFont typeface="Wingdings" panose="05000000000000000000" pitchFamily="2" charset="2"/>
              <a:buChar char="v"/>
            </a:pPr>
            <a:r>
              <a:rPr lang="fr-FR" dirty="0"/>
              <a:t>Cohérence et persévérance dans le contrôle du plan et la mise en œuvre des actions correctives associées ; </a:t>
            </a:r>
          </a:p>
          <a:p>
            <a:pPr marL="285750" indent="-285750">
              <a:buFont typeface="Wingdings" panose="05000000000000000000" pitchFamily="2" charset="2"/>
              <a:buChar char="v"/>
            </a:pPr>
            <a:r>
              <a:rPr lang="fr-FR" dirty="0"/>
              <a:t>Sang-froid et sens de la coordination pour l’éventualité du déclenchement du plan ; </a:t>
            </a:r>
          </a:p>
          <a:p>
            <a:pPr marL="285750" indent="-285750">
              <a:buFont typeface="Wingdings" panose="05000000000000000000" pitchFamily="2" charset="2"/>
              <a:buChar char="v"/>
            </a:pPr>
            <a:r>
              <a:rPr lang="fr-FR" dirty="0"/>
              <a:t>Sens de la communication pour la mise en œuvre des campagnes de formation et test du plan.</a:t>
            </a:r>
          </a:p>
          <a:p>
            <a:pPr marL="285750" indent="-285750">
              <a:buFont typeface="Wingdings" panose="05000000000000000000" pitchFamily="2" charset="2"/>
              <a:buChar char="v"/>
            </a:pPr>
            <a:endParaRPr lang="fr-FR" dirty="0"/>
          </a:p>
        </p:txBody>
      </p:sp>
      <p:sp>
        <p:nvSpPr>
          <p:cNvPr id="3" name="Ellipse 2">
            <a:extLst>
              <a:ext uri="{FF2B5EF4-FFF2-40B4-BE49-F238E27FC236}">
                <a16:creationId xmlns:a16="http://schemas.microsoft.com/office/drawing/2014/main" id="{624070AF-C125-6566-33A4-6C7D993B8A59}"/>
              </a:ext>
            </a:extLst>
          </p:cNvPr>
          <p:cNvSpPr/>
          <p:nvPr/>
        </p:nvSpPr>
        <p:spPr>
          <a:xfrm>
            <a:off x="8274100" y="133932"/>
            <a:ext cx="620889" cy="453090"/>
          </a:xfrm>
          <a:prstGeom prst="ellipse">
            <a:avLst/>
          </a:prstGeom>
          <a:solidFill>
            <a:srgbClr val="6EB8D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15</a:t>
            </a:r>
          </a:p>
        </p:txBody>
      </p:sp>
    </p:spTree>
    <p:extLst>
      <p:ext uri="{BB962C8B-B14F-4D97-AF65-F5344CB8AC3E}">
        <p14:creationId xmlns:p14="http://schemas.microsoft.com/office/powerpoint/2010/main" val="4040621041"/>
      </p:ext>
    </p:extLst>
  </p:cSld>
  <p:clrMapOvr>
    <a:masterClrMapping/>
  </p:clrMapOvr>
  <p:transition spd="slow">
    <p:randomBar dir="vert"/>
  </p:transition>
</p:sld>
</file>

<file path=ppt/slides/slide16.xml><?xml version="1.0" encoding="utf-8"?>
<p:sld xmlns:a="http://schemas.openxmlformats.org/drawingml/2006/main" xmlns:r="http://schemas.openxmlformats.org/officeDocument/2006/relationships" xmlns:p="http://schemas.openxmlformats.org/presentationml/2006/main">
  <p:cSld>
    <p:bg>
      <p:bgPr>
        <a:gradFill>
          <a:gsLst>
            <a:gs pos="0">
              <a:srgbClr val="13367C"/>
            </a:gs>
            <a:gs pos="100000">
              <a:schemeClr val="dk2"/>
            </a:gs>
          </a:gsLst>
          <a:lin ang="5400012" scaled="0"/>
        </a:gradFill>
        <a:effectLst/>
      </p:bgPr>
    </p:bg>
    <p:spTree>
      <p:nvGrpSpPr>
        <p:cNvPr id="1" name="Shape 672"/>
        <p:cNvGrpSpPr/>
        <p:nvPr/>
      </p:nvGrpSpPr>
      <p:grpSpPr>
        <a:xfrm>
          <a:off x="0" y="0"/>
          <a:ext cx="0" cy="0"/>
          <a:chOff x="0" y="0"/>
          <a:chExt cx="0" cy="0"/>
        </a:xfrm>
      </p:grpSpPr>
      <p:sp>
        <p:nvSpPr>
          <p:cNvPr id="4" name="ZoneTexte 3">
            <a:extLst>
              <a:ext uri="{FF2B5EF4-FFF2-40B4-BE49-F238E27FC236}">
                <a16:creationId xmlns:a16="http://schemas.microsoft.com/office/drawing/2014/main" id="{6E94F017-D584-130D-AB21-F62D2148AE65}"/>
              </a:ext>
            </a:extLst>
          </p:cNvPr>
          <p:cNvSpPr txBox="1"/>
          <p:nvPr/>
        </p:nvSpPr>
        <p:spPr>
          <a:xfrm>
            <a:off x="636901" y="0"/>
            <a:ext cx="7604910" cy="461665"/>
          </a:xfrm>
          <a:prstGeom prst="rect">
            <a:avLst/>
          </a:prstGeom>
          <a:noFill/>
        </p:spPr>
        <p:txBody>
          <a:bodyPr wrap="square">
            <a:spAutoFit/>
          </a:bodyPr>
          <a:lstStyle/>
          <a:p>
            <a:pPr algn="ctr"/>
            <a:r>
              <a:rPr lang="fr-FR" sz="2400" dirty="0">
                <a:solidFill>
                  <a:schemeClr val="bg1"/>
                </a:solidFill>
                <a:latin typeface="Times New Roman" panose="02020603050405020304" pitchFamily="18" charset="0"/>
                <a:cs typeface="Times New Roman" panose="02020603050405020304" pitchFamily="18" charset="0"/>
              </a:rPr>
              <a:t>Plan de Continuité d'Activités (PCA)</a:t>
            </a:r>
          </a:p>
        </p:txBody>
      </p:sp>
      <p:cxnSp>
        <p:nvCxnSpPr>
          <p:cNvPr id="5" name="Connecteur droit 4">
            <a:extLst>
              <a:ext uri="{FF2B5EF4-FFF2-40B4-BE49-F238E27FC236}">
                <a16:creationId xmlns:a16="http://schemas.microsoft.com/office/drawing/2014/main" id="{E934C8D2-9B8F-7480-CFC3-780F0E40008C}"/>
              </a:ext>
            </a:extLst>
          </p:cNvPr>
          <p:cNvCxnSpPr>
            <a:cxnSpLocks/>
          </p:cNvCxnSpPr>
          <p:nvPr/>
        </p:nvCxnSpPr>
        <p:spPr>
          <a:xfrm>
            <a:off x="435935" y="602732"/>
            <a:ext cx="7910623" cy="0"/>
          </a:xfrm>
          <a:prstGeom prst="line">
            <a:avLst/>
          </a:prstGeom>
        </p:spPr>
        <p:style>
          <a:lnRef idx="2">
            <a:schemeClr val="accent4"/>
          </a:lnRef>
          <a:fillRef idx="0">
            <a:schemeClr val="accent4"/>
          </a:fillRef>
          <a:effectRef idx="1">
            <a:schemeClr val="accent4"/>
          </a:effectRef>
          <a:fontRef idx="minor">
            <a:schemeClr val="tx1"/>
          </a:fontRef>
        </p:style>
      </p:cxnSp>
      <p:sp>
        <p:nvSpPr>
          <p:cNvPr id="2" name="ZoneTexte 1">
            <a:extLst>
              <a:ext uri="{FF2B5EF4-FFF2-40B4-BE49-F238E27FC236}">
                <a16:creationId xmlns:a16="http://schemas.microsoft.com/office/drawing/2014/main" id="{197EFB64-DC4C-6FD9-3A6E-9AA80D653B79}"/>
              </a:ext>
            </a:extLst>
          </p:cNvPr>
          <p:cNvSpPr txBox="1"/>
          <p:nvPr/>
        </p:nvSpPr>
        <p:spPr>
          <a:xfrm>
            <a:off x="355823" y="743800"/>
            <a:ext cx="1461186" cy="369332"/>
          </a:xfrm>
          <a:prstGeom prst="rect">
            <a:avLst/>
          </a:prstGeom>
          <a:noFill/>
        </p:spPr>
        <p:txBody>
          <a:bodyPr wrap="square" rtlCol="0">
            <a:spAutoFit/>
          </a:bodyPr>
          <a:lstStyle/>
          <a:p>
            <a:pPr marL="285750" indent="-285750">
              <a:buFont typeface="Wingdings" panose="05000000000000000000" pitchFamily="2" charset="2"/>
              <a:buChar char="Ø"/>
            </a:pPr>
            <a:r>
              <a:rPr lang="fr-FR" sz="1800" dirty="0">
                <a:solidFill>
                  <a:schemeClr val="bg1"/>
                </a:solidFill>
                <a:latin typeface="Times New Roman" panose="02020603050405020304" pitchFamily="18" charset="0"/>
                <a:cs typeface="Times New Roman" panose="02020603050405020304" pitchFamily="18" charset="0"/>
              </a:rPr>
              <a:t>Définition</a:t>
            </a:r>
          </a:p>
        </p:txBody>
      </p:sp>
      <p:sp>
        <p:nvSpPr>
          <p:cNvPr id="6" name="ZoneTexte 5">
            <a:extLst>
              <a:ext uri="{FF2B5EF4-FFF2-40B4-BE49-F238E27FC236}">
                <a16:creationId xmlns:a16="http://schemas.microsoft.com/office/drawing/2014/main" id="{371FB44A-46C1-F3BF-F8D6-2915C54CBFF7}"/>
              </a:ext>
            </a:extLst>
          </p:cNvPr>
          <p:cNvSpPr txBox="1"/>
          <p:nvPr/>
        </p:nvSpPr>
        <p:spPr>
          <a:xfrm>
            <a:off x="553735" y="1155662"/>
            <a:ext cx="7888516" cy="2800767"/>
          </a:xfrm>
          <a:prstGeom prst="rect">
            <a:avLst/>
          </a:prstGeom>
          <a:noFill/>
        </p:spPr>
        <p:txBody>
          <a:bodyPr wrap="square" rtlCol="0">
            <a:spAutoFit/>
          </a:bodyPr>
          <a:lstStyle/>
          <a:p>
            <a:pPr marL="285750" indent="-285750" algn="just">
              <a:buFont typeface="Wingdings" panose="05000000000000000000" pitchFamily="2" charset="2"/>
              <a:buChar char="v"/>
            </a:pPr>
            <a:r>
              <a:rPr lang="fr-FR" sz="1600" dirty="0">
                <a:solidFill>
                  <a:schemeClr val="bg1"/>
                </a:solidFill>
                <a:latin typeface="Times New Roman" panose="02020603050405020304" pitchFamily="18" charset="0"/>
                <a:cs typeface="Times New Roman" panose="02020603050405020304" pitchFamily="18" charset="0"/>
              </a:rPr>
              <a:t>Le Plan de Continuité d'Activité (PCA) est un ensemble de mesures préventives et de réponses pour assurer la continuité des opérations de l'entreprise en cas de catastrophe , perturbation ou d'incident. Cela implique une planification en amont pour identifier les risques et les menaces potentiels et élaborer des stratégies pour y faire face. Le PCA comprend également la formation des employés, la sauvegarde des données critiques et la mise en place d'un système de communication pour maintenir la continuité des opérations.</a:t>
            </a:r>
          </a:p>
          <a:p>
            <a:pPr marL="285750" indent="-285750" algn="just">
              <a:buFont typeface="Wingdings" panose="05000000000000000000" pitchFamily="2" charset="2"/>
              <a:buChar char="v"/>
            </a:pPr>
            <a:r>
              <a:rPr lang="en-US" sz="1600" dirty="0">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Le PCA </a:t>
            </a:r>
            <a:r>
              <a:rPr lang="en-US" sz="1600" dirty="0" err="1">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permet</a:t>
            </a:r>
            <a:r>
              <a:rPr lang="en-US" sz="1600" dirty="0">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 de </a:t>
            </a:r>
            <a:r>
              <a:rPr lang="en-US" sz="1600" dirty="0" err="1">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maintenir</a:t>
            </a:r>
            <a:r>
              <a:rPr lang="en-US" sz="1600" dirty="0">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 les </a:t>
            </a:r>
            <a:r>
              <a:rPr lang="en-US" sz="1600" dirty="0" err="1">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fonctions</a:t>
            </a:r>
            <a:r>
              <a:rPr lang="en-US" sz="1600" dirty="0">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 </a:t>
            </a:r>
            <a:r>
              <a:rPr lang="en-US" sz="1600" dirty="0" err="1">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vitales</a:t>
            </a:r>
            <a:r>
              <a:rPr lang="en-US" sz="1600" dirty="0">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 </a:t>
            </a:r>
            <a:r>
              <a:rPr lang="en-US" sz="1600" dirty="0" err="1">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d'une</a:t>
            </a:r>
            <a:r>
              <a:rPr lang="en-US" sz="1600" dirty="0">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 </a:t>
            </a:r>
            <a:r>
              <a:rPr lang="en-US" sz="1600" dirty="0" err="1">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entreprise</a:t>
            </a:r>
            <a:r>
              <a:rPr lang="en-US" sz="1600" dirty="0">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 </a:t>
            </a:r>
            <a:r>
              <a:rPr lang="en-US" sz="1600" dirty="0" err="1">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lors</a:t>
            </a:r>
            <a:r>
              <a:rPr lang="en-US" sz="1600" dirty="0">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 d’un </a:t>
            </a:r>
            <a:r>
              <a:rPr lang="en-US" sz="1600" dirty="0" err="1">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événement</a:t>
            </a:r>
            <a:r>
              <a:rPr lang="en-US" sz="1600" dirty="0">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 </a:t>
            </a:r>
            <a:r>
              <a:rPr lang="en-US" sz="1600" dirty="0" err="1">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perturbateur</a:t>
            </a:r>
            <a:r>
              <a:rPr lang="en-US" sz="1600" dirty="0">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a:t>
            </a:r>
            <a:endParaRPr lang="fr-FR" sz="1600" dirty="0">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endParaRPr>
          </a:p>
          <a:p>
            <a:pPr marL="285750" indent="-285750" algn="just">
              <a:buFont typeface="Wingdings" panose="05000000000000000000" pitchFamily="2" charset="2"/>
              <a:buChar char="v"/>
            </a:pPr>
            <a:r>
              <a:rPr lang="en-US" sz="1600" dirty="0">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Il </a:t>
            </a:r>
            <a:r>
              <a:rPr lang="en-US" sz="1600" dirty="0" err="1">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comprend</a:t>
            </a:r>
            <a:r>
              <a:rPr lang="en-US" sz="1600" dirty="0">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 </a:t>
            </a:r>
            <a:r>
              <a:rPr lang="en-US" sz="1600" dirty="0" err="1">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l’analyse</a:t>
            </a:r>
            <a:r>
              <a:rPr lang="en-US" sz="1600" dirty="0">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 des processus critiques, la gestion des </a:t>
            </a:r>
            <a:r>
              <a:rPr lang="en-US" sz="1600" dirty="0" err="1">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risques</a:t>
            </a:r>
            <a:r>
              <a:rPr lang="en-US" sz="1600" dirty="0">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 et la mise </a:t>
            </a:r>
            <a:r>
              <a:rPr lang="en-US" sz="1600" dirty="0" err="1">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en</a:t>
            </a:r>
            <a:r>
              <a:rPr lang="en-US" sz="1600" dirty="0">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 </a:t>
            </a:r>
            <a:r>
              <a:rPr lang="en-US" sz="1600" dirty="0" err="1">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œuvre</a:t>
            </a:r>
            <a:r>
              <a:rPr lang="en-US" sz="1600" dirty="0">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 de plans de secours.</a:t>
            </a:r>
            <a:endParaRPr lang="fr-FR" sz="1600" dirty="0">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endParaRPr>
          </a:p>
          <a:p>
            <a:endParaRPr lang="fr-FR" sz="1600" dirty="0">
              <a:solidFill>
                <a:schemeClr val="bg1"/>
              </a:solidFill>
              <a:latin typeface="Times New Roman" panose="02020603050405020304" pitchFamily="18" charset="0"/>
              <a:cs typeface="Times New Roman" panose="02020603050405020304" pitchFamily="18" charset="0"/>
            </a:endParaRPr>
          </a:p>
        </p:txBody>
      </p:sp>
      <p:sp>
        <p:nvSpPr>
          <p:cNvPr id="3" name="Ellipse 2">
            <a:extLst>
              <a:ext uri="{FF2B5EF4-FFF2-40B4-BE49-F238E27FC236}">
                <a16:creationId xmlns:a16="http://schemas.microsoft.com/office/drawing/2014/main" id="{57DBE833-4924-5598-5C42-15D928EEEDAA}"/>
              </a:ext>
            </a:extLst>
          </p:cNvPr>
          <p:cNvSpPr/>
          <p:nvPr/>
        </p:nvSpPr>
        <p:spPr>
          <a:xfrm>
            <a:off x="8263467" y="133932"/>
            <a:ext cx="620889" cy="453090"/>
          </a:xfrm>
          <a:prstGeom prst="ellipse">
            <a:avLst/>
          </a:prstGeom>
          <a:solidFill>
            <a:srgbClr val="6EB8D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16</a:t>
            </a:r>
          </a:p>
        </p:txBody>
      </p:sp>
    </p:spTree>
    <p:extLst>
      <p:ext uri="{BB962C8B-B14F-4D97-AF65-F5344CB8AC3E}">
        <p14:creationId xmlns:p14="http://schemas.microsoft.com/office/powerpoint/2010/main" val="845144980"/>
      </p:ext>
    </p:extLst>
  </p:cSld>
  <p:clrMapOvr>
    <a:masterClrMapping/>
  </p:clrMapOvr>
  <p:transition spd="slow">
    <p:randomBar dir="vert"/>
  </p:transition>
</p:sld>
</file>

<file path=ppt/slides/slide17.xml><?xml version="1.0" encoding="utf-8"?>
<p:sld xmlns:a="http://schemas.openxmlformats.org/drawingml/2006/main" xmlns:r="http://schemas.openxmlformats.org/officeDocument/2006/relationships" xmlns:p="http://schemas.openxmlformats.org/presentationml/2006/main">
  <p:cSld>
    <p:bg>
      <p:bgPr>
        <a:gradFill>
          <a:gsLst>
            <a:gs pos="0">
              <a:srgbClr val="13367C"/>
            </a:gs>
            <a:gs pos="100000">
              <a:schemeClr val="dk2"/>
            </a:gs>
          </a:gsLst>
          <a:lin ang="5400012" scaled="0"/>
        </a:gradFill>
        <a:effectLst/>
      </p:bgPr>
    </p:bg>
    <p:spTree>
      <p:nvGrpSpPr>
        <p:cNvPr id="1" name="Shape 672"/>
        <p:cNvGrpSpPr/>
        <p:nvPr/>
      </p:nvGrpSpPr>
      <p:grpSpPr>
        <a:xfrm>
          <a:off x="0" y="0"/>
          <a:ext cx="0" cy="0"/>
          <a:chOff x="0" y="0"/>
          <a:chExt cx="0" cy="0"/>
        </a:xfrm>
      </p:grpSpPr>
      <p:sp>
        <p:nvSpPr>
          <p:cNvPr id="4" name="ZoneTexte 3">
            <a:extLst>
              <a:ext uri="{FF2B5EF4-FFF2-40B4-BE49-F238E27FC236}">
                <a16:creationId xmlns:a16="http://schemas.microsoft.com/office/drawing/2014/main" id="{6E94F017-D584-130D-AB21-F62D2148AE65}"/>
              </a:ext>
            </a:extLst>
          </p:cNvPr>
          <p:cNvSpPr txBox="1"/>
          <p:nvPr/>
        </p:nvSpPr>
        <p:spPr>
          <a:xfrm>
            <a:off x="636901" y="0"/>
            <a:ext cx="7604910" cy="461665"/>
          </a:xfrm>
          <a:prstGeom prst="rect">
            <a:avLst/>
          </a:prstGeom>
          <a:noFill/>
        </p:spPr>
        <p:txBody>
          <a:bodyPr wrap="square">
            <a:spAutoFit/>
          </a:bodyPr>
          <a:lstStyle/>
          <a:p>
            <a:pPr algn="ctr"/>
            <a:r>
              <a:rPr lang="fr-FR" sz="2400" dirty="0">
                <a:solidFill>
                  <a:schemeClr val="bg1"/>
                </a:solidFill>
                <a:latin typeface="Times New Roman" panose="02020603050405020304" pitchFamily="18" charset="0"/>
                <a:cs typeface="Times New Roman" panose="02020603050405020304" pitchFamily="18" charset="0"/>
              </a:rPr>
              <a:t>Plan de Continuité d'Activités (PCA)</a:t>
            </a:r>
          </a:p>
        </p:txBody>
      </p:sp>
      <p:cxnSp>
        <p:nvCxnSpPr>
          <p:cNvPr id="5" name="Connecteur droit 4">
            <a:extLst>
              <a:ext uri="{FF2B5EF4-FFF2-40B4-BE49-F238E27FC236}">
                <a16:creationId xmlns:a16="http://schemas.microsoft.com/office/drawing/2014/main" id="{E934C8D2-9B8F-7480-CFC3-780F0E40008C}"/>
              </a:ext>
            </a:extLst>
          </p:cNvPr>
          <p:cNvCxnSpPr>
            <a:cxnSpLocks/>
          </p:cNvCxnSpPr>
          <p:nvPr/>
        </p:nvCxnSpPr>
        <p:spPr>
          <a:xfrm>
            <a:off x="435935" y="602732"/>
            <a:ext cx="7910623" cy="0"/>
          </a:xfrm>
          <a:prstGeom prst="line">
            <a:avLst/>
          </a:prstGeom>
        </p:spPr>
        <p:style>
          <a:lnRef idx="2">
            <a:schemeClr val="accent4"/>
          </a:lnRef>
          <a:fillRef idx="0">
            <a:schemeClr val="accent4"/>
          </a:fillRef>
          <a:effectRef idx="1">
            <a:schemeClr val="accent4"/>
          </a:effectRef>
          <a:fontRef idx="minor">
            <a:schemeClr val="tx1"/>
          </a:fontRef>
        </p:style>
      </p:cxnSp>
      <p:sp>
        <p:nvSpPr>
          <p:cNvPr id="2" name="ZoneTexte 1">
            <a:extLst>
              <a:ext uri="{FF2B5EF4-FFF2-40B4-BE49-F238E27FC236}">
                <a16:creationId xmlns:a16="http://schemas.microsoft.com/office/drawing/2014/main" id="{197EFB64-DC4C-6FD9-3A6E-9AA80D653B79}"/>
              </a:ext>
            </a:extLst>
          </p:cNvPr>
          <p:cNvSpPr txBox="1"/>
          <p:nvPr/>
        </p:nvSpPr>
        <p:spPr>
          <a:xfrm>
            <a:off x="355822" y="743800"/>
            <a:ext cx="7395313" cy="369332"/>
          </a:xfrm>
          <a:prstGeom prst="rect">
            <a:avLst/>
          </a:prstGeom>
          <a:noFill/>
        </p:spPr>
        <p:txBody>
          <a:bodyPr wrap="square" rtlCol="0">
            <a:spAutoFit/>
          </a:bodyPr>
          <a:lstStyle/>
          <a:p>
            <a:pPr marL="285750" indent="-285750">
              <a:buFont typeface="Wingdings" panose="05000000000000000000" pitchFamily="2" charset="2"/>
              <a:buChar char="Ø"/>
            </a:pPr>
            <a:r>
              <a:rPr lang="fr-FR" sz="1800" dirty="0">
                <a:solidFill>
                  <a:schemeClr val="bg1"/>
                </a:solidFill>
                <a:latin typeface="Times New Roman" panose="02020603050405020304" pitchFamily="18" charset="0"/>
                <a:cs typeface="Times New Roman" panose="02020603050405020304" pitchFamily="18" charset="0"/>
              </a:rPr>
              <a:t>Les quatre principaux composants d’un PCA</a:t>
            </a:r>
          </a:p>
        </p:txBody>
      </p:sp>
      <p:pic>
        <p:nvPicPr>
          <p:cNvPr id="7" name="Image 6">
            <a:extLst>
              <a:ext uri="{FF2B5EF4-FFF2-40B4-BE49-F238E27FC236}">
                <a16:creationId xmlns:a16="http://schemas.microsoft.com/office/drawing/2014/main" id="{78B30409-6BC0-81FD-D380-01CA03C64C61}"/>
              </a:ext>
            </a:extLst>
          </p:cNvPr>
          <p:cNvPicPr>
            <a:picLocks noChangeAspect="1"/>
          </p:cNvPicPr>
          <p:nvPr/>
        </p:nvPicPr>
        <p:blipFill>
          <a:blip r:embed="rId3"/>
          <a:stretch>
            <a:fillRect/>
          </a:stretch>
        </p:blipFill>
        <p:spPr>
          <a:xfrm>
            <a:off x="818707" y="1254199"/>
            <a:ext cx="7657693" cy="3498775"/>
          </a:xfrm>
          <a:prstGeom prst="rect">
            <a:avLst/>
          </a:prstGeom>
        </p:spPr>
      </p:pic>
      <p:sp>
        <p:nvSpPr>
          <p:cNvPr id="3" name="Ellipse 2">
            <a:extLst>
              <a:ext uri="{FF2B5EF4-FFF2-40B4-BE49-F238E27FC236}">
                <a16:creationId xmlns:a16="http://schemas.microsoft.com/office/drawing/2014/main" id="{B0036001-DEB2-9F3F-1034-2F6B3EB0AEF6}"/>
              </a:ext>
            </a:extLst>
          </p:cNvPr>
          <p:cNvSpPr/>
          <p:nvPr/>
        </p:nvSpPr>
        <p:spPr>
          <a:xfrm>
            <a:off x="8263467" y="133932"/>
            <a:ext cx="620889" cy="453090"/>
          </a:xfrm>
          <a:prstGeom prst="ellipse">
            <a:avLst/>
          </a:prstGeom>
          <a:solidFill>
            <a:srgbClr val="6EB8D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17</a:t>
            </a:r>
          </a:p>
        </p:txBody>
      </p:sp>
    </p:spTree>
    <p:extLst>
      <p:ext uri="{BB962C8B-B14F-4D97-AF65-F5344CB8AC3E}">
        <p14:creationId xmlns:p14="http://schemas.microsoft.com/office/powerpoint/2010/main" val="1166105027"/>
      </p:ext>
    </p:extLst>
  </p:cSld>
  <p:clrMapOvr>
    <a:masterClrMapping/>
  </p:clrMapOvr>
  <p:transition spd="slow">
    <p:randomBar dir="vert"/>
  </p:transition>
</p:sld>
</file>

<file path=ppt/slides/slide18.xml><?xml version="1.0" encoding="utf-8"?>
<p:sld xmlns:a="http://schemas.openxmlformats.org/drawingml/2006/main" xmlns:r="http://schemas.openxmlformats.org/officeDocument/2006/relationships" xmlns:p="http://schemas.openxmlformats.org/presentationml/2006/main">
  <p:cSld>
    <p:bg>
      <p:bgPr>
        <a:gradFill>
          <a:gsLst>
            <a:gs pos="0">
              <a:srgbClr val="13367C"/>
            </a:gs>
            <a:gs pos="100000">
              <a:schemeClr val="dk2"/>
            </a:gs>
          </a:gsLst>
          <a:lin ang="5400012" scaled="0"/>
        </a:gradFill>
        <a:effectLst/>
      </p:bgPr>
    </p:bg>
    <p:spTree>
      <p:nvGrpSpPr>
        <p:cNvPr id="1" name="Shape 672"/>
        <p:cNvGrpSpPr/>
        <p:nvPr/>
      </p:nvGrpSpPr>
      <p:grpSpPr>
        <a:xfrm>
          <a:off x="0" y="0"/>
          <a:ext cx="0" cy="0"/>
          <a:chOff x="0" y="0"/>
          <a:chExt cx="0" cy="0"/>
        </a:xfrm>
      </p:grpSpPr>
      <p:sp>
        <p:nvSpPr>
          <p:cNvPr id="4" name="ZoneTexte 3">
            <a:extLst>
              <a:ext uri="{FF2B5EF4-FFF2-40B4-BE49-F238E27FC236}">
                <a16:creationId xmlns:a16="http://schemas.microsoft.com/office/drawing/2014/main" id="{6E94F017-D584-130D-AB21-F62D2148AE65}"/>
              </a:ext>
            </a:extLst>
          </p:cNvPr>
          <p:cNvSpPr txBox="1"/>
          <p:nvPr/>
        </p:nvSpPr>
        <p:spPr>
          <a:xfrm>
            <a:off x="636901" y="0"/>
            <a:ext cx="7604910" cy="461665"/>
          </a:xfrm>
          <a:prstGeom prst="rect">
            <a:avLst/>
          </a:prstGeom>
          <a:noFill/>
        </p:spPr>
        <p:txBody>
          <a:bodyPr wrap="square">
            <a:spAutoFit/>
          </a:bodyPr>
          <a:lstStyle/>
          <a:p>
            <a:pPr algn="ctr"/>
            <a:r>
              <a:rPr lang="fr-FR" sz="2400" dirty="0">
                <a:solidFill>
                  <a:schemeClr val="bg1"/>
                </a:solidFill>
                <a:latin typeface="Times New Roman" panose="02020603050405020304" pitchFamily="18" charset="0"/>
                <a:cs typeface="Times New Roman" panose="02020603050405020304" pitchFamily="18" charset="0"/>
              </a:rPr>
              <a:t>Plan de Continuité d'Activités (PCA)</a:t>
            </a:r>
          </a:p>
        </p:txBody>
      </p:sp>
      <p:cxnSp>
        <p:nvCxnSpPr>
          <p:cNvPr id="5" name="Connecteur droit 4">
            <a:extLst>
              <a:ext uri="{FF2B5EF4-FFF2-40B4-BE49-F238E27FC236}">
                <a16:creationId xmlns:a16="http://schemas.microsoft.com/office/drawing/2014/main" id="{E934C8D2-9B8F-7480-CFC3-780F0E40008C}"/>
              </a:ext>
            </a:extLst>
          </p:cNvPr>
          <p:cNvCxnSpPr>
            <a:cxnSpLocks/>
          </p:cNvCxnSpPr>
          <p:nvPr/>
        </p:nvCxnSpPr>
        <p:spPr>
          <a:xfrm>
            <a:off x="435935" y="602732"/>
            <a:ext cx="7910623" cy="0"/>
          </a:xfrm>
          <a:prstGeom prst="line">
            <a:avLst/>
          </a:prstGeom>
        </p:spPr>
        <p:style>
          <a:lnRef idx="2">
            <a:schemeClr val="accent4"/>
          </a:lnRef>
          <a:fillRef idx="0">
            <a:schemeClr val="accent4"/>
          </a:fillRef>
          <a:effectRef idx="1">
            <a:schemeClr val="accent4"/>
          </a:effectRef>
          <a:fontRef idx="minor">
            <a:schemeClr val="tx1"/>
          </a:fontRef>
        </p:style>
      </p:cxnSp>
      <p:sp>
        <p:nvSpPr>
          <p:cNvPr id="2" name="ZoneTexte 1">
            <a:extLst>
              <a:ext uri="{FF2B5EF4-FFF2-40B4-BE49-F238E27FC236}">
                <a16:creationId xmlns:a16="http://schemas.microsoft.com/office/drawing/2014/main" id="{197EFB64-DC4C-6FD9-3A6E-9AA80D653B79}"/>
              </a:ext>
            </a:extLst>
          </p:cNvPr>
          <p:cNvSpPr txBox="1"/>
          <p:nvPr/>
        </p:nvSpPr>
        <p:spPr>
          <a:xfrm>
            <a:off x="355822" y="743800"/>
            <a:ext cx="2493704" cy="369332"/>
          </a:xfrm>
          <a:prstGeom prst="rect">
            <a:avLst/>
          </a:prstGeom>
          <a:noFill/>
        </p:spPr>
        <p:txBody>
          <a:bodyPr wrap="square" rtlCol="0">
            <a:spAutoFit/>
          </a:bodyPr>
          <a:lstStyle/>
          <a:p>
            <a:pPr marL="285750" indent="-285750">
              <a:buFont typeface="Wingdings" panose="05000000000000000000" pitchFamily="2" charset="2"/>
              <a:buChar char="Ø"/>
            </a:pPr>
            <a:r>
              <a:rPr lang="fr-FR" sz="1800" dirty="0">
                <a:solidFill>
                  <a:schemeClr val="bg1"/>
                </a:solidFill>
                <a:latin typeface="Times New Roman" panose="02020603050405020304" pitchFamily="18" charset="0"/>
                <a:cs typeface="Times New Roman" panose="02020603050405020304" pitchFamily="18" charset="0"/>
              </a:rPr>
              <a:t>Catastrophe</a:t>
            </a:r>
          </a:p>
        </p:txBody>
      </p:sp>
      <p:sp>
        <p:nvSpPr>
          <p:cNvPr id="6" name="ZoneTexte 5">
            <a:extLst>
              <a:ext uri="{FF2B5EF4-FFF2-40B4-BE49-F238E27FC236}">
                <a16:creationId xmlns:a16="http://schemas.microsoft.com/office/drawing/2014/main" id="{371FB44A-46C1-F3BF-F8D6-2915C54CBFF7}"/>
              </a:ext>
            </a:extLst>
          </p:cNvPr>
          <p:cNvSpPr txBox="1"/>
          <p:nvPr/>
        </p:nvSpPr>
        <p:spPr>
          <a:xfrm>
            <a:off x="636901" y="1113132"/>
            <a:ext cx="7888516" cy="1815882"/>
          </a:xfrm>
          <a:prstGeom prst="rect">
            <a:avLst/>
          </a:prstGeom>
          <a:noFill/>
        </p:spPr>
        <p:txBody>
          <a:bodyPr wrap="square" rtlCol="0">
            <a:spAutoFit/>
          </a:bodyPr>
          <a:lstStyle/>
          <a:p>
            <a:pPr algn="just"/>
            <a:r>
              <a:rPr lang="fr-FR" sz="1600" dirty="0">
                <a:solidFill>
                  <a:schemeClr val="bg1"/>
                </a:solidFill>
                <a:latin typeface="Times New Roman" panose="02020603050405020304" pitchFamily="18" charset="0"/>
                <a:cs typeface="Times New Roman" panose="02020603050405020304" pitchFamily="18" charset="0"/>
              </a:rPr>
              <a:t>Tout incident qui peut prendre plus de temps qu'un temps acceptable pour se rétablir ou s'il a une gamme de conséquences plus qu'acceptable peut être qualifié de catastrophe. Il y a des les catastrophes naturelles comme les éruptions volcaniques, les tremblements de terre, les tsunamis Les catastrophes peuvent être causées par des conditions environnementales, une défaillance du système ou une défaillance de l'équipement ou les catastrophes peuvent également être causées par l'homme. ce qui suit donnera une compréhension des raisons derrière catastrophes.</a:t>
            </a:r>
          </a:p>
        </p:txBody>
      </p:sp>
      <p:sp>
        <p:nvSpPr>
          <p:cNvPr id="3" name="Ellipse 2">
            <a:extLst>
              <a:ext uri="{FF2B5EF4-FFF2-40B4-BE49-F238E27FC236}">
                <a16:creationId xmlns:a16="http://schemas.microsoft.com/office/drawing/2014/main" id="{6DFE6893-C04A-F4C1-D9F7-88FA1DB3DF06}"/>
              </a:ext>
            </a:extLst>
          </p:cNvPr>
          <p:cNvSpPr/>
          <p:nvPr/>
        </p:nvSpPr>
        <p:spPr>
          <a:xfrm>
            <a:off x="8263467" y="133932"/>
            <a:ext cx="620889" cy="453090"/>
          </a:xfrm>
          <a:prstGeom prst="ellipse">
            <a:avLst/>
          </a:prstGeom>
          <a:solidFill>
            <a:srgbClr val="6EB8D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18</a:t>
            </a:r>
          </a:p>
        </p:txBody>
      </p:sp>
    </p:spTree>
    <p:extLst>
      <p:ext uri="{BB962C8B-B14F-4D97-AF65-F5344CB8AC3E}">
        <p14:creationId xmlns:p14="http://schemas.microsoft.com/office/powerpoint/2010/main" val="435778886"/>
      </p:ext>
    </p:extLst>
  </p:cSld>
  <p:clrMapOvr>
    <a:masterClrMapping/>
  </p:clrMapOvr>
  <p:transition spd="slow">
    <p:randomBar dir="vert"/>
  </p:transition>
</p:sld>
</file>

<file path=ppt/slides/slide19.xml><?xml version="1.0" encoding="utf-8"?>
<p:sld xmlns:a="http://schemas.openxmlformats.org/drawingml/2006/main" xmlns:r="http://schemas.openxmlformats.org/officeDocument/2006/relationships" xmlns:p="http://schemas.openxmlformats.org/presentationml/2006/main">
  <p:cSld>
    <p:bg>
      <p:bgPr>
        <a:gradFill>
          <a:gsLst>
            <a:gs pos="0">
              <a:srgbClr val="13367C"/>
            </a:gs>
            <a:gs pos="100000">
              <a:schemeClr val="dk2"/>
            </a:gs>
          </a:gsLst>
          <a:lin ang="5400012" scaled="0"/>
        </a:gradFill>
        <a:effectLst/>
      </p:bgPr>
    </p:bg>
    <p:spTree>
      <p:nvGrpSpPr>
        <p:cNvPr id="1" name="Shape 672"/>
        <p:cNvGrpSpPr/>
        <p:nvPr/>
      </p:nvGrpSpPr>
      <p:grpSpPr>
        <a:xfrm>
          <a:off x="0" y="0"/>
          <a:ext cx="0" cy="0"/>
          <a:chOff x="0" y="0"/>
          <a:chExt cx="0" cy="0"/>
        </a:xfrm>
      </p:grpSpPr>
      <p:sp>
        <p:nvSpPr>
          <p:cNvPr id="4" name="ZoneTexte 3">
            <a:extLst>
              <a:ext uri="{FF2B5EF4-FFF2-40B4-BE49-F238E27FC236}">
                <a16:creationId xmlns:a16="http://schemas.microsoft.com/office/drawing/2014/main" id="{6E94F017-D584-130D-AB21-F62D2148AE65}"/>
              </a:ext>
            </a:extLst>
          </p:cNvPr>
          <p:cNvSpPr txBox="1"/>
          <p:nvPr/>
        </p:nvSpPr>
        <p:spPr>
          <a:xfrm>
            <a:off x="636901" y="0"/>
            <a:ext cx="7604910" cy="461665"/>
          </a:xfrm>
          <a:prstGeom prst="rect">
            <a:avLst/>
          </a:prstGeom>
          <a:noFill/>
        </p:spPr>
        <p:txBody>
          <a:bodyPr wrap="square">
            <a:spAutoFit/>
          </a:bodyPr>
          <a:lstStyle/>
          <a:p>
            <a:pPr algn="ctr"/>
            <a:r>
              <a:rPr lang="fr-FR" sz="2400" dirty="0">
                <a:solidFill>
                  <a:schemeClr val="bg1"/>
                </a:solidFill>
                <a:latin typeface="Times New Roman" panose="02020603050405020304" pitchFamily="18" charset="0"/>
                <a:cs typeface="Times New Roman" panose="02020603050405020304" pitchFamily="18" charset="0"/>
              </a:rPr>
              <a:t>Plan de Continuité d'Activités (PCA)</a:t>
            </a:r>
          </a:p>
        </p:txBody>
      </p:sp>
      <p:cxnSp>
        <p:nvCxnSpPr>
          <p:cNvPr id="5" name="Connecteur droit 4">
            <a:extLst>
              <a:ext uri="{FF2B5EF4-FFF2-40B4-BE49-F238E27FC236}">
                <a16:creationId xmlns:a16="http://schemas.microsoft.com/office/drawing/2014/main" id="{E934C8D2-9B8F-7480-CFC3-780F0E40008C}"/>
              </a:ext>
            </a:extLst>
          </p:cNvPr>
          <p:cNvCxnSpPr>
            <a:cxnSpLocks/>
          </p:cNvCxnSpPr>
          <p:nvPr/>
        </p:nvCxnSpPr>
        <p:spPr>
          <a:xfrm>
            <a:off x="435935" y="602732"/>
            <a:ext cx="7910623" cy="0"/>
          </a:xfrm>
          <a:prstGeom prst="line">
            <a:avLst/>
          </a:prstGeom>
        </p:spPr>
        <p:style>
          <a:lnRef idx="2">
            <a:schemeClr val="accent4"/>
          </a:lnRef>
          <a:fillRef idx="0">
            <a:schemeClr val="accent4"/>
          </a:fillRef>
          <a:effectRef idx="1">
            <a:schemeClr val="accent4"/>
          </a:effectRef>
          <a:fontRef idx="minor">
            <a:schemeClr val="tx1"/>
          </a:fontRef>
        </p:style>
      </p:cxnSp>
      <p:sp>
        <p:nvSpPr>
          <p:cNvPr id="2" name="ZoneTexte 1">
            <a:extLst>
              <a:ext uri="{FF2B5EF4-FFF2-40B4-BE49-F238E27FC236}">
                <a16:creationId xmlns:a16="http://schemas.microsoft.com/office/drawing/2014/main" id="{197EFB64-DC4C-6FD9-3A6E-9AA80D653B79}"/>
              </a:ext>
            </a:extLst>
          </p:cNvPr>
          <p:cNvSpPr txBox="1"/>
          <p:nvPr/>
        </p:nvSpPr>
        <p:spPr>
          <a:xfrm>
            <a:off x="355822" y="743800"/>
            <a:ext cx="2493704" cy="369332"/>
          </a:xfrm>
          <a:prstGeom prst="rect">
            <a:avLst/>
          </a:prstGeom>
          <a:noFill/>
        </p:spPr>
        <p:txBody>
          <a:bodyPr wrap="square" rtlCol="0">
            <a:spAutoFit/>
          </a:bodyPr>
          <a:lstStyle/>
          <a:p>
            <a:pPr marL="285750" indent="-285750">
              <a:buFont typeface="Wingdings" panose="05000000000000000000" pitchFamily="2" charset="2"/>
              <a:buChar char="Ø"/>
            </a:pPr>
            <a:r>
              <a:rPr lang="fr-FR" sz="1800" dirty="0">
                <a:solidFill>
                  <a:schemeClr val="bg1"/>
                </a:solidFill>
                <a:latin typeface="Times New Roman" panose="02020603050405020304" pitchFamily="18" charset="0"/>
                <a:cs typeface="Times New Roman" panose="02020603050405020304" pitchFamily="18" charset="0"/>
              </a:rPr>
              <a:t>Catastrophe</a:t>
            </a:r>
          </a:p>
        </p:txBody>
      </p:sp>
      <p:sp>
        <p:nvSpPr>
          <p:cNvPr id="6" name="ZoneTexte 5">
            <a:extLst>
              <a:ext uri="{FF2B5EF4-FFF2-40B4-BE49-F238E27FC236}">
                <a16:creationId xmlns:a16="http://schemas.microsoft.com/office/drawing/2014/main" id="{371FB44A-46C1-F3BF-F8D6-2915C54CBFF7}"/>
              </a:ext>
            </a:extLst>
          </p:cNvPr>
          <p:cNvSpPr txBox="1"/>
          <p:nvPr/>
        </p:nvSpPr>
        <p:spPr>
          <a:xfrm>
            <a:off x="435935" y="1229648"/>
            <a:ext cx="4528628" cy="2308324"/>
          </a:xfrm>
          <a:prstGeom prst="rect">
            <a:avLst/>
          </a:prstGeom>
          <a:solidFill>
            <a:schemeClr val="accent1">
              <a:lumMod val="90000"/>
            </a:schemeClr>
          </a:solidFill>
        </p:spPr>
        <p:txBody>
          <a:bodyPr wrap="square" rtlCol="0">
            <a:spAutoFit/>
          </a:bodyPr>
          <a:lstStyle/>
          <a:p>
            <a:pPr marL="285750" indent="-285750" algn="just">
              <a:buFont typeface="Wingdings" panose="05000000000000000000" pitchFamily="2" charset="2"/>
              <a:buChar char="v"/>
            </a:pPr>
            <a:r>
              <a:rPr lang="fr-FR" sz="1600" dirty="0">
                <a:solidFill>
                  <a:schemeClr val="bg1"/>
                </a:solidFill>
                <a:latin typeface="Times New Roman" panose="02020603050405020304" pitchFamily="18" charset="0"/>
                <a:cs typeface="Times New Roman" panose="02020603050405020304" pitchFamily="18" charset="0"/>
              </a:rPr>
              <a:t>Défaillance de l'installation de refroidissement </a:t>
            </a:r>
          </a:p>
          <a:p>
            <a:pPr marL="285750" indent="-285750" algn="just">
              <a:buFont typeface="Wingdings" panose="05000000000000000000" pitchFamily="2" charset="2"/>
              <a:buChar char="v"/>
            </a:pPr>
            <a:r>
              <a:rPr lang="fr-FR" sz="1600" dirty="0">
                <a:solidFill>
                  <a:schemeClr val="bg1"/>
                </a:solidFill>
                <a:latin typeface="Times New Roman" panose="02020603050405020304" pitchFamily="18" charset="0"/>
                <a:cs typeface="Times New Roman" panose="02020603050405020304" pitchFamily="18" charset="0"/>
              </a:rPr>
              <a:t>Cyber-attaques </a:t>
            </a:r>
          </a:p>
          <a:p>
            <a:pPr marL="285750" indent="-285750" algn="just">
              <a:buFont typeface="Wingdings" panose="05000000000000000000" pitchFamily="2" charset="2"/>
              <a:buChar char="v"/>
            </a:pPr>
            <a:r>
              <a:rPr lang="fr-FR" sz="1600" dirty="0">
                <a:solidFill>
                  <a:schemeClr val="bg1"/>
                </a:solidFill>
                <a:latin typeface="Times New Roman" panose="02020603050405020304" pitchFamily="18" charset="0"/>
                <a:cs typeface="Times New Roman" panose="02020603050405020304" pitchFamily="18" charset="0"/>
              </a:rPr>
              <a:t>Catastrophes causées par une panne d'équipement </a:t>
            </a:r>
          </a:p>
          <a:p>
            <a:pPr marL="285750" indent="-285750" algn="just">
              <a:buFont typeface="Wingdings" panose="05000000000000000000" pitchFamily="2" charset="2"/>
              <a:buChar char="v"/>
            </a:pPr>
            <a:r>
              <a:rPr lang="fr-FR" sz="1600" dirty="0">
                <a:solidFill>
                  <a:schemeClr val="bg1"/>
                </a:solidFill>
                <a:latin typeface="Times New Roman" panose="02020603050405020304" pitchFamily="18" charset="0"/>
                <a:cs typeface="Times New Roman" panose="02020603050405020304" pitchFamily="18" charset="0"/>
              </a:rPr>
              <a:t>Catastrophes causées par les conditions environnementales </a:t>
            </a:r>
          </a:p>
          <a:p>
            <a:pPr marL="285750" indent="-285750" algn="just">
              <a:buFont typeface="Wingdings" panose="05000000000000000000" pitchFamily="2" charset="2"/>
              <a:buChar char="v"/>
            </a:pPr>
            <a:r>
              <a:rPr lang="fr-FR" sz="1600" dirty="0">
                <a:solidFill>
                  <a:schemeClr val="bg1"/>
                </a:solidFill>
                <a:latin typeface="Times New Roman" panose="02020603050405020304" pitchFamily="18" charset="0"/>
                <a:cs typeface="Times New Roman" panose="02020603050405020304" pitchFamily="18" charset="0"/>
              </a:rPr>
              <a:t>Catastrophes causées par l'homme Plan de Continuité d'Activités (PCA) Catastrophe </a:t>
            </a:r>
          </a:p>
          <a:p>
            <a:pPr marL="285750" indent="-285750" algn="just">
              <a:buFont typeface="Wingdings" panose="05000000000000000000" pitchFamily="2" charset="2"/>
              <a:buChar char="v"/>
            </a:pPr>
            <a:r>
              <a:rPr lang="fr-FR" sz="1600" dirty="0">
                <a:solidFill>
                  <a:schemeClr val="bg1"/>
                </a:solidFill>
                <a:latin typeface="Times New Roman" panose="02020603050405020304" pitchFamily="18" charset="0"/>
                <a:cs typeface="Times New Roman" panose="02020603050405020304" pitchFamily="18" charset="0"/>
              </a:rPr>
              <a:t>Tremblement de terre </a:t>
            </a:r>
          </a:p>
          <a:p>
            <a:pPr marL="285750" indent="-285750" algn="just">
              <a:buFont typeface="Wingdings" panose="05000000000000000000" pitchFamily="2" charset="2"/>
              <a:buChar char="v"/>
            </a:pPr>
            <a:r>
              <a:rPr lang="fr-FR" sz="1600" dirty="0">
                <a:solidFill>
                  <a:schemeClr val="bg1"/>
                </a:solidFill>
                <a:latin typeface="Times New Roman" panose="02020603050405020304" pitchFamily="18" charset="0"/>
                <a:cs typeface="Times New Roman" panose="02020603050405020304" pitchFamily="18" charset="0"/>
              </a:rPr>
              <a:t>Divulgation d'informations sensibles</a:t>
            </a:r>
          </a:p>
        </p:txBody>
      </p:sp>
      <p:sp>
        <p:nvSpPr>
          <p:cNvPr id="3" name="ZoneTexte 2">
            <a:extLst>
              <a:ext uri="{FF2B5EF4-FFF2-40B4-BE49-F238E27FC236}">
                <a16:creationId xmlns:a16="http://schemas.microsoft.com/office/drawing/2014/main" id="{D8467D99-6B34-F2AA-0E46-B394A354D980}"/>
              </a:ext>
            </a:extLst>
          </p:cNvPr>
          <p:cNvSpPr txBox="1"/>
          <p:nvPr/>
        </p:nvSpPr>
        <p:spPr>
          <a:xfrm>
            <a:off x="5401338" y="1198870"/>
            <a:ext cx="3476848" cy="2369880"/>
          </a:xfrm>
          <a:prstGeom prst="rect">
            <a:avLst/>
          </a:prstGeom>
          <a:solidFill>
            <a:schemeClr val="accent1">
              <a:lumMod val="90000"/>
            </a:schemeClr>
          </a:solidFill>
        </p:spPr>
        <p:txBody>
          <a:bodyPr wrap="square" rtlCol="0">
            <a:spAutoFit/>
          </a:bodyPr>
          <a:lstStyle/>
          <a:p>
            <a:pPr marL="285750" indent="-285750">
              <a:buFont typeface="Wingdings" panose="05000000000000000000" pitchFamily="2" charset="2"/>
              <a:buChar char="v"/>
            </a:pPr>
            <a:r>
              <a:rPr lang="fr-FR" sz="1600" dirty="0">
                <a:solidFill>
                  <a:schemeClr val="bg1"/>
                </a:solidFill>
                <a:latin typeface="Times New Roman" panose="02020603050405020304" pitchFamily="18" charset="0"/>
                <a:cs typeface="Times New Roman" panose="02020603050405020304" pitchFamily="18" charset="0"/>
              </a:rPr>
              <a:t>Glissements de terrain, etc.</a:t>
            </a:r>
          </a:p>
          <a:p>
            <a:pPr marL="285750" indent="-285750">
              <a:buFont typeface="Wingdings" panose="05000000000000000000" pitchFamily="2" charset="2"/>
              <a:buChar char="v"/>
            </a:pPr>
            <a:r>
              <a:rPr lang="fr-FR" sz="1600" dirty="0">
                <a:solidFill>
                  <a:schemeClr val="bg1"/>
                </a:solidFill>
                <a:latin typeface="Times New Roman" panose="02020603050405020304" pitchFamily="18" charset="0"/>
                <a:cs typeface="Times New Roman" panose="02020603050405020304" pitchFamily="18" charset="0"/>
              </a:rPr>
              <a:t>Guerre</a:t>
            </a:r>
            <a:r>
              <a:rPr lang="fr-FR" sz="2000" dirty="0"/>
              <a:t> </a:t>
            </a:r>
          </a:p>
          <a:p>
            <a:pPr marL="285750" indent="-285750">
              <a:buFont typeface="Wingdings" panose="05000000000000000000" pitchFamily="2" charset="2"/>
              <a:buChar char="v"/>
            </a:pPr>
            <a:r>
              <a:rPr lang="fr-FR" sz="1600" dirty="0">
                <a:solidFill>
                  <a:schemeClr val="bg1"/>
                </a:solidFill>
                <a:latin typeface="Times New Roman" panose="02020603050405020304" pitchFamily="18" charset="0"/>
                <a:cs typeface="Times New Roman" panose="02020603050405020304" pitchFamily="18" charset="0"/>
              </a:rPr>
              <a:t>Panne de courant ou coupures de courant </a:t>
            </a:r>
          </a:p>
          <a:p>
            <a:pPr marL="285750" indent="-285750">
              <a:buFont typeface="Wingdings" panose="05000000000000000000" pitchFamily="2" charset="2"/>
              <a:buChar char="v"/>
            </a:pPr>
            <a:r>
              <a:rPr lang="fr-FR" sz="1600" dirty="0">
                <a:solidFill>
                  <a:schemeClr val="bg1"/>
                </a:solidFill>
                <a:latin typeface="Times New Roman" panose="02020603050405020304" pitchFamily="18" charset="0"/>
                <a:cs typeface="Times New Roman" panose="02020603050405020304" pitchFamily="18" charset="0"/>
              </a:rPr>
              <a:t>Sabotage </a:t>
            </a:r>
          </a:p>
          <a:p>
            <a:pPr marL="285750" indent="-285750">
              <a:buFont typeface="Wingdings" panose="05000000000000000000" pitchFamily="2" charset="2"/>
              <a:buChar char="v"/>
            </a:pPr>
            <a:r>
              <a:rPr lang="fr-FR" sz="1600" dirty="0">
                <a:solidFill>
                  <a:schemeClr val="bg1"/>
                </a:solidFill>
                <a:latin typeface="Times New Roman" panose="02020603050405020304" pitchFamily="18" charset="0"/>
                <a:cs typeface="Times New Roman" panose="02020603050405020304" pitchFamily="18" charset="0"/>
              </a:rPr>
              <a:t>Failles de sécurité</a:t>
            </a:r>
          </a:p>
          <a:p>
            <a:pPr marL="285750" indent="-285750">
              <a:buFont typeface="Wingdings" panose="05000000000000000000" pitchFamily="2" charset="2"/>
              <a:buChar char="v"/>
            </a:pPr>
            <a:r>
              <a:rPr lang="fr-FR" sz="1600" dirty="0">
                <a:solidFill>
                  <a:schemeClr val="bg1"/>
                </a:solidFill>
                <a:latin typeface="Times New Roman" panose="02020603050405020304" pitchFamily="18" charset="0"/>
                <a:cs typeface="Times New Roman" panose="02020603050405020304" pitchFamily="18" charset="0"/>
              </a:rPr>
              <a:t>Dommages au système, etc. </a:t>
            </a:r>
          </a:p>
          <a:p>
            <a:pPr marL="285750" indent="-285750">
              <a:buFont typeface="Wingdings" panose="05000000000000000000" pitchFamily="2" charset="2"/>
              <a:buChar char="v"/>
            </a:pPr>
            <a:r>
              <a:rPr lang="fr-FR" sz="1600" dirty="0">
                <a:solidFill>
                  <a:schemeClr val="bg1"/>
                </a:solidFill>
                <a:latin typeface="Times New Roman" panose="02020603050405020304" pitchFamily="18" charset="0"/>
                <a:cs typeface="Times New Roman" panose="02020603050405020304" pitchFamily="18" charset="0"/>
              </a:rPr>
              <a:t>Attaque terroriste</a:t>
            </a:r>
          </a:p>
          <a:p>
            <a:pPr marL="285750" indent="-285750">
              <a:buFont typeface="Wingdings" panose="05000000000000000000" pitchFamily="2" charset="2"/>
              <a:buChar char="v"/>
            </a:pPr>
            <a:endParaRPr lang="fr-FR" sz="1600" dirty="0">
              <a:solidFill>
                <a:schemeClr val="bg1"/>
              </a:solidFill>
              <a:latin typeface="Times New Roman" panose="02020603050405020304" pitchFamily="18" charset="0"/>
              <a:cs typeface="Times New Roman" panose="02020603050405020304" pitchFamily="18" charset="0"/>
            </a:endParaRPr>
          </a:p>
        </p:txBody>
      </p:sp>
      <p:sp>
        <p:nvSpPr>
          <p:cNvPr id="7" name="Ellipse 6">
            <a:extLst>
              <a:ext uri="{FF2B5EF4-FFF2-40B4-BE49-F238E27FC236}">
                <a16:creationId xmlns:a16="http://schemas.microsoft.com/office/drawing/2014/main" id="{5C9EDE53-9C37-C4AF-3A62-86039151D69B}"/>
              </a:ext>
            </a:extLst>
          </p:cNvPr>
          <p:cNvSpPr/>
          <p:nvPr/>
        </p:nvSpPr>
        <p:spPr>
          <a:xfrm>
            <a:off x="8263467" y="133932"/>
            <a:ext cx="620889" cy="453090"/>
          </a:xfrm>
          <a:prstGeom prst="ellipse">
            <a:avLst/>
          </a:prstGeom>
          <a:solidFill>
            <a:srgbClr val="6EB8D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19</a:t>
            </a:r>
          </a:p>
        </p:txBody>
      </p:sp>
    </p:spTree>
    <p:extLst>
      <p:ext uri="{BB962C8B-B14F-4D97-AF65-F5344CB8AC3E}">
        <p14:creationId xmlns:p14="http://schemas.microsoft.com/office/powerpoint/2010/main" val="2315780345"/>
      </p:ext>
    </p:extLst>
  </p:cSld>
  <p:clrMapOvr>
    <a:masterClrMapping/>
  </p:clrMapOvr>
  <p:transition spd="slow">
    <p:randomBar dir="vert"/>
  </p:transition>
</p:sld>
</file>

<file path=ppt/slides/slide20.xml><?xml version="1.0" encoding="utf-8"?>
<p:sld xmlns:a="http://schemas.openxmlformats.org/drawingml/2006/main" xmlns:r="http://schemas.openxmlformats.org/officeDocument/2006/relationships" xmlns:p="http://schemas.openxmlformats.org/presentationml/2006/main">
  <p:cSld>
    <p:bg>
      <p:bgPr>
        <a:gradFill>
          <a:gsLst>
            <a:gs pos="0">
              <a:srgbClr val="13367C"/>
            </a:gs>
            <a:gs pos="100000">
              <a:schemeClr val="dk2"/>
            </a:gs>
          </a:gsLst>
          <a:lin ang="5400012" scaled="0"/>
        </a:gradFill>
        <a:effectLst/>
      </p:bgPr>
    </p:bg>
    <p:spTree>
      <p:nvGrpSpPr>
        <p:cNvPr id="1" name="Shape 672"/>
        <p:cNvGrpSpPr/>
        <p:nvPr/>
      </p:nvGrpSpPr>
      <p:grpSpPr>
        <a:xfrm>
          <a:off x="0" y="0"/>
          <a:ext cx="0" cy="0"/>
          <a:chOff x="0" y="0"/>
          <a:chExt cx="0" cy="0"/>
        </a:xfrm>
      </p:grpSpPr>
      <p:sp>
        <p:nvSpPr>
          <p:cNvPr id="4" name="ZoneTexte 3">
            <a:extLst>
              <a:ext uri="{FF2B5EF4-FFF2-40B4-BE49-F238E27FC236}">
                <a16:creationId xmlns:a16="http://schemas.microsoft.com/office/drawing/2014/main" id="{6E94F017-D584-130D-AB21-F62D2148AE65}"/>
              </a:ext>
            </a:extLst>
          </p:cNvPr>
          <p:cNvSpPr txBox="1"/>
          <p:nvPr/>
        </p:nvSpPr>
        <p:spPr>
          <a:xfrm>
            <a:off x="636901" y="0"/>
            <a:ext cx="7604910" cy="461665"/>
          </a:xfrm>
          <a:prstGeom prst="rect">
            <a:avLst/>
          </a:prstGeom>
          <a:noFill/>
        </p:spPr>
        <p:txBody>
          <a:bodyPr wrap="square">
            <a:spAutoFit/>
          </a:bodyPr>
          <a:lstStyle/>
          <a:p>
            <a:pPr algn="ctr"/>
            <a:r>
              <a:rPr lang="fr-FR" sz="2400" dirty="0">
                <a:solidFill>
                  <a:schemeClr val="bg1"/>
                </a:solidFill>
                <a:latin typeface="Times New Roman" panose="02020603050405020304" pitchFamily="18" charset="0"/>
                <a:cs typeface="Times New Roman" panose="02020603050405020304" pitchFamily="18" charset="0"/>
              </a:rPr>
              <a:t>Plan de Continuité d'Activités (PCA)</a:t>
            </a:r>
          </a:p>
        </p:txBody>
      </p:sp>
      <p:cxnSp>
        <p:nvCxnSpPr>
          <p:cNvPr id="5" name="Connecteur droit 4">
            <a:extLst>
              <a:ext uri="{FF2B5EF4-FFF2-40B4-BE49-F238E27FC236}">
                <a16:creationId xmlns:a16="http://schemas.microsoft.com/office/drawing/2014/main" id="{E934C8D2-9B8F-7480-CFC3-780F0E40008C}"/>
              </a:ext>
            </a:extLst>
          </p:cNvPr>
          <p:cNvCxnSpPr>
            <a:cxnSpLocks/>
          </p:cNvCxnSpPr>
          <p:nvPr/>
        </p:nvCxnSpPr>
        <p:spPr>
          <a:xfrm>
            <a:off x="435935" y="602732"/>
            <a:ext cx="8187070" cy="0"/>
          </a:xfrm>
          <a:prstGeom prst="line">
            <a:avLst/>
          </a:prstGeom>
        </p:spPr>
        <p:style>
          <a:lnRef idx="2">
            <a:schemeClr val="accent4"/>
          </a:lnRef>
          <a:fillRef idx="0">
            <a:schemeClr val="accent4"/>
          </a:fillRef>
          <a:effectRef idx="1">
            <a:schemeClr val="accent4"/>
          </a:effectRef>
          <a:fontRef idx="minor">
            <a:schemeClr val="tx1"/>
          </a:fontRef>
        </p:style>
      </p:cxnSp>
      <p:sp>
        <p:nvSpPr>
          <p:cNvPr id="2" name="ZoneTexte 1">
            <a:extLst>
              <a:ext uri="{FF2B5EF4-FFF2-40B4-BE49-F238E27FC236}">
                <a16:creationId xmlns:a16="http://schemas.microsoft.com/office/drawing/2014/main" id="{197EFB64-DC4C-6FD9-3A6E-9AA80D653B79}"/>
              </a:ext>
            </a:extLst>
          </p:cNvPr>
          <p:cNvSpPr txBox="1"/>
          <p:nvPr/>
        </p:nvSpPr>
        <p:spPr>
          <a:xfrm>
            <a:off x="355822" y="743800"/>
            <a:ext cx="2493704" cy="392159"/>
          </a:xfrm>
          <a:prstGeom prst="rect">
            <a:avLst/>
          </a:prstGeom>
          <a:noFill/>
        </p:spPr>
        <p:txBody>
          <a:bodyPr wrap="square" rtlCol="0">
            <a:spAutoFit/>
          </a:bodyPr>
          <a:lstStyle/>
          <a:p>
            <a:pPr marL="285750" indent="-285750">
              <a:lnSpc>
                <a:spcPct val="115000"/>
              </a:lnSpc>
              <a:spcBef>
                <a:spcPts val="2400"/>
              </a:spcBef>
              <a:buFont typeface="Wingdings" panose="05000000000000000000" pitchFamily="2" charset="2"/>
              <a:buChar char="Ø"/>
            </a:pPr>
            <a:r>
              <a:rPr lang="en-US" sz="1800" kern="0" dirty="0">
                <a:solidFill>
                  <a:schemeClr val="bg1"/>
                </a:solidFill>
                <a:effectLst/>
                <a:latin typeface="Times New Roman" panose="02020603050405020304" pitchFamily="18" charset="0"/>
                <a:ea typeface="MS Gothic" panose="020B0609070205080204" pitchFamily="49" charset="-128"/>
                <a:cs typeface="Times New Roman" panose="02020603050405020304" pitchFamily="18" charset="0"/>
              </a:rPr>
              <a:t>Étapes </a:t>
            </a:r>
            <a:r>
              <a:rPr lang="en-US" sz="1800" kern="0" dirty="0" err="1">
                <a:solidFill>
                  <a:schemeClr val="bg1"/>
                </a:solidFill>
                <a:effectLst/>
                <a:latin typeface="Times New Roman" panose="02020603050405020304" pitchFamily="18" charset="0"/>
                <a:ea typeface="MS Gothic" panose="020B0609070205080204" pitchFamily="49" charset="-128"/>
                <a:cs typeface="Times New Roman" panose="02020603050405020304" pitchFamily="18" charset="0"/>
              </a:rPr>
              <a:t>clés</a:t>
            </a:r>
            <a:r>
              <a:rPr lang="en-US" sz="1800" kern="0" dirty="0">
                <a:solidFill>
                  <a:schemeClr val="bg1"/>
                </a:solidFill>
                <a:effectLst/>
                <a:latin typeface="Times New Roman" panose="02020603050405020304" pitchFamily="18" charset="0"/>
                <a:ea typeface="MS Gothic" panose="020B0609070205080204" pitchFamily="49" charset="-128"/>
                <a:cs typeface="Times New Roman" panose="02020603050405020304" pitchFamily="18" charset="0"/>
              </a:rPr>
              <a:t> du PCA</a:t>
            </a:r>
            <a:endParaRPr lang="fr-FR" sz="1800" kern="0" dirty="0">
              <a:solidFill>
                <a:schemeClr val="bg1"/>
              </a:solidFill>
              <a:effectLst/>
              <a:latin typeface="Times New Roman" panose="02020603050405020304" pitchFamily="18" charset="0"/>
              <a:ea typeface="MS Gothic" panose="020B0609070205080204" pitchFamily="49" charset="-128"/>
              <a:cs typeface="Times New Roman" panose="02020603050405020304" pitchFamily="18" charset="0"/>
            </a:endParaRPr>
          </a:p>
        </p:txBody>
      </p:sp>
      <p:sp>
        <p:nvSpPr>
          <p:cNvPr id="6" name="ZoneTexte 5">
            <a:extLst>
              <a:ext uri="{FF2B5EF4-FFF2-40B4-BE49-F238E27FC236}">
                <a16:creationId xmlns:a16="http://schemas.microsoft.com/office/drawing/2014/main" id="{371FB44A-46C1-F3BF-F8D6-2915C54CBFF7}"/>
              </a:ext>
            </a:extLst>
          </p:cNvPr>
          <p:cNvSpPr txBox="1"/>
          <p:nvPr/>
        </p:nvSpPr>
        <p:spPr>
          <a:xfrm>
            <a:off x="636901" y="1113132"/>
            <a:ext cx="3935099" cy="2281522"/>
          </a:xfrm>
          <a:prstGeom prst="rect">
            <a:avLst/>
          </a:prstGeom>
          <a:solidFill>
            <a:schemeClr val="accent1">
              <a:lumMod val="90000"/>
            </a:schemeClr>
          </a:solidFill>
        </p:spPr>
        <p:txBody>
          <a:bodyPr wrap="square" rtlCol="0">
            <a:spAutoFit/>
          </a:bodyPr>
          <a:lstStyle/>
          <a:p>
            <a:pPr>
              <a:lnSpc>
                <a:spcPct val="115000"/>
              </a:lnSpc>
              <a:spcAft>
                <a:spcPts val="1000"/>
              </a:spcAft>
            </a:pPr>
            <a:r>
              <a:rPr lang="en-US" sz="1600" dirty="0">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1. </a:t>
            </a:r>
            <a:r>
              <a:rPr lang="en-US" sz="1600" dirty="0" err="1">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Analyse</a:t>
            </a:r>
            <a:r>
              <a:rPr lang="en-US" sz="1600" dirty="0">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 </a:t>
            </a:r>
            <a:r>
              <a:rPr lang="en-US" sz="1600" dirty="0" err="1">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d’Impact</a:t>
            </a:r>
            <a:r>
              <a:rPr lang="en-US" sz="1600" dirty="0">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 sur </a:t>
            </a:r>
            <a:r>
              <a:rPr lang="en-US" sz="1600" dirty="0" err="1">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l’Activité</a:t>
            </a:r>
            <a:r>
              <a:rPr lang="en-US" sz="1600" dirty="0">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  pour identifier les processus critiques.</a:t>
            </a:r>
            <a:endParaRPr lang="fr-FR" sz="1600" dirty="0">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endParaRPr>
          </a:p>
          <a:p>
            <a:pPr>
              <a:lnSpc>
                <a:spcPct val="115000"/>
              </a:lnSpc>
              <a:spcAft>
                <a:spcPts val="1000"/>
              </a:spcAft>
            </a:pPr>
            <a:r>
              <a:rPr lang="en-US" sz="1600" dirty="0">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2. </a:t>
            </a:r>
            <a:r>
              <a:rPr lang="en-US" sz="1600" dirty="0" err="1">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Évaluation</a:t>
            </a:r>
            <a:r>
              <a:rPr lang="en-US" sz="1600" dirty="0">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 des </a:t>
            </a:r>
            <a:r>
              <a:rPr lang="en-US" sz="1600" dirty="0" err="1">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risques</a:t>
            </a:r>
            <a:r>
              <a:rPr lang="en-US" sz="1600" dirty="0">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 internes et externes.</a:t>
            </a:r>
            <a:endParaRPr lang="fr-FR" sz="1600" dirty="0">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endParaRPr>
          </a:p>
          <a:p>
            <a:pPr>
              <a:lnSpc>
                <a:spcPct val="115000"/>
              </a:lnSpc>
              <a:spcAft>
                <a:spcPts val="1000"/>
              </a:spcAft>
            </a:pPr>
            <a:r>
              <a:rPr lang="en-US" sz="1600" dirty="0">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3. </a:t>
            </a:r>
            <a:r>
              <a:rPr lang="en-US" sz="1600" dirty="0" err="1">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Élaboration</a:t>
            </a:r>
            <a:r>
              <a:rPr lang="en-US" sz="1600" dirty="0">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 des </a:t>
            </a:r>
            <a:r>
              <a:rPr lang="en-US" sz="1600" dirty="0" err="1">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procédures</a:t>
            </a:r>
            <a:r>
              <a:rPr lang="en-US" sz="1600" dirty="0">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 de </a:t>
            </a:r>
            <a:r>
              <a:rPr lang="en-US" sz="1600" dirty="0" err="1">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continuité</a:t>
            </a:r>
            <a:r>
              <a:rPr lang="en-US" sz="1600" dirty="0">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a:t>
            </a:r>
            <a:endParaRPr lang="fr-FR" sz="1600" dirty="0">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endParaRPr>
          </a:p>
          <a:p>
            <a:pPr>
              <a:lnSpc>
                <a:spcPct val="115000"/>
              </a:lnSpc>
              <a:spcAft>
                <a:spcPts val="1000"/>
              </a:spcAft>
            </a:pPr>
            <a:r>
              <a:rPr lang="en-US" sz="1600" dirty="0">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4. Communication et documentation du plan.</a:t>
            </a:r>
            <a:endParaRPr lang="fr-FR" sz="1600" dirty="0">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endParaRPr>
          </a:p>
          <a:p>
            <a:pPr>
              <a:lnSpc>
                <a:spcPct val="115000"/>
              </a:lnSpc>
              <a:spcAft>
                <a:spcPts val="1000"/>
              </a:spcAft>
            </a:pPr>
            <a:r>
              <a:rPr lang="en-US" sz="1600" dirty="0">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5. Tests </a:t>
            </a:r>
            <a:r>
              <a:rPr lang="en-US" sz="1600" dirty="0" err="1">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réguliers</a:t>
            </a:r>
            <a:r>
              <a:rPr lang="en-US" sz="1600" dirty="0">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 et mise à jour continue.</a:t>
            </a:r>
            <a:endParaRPr lang="fr-FR" sz="1600" dirty="0">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endParaRPr>
          </a:p>
        </p:txBody>
      </p:sp>
      <p:sp>
        <p:nvSpPr>
          <p:cNvPr id="3" name="ZoneTexte 2">
            <a:extLst>
              <a:ext uri="{FF2B5EF4-FFF2-40B4-BE49-F238E27FC236}">
                <a16:creationId xmlns:a16="http://schemas.microsoft.com/office/drawing/2014/main" id="{267BA6EF-AEBE-4808-CEB9-872E967C49F9}"/>
              </a:ext>
            </a:extLst>
          </p:cNvPr>
          <p:cNvSpPr txBox="1"/>
          <p:nvPr/>
        </p:nvSpPr>
        <p:spPr>
          <a:xfrm>
            <a:off x="5034885" y="1113132"/>
            <a:ext cx="3753293" cy="2308324"/>
          </a:xfrm>
          <a:prstGeom prst="rect">
            <a:avLst/>
          </a:prstGeom>
          <a:solidFill>
            <a:schemeClr val="accent1">
              <a:lumMod val="90000"/>
            </a:schemeClr>
          </a:solidFill>
        </p:spPr>
        <p:txBody>
          <a:bodyPr wrap="square" rtlCol="0">
            <a:spAutoFit/>
          </a:bodyPr>
          <a:lstStyle/>
          <a:p>
            <a:r>
              <a:rPr lang="fr-FR" sz="1600" dirty="0">
                <a:solidFill>
                  <a:schemeClr val="bg1"/>
                </a:solidFill>
                <a:latin typeface="Times New Roman" panose="02020603050405020304" pitchFamily="18" charset="0"/>
                <a:cs typeface="Times New Roman" panose="02020603050405020304" pitchFamily="18" charset="0"/>
              </a:rPr>
              <a:t>6. Réduire le temps d'arrêt</a:t>
            </a:r>
          </a:p>
          <a:p>
            <a:r>
              <a:rPr lang="fr-FR" sz="1600" dirty="0">
                <a:solidFill>
                  <a:schemeClr val="bg1"/>
                </a:solidFill>
                <a:latin typeface="Times New Roman" panose="02020603050405020304" pitchFamily="18" charset="0"/>
                <a:cs typeface="Times New Roman" panose="02020603050405020304" pitchFamily="18" charset="0"/>
              </a:rPr>
              <a:t>7. Minimiser les pertes financières</a:t>
            </a:r>
          </a:p>
          <a:p>
            <a:r>
              <a:rPr lang="fr-FR" sz="1600" dirty="0">
                <a:solidFill>
                  <a:schemeClr val="bg1"/>
                </a:solidFill>
                <a:latin typeface="Times New Roman" panose="02020603050405020304" pitchFamily="18" charset="0"/>
                <a:cs typeface="Times New Roman" panose="02020603050405020304" pitchFamily="18" charset="0"/>
              </a:rPr>
              <a:t>8. Protéger la réputation de l'entreprise</a:t>
            </a:r>
          </a:p>
          <a:p>
            <a:r>
              <a:rPr lang="fr-FR" sz="1600" dirty="0">
                <a:solidFill>
                  <a:schemeClr val="bg1"/>
                </a:solidFill>
                <a:latin typeface="Times New Roman" panose="02020603050405020304" pitchFamily="18" charset="0"/>
                <a:cs typeface="Times New Roman" panose="02020603050405020304" pitchFamily="18" charset="0"/>
              </a:rPr>
              <a:t>9. Assurer la sécurité des employés et des actifs</a:t>
            </a:r>
          </a:p>
          <a:p>
            <a:r>
              <a:rPr lang="fr-FR" sz="1600" dirty="0">
                <a:solidFill>
                  <a:schemeClr val="bg1"/>
                </a:solidFill>
                <a:latin typeface="Times New Roman" panose="02020603050405020304" pitchFamily="18" charset="0"/>
                <a:cs typeface="Times New Roman" panose="02020603050405020304" pitchFamily="18" charset="0"/>
              </a:rPr>
              <a:t>10. Se conformer aux exigences légales et réglementaires</a:t>
            </a:r>
          </a:p>
          <a:p>
            <a:endParaRPr lang="fr-FR" sz="1600" dirty="0">
              <a:solidFill>
                <a:schemeClr val="bg1"/>
              </a:solidFill>
              <a:latin typeface="Times New Roman" panose="02020603050405020304" pitchFamily="18" charset="0"/>
              <a:cs typeface="Times New Roman" panose="02020603050405020304" pitchFamily="18" charset="0"/>
            </a:endParaRPr>
          </a:p>
          <a:p>
            <a:endParaRPr lang="fr-FR" sz="1600" dirty="0">
              <a:solidFill>
                <a:schemeClr val="bg1"/>
              </a:solidFill>
              <a:latin typeface="Times New Roman" panose="02020603050405020304" pitchFamily="18" charset="0"/>
              <a:cs typeface="Times New Roman" panose="02020603050405020304" pitchFamily="18" charset="0"/>
            </a:endParaRPr>
          </a:p>
        </p:txBody>
      </p:sp>
      <p:sp>
        <p:nvSpPr>
          <p:cNvPr id="8" name="ZoneTexte 7">
            <a:extLst>
              <a:ext uri="{FF2B5EF4-FFF2-40B4-BE49-F238E27FC236}">
                <a16:creationId xmlns:a16="http://schemas.microsoft.com/office/drawing/2014/main" id="{0BB032C8-7C8A-747A-4F6A-43740B1F12D0}"/>
              </a:ext>
            </a:extLst>
          </p:cNvPr>
          <p:cNvSpPr txBox="1"/>
          <p:nvPr/>
        </p:nvSpPr>
        <p:spPr>
          <a:xfrm>
            <a:off x="1036674" y="3633702"/>
            <a:ext cx="6985591" cy="1077218"/>
          </a:xfrm>
          <a:prstGeom prst="rect">
            <a:avLst/>
          </a:prstGeom>
          <a:noFill/>
        </p:spPr>
        <p:txBody>
          <a:bodyPr wrap="square" rtlCol="0">
            <a:spAutoFit/>
          </a:bodyPr>
          <a:lstStyle/>
          <a:p>
            <a:r>
              <a:rPr lang="fr-FR" sz="1600" dirty="0">
                <a:solidFill>
                  <a:schemeClr val="bg1"/>
                </a:solidFill>
                <a:latin typeface="Times New Roman" panose="02020603050405020304" pitchFamily="18" charset="0"/>
                <a:cs typeface="Times New Roman" panose="02020603050405020304" pitchFamily="18" charset="0"/>
              </a:rPr>
              <a:t>En résumé, le plan de continuité d’activité vise à garantir la continuité des activités de l'entreprise en cas d'incident ou de perturbation, en minimisant les pertes financières, en protégeant la réputation de l'entreprise, en assurant la sécurité des employés et des actifs et en se conformant aux exigences légales et réglementaires.</a:t>
            </a:r>
          </a:p>
        </p:txBody>
      </p:sp>
      <p:sp>
        <p:nvSpPr>
          <p:cNvPr id="7" name="Ellipse 6">
            <a:extLst>
              <a:ext uri="{FF2B5EF4-FFF2-40B4-BE49-F238E27FC236}">
                <a16:creationId xmlns:a16="http://schemas.microsoft.com/office/drawing/2014/main" id="{64412FE9-43C1-E980-419F-CF95F08533B4}"/>
              </a:ext>
            </a:extLst>
          </p:cNvPr>
          <p:cNvSpPr/>
          <p:nvPr/>
        </p:nvSpPr>
        <p:spPr>
          <a:xfrm>
            <a:off x="8263467" y="133932"/>
            <a:ext cx="620889" cy="453090"/>
          </a:xfrm>
          <a:prstGeom prst="ellipse">
            <a:avLst/>
          </a:prstGeom>
          <a:solidFill>
            <a:srgbClr val="6EB8D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20</a:t>
            </a:r>
          </a:p>
        </p:txBody>
      </p:sp>
    </p:spTree>
    <p:extLst>
      <p:ext uri="{BB962C8B-B14F-4D97-AF65-F5344CB8AC3E}">
        <p14:creationId xmlns:p14="http://schemas.microsoft.com/office/powerpoint/2010/main" val="3953607348"/>
      </p:ext>
    </p:extLst>
  </p:cSld>
  <p:clrMapOvr>
    <a:masterClrMapping/>
  </p:clrMapOvr>
  <p:transition spd="slow">
    <p:randomBar dir="vert"/>
  </p:transition>
</p:sld>
</file>

<file path=ppt/slides/slide21.xml><?xml version="1.0" encoding="utf-8"?>
<p:sld xmlns:a="http://schemas.openxmlformats.org/drawingml/2006/main" xmlns:r="http://schemas.openxmlformats.org/officeDocument/2006/relationships" xmlns:p="http://schemas.openxmlformats.org/presentationml/2006/main">
  <p:cSld>
    <p:bg>
      <p:bgPr>
        <a:gradFill>
          <a:gsLst>
            <a:gs pos="0">
              <a:srgbClr val="13367C"/>
            </a:gs>
            <a:gs pos="100000">
              <a:schemeClr val="dk2"/>
            </a:gs>
          </a:gsLst>
          <a:lin ang="5400012" scaled="0"/>
        </a:gradFill>
        <a:effectLst/>
      </p:bgPr>
    </p:bg>
    <p:spTree>
      <p:nvGrpSpPr>
        <p:cNvPr id="1" name="Shape 672"/>
        <p:cNvGrpSpPr/>
        <p:nvPr/>
      </p:nvGrpSpPr>
      <p:grpSpPr>
        <a:xfrm>
          <a:off x="0" y="0"/>
          <a:ext cx="0" cy="0"/>
          <a:chOff x="0" y="0"/>
          <a:chExt cx="0" cy="0"/>
        </a:xfrm>
      </p:grpSpPr>
      <p:sp>
        <p:nvSpPr>
          <p:cNvPr id="4" name="ZoneTexte 3">
            <a:extLst>
              <a:ext uri="{FF2B5EF4-FFF2-40B4-BE49-F238E27FC236}">
                <a16:creationId xmlns:a16="http://schemas.microsoft.com/office/drawing/2014/main" id="{6E94F017-D584-130D-AB21-F62D2148AE65}"/>
              </a:ext>
            </a:extLst>
          </p:cNvPr>
          <p:cNvSpPr txBox="1"/>
          <p:nvPr/>
        </p:nvSpPr>
        <p:spPr>
          <a:xfrm>
            <a:off x="636901" y="0"/>
            <a:ext cx="7604910" cy="461665"/>
          </a:xfrm>
          <a:prstGeom prst="rect">
            <a:avLst/>
          </a:prstGeom>
          <a:noFill/>
        </p:spPr>
        <p:txBody>
          <a:bodyPr wrap="square">
            <a:spAutoFit/>
          </a:bodyPr>
          <a:lstStyle/>
          <a:p>
            <a:pPr algn="ctr"/>
            <a:r>
              <a:rPr lang="fr-FR" sz="2400" dirty="0">
                <a:solidFill>
                  <a:schemeClr val="bg1"/>
                </a:solidFill>
                <a:latin typeface="Times New Roman" panose="02020603050405020304" pitchFamily="18" charset="0"/>
                <a:cs typeface="Times New Roman" panose="02020603050405020304" pitchFamily="18" charset="0"/>
              </a:rPr>
              <a:t>Plan de Continuité d'Activités (PCA)</a:t>
            </a:r>
          </a:p>
        </p:txBody>
      </p:sp>
      <p:cxnSp>
        <p:nvCxnSpPr>
          <p:cNvPr id="5" name="Connecteur droit 4">
            <a:extLst>
              <a:ext uri="{FF2B5EF4-FFF2-40B4-BE49-F238E27FC236}">
                <a16:creationId xmlns:a16="http://schemas.microsoft.com/office/drawing/2014/main" id="{E934C8D2-9B8F-7480-CFC3-780F0E40008C}"/>
              </a:ext>
            </a:extLst>
          </p:cNvPr>
          <p:cNvCxnSpPr>
            <a:cxnSpLocks/>
          </p:cNvCxnSpPr>
          <p:nvPr/>
        </p:nvCxnSpPr>
        <p:spPr>
          <a:xfrm>
            <a:off x="435935" y="602732"/>
            <a:ext cx="7910623" cy="0"/>
          </a:xfrm>
          <a:prstGeom prst="line">
            <a:avLst/>
          </a:prstGeom>
        </p:spPr>
        <p:style>
          <a:lnRef idx="2">
            <a:schemeClr val="accent4"/>
          </a:lnRef>
          <a:fillRef idx="0">
            <a:schemeClr val="accent4"/>
          </a:fillRef>
          <a:effectRef idx="1">
            <a:schemeClr val="accent4"/>
          </a:effectRef>
          <a:fontRef idx="minor">
            <a:schemeClr val="tx1"/>
          </a:fontRef>
        </p:style>
      </p:cxnSp>
      <p:sp>
        <p:nvSpPr>
          <p:cNvPr id="2" name="ZoneTexte 1">
            <a:extLst>
              <a:ext uri="{FF2B5EF4-FFF2-40B4-BE49-F238E27FC236}">
                <a16:creationId xmlns:a16="http://schemas.microsoft.com/office/drawing/2014/main" id="{197EFB64-DC4C-6FD9-3A6E-9AA80D653B79}"/>
              </a:ext>
            </a:extLst>
          </p:cNvPr>
          <p:cNvSpPr txBox="1"/>
          <p:nvPr/>
        </p:nvSpPr>
        <p:spPr>
          <a:xfrm>
            <a:off x="355822" y="743800"/>
            <a:ext cx="5321964" cy="338554"/>
          </a:xfrm>
          <a:prstGeom prst="rect">
            <a:avLst/>
          </a:prstGeom>
          <a:noFill/>
        </p:spPr>
        <p:txBody>
          <a:bodyPr wrap="square" rtlCol="0">
            <a:spAutoFit/>
          </a:bodyPr>
          <a:lstStyle/>
          <a:p>
            <a:pPr marL="285750" indent="-285750">
              <a:buFont typeface="Wingdings" panose="05000000000000000000" pitchFamily="2" charset="2"/>
              <a:buChar char="Ø"/>
            </a:pPr>
            <a:r>
              <a:rPr lang="fr-FR" sz="1600" dirty="0">
                <a:solidFill>
                  <a:schemeClr val="bg1"/>
                </a:solidFill>
                <a:latin typeface="Times New Roman" panose="02020603050405020304" pitchFamily="18" charset="0"/>
                <a:cs typeface="Times New Roman" panose="02020603050405020304" pitchFamily="18" charset="0"/>
              </a:rPr>
              <a:t>Démarche d’élaboration du PCA</a:t>
            </a:r>
          </a:p>
        </p:txBody>
      </p:sp>
      <p:pic>
        <p:nvPicPr>
          <p:cNvPr id="7" name="Image 6">
            <a:extLst>
              <a:ext uri="{FF2B5EF4-FFF2-40B4-BE49-F238E27FC236}">
                <a16:creationId xmlns:a16="http://schemas.microsoft.com/office/drawing/2014/main" id="{99E28487-79C5-5506-D3A2-CEFCA59270F9}"/>
              </a:ext>
            </a:extLst>
          </p:cNvPr>
          <p:cNvPicPr>
            <a:picLocks noChangeAspect="1"/>
          </p:cNvPicPr>
          <p:nvPr/>
        </p:nvPicPr>
        <p:blipFill rotWithShape="1">
          <a:blip r:embed="rId3"/>
          <a:srcRect l="2103" t="1946" r="1830"/>
          <a:stretch/>
        </p:blipFill>
        <p:spPr>
          <a:xfrm>
            <a:off x="712381" y="1082353"/>
            <a:ext cx="7910623" cy="3744819"/>
          </a:xfrm>
          <a:prstGeom prst="rect">
            <a:avLst/>
          </a:prstGeom>
        </p:spPr>
      </p:pic>
      <p:sp>
        <p:nvSpPr>
          <p:cNvPr id="3" name="Ellipse 2">
            <a:extLst>
              <a:ext uri="{FF2B5EF4-FFF2-40B4-BE49-F238E27FC236}">
                <a16:creationId xmlns:a16="http://schemas.microsoft.com/office/drawing/2014/main" id="{7FF001BA-EDAD-AB8B-FD4E-1234095C5BB4}"/>
              </a:ext>
            </a:extLst>
          </p:cNvPr>
          <p:cNvSpPr/>
          <p:nvPr/>
        </p:nvSpPr>
        <p:spPr>
          <a:xfrm>
            <a:off x="8263467" y="133932"/>
            <a:ext cx="620889" cy="453090"/>
          </a:xfrm>
          <a:prstGeom prst="ellipse">
            <a:avLst/>
          </a:prstGeom>
          <a:solidFill>
            <a:srgbClr val="6EB8D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21</a:t>
            </a:r>
          </a:p>
        </p:txBody>
      </p:sp>
    </p:spTree>
    <p:extLst>
      <p:ext uri="{BB962C8B-B14F-4D97-AF65-F5344CB8AC3E}">
        <p14:creationId xmlns:p14="http://schemas.microsoft.com/office/powerpoint/2010/main" val="2499659913"/>
      </p:ext>
    </p:extLst>
  </p:cSld>
  <p:clrMapOvr>
    <a:masterClrMapping/>
  </p:clrMapOvr>
  <p:transition spd="slow">
    <p:randomBar dir="vert"/>
  </p:transition>
</p:sld>
</file>

<file path=ppt/slides/slide22.xml><?xml version="1.0" encoding="utf-8"?>
<p:sld xmlns:a="http://schemas.openxmlformats.org/drawingml/2006/main" xmlns:r="http://schemas.openxmlformats.org/officeDocument/2006/relationships" xmlns:p="http://schemas.openxmlformats.org/presentationml/2006/main">
  <p:cSld>
    <p:bg>
      <p:bgPr>
        <a:gradFill>
          <a:gsLst>
            <a:gs pos="0">
              <a:srgbClr val="13367C"/>
            </a:gs>
            <a:gs pos="100000">
              <a:schemeClr val="dk2"/>
            </a:gs>
          </a:gsLst>
          <a:lin ang="5400012" scaled="0"/>
        </a:gradFill>
        <a:effectLst/>
      </p:bgPr>
    </p:bg>
    <p:spTree>
      <p:nvGrpSpPr>
        <p:cNvPr id="1" name="Shape 672"/>
        <p:cNvGrpSpPr/>
        <p:nvPr/>
      </p:nvGrpSpPr>
      <p:grpSpPr>
        <a:xfrm>
          <a:off x="0" y="0"/>
          <a:ext cx="0" cy="0"/>
          <a:chOff x="0" y="0"/>
          <a:chExt cx="0" cy="0"/>
        </a:xfrm>
      </p:grpSpPr>
      <p:sp>
        <p:nvSpPr>
          <p:cNvPr id="4" name="ZoneTexte 3">
            <a:extLst>
              <a:ext uri="{FF2B5EF4-FFF2-40B4-BE49-F238E27FC236}">
                <a16:creationId xmlns:a16="http://schemas.microsoft.com/office/drawing/2014/main" id="{6E94F017-D584-130D-AB21-F62D2148AE65}"/>
              </a:ext>
            </a:extLst>
          </p:cNvPr>
          <p:cNvSpPr txBox="1"/>
          <p:nvPr/>
        </p:nvSpPr>
        <p:spPr>
          <a:xfrm>
            <a:off x="636901" y="0"/>
            <a:ext cx="7604910" cy="461665"/>
          </a:xfrm>
          <a:prstGeom prst="rect">
            <a:avLst/>
          </a:prstGeom>
          <a:noFill/>
        </p:spPr>
        <p:txBody>
          <a:bodyPr wrap="square">
            <a:spAutoFit/>
          </a:bodyPr>
          <a:lstStyle/>
          <a:p>
            <a:pPr algn="ctr"/>
            <a:r>
              <a:rPr lang="fr-FR" sz="2400" dirty="0">
                <a:solidFill>
                  <a:schemeClr val="bg1"/>
                </a:solidFill>
                <a:latin typeface="Times New Roman" panose="02020603050405020304" pitchFamily="18" charset="0"/>
                <a:cs typeface="Times New Roman" panose="02020603050405020304" pitchFamily="18" charset="0"/>
              </a:rPr>
              <a:t>Plan de Continuité d'Activités (PCA)</a:t>
            </a:r>
          </a:p>
        </p:txBody>
      </p:sp>
      <p:cxnSp>
        <p:nvCxnSpPr>
          <p:cNvPr id="5" name="Connecteur droit 4">
            <a:extLst>
              <a:ext uri="{FF2B5EF4-FFF2-40B4-BE49-F238E27FC236}">
                <a16:creationId xmlns:a16="http://schemas.microsoft.com/office/drawing/2014/main" id="{E934C8D2-9B8F-7480-CFC3-780F0E40008C}"/>
              </a:ext>
            </a:extLst>
          </p:cNvPr>
          <p:cNvCxnSpPr>
            <a:cxnSpLocks/>
          </p:cNvCxnSpPr>
          <p:nvPr/>
        </p:nvCxnSpPr>
        <p:spPr>
          <a:xfrm>
            <a:off x="435935" y="602732"/>
            <a:ext cx="7910623" cy="0"/>
          </a:xfrm>
          <a:prstGeom prst="line">
            <a:avLst/>
          </a:prstGeom>
        </p:spPr>
        <p:style>
          <a:lnRef idx="2">
            <a:schemeClr val="accent4"/>
          </a:lnRef>
          <a:fillRef idx="0">
            <a:schemeClr val="accent4"/>
          </a:fillRef>
          <a:effectRef idx="1">
            <a:schemeClr val="accent4"/>
          </a:effectRef>
          <a:fontRef idx="minor">
            <a:schemeClr val="tx1"/>
          </a:fontRef>
        </p:style>
      </p:cxnSp>
      <p:sp>
        <p:nvSpPr>
          <p:cNvPr id="2" name="ZoneTexte 1">
            <a:extLst>
              <a:ext uri="{FF2B5EF4-FFF2-40B4-BE49-F238E27FC236}">
                <a16:creationId xmlns:a16="http://schemas.microsoft.com/office/drawing/2014/main" id="{197EFB64-DC4C-6FD9-3A6E-9AA80D653B79}"/>
              </a:ext>
            </a:extLst>
          </p:cNvPr>
          <p:cNvSpPr txBox="1"/>
          <p:nvPr/>
        </p:nvSpPr>
        <p:spPr>
          <a:xfrm>
            <a:off x="355821" y="743800"/>
            <a:ext cx="6672300" cy="338554"/>
          </a:xfrm>
          <a:prstGeom prst="rect">
            <a:avLst/>
          </a:prstGeom>
          <a:noFill/>
        </p:spPr>
        <p:txBody>
          <a:bodyPr wrap="square" rtlCol="0">
            <a:spAutoFit/>
          </a:bodyPr>
          <a:lstStyle/>
          <a:p>
            <a:pPr marL="285750" indent="-285750">
              <a:buFont typeface="Wingdings" panose="05000000000000000000" pitchFamily="2" charset="2"/>
              <a:buChar char="Ø"/>
            </a:pPr>
            <a:r>
              <a:rPr lang="fr-FR" sz="1600" dirty="0">
                <a:solidFill>
                  <a:schemeClr val="bg1"/>
                </a:solidFill>
                <a:latin typeface="Times New Roman" panose="02020603050405020304" pitchFamily="18" charset="0"/>
                <a:cs typeface="Times New Roman" panose="02020603050405020304" pitchFamily="18" charset="0"/>
              </a:rPr>
              <a:t>Exemple de matrice pour l’évaluation des risques</a:t>
            </a:r>
          </a:p>
        </p:txBody>
      </p:sp>
      <p:pic>
        <p:nvPicPr>
          <p:cNvPr id="9" name="Image 8">
            <a:extLst>
              <a:ext uri="{FF2B5EF4-FFF2-40B4-BE49-F238E27FC236}">
                <a16:creationId xmlns:a16="http://schemas.microsoft.com/office/drawing/2014/main" id="{7B619866-BB3B-43E5-5B4C-DC4C1E01D810}"/>
              </a:ext>
            </a:extLst>
          </p:cNvPr>
          <p:cNvPicPr>
            <a:picLocks noChangeAspect="1"/>
          </p:cNvPicPr>
          <p:nvPr/>
        </p:nvPicPr>
        <p:blipFill>
          <a:blip r:embed="rId3"/>
          <a:stretch>
            <a:fillRect/>
          </a:stretch>
        </p:blipFill>
        <p:spPr>
          <a:xfrm>
            <a:off x="712571" y="1223421"/>
            <a:ext cx="8171785" cy="3392997"/>
          </a:xfrm>
          <a:prstGeom prst="rect">
            <a:avLst/>
          </a:prstGeom>
        </p:spPr>
      </p:pic>
      <p:sp>
        <p:nvSpPr>
          <p:cNvPr id="3" name="Ellipse 2">
            <a:extLst>
              <a:ext uri="{FF2B5EF4-FFF2-40B4-BE49-F238E27FC236}">
                <a16:creationId xmlns:a16="http://schemas.microsoft.com/office/drawing/2014/main" id="{55834C1B-668D-F82E-5AE7-405244628913}"/>
              </a:ext>
            </a:extLst>
          </p:cNvPr>
          <p:cNvSpPr/>
          <p:nvPr/>
        </p:nvSpPr>
        <p:spPr>
          <a:xfrm>
            <a:off x="8263467" y="133932"/>
            <a:ext cx="620889" cy="453090"/>
          </a:xfrm>
          <a:prstGeom prst="ellipse">
            <a:avLst/>
          </a:prstGeom>
          <a:solidFill>
            <a:srgbClr val="6EB8D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22</a:t>
            </a:r>
          </a:p>
        </p:txBody>
      </p:sp>
    </p:spTree>
    <p:extLst>
      <p:ext uri="{BB962C8B-B14F-4D97-AF65-F5344CB8AC3E}">
        <p14:creationId xmlns:p14="http://schemas.microsoft.com/office/powerpoint/2010/main" val="3497604735"/>
      </p:ext>
    </p:extLst>
  </p:cSld>
  <p:clrMapOvr>
    <a:masterClrMapping/>
  </p:clrMapOvr>
  <p:transition spd="slow">
    <p:randomBar dir="vert"/>
  </p:transition>
</p:sld>
</file>

<file path=ppt/slides/slide23.xml><?xml version="1.0" encoding="utf-8"?>
<p:sld xmlns:a="http://schemas.openxmlformats.org/drawingml/2006/main" xmlns:r="http://schemas.openxmlformats.org/officeDocument/2006/relationships" xmlns:p="http://schemas.openxmlformats.org/presentationml/2006/main">
  <p:cSld>
    <p:bg>
      <p:bgPr>
        <a:gradFill>
          <a:gsLst>
            <a:gs pos="0">
              <a:srgbClr val="13367C"/>
            </a:gs>
            <a:gs pos="100000">
              <a:schemeClr val="dk2"/>
            </a:gs>
          </a:gsLst>
          <a:lin ang="5400012" scaled="0"/>
        </a:gradFill>
        <a:effectLst/>
      </p:bgPr>
    </p:bg>
    <p:spTree>
      <p:nvGrpSpPr>
        <p:cNvPr id="1" name="Shape 672"/>
        <p:cNvGrpSpPr/>
        <p:nvPr/>
      </p:nvGrpSpPr>
      <p:grpSpPr>
        <a:xfrm>
          <a:off x="0" y="0"/>
          <a:ext cx="0" cy="0"/>
          <a:chOff x="0" y="0"/>
          <a:chExt cx="0" cy="0"/>
        </a:xfrm>
      </p:grpSpPr>
      <p:sp>
        <p:nvSpPr>
          <p:cNvPr id="4" name="ZoneTexte 3">
            <a:extLst>
              <a:ext uri="{FF2B5EF4-FFF2-40B4-BE49-F238E27FC236}">
                <a16:creationId xmlns:a16="http://schemas.microsoft.com/office/drawing/2014/main" id="{6E94F017-D584-130D-AB21-F62D2148AE65}"/>
              </a:ext>
            </a:extLst>
          </p:cNvPr>
          <p:cNvSpPr txBox="1"/>
          <p:nvPr/>
        </p:nvSpPr>
        <p:spPr>
          <a:xfrm>
            <a:off x="636901" y="0"/>
            <a:ext cx="7604910" cy="461665"/>
          </a:xfrm>
          <a:prstGeom prst="rect">
            <a:avLst/>
          </a:prstGeom>
          <a:noFill/>
        </p:spPr>
        <p:txBody>
          <a:bodyPr wrap="square">
            <a:spAutoFit/>
          </a:bodyPr>
          <a:lstStyle/>
          <a:p>
            <a:pPr algn="ctr"/>
            <a:r>
              <a:rPr lang="fr-FR" sz="2400" dirty="0">
                <a:solidFill>
                  <a:schemeClr val="bg1"/>
                </a:solidFill>
                <a:latin typeface="Times New Roman" panose="02020603050405020304" pitchFamily="18" charset="0"/>
                <a:cs typeface="Times New Roman" panose="02020603050405020304" pitchFamily="18" charset="0"/>
              </a:rPr>
              <a:t>Plan de Continuité d'Activités (PCA)</a:t>
            </a:r>
          </a:p>
        </p:txBody>
      </p:sp>
      <p:cxnSp>
        <p:nvCxnSpPr>
          <p:cNvPr id="5" name="Connecteur droit 4">
            <a:extLst>
              <a:ext uri="{FF2B5EF4-FFF2-40B4-BE49-F238E27FC236}">
                <a16:creationId xmlns:a16="http://schemas.microsoft.com/office/drawing/2014/main" id="{E934C8D2-9B8F-7480-CFC3-780F0E40008C}"/>
              </a:ext>
            </a:extLst>
          </p:cNvPr>
          <p:cNvCxnSpPr>
            <a:cxnSpLocks/>
          </p:cNvCxnSpPr>
          <p:nvPr/>
        </p:nvCxnSpPr>
        <p:spPr>
          <a:xfrm>
            <a:off x="435935" y="602732"/>
            <a:ext cx="8071164" cy="0"/>
          </a:xfrm>
          <a:prstGeom prst="line">
            <a:avLst/>
          </a:prstGeom>
        </p:spPr>
        <p:style>
          <a:lnRef idx="2">
            <a:schemeClr val="accent4"/>
          </a:lnRef>
          <a:fillRef idx="0">
            <a:schemeClr val="accent4"/>
          </a:fillRef>
          <a:effectRef idx="1">
            <a:schemeClr val="accent4"/>
          </a:effectRef>
          <a:fontRef idx="minor">
            <a:schemeClr val="tx1"/>
          </a:fontRef>
        </p:style>
      </p:cxnSp>
      <p:sp>
        <p:nvSpPr>
          <p:cNvPr id="2" name="ZoneTexte 1">
            <a:extLst>
              <a:ext uri="{FF2B5EF4-FFF2-40B4-BE49-F238E27FC236}">
                <a16:creationId xmlns:a16="http://schemas.microsoft.com/office/drawing/2014/main" id="{197EFB64-DC4C-6FD9-3A6E-9AA80D653B79}"/>
              </a:ext>
            </a:extLst>
          </p:cNvPr>
          <p:cNvSpPr txBox="1"/>
          <p:nvPr/>
        </p:nvSpPr>
        <p:spPr>
          <a:xfrm>
            <a:off x="355822" y="743800"/>
            <a:ext cx="5321964" cy="369332"/>
          </a:xfrm>
          <a:prstGeom prst="rect">
            <a:avLst/>
          </a:prstGeom>
          <a:noFill/>
        </p:spPr>
        <p:txBody>
          <a:bodyPr wrap="square" rtlCol="0">
            <a:spAutoFit/>
          </a:bodyPr>
          <a:lstStyle/>
          <a:p>
            <a:pPr marL="285750" indent="-285750">
              <a:buFont typeface="Wingdings" panose="05000000000000000000" pitchFamily="2" charset="2"/>
              <a:buChar char="Ø"/>
            </a:pPr>
            <a:r>
              <a:rPr lang="fr-FR" sz="1800" dirty="0">
                <a:solidFill>
                  <a:schemeClr val="bg1"/>
                </a:solidFill>
                <a:latin typeface="Times New Roman" panose="02020603050405020304" pitchFamily="18" charset="0"/>
                <a:cs typeface="Times New Roman" panose="02020603050405020304" pitchFamily="18" charset="0"/>
              </a:rPr>
              <a:t>Déroulement du PCA</a:t>
            </a:r>
          </a:p>
        </p:txBody>
      </p:sp>
      <p:pic>
        <p:nvPicPr>
          <p:cNvPr id="6" name="Image 5">
            <a:extLst>
              <a:ext uri="{FF2B5EF4-FFF2-40B4-BE49-F238E27FC236}">
                <a16:creationId xmlns:a16="http://schemas.microsoft.com/office/drawing/2014/main" id="{8837B68A-438B-BBAC-3CBF-B26A3416794E}"/>
              </a:ext>
            </a:extLst>
          </p:cNvPr>
          <p:cNvPicPr>
            <a:picLocks noChangeAspect="1"/>
          </p:cNvPicPr>
          <p:nvPr/>
        </p:nvPicPr>
        <p:blipFill>
          <a:blip r:embed="rId3"/>
          <a:stretch>
            <a:fillRect/>
          </a:stretch>
        </p:blipFill>
        <p:spPr>
          <a:xfrm>
            <a:off x="355822" y="1254199"/>
            <a:ext cx="8479834" cy="3667125"/>
          </a:xfrm>
          <a:prstGeom prst="rect">
            <a:avLst/>
          </a:prstGeom>
        </p:spPr>
      </p:pic>
      <p:sp>
        <p:nvSpPr>
          <p:cNvPr id="3" name="Ellipse 2">
            <a:extLst>
              <a:ext uri="{FF2B5EF4-FFF2-40B4-BE49-F238E27FC236}">
                <a16:creationId xmlns:a16="http://schemas.microsoft.com/office/drawing/2014/main" id="{D239D921-322B-1E2A-432A-032A3CF5DD34}"/>
              </a:ext>
            </a:extLst>
          </p:cNvPr>
          <p:cNvSpPr/>
          <p:nvPr/>
        </p:nvSpPr>
        <p:spPr>
          <a:xfrm>
            <a:off x="8241811" y="79109"/>
            <a:ext cx="620889" cy="453090"/>
          </a:xfrm>
          <a:prstGeom prst="ellipse">
            <a:avLst/>
          </a:prstGeom>
          <a:solidFill>
            <a:srgbClr val="6EB8D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23</a:t>
            </a:r>
          </a:p>
        </p:txBody>
      </p:sp>
    </p:spTree>
    <p:extLst>
      <p:ext uri="{BB962C8B-B14F-4D97-AF65-F5344CB8AC3E}">
        <p14:creationId xmlns:p14="http://schemas.microsoft.com/office/powerpoint/2010/main" val="2573654307"/>
      </p:ext>
    </p:extLst>
  </p:cSld>
  <p:clrMapOvr>
    <a:masterClrMapping/>
  </p:clrMapOvr>
  <p:transition spd="slow">
    <p:randomBar dir="vert"/>
  </p:transition>
</p:sld>
</file>

<file path=ppt/slides/slide24.xml><?xml version="1.0" encoding="utf-8"?>
<p:sld xmlns:a="http://schemas.openxmlformats.org/drawingml/2006/main" xmlns:r="http://schemas.openxmlformats.org/officeDocument/2006/relationships" xmlns:p="http://schemas.openxmlformats.org/presentationml/2006/main">
  <p:cSld>
    <p:bg>
      <p:bgPr>
        <a:gradFill>
          <a:gsLst>
            <a:gs pos="0">
              <a:srgbClr val="13367C"/>
            </a:gs>
            <a:gs pos="100000">
              <a:schemeClr val="dk2"/>
            </a:gs>
          </a:gsLst>
          <a:lin ang="5400012" scaled="0"/>
        </a:gradFill>
        <a:effectLst/>
      </p:bgPr>
    </p:bg>
    <p:spTree>
      <p:nvGrpSpPr>
        <p:cNvPr id="1" name="Shape 672"/>
        <p:cNvGrpSpPr/>
        <p:nvPr/>
      </p:nvGrpSpPr>
      <p:grpSpPr>
        <a:xfrm>
          <a:off x="0" y="0"/>
          <a:ext cx="0" cy="0"/>
          <a:chOff x="0" y="0"/>
          <a:chExt cx="0" cy="0"/>
        </a:xfrm>
      </p:grpSpPr>
      <p:sp>
        <p:nvSpPr>
          <p:cNvPr id="4" name="ZoneTexte 3">
            <a:extLst>
              <a:ext uri="{FF2B5EF4-FFF2-40B4-BE49-F238E27FC236}">
                <a16:creationId xmlns:a16="http://schemas.microsoft.com/office/drawing/2014/main" id="{6E94F017-D584-130D-AB21-F62D2148AE65}"/>
              </a:ext>
            </a:extLst>
          </p:cNvPr>
          <p:cNvSpPr txBox="1"/>
          <p:nvPr/>
        </p:nvSpPr>
        <p:spPr>
          <a:xfrm>
            <a:off x="2469701" y="10633"/>
            <a:ext cx="6058663" cy="461665"/>
          </a:xfrm>
          <a:prstGeom prst="rect">
            <a:avLst/>
          </a:prstGeom>
          <a:noFill/>
        </p:spPr>
        <p:txBody>
          <a:bodyPr wrap="square">
            <a:spAutoFit/>
          </a:bodyPr>
          <a:lstStyle/>
          <a:p>
            <a:r>
              <a:rPr lang="fr-FR" sz="2400" dirty="0">
                <a:solidFill>
                  <a:schemeClr val="bg1"/>
                </a:solidFill>
                <a:latin typeface="Times New Roman" panose="02020603050405020304" pitchFamily="18" charset="0"/>
                <a:cs typeface="Times New Roman" panose="02020603050405020304" pitchFamily="18" charset="0"/>
              </a:rPr>
              <a:t>Plan de Reprise d'Activité (PRA)</a:t>
            </a:r>
          </a:p>
        </p:txBody>
      </p:sp>
      <p:cxnSp>
        <p:nvCxnSpPr>
          <p:cNvPr id="5" name="Connecteur droit 4">
            <a:extLst>
              <a:ext uri="{FF2B5EF4-FFF2-40B4-BE49-F238E27FC236}">
                <a16:creationId xmlns:a16="http://schemas.microsoft.com/office/drawing/2014/main" id="{E934C8D2-9B8F-7480-CFC3-780F0E40008C}"/>
              </a:ext>
            </a:extLst>
          </p:cNvPr>
          <p:cNvCxnSpPr>
            <a:cxnSpLocks/>
          </p:cNvCxnSpPr>
          <p:nvPr/>
        </p:nvCxnSpPr>
        <p:spPr>
          <a:xfrm>
            <a:off x="615636" y="602732"/>
            <a:ext cx="7441948" cy="0"/>
          </a:xfrm>
          <a:prstGeom prst="line">
            <a:avLst/>
          </a:prstGeom>
        </p:spPr>
        <p:style>
          <a:lnRef idx="2">
            <a:schemeClr val="accent4"/>
          </a:lnRef>
          <a:fillRef idx="0">
            <a:schemeClr val="accent4"/>
          </a:fillRef>
          <a:effectRef idx="1">
            <a:schemeClr val="accent4"/>
          </a:effectRef>
          <a:fontRef idx="minor">
            <a:schemeClr val="tx1"/>
          </a:fontRef>
        </p:style>
      </p:cxnSp>
      <p:sp>
        <p:nvSpPr>
          <p:cNvPr id="2" name="ZoneTexte 1">
            <a:extLst>
              <a:ext uri="{FF2B5EF4-FFF2-40B4-BE49-F238E27FC236}">
                <a16:creationId xmlns:a16="http://schemas.microsoft.com/office/drawing/2014/main" id="{6BC852B3-DA2D-C9CB-6A3B-E61019C25DEB}"/>
              </a:ext>
            </a:extLst>
          </p:cNvPr>
          <p:cNvSpPr txBox="1"/>
          <p:nvPr/>
        </p:nvSpPr>
        <p:spPr>
          <a:xfrm>
            <a:off x="425302" y="733167"/>
            <a:ext cx="2275368" cy="369332"/>
          </a:xfrm>
          <a:prstGeom prst="rect">
            <a:avLst/>
          </a:prstGeom>
          <a:noFill/>
        </p:spPr>
        <p:txBody>
          <a:bodyPr wrap="square" rtlCol="0">
            <a:spAutoFit/>
          </a:bodyPr>
          <a:lstStyle/>
          <a:p>
            <a:pPr marL="285750" indent="-285750">
              <a:buFont typeface="Wingdings" panose="05000000000000000000" pitchFamily="2" charset="2"/>
              <a:buChar char="Ø"/>
            </a:pPr>
            <a:r>
              <a:rPr lang="fr-FR" sz="1800" dirty="0">
                <a:solidFill>
                  <a:schemeClr val="bg1"/>
                </a:solidFill>
                <a:latin typeface="Times New Roman" panose="02020603050405020304" pitchFamily="18" charset="0"/>
                <a:cs typeface="Times New Roman" panose="02020603050405020304" pitchFamily="18" charset="0"/>
              </a:rPr>
              <a:t>Définition</a:t>
            </a:r>
          </a:p>
        </p:txBody>
      </p:sp>
      <p:sp>
        <p:nvSpPr>
          <p:cNvPr id="3" name="ZoneTexte 2">
            <a:extLst>
              <a:ext uri="{FF2B5EF4-FFF2-40B4-BE49-F238E27FC236}">
                <a16:creationId xmlns:a16="http://schemas.microsoft.com/office/drawing/2014/main" id="{1E19B1BD-D30D-EFCD-2B64-0C6A360306AD}"/>
              </a:ext>
            </a:extLst>
          </p:cNvPr>
          <p:cNvSpPr txBox="1"/>
          <p:nvPr/>
        </p:nvSpPr>
        <p:spPr>
          <a:xfrm>
            <a:off x="775125" y="1232933"/>
            <a:ext cx="7441948" cy="2921826"/>
          </a:xfrm>
          <a:prstGeom prst="rect">
            <a:avLst/>
          </a:prstGeom>
          <a:noFill/>
        </p:spPr>
        <p:txBody>
          <a:bodyPr wrap="square" rtlCol="0">
            <a:spAutoFit/>
          </a:bodyPr>
          <a:lstStyle/>
          <a:p>
            <a:pPr algn="just"/>
            <a:r>
              <a:rPr lang="fr-FR" sz="1600" dirty="0">
                <a:solidFill>
                  <a:schemeClr val="bg1"/>
                </a:solidFill>
                <a:latin typeface="Times New Roman" panose="02020603050405020304" pitchFamily="18" charset="0"/>
                <a:cs typeface="Times New Roman" panose="02020603050405020304" pitchFamily="18" charset="0"/>
              </a:rPr>
              <a:t>Le Plan de Reprise d'Activité (PRA) est un processus qui permet de restaurer les opérations de l'entreprise après une interruption due à un incident. Le PRA comprend la réinstallation de l'infrastructure IT, la récupération des données, la remise en service des applications et la reprise des activités commerciales normales. Le PRA vise à minimiser l'impact de l'interruption sur les opérations de l'entreprise, en assurant une reprise rapide et efficace des activités critiques.</a:t>
            </a:r>
          </a:p>
          <a:p>
            <a:pPr algn="just">
              <a:lnSpc>
                <a:spcPct val="115000"/>
              </a:lnSpc>
              <a:spcAft>
                <a:spcPts val="1000"/>
              </a:spcAft>
            </a:pPr>
            <a:r>
              <a:rPr lang="en-US" sz="1600" dirty="0">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Le PRA </a:t>
            </a:r>
            <a:r>
              <a:rPr lang="en-US" sz="1600" dirty="0" err="1">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intervient</a:t>
            </a:r>
            <a:r>
              <a:rPr lang="en-US" sz="1600" dirty="0">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 après </a:t>
            </a:r>
            <a:r>
              <a:rPr lang="en-US" sz="1600" dirty="0" err="1">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une</a:t>
            </a:r>
            <a:r>
              <a:rPr lang="en-US" sz="1600" dirty="0">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 interruption majeure des services </a:t>
            </a:r>
            <a:r>
              <a:rPr lang="en-US" sz="1600" dirty="0" err="1">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informatiques</a:t>
            </a:r>
            <a:r>
              <a:rPr lang="en-US" sz="1600" dirty="0">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a:t>
            </a:r>
            <a:r>
              <a:rPr lang="fr-FR" sz="1600" dirty="0">
                <a:solidFill>
                  <a:schemeClr val="bg1"/>
                </a:solidFill>
                <a:latin typeface="Times New Roman" panose="02020603050405020304" pitchFamily="18" charset="0"/>
                <a:ea typeface="MS Mincho" panose="020B0400000000000000" pitchFamily="49" charset="-128"/>
                <a:cs typeface="Times New Roman" panose="02020603050405020304" pitchFamily="18" charset="0"/>
              </a:rPr>
              <a:t> </a:t>
            </a:r>
          </a:p>
          <a:p>
            <a:pPr algn="just">
              <a:lnSpc>
                <a:spcPct val="115000"/>
              </a:lnSpc>
              <a:spcAft>
                <a:spcPts val="1000"/>
              </a:spcAft>
            </a:pPr>
            <a:r>
              <a:rPr lang="en-US" sz="1600" dirty="0">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Il vise à </a:t>
            </a:r>
            <a:r>
              <a:rPr lang="en-US" sz="1600" dirty="0" err="1">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rétablir</a:t>
            </a:r>
            <a:r>
              <a:rPr lang="en-US" sz="1600" dirty="0">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 </a:t>
            </a:r>
            <a:r>
              <a:rPr lang="en-US" sz="1600" dirty="0" err="1">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rapidement</a:t>
            </a:r>
            <a:r>
              <a:rPr lang="en-US" sz="1600" dirty="0">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 les données et les </a:t>
            </a:r>
            <a:r>
              <a:rPr lang="en-US" sz="1600" dirty="0" err="1">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systèmes</a:t>
            </a:r>
            <a:r>
              <a:rPr lang="en-US" sz="1600" dirty="0">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 pour </a:t>
            </a:r>
            <a:r>
              <a:rPr lang="en-US" sz="1600" dirty="0" err="1">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permettre</a:t>
            </a:r>
            <a:r>
              <a:rPr lang="en-US" sz="1600" dirty="0">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 la reprise </a:t>
            </a:r>
            <a:r>
              <a:rPr lang="en-US" sz="1600" dirty="0" err="1">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normale</a:t>
            </a:r>
            <a:r>
              <a:rPr lang="en-US" sz="1600" dirty="0">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 des </a:t>
            </a:r>
            <a:r>
              <a:rPr lang="en-US" sz="1600" dirty="0" err="1">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opérations</a:t>
            </a:r>
            <a:r>
              <a:rPr lang="en-US" sz="1600" dirty="0">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a:t>
            </a:r>
            <a:endParaRPr lang="fr-FR" sz="1600" dirty="0">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endParaRPr>
          </a:p>
          <a:p>
            <a:pPr algn="just"/>
            <a:endParaRPr lang="fr-FR" sz="1600" dirty="0">
              <a:solidFill>
                <a:schemeClr val="bg1"/>
              </a:solidFill>
              <a:latin typeface="Times New Roman" panose="02020603050405020304" pitchFamily="18" charset="0"/>
              <a:cs typeface="Times New Roman" panose="02020603050405020304" pitchFamily="18" charset="0"/>
            </a:endParaRPr>
          </a:p>
        </p:txBody>
      </p:sp>
      <p:sp>
        <p:nvSpPr>
          <p:cNvPr id="6" name="Ellipse 5">
            <a:extLst>
              <a:ext uri="{FF2B5EF4-FFF2-40B4-BE49-F238E27FC236}">
                <a16:creationId xmlns:a16="http://schemas.microsoft.com/office/drawing/2014/main" id="{97EA18A7-4767-C743-8CB6-C686391203CA}"/>
              </a:ext>
            </a:extLst>
          </p:cNvPr>
          <p:cNvSpPr/>
          <p:nvPr/>
        </p:nvSpPr>
        <p:spPr>
          <a:xfrm>
            <a:off x="8263467" y="133932"/>
            <a:ext cx="620889" cy="453090"/>
          </a:xfrm>
          <a:prstGeom prst="ellipse">
            <a:avLst/>
          </a:prstGeom>
          <a:solidFill>
            <a:srgbClr val="6EB8D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24</a:t>
            </a:r>
          </a:p>
        </p:txBody>
      </p:sp>
    </p:spTree>
    <p:extLst>
      <p:ext uri="{BB962C8B-B14F-4D97-AF65-F5344CB8AC3E}">
        <p14:creationId xmlns:p14="http://schemas.microsoft.com/office/powerpoint/2010/main" val="4129224986"/>
      </p:ext>
    </p:extLst>
  </p:cSld>
  <p:clrMapOvr>
    <a:masterClrMapping/>
  </p:clrMapOvr>
  <p:transition spd="slow">
    <p:randomBar dir="vert"/>
  </p:transition>
</p:sld>
</file>

<file path=ppt/slides/slide25.xml><?xml version="1.0" encoding="utf-8"?>
<p:sld xmlns:a="http://schemas.openxmlformats.org/drawingml/2006/main" xmlns:r="http://schemas.openxmlformats.org/officeDocument/2006/relationships" xmlns:p="http://schemas.openxmlformats.org/presentationml/2006/main">
  <p:cSld>
    <p:bg>
      <p:bgPr>
        <a:gradFill>
          <a:gsLst>
            <a:gs pos="0">
              <a:srgbClr val="13367C"/>
            </a:gs>
            <a:gs pos="100000">
              <a:schemeClr val="dk2"/>
            </a:gs>
          </a:gsLst>
          <a:lin ang="5400012" scaled="0"/>
        </a:gradFill>
        <a:effectLst/>
      </p:bgPr>
    </p:bg>
    <p:spTree>
      <p:nvGrpSpPr>
        <p:cNvPr id="1" name="Shape 672"/>
        <p:cNvGrpSpPr/>
        <p:nvPr/>
      </p:nvGrpSpPr>
      <p:grpSpPr>
        <a:xfrm>
          <a:off x="0" y="0"/>
          <a:ext cx="0" cy="0"/>
          <a:chOff x="0" y="0"/>
          <a:chExt cx="0" cy="0"/>
        </a:xfrm>
      </p:grpSpPr>
      <p:sp>
        <p:nvSpPr>
          <p:cNvPr id="4" name="ZoneTexte 3">
            <a:extLst>
              <a:ext uri="{FF2B5EF4-FFF2-40B4-BE49-F238E27FC236}">
                <a16:creationId xmlns:a16="http://schemas.microsoft.com/office/drawing/2014/main" id="{6E94F017-D584-130D-AB21-F62D2148AE65}"/>
              </a:ext>
            </a:extLst>
          </p:cNvPr>
          <p:cNvSpPr txBox="1"/>
          <p:nvPr/>
        </p:nvSpPr>
        <p:spPr>
          <a:xfrm>
            <a:off x="2469701" y="10633"/>
            <a:ext cx="6058663" cy="461665"/>
          </a:xfrm>
          <a:prstGeom prst="rect">
            <a:avLst/>
          </a:prstGeom>
          <a:noFill/>
        </p:spPr>
        <p:txBody>
          <a:bodyPr wrap="square">
            <a:spAutoFit/>
          </a:bodyPr>
          <a:lstStyle/>
          <a:p>
            <a:r>
              <a:rPr lang="fr-FR" sz="2400" dirty="0">
                <a:solidFill>
                  <a:schemeClr val="bg1"/>
                </a:solidFill>
                <a:latin typeface="Times New Roman" panose="02020603050405020304" pitchFamily="18" charset="0"/>
                <a:cs typeface="Times New Roman" panose="02020603050405020304" pitchFamily="18" charset="0"/>
              </a:rPr>
              <a:t>Plan de Reprise d'Activité (PRA)</a:t>
            </a:r>
          </a:p>
        </p:txBody>
      </p:sp>
      <p:cxnSp>
        <p:nvCxnSpPr>
          <p:cNvPr id="5" name="Connecteur droit 4">
            <a:extLst>
              <a:ext uri="{FF2B5EF4-FFF2-40B4-BE49-F238E27FC236}">
                <a16:creationId xmlns:a16="http://schemas.microsoft.com/office/drawing/2014/main" id="{E934C8D2-9B8F-7480-CFC3-780F0E40008C}"/>
              </a:ext>
            </a:extLst>
          </p:cNvPr>
          <p:cNvCxnSpPr>
            <a:cxnSpLocks/>
          </p:cNvCxnSpPr>
          <p:nvPr/>
        </p:nvCxnSpPr>
        <p:spPr>
          <a:xfrm>
            <a:off x="615636" y="602732"/>
            <a:ext cx="7441948" cy="0"/>
          </a:xfrm>
          <a:prstGeom prst="line">
            <a:avLst/>
          </a:prstGeom>
        </p:spPr>
        <p:style>
          <a:lnRef idx="2">
            <a:schemeClr val="accent4"/>
          </a:lnRef>
          <a:fillRef idx="0">
            <a:schemeClr val="accent4"/>
          </a:fillRef>
          <a:effectRef idx="1">
            <a:schemeClr val="accent4"/>
          </a:effectRef>
          <a:fontRef idx="minor">
            <a:schemeClr val="tx1"/>
          </a:fontRef>
        </p:style>
      </p:cxnSp>
      <p:sp>
        <p:nvSpPr>
          <p:cNvPr id="2" name="ZoneTexte 1">
            <a:extLst>
              <a:ext uri="{FF2B5EF4-FFF2-40B4-BE49-F238E27FC236}">
                <a16:creationId xmlns:a16="http://schemas.microsoft.com/office/drawing/2014/main" id="{6BC852B3-DA2D-C9CB-6A3B-E61019C25DEB}"/>
              </a:ext>
            </a:extLst>
          </p:cNvPr>
          <p:cNvSpPr txBox="1"/>
          <p:nvPr/>
        </p:nvSpPr>
        <p:spPr>
          <a:xfrm>
            <a:off x="425302" y="733167"/>
            <a:ext cx="4497572" cy="369332"/>
          </a:xfrm>
          <a:prstGeom prst="rect">
            <a:avLst/>
          </a:prstGeom>
          <a:noFill/>
        </p:spPr>
        <p:txBody>
          <a:bodyPr wrap="square" rtlCol="0">
            <a:spAutoFit/>
          </a:bodyPr>
          <a:lstStyle/>
          <a:p>
            <a:pPr marL="285750" indent="-285750">
              <a:buFont typeface="Wingdings" panose="05000000000000000000" pitchFamily="2" charset="2"/>
              <a:buChar char="Ø"/>
            </a:pPr>
            <a:r>
              <a:rPr lang="fr-FR" sz="1800" dirty="0">
                <a:solidFill>
                  <a:schemeClr val="bg1"/>
                </a:solidFill>
                <a:latin typeface="Times New Roman" panose="02020603050405020304" pitchFamily="18" charset="0"/>
                <a:cs typeface="Times New Roman" panose="02020603050405020304" pitchFamily="18" charset="0"/>
              </a:rPr>
              <a:t>Objectif et </a:t>
            </a:r>
            <a:r>
              <a:rPr lang="en-US" sz="1800" dirty="0">
                <a:solidFill>
                  <a:schemeClr val="bg1"/>
                </a:solidFill>
                <a:latin typeface="Times New Roman" panose="02020603050405020304" pitchFamily="18" charset="0"/>
                <a:ea typeface="MS Gothic" panose="020B0609070205080204" pitchFamily="49" charset="-128"/>
                <a:cs typeface="Times New Roman" panose="02020603050405020304" pitchFamily="18" charset="0"/>
              </a:rPr>
              <a:t>é</a:t>
            </a:r>
            <a:r>
              <a:rPr lang="en-US" sz="1800" kern="0" dirty="0">
                <a:solidFill>
                  <a:schemeClr val="bg1"/>
                </a:solidFill>
                <a:effectLst/>
                <a:latin typeface="Times New Roman" panose="02020603050405020304" pitchFamily="18" charset="0"/>
                <a:ea typeface="MS Gothic" panose="020B0609070205080204" pitchFamily="49" charset="-128"/>
                <a:cs typeface="Times New Roman" panose="02020603050405020304" pitchFamily="18" charset="0"/>
              </a:rPr>
              <a:t>tapes </a:t>
            </a:r>
            <a:r>
              <a:rPr lang="en-US" sz="1800" kern="0" dirty="0" err="1">
                <a:solidFill>
                  <a:schemeClr val="bg1"/>
                </a:solidFill>
                <a:effectLst/>
                <a:latin typeface="Times New Roman" panose="02020603050405020304" pitchFamily="18" charset="0"/>
                <a:ea typeface="MS Gothic" panose="020B0609070205080204" pitchFamily="49" charset="-128"/>
                <a:cs typeface="Times New Roman" panose="02020603050405020304" pitchFamily="18" charset="0"/>
              </a:rPr>
              <a:t>clés</a:t>
            </a:r>
            <a:r>
              <a:rPr lang="en-US" sz="1800" kern="0" dirty="0">
                <a:solidFill>
                  <a:schemeClr val="bg1"/>
                </a:solidFill>
                <a:effectLst/>
                <a:latin typeface="Times New Roman" panose="02020603050405020304" pitchFamily="18" charset="0"/>
                <a:ea typeface="MS Gothic" panose="020B0609070205080204" pitchFamily="49" charset="-128"/>
                <a:cs typeface="Times New Roman" panose="02020603050405020304" pitchFamily="18" charset="0"/>
              </a:rPr>
              <a:t> du PRA</a:t>
            </a:r>
            <a:endParaRPr lang="fr-FR" sz="1800" kern="0" dirty="0">
              <a:solidFill>
                <a:schemeClr val="bg1"/>
              </a:solidFill>
              <a:effectLst/>
              <a:latin typeface="Times New Roman" panose="02020603050405020304" pitchFamily="18" charset="0"/>
              <a:ea typeface="MS Gothic" panose="020B0609070205080204" pitchFamily="49" charset="-128"/>
              <a:cs typeface="Times New Roman" panose="02020603050405020304" pitchFamily="18" charset="0"/>
            </a:endParaRPr>
          </a:p>
        </p:txBody>
      </p:sp>
      <p:sp>
        <p:nvSpPr>
          <p:cNvPr id="3" name="ZoneTexte 2">
            <a:extLst>
              <a:ext uri="{FF2B5EF4-FFF2-40B4-BE49-F238E27FC236}">
                <a16:creationId xmlns:a16="http://schemas.microsoft.com/office/drawing/2014/main" id="{1E19B1BD-D30D-EFCD-2B64-0C6A360306AD}"/>
              </a:ext>
            </a:extLst>
          </p:cNvPr>
          <p:cNvSpPr txBox="1"/>
          <p:nvPr/>
        </p:nvSpPr>
        <p:spPr>
          <a:xfrm>
            <a:off x="1081468" y="1280884"/>
            <a:ext cx="3297145" cy="338554"/>
          </a:xfrm>
          <a:prstGeom prst="rect">
            <a:avLst/>
          </a:prstGeom>
          <a:solidFill>
            <a:schemeClr val="accent1">
              <a:lumMod val="90000"/>
            </a:schemeClr>
          </a:solidFill>
        </p:spPr>
        <p:txBody>
          <a:bodyPr wrap="square" rtlCol="0">
            <a:spAutoFit/>
          </a:bodyPr>
          <a:lstStyle/>
          <a:p>
            <a:pPr algn="just"/>
            <a:r>
              <a:rPr lang="fr-FR" sz="1600" dirty="0">
                <a:latin typeface="Times New Roman" panose="02020603050405020304" pitchFamily="18" charset="0"/>
                <a:cs typeface="Times New Roman" panose="02020603050405020304" pitchFamily="18" charset="0"/>
              </a:rPr>
              <a:t>Réduire les temps d'arrêt</a:t>
            </a:r>
          </a:p>
        </p:txBody>
      </p:sp>
      <p:sp>
        <p:nvSpPr>
          <p:cNvPr id="6" name="ZoneTexte 5">
            <a:extLst>
              <a:ext uri="{FF2B5EF4-FFF2-40B4-BE49-F238E27FC236}">
                <a16:creationId xmlns:a16="http://schemas.microsoft.com/office/drawing/2014/main" id="{E0E051B7-2718-5498-7303-5710D7486F29}"/>
              </a:ext>
            </a:extLst>
          </p:cNvPr>
          <p:cNvSpPr txBox="1"/>
          <p:nvPr/>
        </p:nvSpPr>
        <p:spPr>
          <a:xfrm>
            <a:off x="5007935" y="1232934"/>
            <a:ext cx="2849525" cy="584775"/>
          </a:xfrm>
          <a:prstGeom prst="rect">
            <a:avLst/>
          </a:prstGeom>
          <a:solidFill>
            <a:schemeClr val="accent1">
              <a:lumMod val="90000"/>
            </a:schemeClr>
          </a:solidFill>
        </p:spPr>
        <p:txBody>
          <a:bodyPr wrap="square" rtlCol="0">
            <a:spAutoFit/>
          </a:bodyPr>
          <a:lstStyle/>
          <a:p>
            <a:r>
              <a:rPr lang="fr-FR" sz="1600" dirty="0">
                <a:latin typeface="Times New Roman" panose="02020603050405020304" pitchFamily="18" charset="0"/>
                <a:cs typeface="Times New Roman" panose="02020603050405020304" pitchFamily="18" charset="0"/>
              </a:rPr>
              <a:t>Garantir la continuité des opérations</a:t>
            </a:r>
          </a:p>
        </p:txBody>
      </p:sp>
      <p:sp>
        <p:nvSpPr>
          <p:cNvPr id="7" name="ZoneTexte 6">
            <a:extLst>
              <a:ext uri="{FF2B5EF4-FFF2-40B4-BE49-F238E27FC236}">
                <a16:creationId xmlns:a16="http://schemas.microsoft.com/office/drawing/2014/main" id="{51A03E87-00F1-EBB3-DEDF-1E432BA22A21}"/>
              </a:ext>
            </a:extLst>
          </p:cNvPr>
          <p:cNvSpPr txBox="1"/>
          <p:nvPr/>
        </p:nvSpPr>
        <p:spPr>
          <a:xfrm>
            <a:off x="945245" y="2216070"/>
            <a:ext cx="2562447" cy="584775"/>
          </a:xfrm>
          <a:prstGeom prst="rect">
            <a:avLst/>
          </a:prstGeom>
          <a:solidFill>
            <a:schemeClr val="accent1">
              <a:lumMod val="90000"/>
            </a:schemeClr>
          </a:solidFill>
        </p:spPr>
        <p:txBody>
          <a:bodyPr wrap="square" rtlCol="0">
            <a:spAutoFit/>
          </a:bodyPr>
          <a:lstStyle/>
          <a:p>
            <a:r>
              <a:rPr lang="fr-FR" sz="1600" dirty="0">
                <a:latin typeface="Times New Roman" panose="02020603050405020304" pitchFamily="18" charset="0"/>
                <a:cs typeface="Times New Roman" panose="02020603050405020304" pitchFamily="18" charset="0"/>
              </a:rPr>
              <a:t>Assurer la conformité réglementaire</a:t>
            </a:r>
            <a:endParaRPr lang="fr-FR" sz="1600" dirty="0">
              <a:solidFill>
                <a:schemeClr val="bg1"/>
              </a:solidFill>
              <a:latin typeface="Times New Roman" panose="02020603050405020304" pitchFamily="18" charset="0"/>
              <a:cs typeface="Times New Roman" panose="02020603050405020304" pitchFamily="18" charset="0"/>
            </a:endParaRPr>
          </a:p>
        </p:txBody>
      </p:sp>
      <p:sp>
        <p:nvSpPr>
          <p:cNvPr id="8" name="ZoneTexte 7">
            <a:extLst>
              <a:ext uri="{FF2B5EF4-FFF2-40B4-BE49-F238E27FC236}">
                <a16:creationId xmlns:a16="http://schemas.microsoft.com/office/drawing/2014/main" id="{B1750680-E1D0-CE00-4B51-363EB361D7EF}"/>
              </a:ext>
            </a:extLst>
          </p:cNvPr>
          <p:cNvSpPr txBox="1"/>
          <p:nvPr/>
        </p:nvSpPr>
        <p:spPr>
          <a:xfrm>
            <a:off x="4816548" y="2048952"/>
            <a:ext cx="2371061" cy="584775"/>
          </a:xfrm>
          <a:prstGeom prst="rect">
            <a:avLst/>
          </a:prstGeom>
          <a:solidFill>
            <a:schemeClr val="accent1">
              <a:lumMod val="90000"/>
            </a:schemeClr>
          </a:solidFill>
        </p:spPr>
        <p:txBody>
          <a:bodyPr wrap="square" rtlCol="0">
            <a:spAutoFit/>
          </a:bodyPr>
          <a:lstStyle/>
          <a:p>
            <a:r>
              <a:rPr lang="fr-FR" sz="1600" dirty="0">
                <a:latin typeface="Times New Roman" panose="02020603050405020304" pitchFamily="18" charset="0"/>
                <a:cs typeface="Times New Roman" panose="02020603050405020304" pitchFamily="18" charset="0"/>
              </a:rPr>
              <a:t>Protéger les données et les actifs</a:t>
            </a:r>
          </a:p>
        </p:txBody>
      </p:sp>
      <p:sp>
        <p:nvSpPr>
          <p:cNvPr id="9" name="ZoneTexte 8">
            <a:extLst>
              <a:ext uri="{FF2B5EF4-FFF2-40B4-BE49-F238E27FC236}">
                <a16:creationId xmlns:a16="http://schemas.microsoft.com/office/drawing/2014/main" id="{E58833CD-05AA-6884-7849-A1F74A07C893}"/>
              </a:ext>
            </a:extLst>
          </p:cNvPr>
          <p:cNvSpPr txBox="1"/>
          <p:nvPr/>
        </p:nvSpPr>
        <p:spPr>
          <a:xfrm>
            <a:off x="695379" y="3143580"/>
            <a:ext cx="2190307" cy="584775"/>
          </a:xfrm>
          <a:prstGeom prst="rect">
            <a:avLst/>
          </a:prstGeom>
          <a:solidFill>
            <a:schemeClr val="accent1">
              <a:lumMod val="90000"/>
            </a:schemeClr>
          </a:solidFill>
        </p:spPr>
        <p:txBody>
          <a:bodyPr wrap="square" rtlCol="0">
            <a:spAutoFit/>
          </a:bodyPr>
          <a:lstStyle/>
          <a:p>
            <a:r>
              <a:rPr lang="fr-FR" sz="1600" dirty="0">
                <a:latin typeface="Times New Roman" panose="02020603050405020304" pitchFamily="18" charset="0"/>
                <a:cs typeface="Times New Roman" panose="02020603050405020304" pitchFamily="18" charset="0"/>
              </a:rPr>
              <a:t>Minimiser les pertes financières </a:t>
            </a:r>
          </a:p>
        </p:txBody>
      </p:sp>
      <p:sp>
        <p:nvSpPr>
          <p:cNvPr id="10" name="ZoneTexte 9">
            <a:extLst>
              <a:ext uri="{FF2B5EF4-FFF2-40B4-BE49-F238E27FC236}">
                <a16:creationId xmlns:a16="http://schemas.microsoft.com/office/drawing/2014/main" id="{589AE4DE-E7E4-C029-6EE1-CDF4390404FF}"/>
              </a:ext>
            </a:extLst>
          </p:cNvPr>
          <p:cNvSpPr txBox="1"/>
          <p:nvPr/>
        </p:nvSpPr>
        <p:spPr>
          <a:xfrm>
            <a:off x="4114799" y="3020125"/>
            <a:ext cx="3871304" cy="584775"/>
          </a:xfrm>
          <a:prstGeom prst="rect">
            <a:avLst/>
          </a:prstGeom>
          <a:solidFill>
            <a:schemeClr val="accent1">
              <a:lumMod val="90000"/>
            </a:schemeClr>
          </a:solidFill>
        </p:spPr>
        <p:txBody>
          <a:bodyPr wrap="square" rtlCol="0">
            <a:spAutoFit/>
          </a:bodyPr>
          <a:lstStyle/>
          <a:p>
            <a:r>
              <a:rPr lang="en-US" sz="1600" dirty="0">
                <a:effectLst/>
                <a:latin typeface="Times New Roman" panose="02020603050405020304" pitchFamily="18" charset="0"/>
                <a:ea typeface="MS Mincho" panose="020B0400000000000000" pitchFamily="49" charset="-128"/>
                <a:cs typeface="Times New Roman" panose="02020603050405020304" pitchFamily="18" charset="0"/>
              </a:rPr>
              <a:t>Choix de la </a:t>
            </a:r>
            <a:r>
              <a:rPr lang="en-US" sz="1600" dirty="0" err="1">
                <a:effectLst/>
                <a:latin typeface="Times New Roman" panose="02020603050405020304" pitchFamily="18" charset="0"/>
                <a:ea typeface="MS Mincho" panose="020B0400000000000000" pitchFamily="49" charset="-128"/>
                <a:cs typeface="Times New Roman" panose="02020603050405020304" pitchFamily="18" charset="0"/>
              </a:rPr>
              <a:t>stratégie</a:t>
            </a:r>
            <a:r>
              <a:rPr lang="en-US" sz="1600" dirty="0">
                <a:effectLst/>
                <a:latin typeface="Times New Roman" panose="02020603050405020304" pitchFamily="18" charset="0"/>
                <a:ea typeface="MS Mincho" panose="020B0400000000000000" pitchFamily="49" charset="-128"/>
                <a:cs typeface="Times New Roman" panose="02020603050405020304" pitchFamily="18" charset="0"/>
              </a:rPr>
              <a:t> de </a:t>
            </a:r>
            <a:r>
              <a:rPr lang="en-US" sz="1600" dirty="0" err="1">
                <a:effectLst/>
                <a:latin typeface="Times New Roman" panose="02020603050405020304" pitchFamily="18" charset="0"/>
                <a:ea typeface="MS Mincho" panose="020B0400000000000000" pitchFamily="49" charset="-128"/>
                <a:cs typeface="Times New Roman" panose="02020603050405020304" pitchFamily="18" charset="0"/>
              </a:rPr>
              <a:t>sauvegarde</a:t>
            </a:r>
            <a:r>
              <a:rPr lang="en-US" sz="1600" dirty="0">
                <a:effectLst/>
                <a:latin typeface="Times New Roman" panose="02020603050405020304" pitchFamily="18" charset="0"/>
                <a:ea typeface="MS Mincho" panose="020B0400000000000000" pitchFamily="49" charset="-128"/>
                <a:cs typeface="Times New Roman" panose="02020603050405020304" pitchFamily="18" charset="0"/>
              </a:rPr>
              <a:t> et de restauration.</a:t>
            </a:r>
            <a:endParaRPr lang="fr-FR" sz="1600" dirty="0">
              <a:latin typeface="Times New Roman" panose="02020603050405020304" pitchFamily="18" charset="0"/>
              <a:cs typeface="Times New Roman" panose="02020603050405020304" pitchFamily="18" charset="0"/>
            </a:endParaRPr>
          </a:p>
        </p:txBody>
      </p:sp>
      <p:sp>
        <p:nvSpPr>
          <p:cNvPr id="11" name="ZoneTexte 10">
            <a:extLst>
              <a:ext uri="{FF2B5EF4-FFF2-40B4-BE49-F238E27FC236}">
                <a16:creationId xmlns:a16="http://schemas.microsoft.com/office/drawing/2014/main" id="{93BC81BE-1EE1-E02C-B463-1C3B33CF1010}"/>
              </a:ext>
            </a:extLst>
          </p:cNvPr>
          <p:cNvSpPr txBox="1"/>
          <p:nvPr/>
        </p:nvSpPr>
        <p:spPr>
          <a:xfrm>
            <a:off x="2674088" y="4070746"/>
            <a:ext cx="3625703" cy="584775"/>
          </a:xfrm>
          <a:prstGeom prst="rect">
            <a:avLst/>
          </a:prstGeom>
          <a:solidFill>
            <a:schemeClr val="accent1">
              <a:lumMod val="90000"/>
            </a:schemeClr>
          </a:solidFill>
        </p:spPr>
        <p:txBody>
          <a:bodyPr wrap="square" rtlCol="0">
            <a:spAutoFit/>
          </a:bodyPr>
          <a:lstStyle/>
          <a:p>
            <a:r>
              <a:rPr lang="en-US" sz="1600" dirty="0" err="1">
                <a:effectLst/>
                <a:latin typeface="Times New Roman" panose="02020603050405020304" pitchFamily="18" charset="0"/>
                <a:ea typeface="MS Mincho" panose="020B0400000000000000" pitchFamily="49" charset="-128"/>
                <a:cs typeface="Times New Roman" panose="02020603050405020304" pitchFamily="18" charset="0"/>
              </a:rPr>
              <a:t>Définition</a:t>
            </a:r>
            <a:r>
              <a:rPr lang="en-US" sz="1600" dirty="0">
                <a:effectLst/>
                <a:latin typeface="Times New Roman" panose="02020603050405020304" pitchFamily="18" charset="0"/>
                <a:ea typeface="MS Mincho" panose="020B0400000000000000" pitchFamily="49" charset="-128"/>
                <a:cs typeface="Times New Roman" panose="02020603050405020304" pitchFamily="18" charset="0"/>
              </a:rPr>
              <a:t> des </a:t>
            </a:r>
            <a:r>
              <a:rPr lang="en-US" sz="1600" dirty="0" err="1">
                <a:effectLst/>
                <a:latin typeface="Times New Roman" panose="02020603050405020304" pitchFamily="18" charset="0"/>
                <a:ea typeface="MS Mincho" panose="020B0400000000000000" pitchFamily="49" charset="-128"/>
                <a:cs typeface="Times New Roman" panose="02020603050405020304" pitchFamily="18" charset="0"/>
              </a:rPr>
              <a:t>priorités</a:t>
            </a:r>
            <a:r>
              <a:rPr lang="en-US" sz="1600" dirty="0">
                <a:effectLst/>
                <a:latin typeface="Times New Roman" panose="02020603050405020304" pitchFamily="18" charset="0"/>
                <a:ea typeface="MS Mincho" panose="020B0400000000000000" pitchFamily="49" charset="-128"/>
                <a:cs typeface="Times New Roman" panose="02020603050405020304" pitchFamily="18" charset="0"/>
              </a:rPr>
              <a:t> de reprise (applications, </a:t>
            </a:r>
            <a:r>
              <a:rPr lang="en-US" sz="1600" dirty="0" err="1">
                <a:effectLst/>
                <a:latin typeface="Times New Roman" panose="02020603050405020304" pitchFamily="18" charset="0"/>
                <a:ea typeface="MS Mincho" panose="020B0400000000000000" pitchFamily="49" charset="-128"/>
                <a:cs typeface="Times New Roman" panose="02020603050405020304" pitchFamily="18" charset="0"/>
              </a:rPr>
              <a:t>serveurs</a:t>
            </a:r>
            <a:r>
              <a:rPr lang="en-US" sz="1600" dirty="0">
                <a:effectLst/>
                <a:latin typeface="Times New Roman" panose="02020603050405020304" pitchFamily="18" charset="0"/>
                <a:ea typeface="MS Mincho" panose="020B0400000000000000" pitchFamily="49" charset="-128"/>
                <a:cs typeface="Times New Roman" panose="02020603050405020304" pitchFamily="18" charset="0"/>
              </a:rPr>
              <a:t>, données)</a:t>
            </a:r>
            <a:endParaRPr lang="fr-FR" sz="1600" dirty="0">
              <a:latin typeface="Times New Roman" panose="02020603050405020304" pitchFamily="18" charset="0"/>
              <a:cs typeface="Times New Roman" panose="02020603050405020304" pitchFamily="18" charset="0"/>
            </a:endParaRPr>
          </a:p>
        </p:txBody>
      </p:sp>
      <p:sp>
        <p:nvSpPr>
          <p:cNvPr id="12" name="Ellipse 11">
            <a:extLst>
              <a:ext uri="{FF2B5EF4-FFF2-40B4-BE49-F238E27FC236}">
                <a16:creationId xmlns:a16="http://schemas.microsoft.com/office/drawing/2014/main" id="{055B6E3D-72E0-8506-461B-C2F153E95B3B}"/>
              </a:ext>
            </a:extLst>
          </p:cNvPr>
          <p:cNvSpPr/>
          <p:nvPr/>
        </p:nvSpPr>
        <p:spPr>
          <a:xfrm>
            <a:off x="8263467" y="133932"/>
            <a:ext cx="620889" cy="453090"/>
          </a:xfrm>
          <a:prstGeom prst="ellipse">
            <a:avLst/>
          </a:prstGeom>
          <a:solidFill>
            <a:srgbClr val="6EB8D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25</a:t>
            </a:r>
          </a:p>
        </p:txBody>
      </p:sp>
    </p:spTree>
    <p:extLst>
      <p:ext uri="{BB962C8B-B14F-4D97-AF65-F5344CB8AC3E}">
        <p14:creationId xmlns:p14="http://schemas.microsoft.com/office/powerpoint/2010/main" val="1770442282"/>
      </p:ext>
    </p:extLst>
  </p:cSld>
  <p:clrMapOvr>
    <a:masterClrMapping/>
  </p:clrMapOvr>
  <p:transition spd="slow">
    <p:randomBar dir="vert"/>
  </p:transition>
</p:sld>
</file>

<file path=ppt/slides/slide26.xml><?xml version="1.0" encoding="utf-8"?>
<p:sld xmlns:a="http://schemas.openxmlformats.org/drawingml/2006/main" xmlns:r="http://schemas.openxmlformats.org/officeDocument/2006/relationships" xmlns:p="http://schemas.openxmlformats.org/presentationml/2006/main">
  <p:cSld>
    <p:bg>
      <p:bgPr>
        <a:gradFill>
          <a:gsLst>
            <a:gs pos="0">
              <a:srgbClr val="13367C"/>
            </a:gs>
            <a:gs pos="100000">
              <a:schemeClr val="dk2"/>
            </a:gs>
          </a:gsLst>
          <a:lin ang="5400012" scaled="0"/>
        </a:gradFill>
        <a:effectLst/>
      </p:bgPr>
    </p:bg>
    <p:spTree>
      <p:nvGrpSpPr>
        <p:cNvPr id="1" name="Shape 672"/>
        <p:cNvGrpSpPr/>
        <p:nvPr/>
      </p:nvGrpSpPr>
      <p:grpSpPr>
        <a:xfrm>
          <a:off x="0" y="0"/>
          <a:ext cx="0" cy="0"/>
          <a:chOff x="0" y="0"/>
          <a:chExt cx="0" cy="0"/>
        </a:xfrm>
      </p:grpSpPr>
      <p:sp>
        <p:nvSpPr>
          <p:cNvPr id="4" name="ZoneTexte 3">
            <a:extLst>
              <a:ext uri="{FF2B5EF4-FFF2-40B4-BE49-F238E27FC236}">
                <a16:creationId xmlns:a16="http://schemas.microsoft.com/office/drawing/2014/main" id="{6E94F017-D584-130D-AB21-F62D2148AE65}"/>
              </a:ext>
            </a:extLst>
          </p:cNvPr>
          <p:cNvSpPr txBox="1"/>
          <p:nvPr/>
        </p:nvSpPr>
        <p:spPr>
          <a:xfrm>
            <a:off x="2469701" y="10633"/>
            <a:ext cx="6058663" cy="461665"/>
          </a:xfrm>
          <a:prstGeom prst="rect">
            <a:avLst/>
          </a:prstGeom>
          <a:noFill/>
        </p:spPr>
        <p:txBody>
          <a:bodyPr wrap="square">
            <a:spAutoFit/>
          </a:bodyPr>
          <a:lstStyle/>
          <a:p>
            <a:r>
              <a:rPr lang="fr-FR" sz="2400" dirty="0">
                <a:solidFill>
                  <a:schemeClr val="bg1"/>
                </a:solidFill>
                <a:latin typeface="Times New Roman" panose="02020603050405020304" pitchFamily="18" charset="0"/>
                <a:cs typeface="Times New Roman" panose="02020603050405020304" pitchFamily="18" charset="0"/>
              </a:rPr>
              <a:t>Plan de Reprise d'Activité (PRA)</a:t>
            </a:r>
          </a:p>
        </p:txBody>
      </p:sp>
      <p:cxnSp>
        <p:nvCxnSpPr>
          <p:cNvPr id="5" name="Connecteur droit 4">
            <a:extLst>
              <a:ext uri="{FF2B5EF4-FFF2-40B4-BE49-F238E27FC236}">
                <a16:creationId xmlns:a16="http://schemas.microsoft.com/office/drawing/2014/main" id="{E934C8D2-9B8F-7480-CFC3-780F0E40008C}"/>
              </a:ext>
            </a:extLst>
          </p:cNvPr>
          <p:cNvCxnSpPr>
            <a:cxnSpLocks/>
          </p:cNvCxnSpPr>
          <p:nvPr/>
        </p:nvCxnSpPr>
        <p:spPr>
          <a:xfrm>
            <a:off x="615636" y="602732"/>
            <a:ext cx="7441948" cy="0"/>
          </a:xfrm>
          <a:prstGeom prst="line">
            <a:avLst/>
          </a:prstGeom>
        </p:spPr>
        <p:style>
          <a:lnRef idx="2">
            <a:schemeClr val="accent4"/>
          </a:lnRef>
          <a:fillRef idx="0">
            <a:schemeClr val="accent4"/>
          </a:fillRef>
          <a:effectRef idx="1">
            <a:schemeClr val="accent4"/>
          </a:effectRef>
          <a:fontRef idx="minor">
            <a:schemeClr val="tx1"/>
          </a:fontRef>
        </p:style>
      </p:cxnSp>
      <p:sp>
        <p:nvSpPr>
          <p:cNvPr id="2" name="ZoneTexte 1">
            <a:extLst>
              <a:ext uri="{FF2B5EF4-FFF2-40B4-BE49-F238E27FC236}">
                <a16:creationId xmlns:a16="http://schemas.microsoft.com/office/drawing/2014/main" id="{6BC852B3-DA2D-C9CB-6A3B-E61019C25DEB}"/>
              </a:ext>
            </a:extLst>
          </p:cNvPr>
          <p:cNvSpPr txBox="1"/>
          <p:nvPr/>
        </p:nvSpPr>
        <p:spPr>
          <a:xfrm>
            <a:off x="425302" y="733167"/>
            <a:ext cx="7006856" cy="369332"/>
          </a:xfrm>
          <a:prstGeom prst="rect">
            <a:avLst/>
          </a:prstGeom>
          <a:noFill/>
        </p:spPr>
        <p:txBody>
          <a:bodyPr wrap="square" rtlCol="0">
            <a:spAutoFit/>
          </a:bodyPr>
          <a:lstStyle/>
          <a:p>
            <a:pPr marL="285750" indent="-285750">
              <a:buFont typeface="Wingdings" panose="05000000000000000000" pitchFamily="2" charset="2"/>
              <a:buChar char="Ø"/>
            </a:pPr>
            <a:r>
              <a:rPr lang="fr-FR" sz="1800" dirty="0">
                <a:solidFill>
                  <a:schemeClr val="bg1"/>
                </a:solidFill>
                <a:latin typeface="Times New Roman" panose="02020603050405020304" pitchFamily="18" charset="0"/>
                <a:cs typeface="Times New Roman" panose="02020603050405020304" pitchFamily="18" charset="0"/>
              </a:rPr>
              <a:t>Stratégies du Plan de Reprise d'Activité (PRA)</a:t>
            </a:r>
          </a:p>
        </p:txBody>
      </p:sp>
      <p:sp>
        <p:nvSpPr>
          <p:cNvPr id="8" name="Rectangle 7">
            <a:extLst>
              <a:ext uri="{FF2B5EF4-FFF2-40B4-BE49-F238E27FC236}">
                <a16:creationId xmlns:a16="http://schemas.microsoft.com/office/drawing/2014/main" id="{6188DD9F-F798-3A46-2C60-38FDCB88EA20}"/>
              </a:ext>
            </a:extLst>
          </p:cNvPr>
          <p:cNvSpPr/>
          <p:nvPr/>
        </p:nvSpPr>
        <p:spPr>
          <a:xfrm>
            <a:off x="701748" y="1605516"/>
            <a:ext cx="2690037" cy="148855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t>Récupération des données et des systèmes IT</a:t>
            </a:r>
          </a:p>
        </p:txBody>
      </p:sp>
      <p:sp>
        <p:nvSpPr>
          <p:cNvPr id="9" name="Rectangle 8">
            <a:extLst>
              <a:ext uri="{FF2B5EF4-FFF2-40B4-BE49-F238E27FC236}">
                <a16:creationId xmlns:a16="http://schemas.microsoft.com/office/drawing/2014/main" id="{1C374C66-38F0-2BF8-9BCF-97119BE8FCFE}"/>
              </a:ext>
            </a:extLst>
          </p:cNvPr>
          <p:cNvSpPr/>
          <p:nvPr/>
        </p:nvSpPr>
        <p:spPr>
          <a:xfrm>
            <a:off x="3923414" y="1605516"/>
            <a:ext cx="3593805" cy="148855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t>Remise en service des applications et des opérations commerciales</a:t>
            </a:r>
          </a:p>
        </p:txBody>
      </p:sp>
      <p:sp>
        <p:nvSpPr>
          <p:cNvPr id="10" name="Rectangle 9">
            <a:extLst>
              <a:ext uri="{FF2B5EF4-FFF2-40B4-BE49-F238E27FC236}">
                <a16:creationId xmlns:a16="http://schemas.microsoft.com/office/drawing/2014/main" id="{695157E8-27D0-DC7C-DDC4-7DE341311C43}"/>
              </a:ext>
            </a:extLst>
          </p:cNvPr>
          <p:cNvSpPr/>
          <p:nvPr/>
        </p:nvSpPr>
        <p:spPr>
          <a:xfrm>
            <a:off x="701748" y="3424348"/>
            <a:ext cx="2690037" cy="108452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t>Communication avec les parties prenantes</a:t>
            </a:r>
          </a:p>
        </p:txBody>
      </p:sp>
      <p:sp>
        <p:nvSpPr>
          <p:cNvPr id="11" name="Rectangle 10">
            <a:extLst>
              <a:ext uri="{FF2B5EF4-FFF2-40B4-BE49-F238E27FC236}">
                <a16:creationId xmlns:a16="http://schemas.microsoft.com/office/drawing/2014/main" id="{F5CFA54B-ED41-F1E1-15E7-6B830B5560D6}"/>
              </a:ext>
            </a:extLst>
          </p:cNvPr>
          <p:cNvSpPr/>
          <p:nvPr/>
        </p:nvSpPr>
        <p:spPr>
          <a:xfrm>
            <a:off x="3923414" y="3424348"/>
            <a:ext cx="3593805" cy="11164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t>Tests et mises à jour</a:t>
            </a:r>
          </a:p>
        </p:txBody>
      </p:sp>
      <p:sp>
        <p:nvSpPr>
          <p:cNvPr id="3" name="Ellipse 2">
            <a:extLst>
              <a:ext uri="{FF2B5EF4-FFF2-40B4-BE49-F238E27FC236}">
                <a16:creationId xmlns:a16="http://schemas.microsoft.com/office/drawing/2014/main" id="{BA6F0081-695C-6F0A-9132-C8BA25301E42}"/>
              </a:ext>
            </a:extLst>
          </p:cNvPr>
          <p:cNvSpPr/>
          <p:nvPr/>
        </p:nvSpPr>
        <p:spPr>
          <a:xfrm>
            <a:off x="8263467" y="133932"/>
            <a:ext cx="620889" cy="453090"/>
          </a:xfrm>
          <a:prstGeom prst="ellipse">
            <a:avLst/>
          </a:prstGeom>
          <a:solidFill>
            <a:srgbClr val="6EB8D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26</a:t>
            </a:r>
          </a:p>
        </p:txBody>
      </p:sp>
    </p:spTree>
    <p:extLst>
      <p:ext uri="{BB962C8B-B14F-4D97-AF65-F5344CB8AC3E}">
        <p14:creationId xmlns:p14="http://schemas.microsoft.com/office/powerpoint/2010/main" val="1275595860"/>
      </p:ext>
    </p:extLst>
  </p:cSld>
  <p:clrMapOvr>
    <a:masterClrMapping/>
  </p:clrMapOvr>
  <p:transition spd="slow">
    <p:randomBar dir="vert"/>
  </p:transition>
</p:sld>
</file>

<file path=ppt/slides/slide27.xml><?xml version="1.0" encoding="utf-8"?>
<p:sld xmlns:a="http://schemas.openxmlformats.org/drawingml/2006/main" xmlns:r="http://schemas.openxmlformats.org/officeDocument/2006/relationships" xmlns:p="http://schemas.openxmlformats.org/presentationml/2006/main">
  <p:cSld>
    <p:bg>
      <p:bgPr>
        <a:gradFill>
          <a:gsLst>
            <a:gs pos="0">
              <a:srgbClr val="13367C"/>
            </a:gs>
            <a:gs pos="100000">
              <a:schemeClr val="dk2"/>
            </a:gs>
          </a:gsLst>
          <a:lin ang="5400012" scaled="0"/>
        </a:gradFill>
        <a:effectLst/>
      </p:bgPr>
    </p:bg>
    <p:spTree>
      <p:nvGrpSpPr>
        <p:cNvPr id="1" name="Shape 672"/>
        <p:cNvGrpSpPr/>
        <p:nvPr/>
      </p:nvGrpSpPr>
      <p:grpSpPr>
        <a:xfrm>
          <a:off x="0" y="0"/>
          <a:ext cx="0" cy="0"/>
          <a:chOff x="0" y="0"/>
          <a:chExt cx="0" cy="0"/>
        </a:xfrm>
      </p:grpSpPr>
      <p:sp>
        <p:nvSpPr>
          <p:cNvPr id="4" name="ZoneTexte 3">
            <a:extLst>
              <a:ext uri="{FF2B5EF4-FFF2-40B4-BE49-F238E27FC236}">
                <a16:creationId xmlns:a16="http://schemas.microsoft.com/office/drawing/2014/main" id="{6E94F017-D584-130D-AB21-F62D2148AE65}"/>
              </a:ext>
            </a:extLst>
          </p:cNvPr>
          <p:cNvSpPr txBox="1"/>
          <p:nvPr/>
        </p:nvSpPr>
        <p:spPr>
          <a:xfrm>
            <a:off x="2469701" y="10633"/>
            <a:ext cx="6058663" cy="461665"/>
          </a:xfrm>
          <a:prstGeom prst="rect">
            <a:avLst/>
          </a:prstGeom>
          <a:noFill/>
        </p:spPr>
        <p:txBody>
          <a:bodyPr wrap="square">
            <a:spAutoFit/>
          </a:bodyPr>
          <a:lstStyle/>
          <a:p>
            <a:r>
              <a:rPr lang="fr-FR" sz="2400" dirty="0">
                <a:solidFill>
                  <a:schemeClr val="bg1"/>
                </a:solidFill>
                <a:latin typeface="Times New Roman" panose="02020603050405020304" pitchFamily="18" charset="0"/>
                <a:cs typeface="Times New Roman" panose="02020603050405020304" pitchFamily="18" charset="0"/>
              </a:rPr>
              <a:t>Plan de Reprise d'Activité (PRA)</a:t>
            </a:r>
          </a:p>
        </p:txBody>
      </p:sp>
      <p:cxnSp>
        <p:nvCxnSpPr>
          <p:cNvPr id="5" name="Connecteur droit 4">
            <a:extLst>
              <a:ext uri="{FF2B5EF4-FFF2-40B4-BE49-F238E27FC236}">
                <a16:creationId xmlns:a16="http://schemas.microsoft.com/office/drawing/2014/main" id="{E934C8D2-9B8F-7480-CFC3-780F0E40008C}"/>
              </a:ext>
            </a:extLst>
          </p:cNvPr>
          <p:cNvCxnSpPr>
            <a:cxnSpLocks/>
          </p:cNvCxnSpPr>
          <p:nvPr/>
        </p:nvCxnSpPr>
        <p:spPr>
          <a:xfrm>
            <a:off x="615636" y="602732"/>
            <a:ext cx="7441948" cy="0"/>
          </a:xfrm>
          <a:prstGeom prst="line">
            <a:avLst/>
          </a:prstGeom>
        </p:spPr>
        <p:style>
          <a:lnRef idx="2">
            <a:schemeClr val="accent4"/>
          </a:lnRef>
          <a:fillRef idx="0">
            <a:schemeClr val="accent4"/>
          </a:fillRef>
          <a:effectRef idx="1">
            <a:schemeClr val="accent4"/>
          </a:effectRef>
          <a:fontRef idx="minor">
            <a:schemeClr val="tx1"/>
          </a:fontRef>
        </p:style>
      </p:cxnSp>
      <p:sp>
        <p:nvSpPr>
          <p:cNvPr id="2" name="ZoneTexte 1">
            <a:extLst>
              <a:ext uri="{FF2B5EF4-FFF2-40B4-BE49-F238E27FC236}">
                <a16:creationId xmlns:a16="http://schemas.microsoft.com/office/drawing/2014/main" id="{6BC852B3-DA2D-C9CB-6A3B-E61019C25DEB}"/>
              </a:ext>
            </a:extLst>
          </p:cNvPr>
          <p:cNvSpPr txBox="1"/>
          <p:nvPr/>
        </p:nvSpPr>
        <p:spPr>
          <a:xfrm>
            <a:off x="425302" y="733167"/>
            <a:ext cx="7006856" cy="369332"/>
          </a:xfrm>
          <a:prstGeom prst="rect">
            <a:avLst/>
          </a:prstGeom>
          <a:noFill/>
        </p:spPr>
        <p:txBody>
          <a:bodyPr wrap="square" rtlCol="0">
            <a:spAutoFit/>
          </a:bodyPr>
          <a:lstStyle/>
          <a:p>
            <a:pPr marL="285750" indent="-285750">
              <a:buFont typeface="Wingdings" panose="05000000000000000000" pitchFamily="2" charset="2"/>
              <a:buChar char="Ø"/>
            </a:pPr>
            <a:r>
              <a:rPr lang="fr-FR" sz="1800" dirty="0">
                <a:solidFill>
                  <a:schemeClr val="bg1"/>
                </a:solidFill>
                <a:latin typeface="Times New Roman" panose="02020603050405020304" pitchFamily="18" charset="0"/>
                <a:cs typeface="Times New Roman" panose="02020603050405020304" pitchFamily="18" charset="0"/>
              </a:rPr>
              <a:t>Stratégies du Plan de Reprise d'Activité (PRA)</a:t>
            </a:r>
          </a:p>
        </p:txBody>
      </p:sp>
      <p:pic>
        <p:nvPicPr>
          <p:cNvPr id="6" name="Image 5">
            <a:extLst>
              <a:ext uri="{FF2B5EF4-FFF2-40B4-BE49-F238E27FC236}">
                <a16:creationId xmlns:a16="http://schemas.microsoft.com/office/drawing/2014/main" id="{AA18C707-6FB0-B201-0574-0AF2255FF078}"/>
              </a:ext>
            </a:extLst>
          </p:cNvPr>
          <p:cNvPicPr>
            <a:picLocks noChangeAspect="1"/>
          </p:cNvPicPr>
          <p:nvPr/>
        </p:nvPicPr>
        <p:blipFill>
          <a:blip r:embed="rId3"/>
          <a:stretch>
            <a:fillRect/>
          </a:stretch>
        </p:blipFill>
        <p:spPr>
          <a:xfrm>
            <a:off x="23812" y="728662"/>
            <a:ext cx="9096375" cy="4109146"/>
          </a:xfrm>
          <a:prstGeom prst="rect">
            <a:avLst/>
          </a:prstGeom>
        </p:spPr>
      </p:pic>
      <p:sp>
        <p:nvSpPr>
          <p:cNvPr id="3" name="Ellipse 2">
            <a:extLst>
              <a:ext uri="{FF2B5EF4-FFF2-40B4-BE49-F238E27FC236}">
                <a16:creationId xmlns:a16="http://schemas.microsoft.com/office/drawing/2014/main" id="{7947B6DB-AAC1-400F-212A-F2D8415254AE}"/>
              </a:ext>
            </a:extLst>
          </p:cNvPr>
          <p:cNvSpPr/>
          <p:nvPr/>
        </p:nvSpPr>
        <p:spPr>
          <a:xfrm>
            <a:off x="8263467" y="133932"/>
            <a:ext cx="620889" cy="453090"/>
          </a:xfrm>
          <a:prstGeom prst="ellipse">
            <a:avLst/>
          </a:prstGeom>
          <a:solidFill>
            <a:srgbClr val="6EB8D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27</a:t>
            </a:r>
          </a:p>
        </p:txBody>
      </p:sp>
    </p:spTree>
    <p:extLst>
      <p:ext uri="{BB962C8B-B14F-4D97-AF65-F5344CB8AC3E}">
        <p14:creationId xmlns:p14="http://schemas.microsoft.com/office/powerpoint/2010/main" val="2116164958"/>
      </p:ext>
    </p:extLst>
  </p:cSld>
  <p:clrMapOvr>
    <a:masterClrMapping/>
  </p:clrMapOvr>
  <p:transition spd="slow">
    <p:randomBar dir="vert"/>
  </p:transition>
</p:sld>
</file>

<file path=ppt/slides/slide28.xml><?xml version="1.0" encoding="utf-8"?>
<p:sld xmlns:a="http://schemas.openxmlformats.org/drawingml/2006/main" xmlns:r="http://schemas.openxmlformats.org/officeDocument/2006/relationships" xmlns:p="http://schemas.openxmlformats.org/presentationml/2006/main">
  <p:cSld>
    <p:bg>
      <p:bgPr>
        <a:gradFill>
          <a:gsLst>
            <a:gs pos="0">
              <a:srgbClr val="13367C"/>
            </a:gs>
            <a:gs pos="100000">
              <a:schemeClr val="dk2"/>
            </a:gs>
          </a:gsLst>
          <a:lin ang="5400012" scaled="0"/>
        </a:gradFill>
        <a:effectLst/>
      </p:bgPr>
    </p:bg>
    <p:spTree>
      <p:nvGrpSpPr>
        <p:cNvPr id="1" name="Shape 672"/>
        <p:cNvGrpSpPr/>
        <p:nvPr/>
      </p:nvGrpSpPr>
      <p:grpSpPr>
        <a:xfrm>
          <a:off x="0" y="0"/>
          <a:ext cx="0" cy="0"/>
          <a:chOff x="0" y="0"/>
          <a:chExt cx="0" cy="0"/>
        </a:xfrm>
      </p:grpSpPr>
      <p:sp>
        <p:nvSpPr>
          <p:cNvPr id="4" name="ZoneTexte 3">
            <a:extLst>
              <a:ext uri="{FF2B5EF4-FFF2-40B4-BE49-F238E27FC236}">
                <a16:creationId xmlns:a16="http://schemas.microsoft.com/office/drawing/2014/main" id="{6E94F017-D584-130D-AB21-F62D2148AE65}"/>
              </a:ext>
            </a:extLst>
          </p:cNvPr>
          <p:cNvSpPr txBox="1"/>
          <p:nvPr/>
        </p:nvSpPr>
        <p:spPr>
          <a:xfrm>
            <a:off x="2053979" y="21265"/>
            <a:ext cx="6303212" cy="461665"/>
          </a:xfrm>
          <a:prstGeom prst="rect">
            <a:avLst/>
          </a:prstGeom>
          <a:noFill/>
        </p:spPr>
        <p:txBody>
          <a:bodyPr wrap="square">
            <a:spAutoFit/>
          </a:bodyPr>
          <a:lstStyle/>
          <a:p>
            <a:r>
              <a:rPr lang="fr-FR" sz="2400" dirty="0">
                <a:solidFill>
                  <a:schemeClr val="bg1"/>
                </a:solidFill>
                <a:latin typeface="Times New Roman" panose="02020603050405020304" pitchFamily="18" charset="0"/>
                <a:cs typeface="Times New Roman" panose="02020603050405020304" pitchFamily="18" charset="0"/>
              </a:rPr>
              <a:t>Différence entre PCA &amp; PRA</a:t>
            </a:r>
          </a:p>
        </p:txBody>
      </p:sp>
      <p:cxnSp>
        <p:nvCxnSpPr>
          <p:cNvPr id="5" name="Connecteur droit 4">
            <a:extLst>
              <a:ext uri="{FF2B5EF4-FFF2-40B4-BE49-F238E27FC236}">
                <a16:creationId xmlns:a16="http://schemas.microsoft.com/office/drawing/2014/main" id="{E934C8D2-9B8F-7480-CFC3-780F0E40008C}"/>
              </a:ext>
            </a:extLst>
          </p:cNvPr>
          <p:cNvCxnSpPr>
            <a:cxnSpLocks/>
          </p:cNvCxnSpPr>
          <p:nvPr/>
        </p:nvCxnSpPr>
        <p:spPr>
          <a:xfrm>
            <a:off x="615636" y="602732"/>
            <a:ext cx="7441948" cy="0"/>
          </a:xfrm>
          <a:prstGeom prst="line">
            <a:avLst/>
          </a:prstGeom>
        </p:spPr>
        <p:style>
          <a:lnRef idx="2">
            <a:schemeClr val="accent4"/>
          </a:lnRef>
          <a:fillRef idx="0">
            <a:schemeClr val="accent4"/>
          </a:fillRef>
          <a:effectRef idx="1">
            <a:schemeClr val="accent4"/>
          </a:effectRef>
          <a:fontRef idx="minor">
            <a:schemeClr val="tx1"/>
          </a:fontRef>
        </p:style>
      </p:cxnSp>
      <p:pic>
        <p:nvPicPr>
          <p:cNvPr id="6" name="Image 5">
            <a:extLst>
              <a:ext uri="{FF2B5EF4-FFF2-40B4-BE49-F238E27FC236}">
                <a16:creationId xmlns:a16="http://schemas.microsoft.com/office/drawing/2014/main" id="{E093EB3B-DCF2-9CE6-15F9-33BC85595100}"/>
              </a:ext>
            </a:extLst>
          </p:cNvPr>
          <p:cNvPicPr>
            <a:picLocks noChangeAspect="1"/>
          </p:cNvPicPr>
          <p:nvPr/>
        </p:nvPicPr>
        <p:blipFill>
          <a:blip r:embed="rId3"/>
          <a:stretch>
            <a:fillRect/>
          </a:stretch>
        </p:blipFill>
        <p:spPr>
          <a:xfrm>
            <a:off x="244550" y="722536"/>
            <a:ext cx="8718698" cy="4317298"/>
          </a:xfrm>
          <a:prstGeom prst="rect">
            <a:avLst/>
          </a:prstGeom>
        </p:spPr>
      </p:pic>
      <p:sp>
        <p:nvSpPr>
          <p:cNvPr id="2" name="Ellipse 1">
            <a:extLst>
              <a:ext uri="{FF2B5EF4-FFF2-40B4-BE49-F238E27FC236}">
                <a16:creationId xmlns:a16="http://schemas.microsoft.com/office/drawing/2014/main" id="{851EED89-8495-AC80-D646-DDA25D1FE4C5}"/>
              </a:ext>
            </a:extLst>
          </p:cNvPr>
          <p:cNvSpPr/>
          <p:nvPr/>
        </p:nvSpPr>
        <p:spPr>
          <a:xfrm>
            <a:off x="8263467" y="133932"/>
            <a:ext cx="620889" cy="453090"/>
          </a:xfrm>
          <a:prstGeom prst="ellipse">
            <a:avLst/>
          </a:prstGeom>
          <a:solidFill>
            <a:srgbClr val="6EB8D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28</a:t>
            </a:r>
          </a:p>
        </p:txBody>
      </p:sp>
    </p:spTree>
    <p:extLst>
      <p:ext uri="{BB962C8B-B14F-4D97-AF65-F5344CB8AC3E}">
        <p14:creationId xmlns:p14="http://schemas.microsoft.com/office/powerpoint/2010/main" val="3849300443"/>
      </p:ext>
    </p:extLst>
  </p:cSld>
  <p:clrMapOvr>
    <a:masterClrMapping/>
  </p:clrMapOvr>
  <p:transition spd="slow">
    <p:randomBar dir="vert"/>
  </p:transition>
</p:sld>
</file>

<file path=ppt/slides/slide29.xml><?xml version="1.0" encoding="utf-8"?>
<p:sld xmlns:a="http://schemas.openxmlformats.org/drawingml/2006/main" xmlns:r="http://schemas.openxmlformats.org/officeDocument/2006/relationships" xmlns:p="http://schemas.openxmlformats.org/presentationml/2006/main">
  <p:cSld>
    <p:bg>
      <p:bgPr>
        <a:gradFill>
          <a:gsLst>
            <a:gs pos="0">
              <a:srgbClr val="13367C"/>
            </a:gs>
            <a:gs pos="100000">
              <a:schemeClr val="dk2"/>
            </a:gs>
          </a:gsLst>
          <a:lin ang="5400012" scaled="0"/>
        </a:gradFill>
        <a:effectLst/>
      </p:bgPr>
    </p:bg>
    <p:spTree>
      <p:nvGrpSpPr>
        <p:cNvPr id="1" name="Shape 672"/>
        <p:cNvGrpSpPr/>
        <p:nvPr/>
      </p:nvGrpSpPr>
      <p:grpSpPr>
        <a:xfrm>
          <a:off x="0" y="0"/>
          <a:ext cx="0" cy="0"/>
          <a:chOff x="0" y="0"/>
          <a:chExt cx="0" cy="0"/>
        </a:xfrm>
      </p:grpSpPr>
      <p:sp>
        <p:nvSpPr>
          <p:cNvPr id="4" name="ZoneTexte 3">
            <a:extLst>
              <a:ext uri="{FF2B5EF4-FFF2-40B4-BE49-F238E27FC236}">
                <a16:creationId xmlns:a16="http://schemas.microsoft.com/office/drawing/2014/main" id="{6E94F017-D584-130D-AB21-F62D2148AE65}"/>
              </a:ext>
            </a:extLst>
          </p:cNvPr>
          <p:cNvSpPr txBox="1"/>
          <p:nvPr/>
        </p:nvSpPr>
        <p:spPr>
          <a:xfrm>
            <a:off x="2053979" y="21265"/>
            <a:ext cx="6303212" cy="461665"/>
          </a:xfrm>
          <a:prstGeom prst="rect">
            <a:avLst/>
          </a:prstGeom>
          <a:noFill/>
        </p:spPr>
        <p:txBody>
          <a:bodyPr wrap="square">
            <a:spAutoFit/>
          </a:bodyPr>
          <a:lstStyle/>
          <a:p>
            <a:r>
              <a:rPr lang="fr-FR" sz="2400" dirty="0">
                <a:solidFill>
                  <a:schemeClr val="bg1"/>
                </a:solidFill>
                <a:latin typeface="Times New Roman" panose="02020603050405020304" pitchFamily="18" charset="0"/>
                <a:cs typeface="Times New Roman" panose="02020603050405020304" pitchFamily="18" charset="0"/>
              </a:rPr>
              <a:t>Différence entre PCA &amp; PRA</a:t>
            </a:r>
          </a:p>
        </p:txBody>
      </p:sp>
      <p:cxnSp>
        <p:nvCxnSpPr>
          <p:cNvPr id="5" name="Connecteur droit 4">
            <a:extLst>
              <a:ext uri="{FF2B5EF4-FFF2-40B4-BE49-F238E27FC236}">
                <a16:creationId xmlns:a16="http://schemas.microsoft.com/office/drawing/2014/main" id="{E934C8D2-9B8F-7480-CFC3-780F0E40008C}"/>
              </a:ext>
            </a:extLst>
          </p:cNvPr>
          <p:cNvCxnSpPr>
            <a:cxnSpLocks/>
          </p:cNvCxnSpPr>
          <p:nvPr/>
        </p:nvCxnSpPr>
        <p:spPr>
          <a:xfrm>
            <a:off x="615636" y="602732"/>
            <a:ext cx="7441948" cy="0"/>
          </a:xfrm>
          <a:prstGeom prst="line">
            <a:avLst/>
          </a:prstGeom>
        </p:spPr>
        <p:style>
          <a:lnRef idx="2">
            <a:schemeClr val="accent4"/>
          </a:lnRef>
          <a:fillRef idx="0">
            <a:schemeClr val="accent4"/>
          </a:fillRef>
          <a:effectRef idx="1">
            <a:schemeClr val="accent4"/>
          </a:effectRef>
          <a:fontRef idx="minor">
            <a:schemeClr val="tx1"/>
          </a:fontRef>
        </p:style>
      </p:cxnSp>
      <p:sp>
        <p:nvSpPr>
          <p:cNvPr id="2" name="ZoneTexte 1">
            <a:extLst>
              <a:ext uri="{FF2B5EF4-FFF2-40B4-BE49-F238E27FC236}">
                <a16:creationId xmlns:a16="http://schemas.microsoft.com/office/drawing/2014/main" id="{32F749B7-8AAB-38ED-F71D-7C1FDA4E56BF}"/>
              </a:ext>
            </a:extLst>
          </p:cNvPr>
          <p:cNvSpPr txBox="1"/>
          <p:nvPr/>
        </p:nvSpPr>
        <p:spPr>
          <a:xfrm>
            <a:off x="787652" y="1403497"/>
            <a:ext cx="7613964" cy="2800767"/>
          </a:xfrm>
          <a:prstGeom prst="rect">
            <a:avLst/>
          </a:prstGeom>
          <a:solidFill>
            <a:schemeClr val="bg2"/>
          </a:solidFill>
        </p:spPr>
        <p:txBody>
          <a:bodyPr wrap="square" rtlCol="0">
            <a:spAutoFit/>
          </a:bodyPr>
          <a:lstStyle/>
          <a:p>
            <a:r>
              <a:rPr lang="fr-FR" sz="1600" dirty="0">
                <a:solidFill>
                  <a:schemeClr val="bg1"/>
                </a:solidFill>
                <a:latin typeface="Times New Roman" panose="02020603050405020304" pitchFamily="18" charset="0"/>
                <a:cs typeface="Times New Roman" panose="02020603050405020304" pitchFamily="18" charset="0"/>
              </a:rPr>
              <a:t>En résumé, le plan de continuité d'activité vise à maintenir les opérations critiques de l'entreprise pendant et après un incident, tandis que le plan de reprise d'activité vise à rétablir les opérations critiques après un incident majeur. Il est important de noter que le PCA et le PRA sont deux plans distincts, mais ils sont étroitement liés et doivent être coordonnés pour garantir et assurer une continuité et une reprise des activités réussies en cas d'interruption des opérations .</a:t>
            </a:r>
          </a:p>
          <a:p>
            <a:r>
              <a:rPr lang="en-US" sz="1600" dirty="0">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Le PCA </a:t>
            </a:r>
            <a:r>
              <a:rPr lang="en-US" sz="1600" dirty="0" err="1">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est</a:t>
            </a:r>
            <a:r>
              <a:rPr lang="en-US" sz="1600" dirty="0">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 </a:t>
            </a:r>
            <a:r>
              <a:rPr lang="en-US" sz="1600" dirty="0" err="1">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organisationnel</a:t>
            </a:r>
            <a:r>
              <a:rPr lang="en-US" sz="1600" dirty="0">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 et </a:t>
            </a:r>
            <a:r>
              <a:rPr lang="en-US" sz="1600" dirty="0" err="1">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préventif</a:t>
            </a:r>
            <a:r>
              <a:rPr lang="en-US" sz="1600" dirty="0">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 : il vise à assurer la </a:t>
            </a:r>
            <a:r>
              <a:rPr lang="en-US" sz="1600" dirty="0" err="1">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continuité</a:t>
            </a:r>
            <a:r>
              <a:rPr lang="en-US" sz="1600" dirty="0">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 des </a:t>
            </a:r>
            <a:r>
              <a:rPr lang="en-US" sz="1600" dirty="0" err="1">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activités</a:t>
            </a:r>
            <a:r>
              <a:rPr lang="en-US" sz="1600" dirty="0">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 critiques par </a:t>
            </a:r>
            <a:r>
              <a:rPr lang="en-US" sz="1600" dirty="0" err="1">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contre</a:t>
            </a:r>
            <a:r>
              <a:rPr lang="en-US" sz="1600" dirty="0">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 le PRA </a:t>
            </a:r>
            <a:r>
              <a:rPr lang="en-US" sz="1600" dirty="0" err="1">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est</a:t>
            </a:r>
            <a:r>
              <a:rPr lang="en-US" sz="1600" dirty="0">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 technique et </a:t>
            </a:r>
            <a:r>
              <a:rPr lang="en-US" sz="1600" dirty="0" err="1">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curatif</a:t>
            </a:r>
            <a:r>
              <a:rPr lang="en-US" sz="1600" dirty="0">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 : il vise à </a:t>
            </a:r>
            <a:r>
              <a:rPr lang="en-US" sz="1600" dirty="0" err="1">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restaurer</a:t>
            </a:r>
            <a:r>
              <a:rPr lang="en-US" sz="1600" dirty="0">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rPr>
              <a:t> les infrastructures IT après un incident.</a:t>
            </a:r>
            <a:endParaRPr lang="fr-FR" sz="1600" dirty="0">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endParaRPr>
          </a:p>
          <a:p>
            <a:endParaRPr lang="fr-FR" sz="1600" dirty="0">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endParaRPr>
          </a:p>
          <a:p>
            <a:endParaRPr lang="fr-FR" sz="1600" dirty="0">
              <a:solidFill>
                <a:schemeClr val="bg1"/>
              </a:solidFill>
              <a:latin typeface="Times New Roman" panose="02020603050405020304" pitchFamily="18" charset="0"/>
              <a:cs typeface="Times New Roman" panose="02020603050405020304" pitchFamily="18" charset="0"/>
            </a:endParaRPr>
          </a:p>
        </p:txBody>
      </p:sp>
      <p:sp>
        <p:nvSpPr>
          <p:cNvPr id="3" name="Ellipse 2">
            <a:extLst>
              <a:ext uri="{FF2B5EF4-FFF2-40B4-BE49-F238E27FC236}">
                <a16:creationId xmlns:a16="http://schemas.microsoft.com/office/drawing/2014/main" id="{0D31824F-FF4F-8868-BD64-48A90E536BA1}"/>
              </a:ext>
            </a:extLst>
          </p:cNvPr>
          <p:cNvSpPr/>
          <p:nvPr/>
        </p:nvSpPr>
        <p:spPr>
          <a:xfrm>
            <a:off x="8263467" y="133932"/>
            <a:ext cx="620889" cy="453090"/>
          </a:xfrm>
          <a:prstGeom prst="ellipse">
            <a:avLst/>
          </a:prstGeom>
          <a:solidFill>
            <a:srgbClr val="6EB8D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29</a:t>
            </a:r>
          </a:p>
        </p:txBody>
      </p:sp>
    </p:spTree>
    <p:extLst>
      <p:ext uri="{BB962C8B-B14F-4D97-AF65-F5344CB8AC3E}">
        <p14:creationId xmlns:p14="http://schemas.microsoft.com/office/powerpoint/2010/main" val="3299799452"/>
      </p:ext>
    </p:extLst>
  </p:cSld>
  <p:clrMapOvr>
    <a:masterClrMapping/>
  </p:clrMapOvr>
  <p:transition spd="slow">
    <p:randomBar dir="vert"/>
  </p:transition>
</p:sld>
</file>

<file path=ppt/slides/slide30.xml><?xml version="1.0" encoding="utf-8"?>
<p:sld xmlns:a="http://schemas.openxmlformats.org/drawingml/2006/main" xmlns:r="http://schemas.openxmlformats.org/officeDocument/2006/relationships" xmlns:p="http://schemas.openxmlformats.org/presentationml/2006/main">
  <p:cSld>
    <p:bg>
      <p:bgPr>
        <a:gradFill>
          <a:gsLst>
            <a:gs pos="0">
              <a:srgbClr val="13367C"/>
            </a:gs>
            <a:gs pos="100000">
              <a:schemeClr val="dk2"/>
            </a:gs>
          </a:gsLst>
          <a:lin ang="5400012" scaled="0"/>
        </a:gradFill>
        <a:effectLst/>
      </p:bgPr>
    </p:bg>
    <p:spTree>
      <p:nvGrpSpPr>
        <p:cNvPr id="1" name="Shape 672"/>
        <p:cNvGrpSpPr/>
        <p:nvPr/>
      </p:nvGrpSpPr>
      <p:grpSpPr>
        <a:xfrm>
          <a:off x="0" y="0"/>
          <a:ext cx="0" cy="0"/>
          <a:chOff x="0" y="0"/>
          <a:chExt cx="0" cy="0"/>
        </a:xfrm>
      </p:grpSpPr>
      <p:sp>
        <p:nvSpPr>
          <p:cNvPr id="4" name="ZoneTexte 3">
            <a:extLst>
              <a:ext uri="{FF2B5EF4-FFF2-40B4-BE49-F238E27FC236}">
                <a16:creationId xmlns:a16="http://schemas.microsoft.com/office/drawing/2014/main" id="{6E94F017-D584-130D-AB21-F62D2148AE65}"/>
              </a:ext>
            </a:extLst>
          </p:cNvPr>
          <p:cNvSpPr txBox="1"/>
          <p:nvPr/>
        </p:nvSpPr>
        <p:spPr>
          <a:xfrm>
            <a:off x="3036113" y="0"/>
            <a:ext cx="4335532" cy="461665"/>
          </a:xfrm>
          <a:prstGeom prst="rect">
            <a:avLst/>
          </a:prstGeom>
          <a:noFill/>
        </p:spPr>
        <p:txBody>
          <a:bodyPr wrap="square">
            <a:spAutoFit/>
          </a:bodyPr>
          <a:lstStyle/>
          <a:p>
            <a:r>
              <a:rPr lang="fr-FR" sz="2400" dirty="0">
                <a:solidFill>
                  <a:schemeClr val="bg1"/>
                </a:solidFill>
                <a:latin typeface="Times New Roman" panose="02020603050405020304" pitchFamily="18" charset="0"/>
                <a:cs typeface="Times New Roman" panose="02020603050405020304" pitchFamily="18" charset="0"/>
              </a:rPr>
              <a:t>Exemple de Cas pratique</a:t>
            </a:r>
          </a:p>
        </p:txBody>
      </p:sp>
      <p:cxnSp>
        <p:nvCxnSpPr>
          <p:cNvPr id="5" name="Connecteur droit 4">
            <a:extLst>
              <a:ext uri="{FF2B5EF4-FFF2-40B4-BE49-F238E27FC236}">
                <a16:creationId xmlns:a16="http://schemas.microsoft.com/office/drawing/2014/main" id="{E934C8D2-9B8F-7480-CFC3-780F0E40008C}"/>
              </a:ext>
            </a:extLst>
          </p:cNvPr>
          <p:cNvCxnSpPr>
            <a:cxnSpLocks/>
          </p:cNvCxnSpPr>
          <p:nvPr/>
        </p:nvCxnSpPr>
        <p:spPr>
          <a:xfrm>
            <a:off x="615636" y="602732"/>
            <a:ext cx="7441948" cy="0"/>
          </a:xfrm>
          <a:prstGeom prst="line">
            <a:avLst/>
          </a:prstGeom>
        </p:spPr>
        <p:style>
          <a:lnRef idx="2">
            <a:schemeClr val="accent4"/>
          </a:lnRef>
          <a:fillRef idx="0">
            <a:schemeClr val="accent4"/>
          </a:fillRef>
          <a:effectRef idx="1">
            <a:schemeClr val="accent4"/>
          </a:effectRef>
          <a:fontRef idx="minor">
            <a:schemeClr val="tx1"/>
          </a:fontRef>
        </p:style>
      </p:cxnSp>
      <p:sp>
        <p:nvSpPr>
          <p:cNvPr id="3" name="Ellipse 2">
            <a:extLst>
              <a:ext uri="{FF2B5EF4-FFF2-40B4-BE49-F238E27FC236}">
                <a16:creationId xmlns:a16="http://schemas.microsoft.com/office/drawing/2014/main" id="{0D31824F-FF4F-8868-BD64-48A90E536BA1}"/>
              </a:ext>
            </a:extLst>
          </p:cNvPr>
          <p:cNvSpPr/>
          <p:nvPr/>
        </p:nvSpPr>
        <p:spPr>
          <a:xfrm>
            <a:off x="8263467" y="133932"/>
            <a:ext cx="620889" cy="453090"/>
          </a:xfrm>
          <a:prstGeom prst="ellipse">
            <a:avLst/>
          </a:prstGeom>
          <a:solidFill>
            <a:srgbClr val="6EB8D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30</a:t>
            </a:r>
          </a:p>
        </p:txBody>
      </p:sp>
      <p:pic>
        <p:nvPicPr>
          <p:cNvPr id="7" name="Image 6">
            <a:extLst>
              <a:ext uri="{FF2B5EF4-FFF2-40B4-BE49-F238E27FC236}">
                <a16:creationId xmlns:a16="http://schemas.microsoft.com/office/drawing/2014/main" id="{E4C4C856-EB79-4DDF-A163-86AD6D06D51F}"/>
              </a:ext>
            </a:extLst>
          </p:cNvPr>
          <p:cNvPicPr>
            <a:picLocks noChangeAspect="1"/>
          </p:cNvPicPr>
          <p:nvPr/>
        </p:nvPicPr>
        <p:blipFill>
          <a:blip r:embed="rId3"/>
          <a:stretch>
            <a:fillRect/>
          </a:stretch>
        </p:blipFill>
        <p:spPr>
          <a:xfrm rot="5400000">
            <a:off x="2172305" y="-316922"/>
            <a:ext cx="3980739" cy="6281280"/>
          </a:xfrm>
          <a:prstGeom prst="rect">
            <a:avLst/>
          </a:prstGeom>
        </p:spPr>
      </p:pic>
      <p:sp>
        <p:nvSpPr>
          <p:cNvPr id="8" name="Organigramme : Affichage 7">
            <a:extLst>
              <a:ext uri="{FF2B5EF4-FFF2-40B4-BE49-F238E27FC236}">
                <a16:creationId xmlns:a16="http://schemas.microsoft.com/office/drawing/2014/main" id="{8CEF9ADC-C0A8-4F86-8891-C0658D1A2139}"/>
              </a:ext>
            </a:extLst>
          </p:cNvPr>
          <p:cNvSpPr/>
          <p:nvPr/>
        </p:nvSpPr>
        <p:spPr>
          <a:xfrm>
            <a:off x="615636" y="1038581"/>
            <a:ext cx="406399" cy="587011"/>
          </a:xfrm>
          <a:prstGeom prst="flowChartDispla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1</a:t>
            </a:r>
          </a:p>
        </p:txBody>
      </p:sp>
    </p:spTree>
    <p:extLst>
      <p:ext uri="{BB962C8B-B14F-4D97-AF65-F5344CB8AC3E}">
        <p14:creationId xmlns:p14="http://schemas.microsoft.com/office/powerpoint/2010/main" val="3683309289"/>
      </p:ext>
    </p:extLst>
  </p:cSld>
  <p:clrMapOvr>
    <a:masterClrMapping/>
  </p:clrMapOvr>
  <p:transition spd="slow">
    <p:randomBar dir="vert"/>
  </p:transition>
</p:sld>
</file>

<file path=ppt/slides/slide31.xml><?xml version="1.0" encoding="utf-8"?>
<p:sld xmlns:a="http://schemas.openxmlformats.org/drawingml/2006/main" xmlns:r="http://schemas.openxmlformats.org/officeDocument/2006/relationships" xmlns:p="http://schemas.openxmlformats.org/presentationml/2006/main">
  <p:cSld>
    <p:bg>
      <p:bgPr>
        <a:gradFill>
          <a:gsLst>
            <a:gs pos="0">
              <a:srgbClr val="13367C"/>
            </a:gs>
            <a:gs pos="100000">
              <a:schemeClr val="dk2"/>
            </a:gs>
          </a:gsLst>
          <a:lin ang="5400012" scaled="0"/>
        </a:gradFill>
        <a:effectLst/>
      </p:bgPr>
    </p:bg>
    <p:spTree>
      <p:nvGrpSpPr>
        <p:cNvPr id="1" name="Shape 672"/>
        <p:cNvGrpSpPr/>
        <p:nvPr/>
      </p:nvGrpSpPr>
      <p:grpSpPr>
        <a:xfrm>
          <a:off x="0" y="0"/>
          <a:ext cx="0" cy="0"/>
          <a:chOff x="0" y="0"/>
          <a:chExt cx="0" cy="0"/>
        </a:xfrm>
      </p:grpSpPr>
      <p:sp>
        <p:nvSpPr>
          <p:cNvPr id="4" name="ZoneTexte 3">
            <a:extLst>
              <a:ext uri="{FF2B5EF4-FFF2-40B4-BE49-F238E27FC236}">
                <a16:creationId xmlns:a16="http://schemas.microsoft.com/office/drawing/2014/main" id="{6E94F017-D584-130D-AB21-F62D2148AE65}"/>
              </a:ext>
            </a:extLst>
          </p:cNvPr>
          <p:cNvSpPr txBox="1"/>
          <p:nvPr/>
        </p:nvSpPr>
        <p:spPr>
          <a:xfrm>
            <a:off x="3036113" y="0"/>
            <a:ext cx="4335532" cy="461665"/>
          </a:xfrm>
          <a:prstGeom prst="rect">
            <a:avLst/>
          </a:prstGeom>
          <a:noFill/>
        </p:spPr>
        <p:txBody>
          <a:bodyPr wrap="square">
            <a:spAutoFit/>
          </a:bodyPr>
          <a:lstStyle/>
          <a:p>
            <a:r>
              <a:rPr lang="fr-FR" sz="2400" dirty="0">
                <a:solidFill>
                  <a:schemeClr val="bg1"/>
                </a:solidFill>
                <a:latin typeface="Times New Roman" panose="02020603050405020304" pitchFamily="18" charset="0"/>
                <a:cs typeface="Times New Roman" panose="02020603050405020304" pitchFamily="18" charset="0"/>
              </a:rPr>
              <a:t>Exemple de Cas pratique</a:t>
            </a:r>
          </a:p>
        </p:txBody>
      </p:sp>
      <p:cxnSp>
        <p:nvCxnSpPr>
          <p:cNvPr id="5" name="Connecteur droit 4">
            <a:extLst>
              <a:ext uri="{FF2B5EF4-FFF2-40B4-BE49-F238E27FC236}">
                <a16:creationId xmlns:a16="http://schemas.microsoft.com/office/drawing/2014/main" id="{E934C8D2-9B8F-7480-CFC3-780F0E40008C}"/>
              </a:ext>
            </a:extLst>
          </p:cNvPr>
          <p:cNvCxnSpPr>
            <a:cxnSpLocks/>
          </p:cNvCxnSpPr>
          <p:nvPr/>
        </p:nvCxnSpPr>
        <p:spPr>
          <a:xfrm>
            <a:off x="615636" y="602732"/>
            <a:ext cx="7441948" cy="0"/>
          </a:xfrm>
          <a:prstGeom prst="line">
            <a:avLst/>
          </a:prstGeom>
        </p:spPr>
        <p:style>
          <a:lnRef idx="2">
            <a:schemeClr val="accent4"/>
          </a:lnRef>
          <a:fillRef idx="0">
            <a:schemeClr val="accent4"/>
          </a:fillRef>
          <a:effectRef idx="1">
            <a:schemeClr val="accent4"/>
          </a:effectRef>
          <a:fontRef idx="minor">
            <a:schemeClr val="tx1"/>
          </a:fontRef>
        </p:style>
      </p:cxnSp>
      <p:sp>
        <p:nvSpPr>
          <p:cNvPr id="3" name="Ellipse 2">
            <a:extLst>
              <a:ext uri="{FF2B5EF4-FFF2-40B4-BE49-F238E27FC236}">
                <a16:creationId xmlns:a16="http://schemas.microsoft.com/office/drawing/2014/main" id="{0D31824F-FF4F-8868-BD64-48A90E536BA1}"/>
              </a:ext>
            </a:extLst>
          </p:cNvPr>
          <p:cNvSpPr/>
          <p:nvPr/>
        </p:nvSpPr>
        <p:spPr>
          <a:xfrm>
            <a:off x="8263467" y="133932"/>
            <a:ext cx="620889" cy="453090"/>
          </a:xfrm>
          <a:prstGeom prst="ellipse">
            <a:avLst/>
          </a:prstGeom>
          <a:solidFill>
            <a:srgbClr val="6EB8D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31</a:t>
            </a:r>
          </a:p>
        </p:txBody>
      </p:sp>
      <p:pic>
        <p:nvPicPr>
          <p:cNvPr id="6" name="Image 5">
            <a:extLst>
              <a:ext uri="{FF2B5EF4-FFF2-40B4-BE49-F238E27FC236}">
                <a16:creationId xmlns:a16="http://schemas.microsoft.com/office/drawing/2014/main" id="{3A2F88BC-5E82-467F-A7CF-441666D39907}"/>
              </a:ext>
            </a:extLst>
          </p:cNvPr>
          <p:cNvPicPr>
            <a:picLocks noChangeAspect="1"/>
          </p:cNvPicPr>
          <p:nvPr/>
        </p:nvPicPr>
        <p:blipFill>
          <a:blip r:embed="rId3"/>
          <a:stretch>
            <a:fillRect/>
          </a:stretch>
        </p:blipFill>
        <p:spPr>
          <a:xfrm rot="5400000">
            <a:off x="625629" y="395918"/>
            <a:ext cx="4285539" cy="4870960"/>
          </a:xfrm>
          <a:prstGeom prst="rect">
            <a:avLst/>
          </a:prstGeom>
        </p:spPr>
      </p:pic>
      <p:pic>
        <p:nvPicPr>
          <p:cNvPr id="9" name="Image 8">
            <a:extLst>
              <a:ext uri="{FF2B5EF4-FFF2-40B4-BE49-F238E27FC236}">
                <a16:creationId xmlns:a16="http://schemas.microsoft.com/office/drawing/2014/main" id="{F24A401E-5C6C-4FFA-8789-17DCDF2D28F8}"/>
              </a:ext>
            </a:extLst>
          </p:cNvPr>
          <p:cNvPicPr>
            <a:picLocks noChangeAspect="1"/>
          </p:cNvPicPr>
          <p:nvPr/>
        </p:nvPicPr>
        <p:blipFill>
          <a:blip r:embed="rId4"/>
          <a:stretch>
            <a:fillRect/>
          </a:stretch>
        </p:blipFill>
        <p:spPr>
          <a:xfrm rot="5400000">
            <a:off x="4936952" y="1071919"/>
            <a:ext cx="4454871" cy="3688290"/>
          </a:xfrm>
          <a:prstGeom prst="rect">
            <a:avLst/>
          </a:prstGeom>
        </p:spPr>
      </p:pic>
      <p:sp>
        <p:nvSpPr>
          <p:cNvPr id="10" name="Organigramme : Affichage 9">
            <a:extLst>
              <a:ext uri="{FF2B5EF4-FFF2-40B4-BE49-F238E27FC236}">
                <a16:creationId xmlns:a16="http://schemas.microsoft.com/office/drawing/2014/main" id="{67F04DF6-B46B-4152-9F1A-05099CDA1237}"/>
              </a:ext>
            </a:extLst>
          </p:cNvPr>
          <p:cNvSpPr/>
          <p:nvPr/>
        </p:nvSpPr>
        <p:spPr>
          <a:xfrm>
            <a:off x="146652" y="688628"/>
            <a:ext cx="372532" cy="507992"/>
          </a:xfrm>
          <a:prstGeom prst="flowChartDispla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2</a:t>
            </a:r>
          </a:p>
        </p:txBody>
      </p:sp>
      <p:sp>
        <p:nvSpPr>
          <p:cNvPr id="11" name="Organigramme : Affichage 10">
            <a:extLst>
              <a:ext uri="{FF2B5EF4-FFF2-40B4-BE49-F238E27FC236}">
                <a16:creationId xmlns:a16="http://schemas.microsoft.com/office/drawing/2014/main" id="{1B3443A0-58DC-4045-A5BD-B21DCB96665C}"/>
              </a:ext>
            </a:extLst>
          </p:cNvPr>
          <p:cNvSpPr/>
          <p:nvPr/>
        </p:nvSpPr>
        <p:spPr>
          <a:xfrm>
            <a:off x="5390145" y="743800"/>
            <a:ext cx="372532" cy="507992"/>
          </a:xfrm>
          <a:prstGeom prst="flowChartDispla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3</a:t>
            </a:r>
          </a:p>
        </p:txBody>
      </p:sp>
    </p:spTree>
    <p:extLst>
      <p:ext uri="{BB962C8B-B14F-4D97-AF65-F5344CB8AC3E}">
        <p14:creationId xmlns:p14="http://schemas.microsoft.com/office/powerpoint/2010/main" val="1807723189"/>
      </p:ext>
    </p:extLst>
  </p:cSld>
  <p:clrMapOvr>
    <a:masterClrMapping/>
  </p:clrMapOvr>
  <p:transition spd="slow">
    <p:randomBar dir="vert"/>
  </p:transition>
</p:sld>
</file>

<file path=ppt/slides/slide32.xml><?xml version="1.0" encoding="utf-8"?>
<p:sld xmlns:a="http://schemas.openxmlformats.org/drawingml/2006/main" xmlns:r="http://schemas.openxmlformats.org/officeDocument/2006/relationships" xmlns:p="http://schemas.openxmlformats.org/presentationml/2006/main">
  <p:cSld>
    <p:bg>
      <p:bgPr>
        <a:gradFill>
          <a:gsLst>
            <a:gs pos="0">
              <a:srgbClr val="13367C"/>
            </a:gs>
            <a:gs pos="100000">
              <a:schemeClr val="dk2"/>
            </a:gs>
          </a:gsLst>
          <a:lin ang="5400012" scaled="0"/>
        </a:gradFill>
        <a:effectLst/>
      </p:bgPr>
    </p:bg>
    <p:spTree>
      <p:nvGrpSpPr>
        <p:cNvPr id="1" name="Shape 672"/>
        <p:cNvGrpSpPr/>
        <p:nvPr/>
      </p:nvGrpSpPr>
      <p:grpSpPr>
        <a:xfrm>
          <a:off x="0" y="0"/>
          <a:ext cx="0" cy="0"/>
          <a:chOff x="0" y="0"/>
          <a:chExt cx="0" cy="0"/>
        </a:xfrm>
      </p:grpSpPr>
      <p:sp>
        <p:nvSpPr>
          <p:cNvPr id="4" name="ZoneTexte 3">
            <a:extLst>
              <a:ext uri="{FF2B5EF4-FFF2-40B4-BE49-F238E27FC236}">
                <a16:creationId xmlns:a16="http://schemas.microsoft.com/office/drawing/2014/main" id="{6E94F017-D584-130D-AB21-F62D2148AE65}"/>
              </a:ext>
            </a:extLst>
          </p:cNvPr>
          <p:cNvSpPr txBox="1"/>
          <p:nvPr/>
        </p:nvSpPr>
        <p:spPr>
          <a:xfrm>
            <a:off x="3159766" y="14048"/>
            <a:ext cx="3676970" cy="461665"/>
          </a:xfrm>
          <a:prstGeom prst="rect">
            <a:avLst/>
          </a:prstGeom>
          <a:noFill/>
        </p:spPr>
        <p:txBody>
          <a:bodyPr wrap="square">
            <a:spAutoFit/>
          </a:bodyPr>
          <a:lstStyle/>
          <a:p>
            <a:r>
              <a:rPr lang="fr-FR" sz="2400" dirty="0">
                <a:solidFill>
                  <a:schemeClr val="bg1"/>
                </a:solidFill>
                <a:latin typeface="Times New Roman" panose="02020603050405020304" pitchFamily="18" charset="0"/>
                <a:cs typeface="Times New Roman" panose="02020603050405020304" pitchFamily="18" charset="0"/>
              </a:rPr>
              <a:t>Conclusion</a:t>
            </a:r>
          </a:p>
        </p:txBody>
      </p:sp>
      <p:cxnSp>
        <p:nvCxnSpPr>
          <p:cNvPr id="5" name="Connecteur droit 4">
            <a:extLst>
              <a:ext uri="{FF2B5EF4-FFF2-40B4-BE49-F238E27FC236}">
                <a16:creationId xmlns:a16="http://schemas.microsoft.com/office/drawing/2014/main" id="{E934C8D2-9B8F-7480-CFC3-780F0E40008C}"/>
              </a:ext>
            </a:extLst>
          </p:cNvPr>
          <p:cNvCxnSpPr>
            <a:cxnSpLocks/>
          </p:cNvCxnSpPr>
          <p:nvPr/>
        </p:nvCxnSpPr>
        <p:spPr>
          <a:xfrm>
            <a:off x="615636" y="602732"/>
            <a:ext cx="7441948" cy="0"/>
          </a:xfrm>
          <a:prstGeom prst="line">
            <a:avLst/>
          </a:prstGeom>
        </p:spPr>
        <p:style>
          <a:lnRef idx="2">
            <a:schemeClr val="accent4"/>
          </a:lnRef>
          <a:fillRef idx="0">
            <a:schemeClr val="accent4"/>
          </a:fillRef>
          <a:effectRef idx="1">
            <a:schemeClr val="accent4"/>
          </a:effectRef>
          <a:fontRef idx="minor">
            <a:schemeClr val="tx1"/>
          </a:fontRef>
        </p:style>
      </p:cxnSp>
      <p:sp>
        <p:nvSpPr>
          <p:cNvPr id="3" name="ZoneTexte 2">
            <a:extLst>
              <a:ext uri="{FF2B5EF4-FFF2-40B4-BE49-F238E27FC236}">
                <a16:creationId xmlns:a16="http://schemas.microsoft.com/office/drawing/2014/main" id="{C0966DDB-B05A-47AB-BB87-EF95A618C761}"/>
              </a:ext>
            </a:extLst>
          </p:cNvPr>
          <p:cNvSpPr txBox="1"/>
          <p:nvPr/>
        </p:nvSpPr>
        <p:spPr>
          <a:xfrm>
            <a:off x="615636" y="1095153"/>
            <a:ext cx="7752187" cy="2554545"/>
          </a:xfrm>
          <a:prstGeom prst="rect">
            <a:avLst/>
          </a:prstGeom>
          <a:noFill/>
        </p:spPr>
        <p:txBody>
          <a:bodyPr wrap="square" rtlCol="0">
            <a:spAutoFit/>
          </a:bodyPr>
          <a:lstStyle/>
          <a:p>
            <a:pPr algn="just"/>
            <a:r>
              <a:rPr lang="fr-FR" sz="1600" dirty="0">
                <a:solidFill>
                  <a:schemeClr val="bg1"/>
                </a:solidFill>
                <a:latin typeface="Times New Roman" panose="02020603050405020304" pitchFamily="18" charset="0"/>
                <a:cs typeface="Times New Roman" panose="02020603050405020304" pitchFamily="18" charset="0"/>
              </a:rPr>
              <a:t>Le Plan de Continuité d'Activité (PCA) et le Plan de Reprise d'Activité (PRA) sont deux plans clés pour assurer la sécurité et la continuité des opérations des entreprises. Le PCA vise à identifier les risques et les vulnérabilités, sauvegarder les données et planifier la continuité des activités pour éviter une interruption significative des opérations, tandis que le PRA vise à assurer la reprise des activités après une interruption significative. Les avantages du PCA et du PRA sont nombreux, notamment la réduction des temps d'arrêt, la minimisation des pertes financières, la protection de la réputation de l'entreprise et la conformité réglementaire. Cependant, pour que ces plans soient efficaces, ils doivent être régulièrement testés et mis à jour pour répondre aux changements de l'environnement de l'entreprise.</a:t>
            </a:r>
          </a:p>
        </p:txBody>
      </p:sp>
      <p:sp>
        <p:nvSpPr>
          <p:cNvPr id="2" name="Ellipse 1">
            <a:extLst>
              <a:ext uri="{FF2B5EF4-FFF2-40B4-BE49-F238E27FC236}">
                <a16:creationId xmlns:a16="http://schemas.microsoft.com/office/drawing/2014/main" id="{895FE299-36C7-0402-2921-AE1F27BE54D4}"/>
              </a:ext>
            </a:extLst>
          </p:cNvPr>
          <p:cNvSpPr/>
          <p:nvPr/>
        </p:nvSpPr>
        <p:spPr>
          <a:xfrm>
            <a:off x="8263467" y="133932"/>
            <a:ext cx="620889" cy="453090"/>
          </a:xfrm>
          <a:prstGeom prst="ellipse">
            <a:avLst/>
          </a:prstGeom>
          <a:solidFill>
            <a:srgbClr val="6EB8D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32</a:t>
            </a:r>
          </a:p>
        </p:txBody>
      </p:sp>
    </p:spTree>
    <p:extLst>
      <p:ext uri="{BB962C8B-B14F-4D97-AF65-F5344CB8AC3E}">
        <p14:creationId xmlns:p14="http://schemas.microsoft.com/office/powerpoint/2010/main" val="1243838775"/>
      </p:ext>
    </p:extLst>
  </p:cSld>
  <p:clrMapOvr>
    <a:masterClrMapping/>
  </p:clrMapOvr>
  <p:transition spd="slow">
    <p:randomBar dir="vert"/>
  </p:transition>
</p:sld>
</file>

<file path=ppt/slides/slide33.xml><?xml version="1.0" encoding="utf-8"?>
<p:sld xmlns:a="http://schemas.openxmlformats.org/drawingml/2006/main" xmlns:r="http://schemas.openxmlformats.org/officeDocument/2006/relationships" xmlns:p="http://schemas.openxmlformats.org/presentationml/2006/main">
  <p:cSld>
    <p:bg>
      <p:bgPr>
        <a:gradFill>
          <a:gsLst>
            <a:gs pos="0">
              <a:srgbClr val="13367C"/>
            </a:gs>
            <a:gs pos="100000">
              <a:schemeClr val="dk2"/>
            </a:gs>
          </a:gsLst>
          <a:lin ang="5400012" scaled="0"/>
        </a:gradFill>
        <a:effectLst/>
      </p:bgPr>
    </p:bg>
    <p:spTree>
      <p:nvGrpSpPr>
        <p:cNvPr id="1" name="Shape 672"/>
        <p:cNvGrpSpPr/>
        <p:nvPr/>
      </p:nvGrpSpPr>
      <p:grpSpPr>
        <a:xfrm>
          <a:off x="0" y="0"/>
          <a:ext cx="0" cy="0"/>
          <a:chOff x="0" y="0"/>
          <a:chExt cx="0" cy="0"/>
        </a:xfrm>
      </p:grpSpPr>
      <p:sp>
        <p:nvSpPr>
          <p:cNvPr id="4" name="ZoneTexte 3">
            <a:extLst>
              <a:ext uri="{FF2B5EF4-FFF2-40B4-BE49-F238E27FC236}">
                <a16:creationId xmlns:a16="http://schemas.microsoft.com/office/drawing/2014/main" id="{6E94F017-D584-130D-AB21-F62D2148AE65}"/>
              </a:ext>
            </a:extLst>
          </p:cNvPr>
          <p:cNvSpPr txBox="1"/>
          <p:nvPr/>
        </p:nvSpPr>
        <p:spPr>
          <a:xfrm>
            <a:off x="3159766" y="14048"/>
            <a:ext cx="3676970" cy="461665"/>
          </a:xfrm>
          <a:prstGeom prst="rect">
            <a:avLst/>
          </a:prstGeom>
          <a:noFill/>
        </p:spPr>
        <p:txBody>
          <a:bodyPr wrap="square">
            <a:spAutoFit/>
          </a:bodyPr>
          <a:lstStyle/>
          <a:p>
            <a:r>
              <a:rPr lang="fr-FR" sz="2400" dirty="0">
                <a:solidFill>
                  <a:schemeClr val="bg1"/>
                </a:solidFill>
                <a:latin typeface="Times New Roman" panose="02020603050405020304" pitchFamily="18" charset="0"/>
                <a:cs typeface="Times New Roman" panose="02020603050405020304" pitchFamily="18" charset="0"/>
              </a:rPr>
              <a:t>Conclusion</a:t>
            </a:r>
          </a:p>
        </p:txBody>
      </p:sp>
      <p:cxnSp>
        <p:nvCxnSpPr>
          <p:cNvPr id="5" name="Connecteur droit 4">
            <a:extLst>
              <a:ext uri="{FF2B5EF4-FFF2-40B4-BE49-F238E27FC236}">
                <a16:creationId xmlns:a16="http://schemas.microsoft.com/office/drawing/2014/main" id="{E934C8D2-9B8F-7480-CFC3-780F0E40008C}"/>
              </a:ext>
            </a:extLst>
          </p:cNvPr>
          <p:cNvCxnSpPr>
            <a:cxnSpLocks/>
          </p:cNvCxnSpPr>
          <p:nvPr/>
        </p:nvCxnSpPr>
        <p:spPr>
          <a:xfrm>
            <a:off x="615636" y="602732"/>
            <a:ext cx="7441948" cy="0"/>
          </a:xfrm>
          <a:prstGeom prst="line">
            <a:avLst/>
          </a:prstGeom>
        </p:spPr>
        <p:style>
          <a:lnRef idx="2">
            <a:schemeClr val="accent4"/>
          </a:lnRef>
          <a:fillRef idx="0">
            <a:schemeClr val="accent4"/>
          </a:fillRef>
          <a:effectRef idx="1">
            <a:schemeClr val="accent4"/>
          </a:effectRef>
          <a:fontRef idx="minor">
            <a:schemeClr val="tx1"/>
          </a:fontRef>
        </p:style>
      </p:cxnSp>
      <p:sp>
        <p:nvSpPr>
          <p:cNvPr id="3" name="ZoneTexte 2">
            <a:extLst>
              <a:ext uri="{FF2B5EF4-FFF2-40B4-BE49-F238E27FC236}">
                <a16:creationId xmlns:a16="http://schemas.microsoft.com/office/drawing/2014/main" id="{C0966DDB-B05A-47AB-BB87-EF95A618C761}"/>
              </a:ext>
            </a:extLst>
          </p:cNvPr>
          <p:cNvSpPr txBox="1"/>
          <p:nvPr/>
        </p:nvSpPr>
        <p:spPr>
          <a:xfrm>
            <a:off x="615636" y="1095153"/>
            <a:ext cx="7815983" cy="2062103"/>
          </a:xfrm>
          <a:prstGeom prst="rect">
            <a:avLst/>
          </a:prstGeom>
          <a:noFill/>
        </p:spPr>
        <p:txBody>
          <a:bodyPr wrap="square" rtlCol="0">
            <a:spAutoFit/>
          </a:bodyPr>
          <a:lstStyle/>
          <a:p>
            <a:pPr algn="just"/>
            <a:r>
              <a:rPr lang="fr-FR" sz="1600" dirty="0">
                <a:solidFill>
                  <a:schemeClr val="bg1"/>
                </a:solidFill>
                <a:latin typeface="Times New Roman" panose="02020603050405020304" pitchFamily="18" charset="0"/>
                <a:cs typeface="Times New Roman" panose="02020603050405020304" pitchFamily="18" charset="0"/>
              </a:rPr>
              <a:t>Les entreprises qui cherchent à améliorer leur sécurité et leur continuité des opérations devraient prendre en compte ces plans et mettre en place des stratégies de sauvegarde </a:t>
            </a:r>
          </a:p>
          <a:p>
            <a:pPr algn="just"/>
            <a:r>
              <a:rPr lang="fr-FR" sz="1600" dirty="0">
                <a:solidFill>
                  <a:schemeClr val="bg1"/>
                </a:solidFill>
                <a:latin typeface="Times New Roman" panose="02020603050405020304" pitchFamily="18" charset="0"/>
                <a:cs typeface="Times New Roman" panose="02020603050405020304" pitchFamily="18" charset="0"/>
              </a:rPr>
              <a:t>des données, des tests réguliers de récupération, une communication claire avec les parties prenantes et une coopération étroite entre le PCA et le PRA pour assurer une continuité et une reprise des activités réussies en cas d'interruption des opérations. </a:t>
            </a:r>
          </a:p>
          <a:p>
            <a:pPr algn="just"/>
            <a:r>
              <a:rPr lang="fr-FR" sz="1600" dirty="0">
                <a:solidFill>
                  <a:schemeClr val="bg1"/>
                </a:solidFill>
                <a:latin typeface="Times New Roman" panose="02020603050405020304" pitchFamily="18" charset="0"/>
                <a:cs typeface="Times New Roman" panose="02020603050405020304" pitchFamily="18" charset="0"/>
              </a:rPr>
              <a:t>En fin de compte, la mise en œuvre efficace du PCA et du PRA peut aider les entreprises à prévenir les interruptions des opérations et à minimiser les pertes en cas de catastrophe, </a:t>
            </a:r>
          </a:p>
          <a:p>
            <a:pPr algn="just"/>
            <a:r>
              <a:rPr lang="fr-FR" sz="1600" dirty="0">
                <a:solidFill>
                  <a:schemeClr val="bg1"/>
                </a:solidFill>
                <a:latin typeface="Times New Roman" panose="02020603050405020304" pitchFamily="18" charset="0"/>
                <a:cs typeface="Times New Roman" panose="02020603050405020304" pitchFamily="18" charset="0"/>
              </a:rPr>
              <a:t>tout en renforçant leur position sur le marché.</a:t>
            </a:r>
          </a:p>
        </p:txBody>
      </p:sp>
      <p:sp>
        <p:nvSpPr>
          <p:cNvPr id="2" name="Ellipse 1">
            <a:extLst>
              <a:ext uri="{FF2B5EF4-FFF2-40B4-BE49-F238E27FC236}">
                <a16:creationId xmlns:a16="http://schemas.microsoft.com/office/drawing/2014/main" id="{D4E57AAD-0D17-0156-4C8E-4FB36A33772C}"/>
              </a:ext>
            </a:extLst>
          </p:cNvPr>
          <p:cNvSpPr/>
          <p:nvPr/>
        </p:nvSpPr>
        <p:spPr>
          <a:xfrm>
            <a:off x="8263467" y="133932"/>
            <a:ext cx="620889" cy="453090"/>
          </a:xfrm>
          <a:prstGeom prst="ellipse">
            <a:avLst/>
          </a:prstGeom>
          <a:solidFill>
            <a:srgbClr val="6EB8D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33</a:t>
            </a:r>
          </a:p>
        </p:txBody>
      </p:sp>
    </p:spTree>
    <p:extLst>
      <p:ext uri="{BB962C8B-B14F-4D97-AF65-F5344CB8AC3E}">
        <p14:creationId xmlns:p14="http://schemas.microsoft.com/office/powerpoint/2010/main" val="3620097744"/>
      </p:ext>
    </p:extLst>
  </p:cSld>
  <p:clrMapOvr>
    <a:masterClrMapping/>
  </p:clrMapOvr>
  <p:transition spd="slow">
    <p:randomBar dir="vert"/>
  </p:transition>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0E2A47"/>
        </a:solidFill>
        <a:effectLst/>
      </p:bgPr>
    </p:bg>
    <p:spTree>
      <p:nvGrpSpPr>
        <p:cNvPr id="1" name="Shape 12023"/>
        <p:cNvGrpSpPr/>
        <p:nvPr/>
      </p:nvGrpSpPr>
      <p:grpSpPr>
        <a:xfrm>
          <a:off x="0" y="0"/>
          <a:ext cx="0" cy="0"/>
          <a:chOff x="0" y="0"/>
          <a:chExt cx="0" cy="0"/>
        </a:xfrm>
      </p:grpSpPr>
      <p:sp>
        <p:nvSpPr>
          <p:cNvPr id="2" name="ZoneTexte 1">
            <a:extLst>
              <a:ext uri="{FF2B5EF4-FFF2-40B4-BE49-F238E27FC236}">
                <a16:creationId xmlns:a16="http://schemas.microsoft.com/office/drawing/2014/main" id="{341D2A5F-7AA8-4BA9-9A6A-1929ADB69A73}"/>
              </a:ext>
            </a:extLst>
          </p:cNvPr>
          <p:cNvSpPr txBox="1"/>
          <p:nvPr/>
        </p:nvSpPr>
        <p:spPr>
          <a:xfrm>
            <a:off x="1350335" y="1135526"/>
            <a:ext cx="6539025" cy="1938992"/>
          </a:xfrm>
          <a:prstGeom prst="rect">
            <a:avLst/>
          </a:prstGeom>
          <a:solidFill>
            <a:schemeClr val="bg1"/>
          </a:solidFill>
        </p:spPr>
        <p:txBody>
          <a:bodyPr wrap="square" rtlCol="0">
            <a:spAutoFit/>
          </a:bodyPr>
          <a:lstStyle/>
          <a:p>
            <a:pPr algn="ctr"/>
            <a:r>
              <a:rPr lang="fr-FR" sz="4800" dirty="0">
                <a:latin typeface="Arial Rounded MT Bold" panose="020F0704030504030204" pitchFamily="34" charset="0"/>
              </a:rPr>
              <a:t>Merci </a:t>
            </a:r>
            <a:r>
              <a:rPr lang="fr-FR" sz="6000" dirty="0"/>
              <a:t>pour votre aimable attention</a:t>
            </a:r>
            <a:endParaRPr lang="fr-FR" sz="4800" dirty="0">
              <a:latin typeface="Arial Rounded MT Bold" panose="020F0704030504030204" pitchFamily="34" charset="0"/>
            </a:endParaRPr>
          </a:p>
        </p:txBody>
      </p:sp>
      <p:sp>
        <p:nvSpPr>
          <p:cNvPr id="3" name="Ellipse 2">
            <a:extLst>
              <a:ext uri="{FF2B5EF4-FFF2-40B4-BE49-F238E27FC236}">
                <a16:creationId xmlns:a16="http://schemas.microsoft.com/office/drawing/2014/main" id="{D6EDCE06-AEF7-4CFA-BC26-AF3D278C3BED}"/>
              </a:ext>
            </a:extLst>
          </p:cNvPr>
          <p:cNvSpPr/>
          <p:nvPr/>
        </p:nvSpPr>
        <p:spPr>
          <a:xfrm>
            <a:off x="8263467" y="133932"/>
            <a:ext cx="620889" cy="453090"/>
          </a:xfrm>
          <a:prstGeom prst="ellipse">
            <a:avLst/>
          </a:prstGeom>
          <a:solidFill>
            <a:srgbClr val="6EB8D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34</a:t>
            </a:r>
          </a:p>
        </p:txBody>
      </p:sp>
    </p:spTree>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theme/theme1.xml><?xml version="1.0" encoding="utf-8"?>
<a:theme xmlns:a="http://schemas.openxmlformats.org/drawingml/2006/main" name="Software Development Bussines Plan by Slidesgo">
  <a:themeElements>
    <a:clrScheme name="Simple Light">
      <a:dk1>
        <a:srgbClr val="CEF3F5"/>
      </a:dk1>
      <a:lt1>
        <a:srgbClr val="FFFFFF"/>
      </a:lt1>
      <a:dk2>
        <a:srgbClr val="0A1D42"/>
      </a:dk2>
      <a:lt2>
        <a:srgbClr val="29272C"/>
      </a:lt2>
      <a:accent1>
        <a:srgbClr val="C8AEF8"/>
      </a:accent1>
      <a:accent2>
        <a:srgbClr val="878FFF"/>
      </a:accent2>
      <a:accent3>
        <a:srgbClr val="9154F8"/>
      </a:accent3>
      <a:accent4>
        <a:srgbClr val="35C2DF"/>
      </a:accent4>
      <a:accent5>
        <a:srgbClr val="CA7BEB"/>
      </a:accent5>
      <a:accent6>
        <a:srgbClr val="972CB4"/>
      </a:accent6>
      <a:hlink>
        <a:srgbClr val="CEF3F5"/>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lidesgo Final Pages">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2445</TotalTime>
  <Words>2351</Words>
  <Application>Microsoft Office PowerPoint</Application>
  <PresentationFormat>Affichage à l'écran (16:9)</PresentationFormat>
  <Paragraphs>211</Paragraphs>
  <Slides>34</Slides>
  <Notes>34</Notes>
  <HiddenSlides>0</HiddenSlides>
  <MMClips>0</MMClips>
  <ScaleCrop>false</ScaleCrop>
  <HeadingPairs>
    <vt:vector size="6" baseType="variant">
      <vt:variant>
        <vt:lpstr>Polices utilisées</vt:lpstr>
      </vt:variant>
      <vt:variant>
        <vt:i4>10</vt:i4>
      </vt:variant>
      <vt:variant>
        <vt:lpstr>Thème</vt:lpstr>
      </vt:variant>
      <vt:variant>
        <vt:i4>2</vt:i4>
      </vt:variant>
      <vt:variant>
        <vt:lpstr>Titres des diapositives</vt:lpstr>
      </vt:variant>
      <vt:variant>
        <vt:i4>34</vt:i4>
      </vt:variant>
    </vt:vector>
  </HeadingPairs>
  <TitlesOfParts>
    <vt:vector size="46" baseType="lpstr">
      <vt:lpstr>Arial</vt:lpstr>
      <vt:lpstr>Proxima Nova Semibold</vt:lpstr>
      <vt:lpstr>Calibri</vt:lpstr>
      <vt:lpstr>Wingdings</vt:lpstr>
      <vt:lpstr>Times New Roman</vt:lpstr>
      <vt:lpstr>Proxima Nova</vt:lpstr>
      <vt:lpstr>Oswald</vt:lpstr>
      <vt:lpstr>Footlight MT Light</vt:lpstr>
      <vt:lpstr>Arial Rounded MT Bold</vt:lpstr>
      <vt:lpstr>Roboto</vt:lpstr>
      <vt:lpstr>Software Development Bussines Plan by Slidesgo</vt:lpstr>
      <vt:lpstr>Slidesgo Final Pages</vt:lpstr>
      <vt:lpstr>Présentation PowerPoint</vt:lpstr>
      <vt:lpstr>Présentation PowerPoint</vt:lpstr>
      <vt:lpstr>Introduction Générale:   </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BUSINESS PLAN</dc:title>
  <dc:creator>Ba Solo Coul</dc:creator>
  <cp:lastModifiedBy>USER</cp:lastModifiedBy>
  <cp:revision>88</cp:revision>
  <dcterms:modified xsi:type="dcterms:W3CDTF">2025-10-16T12:07:58Z</dcterms:modified>
</cp:coreProperties>
</file>