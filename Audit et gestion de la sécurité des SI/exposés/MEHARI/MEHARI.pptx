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24"/>
  </p:notesMasterIdLst>
  <p:sldIdLst>
    <p:sldId id="256" r:id="rId2"/>
    <p:sldId id="259" r:id="rId3"/>
    <p:sldId id="261" r:id="rId4"/>
    <p:sldId id="281" r:id="rId5"/>
    <p:sldId id="278" r:id="rId6"/>
    <p:sldId id="315" r:id="rId7"/>
    <p:sldId id="283" r:id="rId8"/>
    <p:sldId id="288" r:id="rId9"/>
    <p:sldId id="318" r:id="rId10"/>
    <p:sldId id="319" r:id="rId11"/>
    <p:sldId id="325" r:id="rId12"/>
    <p:sldId id="324" r:id="rId13"/>
    <p:sldId id="320" r:id="rId14"/>
    <p:sldId id="321" r:id="rId15"/>
    <p:sldId id="322" r:id="rId16"/>
    <p:sldId id="323" r:id="rId17"/>
    <p:sldId id="326" r:id="rId18"/>
    <p:sldId id="327" r:id="rId19"/>
    <p:sldId id="328" r:id="rId20"/>
    <p:sldId id="331" r:id="rId21"/>
    <p:sldId id="257" r:id="rId22"/>
    <p:sldId id="330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8F0F2A-09B5-4C8A-B929-322150B22363}">
  <a:tblStyle styleId="{DB8F0F2A-09B5-4C8A-B929-322150B223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06" autoAdjust="0"/>
  </p:normalViewPr>
  <p:slideViewPr>
    <p:cSldViewPr snapToGrid="0">
      <p:cViewPr varScale="1">
        <p:scale>
          <a:sx n="94" d="100"/>
          <a:sy n="94" d="100"/>
        </p:scale>
        <p:origin x="720" y="90"/>
      </p:cViewPr>
      <p:guideLst>
        <p:guide orient="horz" pos="461"/>
        <p:guide pos="2880"/>
        <p:guide pos="456"/>
        <p:guide orient="horz" pos="1732"/>
        <p:guide orient="horz" pos="26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78E314-0969-4417-9E9F-8071CECABF9F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445FC71-1178-454E-876F-401F22EB9BFE}">
      <dgm:prSet custT="1"/>
      <dgm:spPr/>
      <dgm:t>
        <a:bodyPr/>
        <a:lstStyle/>
        <a:p>
          <a:r>
            <a:rPr lang="fr-FR" sz="2000" b="1" i="0" dirty="0"/>
            <a:t>Méhari-Expert</a:t>
          </a:r>
          <a:endParaRPr lang="fr-FR" sz="2000" dirty="0"/>
        </a:p>
      </dgm:t>
    </dgm:pt>
    <dgm:pt modelId="{306BE734-1745-499A-949E-55C5B5476C4F}" type="parTrans" cxnId="{19F13664-82FB-4250-8929-66E0310D11D9}">
      <dgm:prSet/>
      <dgm:spPr/>
      <dgm:t>
        <a:bodyPr/>
        <a:lstStyle/>
        <a:p>
          <a:endParaRPr lang="fr-FR"/>
        </a:p>
      </dgm:t>
    </dgm:pt>
    <dgm:pt modelId="{7128CA53-258F-4076-AC54-BA588342370D}" type="sibTrans" cxnId="{19F13664-82FB-4250-8929-66E0310D11D9}">
      <dgm:prSet/>
      <dgm:spPr/>
      <dgm:t>
        <a:bodyPr/>
        <a:lstStyle/>
        <a:p>
          <a:endParaRPr lang="fr-FR"/>
        </a:p>
      </dgm:t>
    </dgm:pt>
    <dgm:pt modelId="{3640AF4F-5319-4086-89C6-FF6A82ED35EF}">
      <dgm:prSet custT="1"/>
      <dgm:spPr/>
      <dgm:t>
        <a:bodyPr/>
        <a:lstStyle/>
        <a:p>
          <a:r>
            <a:rPr lang="fr-FR" sz="2000" b="1" i="0" dirty="0"/>
            <a:t>Méhari-Standard</a:t>
          </a:r>
          <a:endParaRPr lang="fr-FR" sz="2000" dirty="0"/>
        </a:p>
      </dgm:t>
    </dgm:pt>
    <dgm:pt modelId="{E44061A4-DC01-43C9-9BC0-365735BF4463}" type="parTrans" cxnId="{663BE0AC-276F-4A84-8284-17263BD331B5}">
      <dgm:prSet/>
      <dgm:spPr/>
      <dgm:t>
        <a:bodyPr/>
        <a:lstStyle/>
        <a:p>
          <a:endParaRPr lang="fr-FR"/>
        </a:p>
      </dgm:t>
    </dgm:pt>
    <dgm:pt modelId="{F2954317-41CB-474B-BC1B-F0A66648520A}" type="sibTrans" cxnId="{663BE0AC-276F-4A84-8284-17263BD331B5}">
      <dgm:prSet/>
      <dgm:spPr/>
      <dgm:t>
        <a:bodyPr/>
        <a:lstStyle/>
        <a:p>
          <a:endParaRPr lang="fr-FR"/>
        </a:p>
      </dgm:t>
    </dgm:pt>
    <dgm:pt modelId="{611A854F-E8A3-4AD8-83BA-0118BB3B3A8E}">
      <dgm:prSet custT="1"/>
      <dgm:spPr/>
      <dgm:t>
        <a:bodyPr/>
        <a:lstStyle/>
        <a:p>
          <a:r>
            <a:rPr lang="fr-FR" sz="2000" b="1" i="0" dirty="0"/>
            <a:t>Méhari-</a:t>
          </a:r>
          <a:r>
            <a:rPr lang="fr-FR" sz="2000" b="1" i="0" dirty="0" err="1"/>
            <a:t>ManagerBC</a:t>
          </a:r>
          <a:endParaRPr lang="fr-FR" sz="2000" dirty="0"/>
        </a:p>
      </dgm:t>
    </dgm:pt>
    <dgm:pt modelId="{25A557BB-8F41-49B3-85F1-8157660AE312}" type="parTrans" cxnId="{F8446671-CCFC-48D6-9CF2-75EB8940E3F7}">
      <dgm:prSet/>
      <dgm:spPr/>
      <dgm:t>
        <a:bodyPr/>
        <a:lstStyle/>
        <a:p>
          <a:endParaRPr lang="fr-FR"/>
        </a:p>
      </dgm:t>
    </dgm:pt>
    <dgm:pt modelId="{2D73CF2F-5228-4F5C-837E-C92F5FEDE271}" type="sibTrans" cxnId="{F8446671-CCFC-48D6-9CF2-75EB8940E3F7}">
      <dgm:prSet/>
      <dgm:spPr/>
      <dgm:t>
        <a:bodyPr/>
        <a:lstStyle/>
        <a:p>
          <a:endParaRPr lang="fr-FR"/>
        </a:p>
      </dgm:t>
    </dgm:pt>
    <dgm:pt modelId="{954D3782-58C1-414A-90CE-1290FCC51E9E}" type="pres">
      <dgm:prSet presAssocID="{5378E314-0969-4417-9E9F-8071CECABF9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4BBCA0-D747-4FCF-8D9C-E81D978404E2}" type="pres">
      <dgm:prSet presAssocID="{1445FC71-1178-454E-876F-401F22EB9BFE}" presName="root" presStyleCnt="0"/>
      <dgm:spPr/>
    </dgm:pt>
    <dgm:pt modelId="{AFDBD1E8-DE08-478D-9976-1960488850F8}" type="pres">
      <dgm:prSet presAssocID="{1445FC71-1178-454E-876F-401F22EB9BFE}" presName="rootComposite" presStyleCnt="0"/>
      <dgm:spPr/>
    </dgm:pt>
    <dgm:pt modelId="{A6B4FE3C-4229-416C-8D55-4320DFAA3414}" type="pres">
      <dgm:prSet presAssocID="{1445FC71-1178-454E-876F-401F22EB9BFE}" presName="rootText" presStyleLbl="node1" presStyleIdx="0" presStyleCnt="3"/>
      <dgm:spPr/>
    </dgm:pt>
    <dgm:pt modelId="{20715A5A-29DF-4356-8E77-055D78BB9151}" type="pres">
      <dgm:prSet presAssocID="{1445FC71-1178-454E-876F-401F22EB9BFE}" presName="rootConnector" presStyleLbl="node1" presStyleIdx="0" presStyleCnt="3"/>
      <dgm:spPr/>
    </dgm:pt>
    <dgm:pt modelId="{30C6F4B5-C67A-4752-90F9-30578DA25726}" type="pres">
      <dgm:prSet presAssocID="{1445FC71-1178-454E-876F-401F22EB9BFE}" presName="childShape" presStyleCnt="0"/>
      <dgm:spPr/>
    </dgm:pt>
    <dgm:pt modelId="{7009B4CA-8F2D-4661-8EB9-ED4EED828EC5}" type="pres">
      <dgm:prSet presAssocID="{3640AF4F-5319-4086-89C6-FF6A82ED35EF}" presName="root" presStyleCnt="0"/>
      <dgm:spPr/>
    </dgm:pt>
    <dgm:pt modelId="{EFB35E2C-594A-4C3D-A1C2-D32F7913A289}" type="pres">
      <dgm:prSet presAssocID="{3640AF4F-5319-4086-89C6-FF6A82ED35EF}" presName="rootComposite" presStyleCnt="0"/>
      <dgm:spPr/>
    </dgm:pt>
    <dgm:pt modelId="{0B6E38F7-27A9-416A-8100-DB4753145F41}" type="pres">
      <dgm:prSet presAssocID="{3640AF4F-5319-4086-89C6-FF6A82ED35EF}" presName="rootText" presStyleLbl="node1" presStyleIdx="1" presStyleCnt="3"/>
      <dgm:spPr/>
    </dgm:pt>
    <dgm:pt modelId="{C7214910-1070-48DE-9F7D-9B1F88AEAF6B}" type="pres">
      <dgm:prSet presAssocID="{3640AF4F-5319-4086-89C6-FF6A82ED35EF}" presName="rootConnector" presStyleLbl="node1" presStyleIdx="1" presStyleCnt="3"/>
      <dgm:spPr/>
    </dgm:pt>
    <dgm:pt modelId="{067B3EEC-0180-4C32-B9FC-94DF0CD95F4D}" type="pres">
      <dgm:prSet presAssocID="{3640AF4F-5319-4086-89C6-FF6A82ED35EF}" presName="childShape" presStyleCnt="0"/>
      <dgm:spPr/>
    </dgm:pt>
    <dgm:pt modelId="{AEC0A7F6-58BF-46E4-8D76-287CCBF4D585}" type="pres">
      <dgm:prSet presAssocID="{611A854F-E8A3-4AD8-83BA-0118BB3B3A8E}" presName="root" presStyleCnt="0"/>
      <dgm:spPr/>
    </dgm:pt>
    <dgm:pt modelId="{F7059E2B-5145-498C-B810-9E26ECAF5DFC}" type="pres">
      <dgm:prSet presAssocID="{611A854F-E8A3-4AD8-83BA-0118BB3B3A8E}" presName="rootComposite" presStyleCnt="0"/>
      <dgm:spPr/>
    </dgm:pt>
    <dgm:pt modelId="{AB075DEF-BC88-4B52-B93F-897DE4620419}" type="pres">
      <dgm:prSet presAssocID="{611A854F-E8A3-4AD8-83BA-0118BB3B3A8E}" presName="rootText" presStyleLbl="node1" presStyleIdx="2" presStyleCnt="3"/>
      <dgm:spPr/>
    </dgm:pt>
    <dgm:pt modelId="{A9295E46-466D-4D82-A9A0-5E67AE4153F2}" type="pres">
      <dgm:prSet presAssocID="{611A854F-E8A3-4AD8-83BA-0118BB3B3A8E}" presName="rootConnector" presStyleLbl="node1" presStyleIdx="2" presStyleCnt="3"/>
      <dgm:spPr/>
    </dgm:pt>
    <dgm:pt modelId="{6DB846B3-BD73-45D8-AFE7-EB8D725F4DA7}" type="pres">
      <dgm:prSet presAssocID="{611A854F-E8A3-4AD8-83BA-0118BB3B3A8E}" presName="childShape" presStyleCnt="0"/>
      <dgm:spPr/>
    </dgm:pt>
  </dgm:ptLst>
  <dgm:cxnLst>
    <dgm:cxn modelId="{E537BC09-6726-4F00-8704-7E69AC446658}" type="presOf" srcId="{3640AF4F-5319-4086-89C6-FF6A82ED35EF}" destId="{C7214910-1070-48DE-9F7D-9B1F88AEAF6B}" srcOrd="1" destOrd="0" presId="urn:microsoft.com/office/officeart/2005/8/layout/hierarchy3"/>
    <dgm:cxn modelId="{85777216-833F-4A23-942F-4C478ED65588}" type="presOf" srcId="{5378E314-0969-4417-9E9F-8071CECABF9F}" destId="{954D3782-58C1-414A-90CE-1290FCC51E9E}" srcOrd="0" destOrd="0" presId="urn:microsoft.com/office/officeart/2005/8/layout/hierarchy3"/>
    <dgm:cxn modelId="{E371EA36-EC24-4859-873D-2E1F4B7AC458}" type="presOf" srcId="{3640AF4F-5319-4086-89C6-FF6A82ED35EF}" destId="{0B6E38F7-27A9-416A-8100-DB4753145F41}" srcOrd="0" destOrd="0" presId="urn:microsoft.com/office/officeart/2005/8/layout/hierarchy3"/>
    <dgm:cxn modelId="{19F13664-82FB-4250-8929-66E0310D11D9}" srcId="{5378E314-0969-4417-9E9F-8071CECABF9F}" destId="{1445FC71-1178-454E-876F-401F22EB9BFE}" srcOrd="0" destOrd="0" parTransId="{306BE734-1745-499A-949E-55C5B5476C4F}" sibTransId="{7128CA53-258F-4076-AC54-BA588342370D}"/>
    <dgm:cxn modelId="{83E55C49-1E8E-42C2-B6E6-1D3A75FE43E9}" type="presOf" srcId="{1445FC71-1178-454E-876F-401F22EB9BFE}" destId="{A6B4FE3C-4229-416C-8D55-4320DFAA3414}" srcOrd="0" destOrd="0" presId="urn:microsoft.com/office/officeart/2005/8/layout/hierarchy3"/>
    <dgm:cxn modelId="{F8446671-CCFC-48D6-9CF2-75EB8940E3F7}" srcId="{5378E314-0969-4417-9E9F-8071CECABF9F}" destId="{611A854F-E8A3-4AD8-83BA-0118BB3B3A8E}" srcOrd="2" destOrd="0" parTransId="{25A557BB-8F41-49B3-85F1-8157660AE312}" sibTransId="{2D73CF2F-5228-4F5C-837E-C92F5FEDE271}"/>
    <dgm:cxn modelId="{90221A7C-B8F7-4327-B153-1CA198B4091D}" type="presOf" srcId="{1445FC71-1178-454E-876F-401F22EB9BFE}" destId="{20715A5A-29DF-4356-8E77-055D78BB9151}" srcOrd="1" destOrd="0" presId="urn:microsoft.com/office/officeart/2005/8/layout/hierarchy3"/>
    <dgm:cxn modelId="{663BE0AC-276F-4A84-8284-17263BD331B5}" srcId="{5378E314-0969-4417-9E9F-8071CECABF9F}" destId="{3640AF4F-5319-4086-89C6-FF6A82ED35EF}" srcOrd="1" destOrd="0" parTransId="{E44061A4-DC01-43C9-9BC0-365735BF4463}" sibTransId="{F2954317-41CB-474B-BC1B-F0A66648520A}"/>
    <dgm:cxn modelId="{BCEF46BC-B242-4E69-ACED-3A4D253692DA}" type="presOf" srcId="{611A854F-E8A3-4AD8-83BA-0118BB3B3A8E}" destId="{AB075DEF-BC88-4B52-B93F-897DE4620419}" srcOrd="0" destOrd="0" presId="urn:microsoft.com/office/officeart/2005/8/layout/hierarchy3"/>
    <dgm:cxn modelId="{78D9F3CD-A31F-4444-98F0-94B8A706509F}" type="presOf" srcId="{611A854F-E8A3-4AD8-83BA-0118BB3B3A8E}" destId="{A9295E46-466D-4D82-A9A0-5E67AE4153F2}" srcOrd="1" destOrd="0" presId="urn:microsoft.com/office/officeart/2005/8/layout/hierarchy3"/>
    <dgm:cxn modelId="{6B51905B-7A94-4182-A3A0-0B81CA64EAE8}" type="presParOf" srcId="{954D3782-58C1-414A-90CE-1290FCC51E9E}" destId="{D94BBCA0-D747-4FCF-8D9C-E81D978404E2}" srcOrd="0" destOrd="0" presId="urn:microsoft.com/office/officeart/2005/8/layout/hierarchy3"/>
    <dgm:cxn modelId="{3122DAFA-3121-4E28-9E01-092F24FA8B9C}" type="presParOf" srcId="{D94BBCA0-D747-4FCF-8D9C-E81D978404E2}" destId="{AFDBD1E8-DE08-478D-9976-1960488850F8}" srcOrd="0" destOrd="0" presId="urn:microsoft.com/office/officeart/2005/8/layout/hierarchy3"/>
    <dgm:cxn modelId="{AA0D696C-8EA5-46A6-8055-4AF98834726D}" type="presParOf" srcId="{AFDBD1E8-DE08-478D-9976-1960488850F8}" destId="{A6B4FE3C-4229-416C-8D55-4320DFAA3414}" srcOrd="0" destOrd="0" presId="urn:microsoft.com/office/officeart/2005/8/layout/hierarchy3"/>
    <dgm:cxn modelId="{F06D52AF-5551-484F-9B4A-3FE6B2F4BA4E}" type="presParOf" srcId="{AFDBD1E8-DE08-478D-9976-1960488850F8}" destId="{20715A5A-29DF-4356-8E77-055D78BB9151}" srcOrd="1" destOrd="0" presId="urn:microsoft.com/office/officeart/2005/8/layout/hierarchy3"/>
    <dgm:cxn modelId="{F9B665DD-E925-4703-BAE9-349BD9935E0A}" type="presParOf" srcId="{D94BBCA0-D747-4FCF-8D9C-E81D978404E2}" destId="{30C6F4B5-C67A-4752-90F9-30578DA25726}" srcOrd="1" destOrd="0" presId="urn:microsoft.com/office/officeart/2005/8/layout/hierarchy3"/>
    <dgm:cxn modelId="{58D95CEE-B607-4C71-8CAA-8E908625ADFC}" type="presParOf" srcId="{954D3782-58C1-414A-90CE-1290FCC51E9E}" destId="{7009B4CA-8F2D-4661-8EB9-ED4EED828EC5}" srcOrd="1" destOrd="0" presId="urn:microsoft.com/office/officeart/2005/8/layout/hierarchy3"/>
    <dgm:cxn modelId="{A167B6F7-02B2-4326-B102-BFEF9B8F77A7}" type="presParOf" srcId="{7009B4CA-8F2D-4661-8EB9-ED4EED828EC5}" destId="{EFB35E2C-594A-4C3D-A1C2-D32F7913A289}" srcOrd="0" destOrd="0" presId="urn:microsoft.com/office/officeart/2005/8/layout/hierarchy3"/>
    <dgm:cxn modelId="{2664DBB0-5D46-489F-9108-CB9EC4E56C1B}" type="presParOf" srcId="{EFB35E2C-594A-4C3D-A1C2-D32F7913A289}" destId="{0B6E38F7-27A9-416A-8100-DB4753145F41}" srcOrd="0" destOrd="0" presId="urn:microsoft.com/office/officeart/2005/8/layout/hierarchy3"/>
    <dgm:cxn modelId="{8EF670BA-BAAC-402A-915B-6A8A2275467B}" type="presParOf" srcId="{EFB35E2C-594A-4C3D-A1C2-D32F7913A289}" destId="{C7214910-1070-48DE-9F7D-9B1F88AEAF6B}" srcOrd="1" destOrd="0" presId="urn:microsoft.com/office/officeart/2005/8/layout/hierarchy3"/>
    <dgm:cxn modelId="{D66806C3-3C26-45FC-899C-E9F614C1AE64}" type="presParOf" srcId="{7009B4CA-8F2D-4661-8EB9-ED4EED828EC5}" destId="{067B3EEC-0180-4C32-B9FC-94DF0CD95F4D}" srcOrd="1" destOrd="0" presId="urn:microsoft.com/office/officeart/2005/8/layout/hierarchy3"/>
    <dgm:cxn modelId="{A5134DE7-1873-4095-82A8-3B78C72AEE46}" type="presParOf" srcId="{954D3782-58C1-414A-90CE-1290FCC51E9E}" destId="{AEC0A7F6-58BF-46E4-8D76-287CCBF4D585}" srcOrd="2" destOrd="0" presId="urn:microsoft.com/office/officeart/2005/8/layout/hierarchy3"/>
    <dgm:cxn modelId="{A19AD9D6-2660-4D89-B49E-71CF9368BCC1}" type="presParOf" srcId="{AEC0A7F6-58BF-46E4-8D76-287CCBF4D585}" destId="{F7059E2B-5145-498C-B810-9E26ECAF5DFC}" srcOrd="0" destOrd="0" presId="urn:microsoft.com/office/officeart/2005/8/layout/hierarchy3"/>
    <dgm:cxn modelId="{E8EC402F-95BF-4BFD-861C-0A473DC16D5A}" type="presParOf" srcId="{F7059E2B-5145-498C-B810-9E26ECAF5DFC}" destId="{AB075DEF-BC88-4B52-B93F-897DE4620419}" srcOrd="0" destOrd="0" presId="urn:microsoft.com/office/officeart/2005/8/layout/hierarchy3"/>
    <dgm:cxn modelId="{03BA12B5-C512-4490-9268-D9E063E34269}" type="presParOf" srcId="{F7059E2B-5145-498C-B810-9E26ECAF5DFC}" destId="{A9295E46-466D-4D82-A9A0-5E67AE4153F2}" srcOrd="1" destOrd="0" presId="urn:microsoft.com/office/officeart/2005/8/layout/hierarchy3"/>
    <dgm:cxn modelId="{A6D36BE7-B9BF-4CD8-BA13-5CD760A9FBA7}" type="presParOf" srcId="{AEC0A7F6-58BF-46E4-8D76-287CCBF4D585}" destId="{6DB846B3-BD73-45D8-AFE7-EB8D725F4DA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4FE3C-4229-416C-8D55-4320DFAA3414}">
      <dsp:nvSpPr>
        <dsp:cNvPr id="0" name=""/>
        <dsp:cNvSpPr/>
      </dsp:nvSpPr>
      <dsp:spPr>
        <a:xfrm>
          <a:off x="924" y="554590"/>
          <a:ext cx="2162528" cy="1081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dirty="0"/>
            <a:t>Méhari-Expert</a:t>
          </a:r>
          <a:endParaRPr lang="fr-FR" sz="2000" kern="1200" dirty="0"/>
        </a:p>
      </dsp:txBody>
      <dsp:txXfrm>
        <a:off x="32593" y="586259"/>
        <a:ext cx="2099190" cy="1017926"/>
      </dsp:txXfrm>
    </dsp:sp>
    <dsp:sp modelId="{0B6E38F7-27A9-416A-8100-DB4753145F41}">
      <dsp:nvSpPr>
        <dsp:cNvPr id="0" name=""/>
        <dsp:cNvSpPr/>
      </dsp:nvSpPr>
      <dsp:spPr>
        <a:xfrm>
          <a:off x="2704085" y="554590"/>
          <a:ext cx="2162528" cy="1081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dirty="0"/>
            <a:t>Méhari-Standard</a:t>
          </a:r>
          <a:endParaRPr lang="fr-FR" sz="2000" kern="1200" dirty="0"/>
        </a:p>
      </dsp:txBody>
      <dsp:txXfrm>
        <a:off x="2735754" y="586259"/>
        <a:ext cx="2099190" cy="1017926"/>
      </dsp:txXfrm>
    </dsp:sp>
    <dsp:sp modelId="{AB075DEF-BC88-4B52-B93F-897DE4620419}">
      <dsp:nvSpPr>
        <dsp:cNvPr id="0" name=""/>
        <dsp:cNvSpPr/>
      </dsp:nvSpPr>
      <dsp:spPr>
        <a:xfrm>
          <a:off x="5407246" y="554590"/>
          <a:ext cx="2162528" cy="1081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dirty="0"/>
            <a:t>Méhari-</a:t>
          </a:r>
          <a:r>
            <a:rPr lang="fr-FR" sz="2000" b="1" i="0" kern="1200" dirty="0" err="1"/>
            <a:t>ManagerBC</a:t>
          </a:r>
          <a:endParaRPr lang="fr-FR" sz="2000" kern="1200" dirty="0"/>
        </a:p>
      </dsp:txBody>
      <dsp:txXfrm>
        <a:off x="5438915" y="586259"/>
        <a:ext cx="2099190" cy="1017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6bb4ddd667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6bb4ddd667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6bdca54fc3_0_26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4" name="Google Shape;2084;g6bdca54fc3_0_26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520E543E-DB3C-19DE-E240-AC8CBFEF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233F9777-35A5-1BAA-D569-5B925FE94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B6EA29FF-EB2D-59D5-6D2F-07D9780233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2094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g6bdca54fc3_0_267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2" name="Google Shape;2682;g6bdca54fc3_0_267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6bdca54fc3_0_27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6bdca54fc3_0_27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B94E3771-2343-2948-62B8-6C7D0D000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183B8BF9-2251-B2B6-1D9A-2C956D8C7F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F1D9D245-AFB9-8145-D18B-C13BA8D02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843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1469C397-5C73-844A-BD5D-F6D38D244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B4AE4D87-26B8-BA95-707C-9E333D579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FC528271-78EC-078F-8DB2-E3E7EFFDD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« Dans MEHARI, on n’a pas besoin d’inventer tous les risques. La base de connaissance est comme un dictionnaire des problèmes et des solutions possibles. »,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 dispositifs de sécurité matérialisés par des « services de sécurité » ou des « fonctions de sécurité » : par exemple, pour sécurisé un service, on va décider d’utiliser tel service de sécurité ou tel fonction  de sécurité,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 questionnaires d’évaluation de ces services: on va se poser la question, est ce que ce service/fonction qu’on a utilisé pour sécuriser par exemple le serveur est efficace ?</a:t>
            </a:r>
          </a:p>
        </p:txBody>
      </p:sp>
    </p:spTree>
    <p:extLst>
      <p:ext uri="{BB962C8B-B14F-4D97-AF65-F5344CB8AC3E}">
        <p14:creationId xmlns:p14="http://schemas.microsoft.com/office/powerpoint/2010/main" val="2097167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E327F343-4B12-66BB-57CE-B351CA38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D0B4139D-8E7E-1B4B-9E47-10ED21085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B38A24C7-937D-D753-7DFC-318A0E986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« Dans MEHARI, on n’a pas besoin d’inventer tous les risques. La base de connaissance est comme un dictionnaire des problèmes et des solutions possibles. 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0130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95833BCD-4A08-401A-4006-18EA6230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0B296238-FA1F-70AF-6916-AFEAED135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AA051CF5-FB67-F723-61EB-E5618A7AB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« Dans MEHARI, on n’a pas besoin d’inventer tous les risques. La base de connaissance est comme un dictionnaire des problèmes et des solutions possibles. 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3459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3B5A72CA-5864-0AE2-B7EA-4CF361F0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441BC167-C913-1C75-3425-1E86111D9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9B389248-6574-954B-225E-C60E1E6A9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0478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56E98357-386C-40A9-5250-FF539406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4710431C-F4D9-FA0E-E394-35269A649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156FD006-1924-1BAB-8EF4-359E2E3235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4281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DBE7E8DD-D612-CE4C-BDDC-2069A4C7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C6632E25-DD18-4D5D-2020-689F772D8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E539FFDB-5841-03F7-1186-F03E7FA0F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685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5FEFB8CC-1033-B19A-738D-0483CA28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A001ABE8-4020-DCA3-5B00-148BA6CB0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E6662DD1-37C3-05AE-3FAA-B8360CA03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775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6A580DC8-6D37-5400-5BA0-6C98D921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F8425427-5589-E381-EFE5-7AE173E8F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7D10F0FB-00AB-C94D-00EC-4A95C8B62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089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87B9B0AA-2A45-D0AD-4690-26B57218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B05B715A-E50E-8CA8-A0FC-109ECB5E8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895A7E23-AEE7-FD83-239F-61DD24F76C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161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4322A10B-799A-E000-1775-0EEFCDAB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E3EA3F9C-62C2-F480-5EFB-8509BF4184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EC6DFCC7-2282-E40A-9700-C16A76C67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428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81437AB6-4534-BC23-F47B-0351047E2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06DC5413-85FA-AFEE-EAFB-C7888127CF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8791488B-804E-366B-15A4-81767744E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2894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>
          <a:extLst>
            <a:ext uri="{FF2B5EF4-FFF2-40B4-BE49-F238E27FC236}">
              <a16:creationId xmlns:a16="http://schemas.microsoft.com/office/drawing/2014/main" id="{74350995-77F7-8C70-64EA-596310C9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6bdca54fc3_0_26518:notes">
            <a:extLst>
              <a:ext uri="{FF2B5EF4-FFF2-40B4-BE49-F238E27FC236}">
                <a16:creationId xmlns:a16="http://schemas.microsoft.com/office/drawing/2014/main" id="{60711B22-6E71-F7A1-728C-319AB71D2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6bdca54fc3_0_26518:notes">
            <a:extLst>
              <a:ext uri="{FF2B5EF4-FFF2-40B4-BE49-F238E27FC236}">
                <a16:creationId xmlns:a16="http://schemas.microsoft.com/office/drawing/2014/main" id="{4CBA54E4-A84F-51DE-8AC7-3E0F6B5E7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214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876325" y="1458975"/>
            <a:ext cx="4559100" cy="16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76325" y="3087550"/>
            <a:ext cx="2977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17" name="Google Shape;17;p4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6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7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626625" y="1515050"/>
            <a:ext cx="1940700" cy="7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 sz="1400">
                <a:latin typeface="Viga"/>
                <a:ea typeface="Viga"/>
                <a:cs typeface="Viga"/>
                <a:sym typeface="Vi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26625" y="2266850"/>
            <a:ext cx="2925900" cy="23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36" name="Google Shape;36;p9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SECTION_HEADER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4288151" y="1458975"/>
            <a:ext cx="3967500" cy="16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1"/>
          </p:nvPr>
        </p:nvSpPr>
        <p:spPr>
          <a:xfrm>
            <a:off x="5277851" y="3087550"/>
            <a:ext cx="2977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 idx="2" hasCustomPrompt="1"/>
          </p:nvPr>
        </p:nvSpPr>
        <p:spPr>
          <a:xfrm>
            <a:off x="5597951" y="792425"/>
            <a:ext cx="265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8" r:id="rId7"/>
    <p:sldLayoutId id="214748366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lusif.fr/services/management-des-risques/les-versions-de-mehari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/>
          <p:nvPr/>
        </p:nvSpPr>
        <p:spPr>
          <a:xfrm rot="-7509504">
            <a:off x="5455916" y="207622"/>
            <a:ext cx="5179224" cy="5732711"/>
          </a:xfrm>
          <a:custGeom>
            <a:avLst/>
            <a:gdLst/>
            <a:ahLst/>
            <a:cxnLst/>
            <a:rect l="l" t="t" r="r" b="b"/>
            <a:pathLst>
              <a:path w="26397" h="32076" extrusionOk="0">
                <a:moveTo>
                  <a:pt x="11422" y="1"/>
                </a:moveTo>
                <a:cubicBezTo>
                  <a:pt x="10866" y="1"/>
                  <a:pt x="10274" y="46"/>
                  <a:pt x="9640" y="141"/>
                </a:cubicBezTo>
                <a:cubicBezTo>
                  <a:pt x="5702" y="732"/>
                  <a:pt x="2430" y="3940"/>
                  <a:pt x="1216" y="7734"/>
                </a:cubicBezTo>
                <a:cubicBezTo>
                  <a:pt x="0" y="11528"/>
                  <a:pt x="664" y="15761"/>
                  <a:pt x="2459" y="19317"/>
                </a:cubicBezTo>
                <a:cubicBezTo>
                  <a:pt x="4253" y="22873"/>
                  <a:pt x="7097" y="25808"/>
                  <a:pt x="10241" y="28254"/>
                </a:cubicBezTo>
                <a:cubicBezTo>
                  <a:pt x="12805" y="30251"/>
                  <a:pt x="15774" y="32014"/>
                  <a:pt x="19022" y="32074"/>
                </a:cubicBezTo>
                <a:cubicBezTo>
                  <a:pt x="19066" y="32075"/>
                  <a:pt x="19109" y="32076"/>
                  <a:pt x="19153" y="32076"/>
                </a:cubicBezTo>
                <a:cubicBezTo>
                  <a:pt x="22363" y="32076"/>
                  <a:pt x="25746" y="29895"/>
                  <a:pt x="26096" y="26708"/>
                </a:cubicBezTo>
                <a:cubicBezTo>
                  <a:pt x="26397" y="23957"/>
                  <a:pt x="24516" y="21520"/>
                  <a:pt x="23100" y="19145"/>
                </a:cubicBezTo>
                <a:cubicBezTo>
                  <a:pt x="19506" y="13117"/>
                  <a:pt x="20856" y="1"/>
                  <a:pt x="11422" y="1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974350" y="1011884"/>
            <a:ext cx="3769500" cy="870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MEHARI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60" name="Google Shape;160;p29"/>
          <p:cNvSpPr txBox="1">
            <a:spLocks noGrp="1"/>
          </p:cNvSpPr>
          <p:nvPr>
            <p:ph type="subTitle" idx="1"/>
          </p:nvPr>
        </p:nvSpPr>
        <p:spPr>
          <a:xfrm>
            <a:off x="4974350" y="1948155"/>
            <a:ext cx="3876300" cy="10209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/>
              <a:t>Méthode d’évaluation et de gestion des risques liés aux systèmes d’information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161" name="Google Shape;161;p29"/>
          <p:cNvGrpSpPr/>
          <p:nvPr/>
        </p:nvGrpSpPr>
        <p:grpSpPr>
          <a:xfrm>
            <a:off x="196269" y="-35131"/>
            <a:ext cx="4117010" cy="5284424"/>
            <a:chOff x="196269" y="-35131"/>
            <a:chExt cx="4117010" cy="5284424"/>
          </a:xfrm>
        </p:grpSpPr>
        <p:grpSp>
          <p:nvGrpSpPr>
            <p:cNvPr id="162" name="Google Shape;162;p29"/>
            <p:cNvGrpSpPr/>
            <p:nvPr/>
          </p:nvGrpSpPr>
          <p:grpSpPr>
            <a:xfrm>
              <a:off x="196269" y="-35131"/>
              <a:ext cx="4117010" cy="4393434"/>
              <a:chOff x="43869" y="-35131"/>
              <a:chExt cx="4117010" cy="4393434"/>
            </a:xfrm>
          </p:grpSpPr>
          <p:sp>
            <p:nvSpPr>
              <p:cNvPr id="163" name="Google Shape;163;p29"/>
              <p:cNvSpPr/>
              <p:nvPr/>
            </p:nvSpPr>
            <p:spPr>
              <a:xfrm>
                <a:off x="3778000" y="1055743"/>
                <a:ext cx="227152" cy="22569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36" extrusionOk="0">
                    <a:moveTo>
                      <a:pt x="1260" y="1"/>
                    </a:moveTo>
                    <a:cubicBezTo>
                      <a:pt x="788" y="1"/>
                      <a:pt x="361" y="285"/>
                      <a:pt x="181" y="723"/>
                    </a:cubicBezTo>
                    <a:cubicBezTo>
                      <a:pt x="0" y="1158"/>
                      <a:pt x="100" y="1661"/>
                      <a:pt x="434" y="1994"/>
                    </a:cubicBezTo>
                    <a:cubicBezTo>
                      <a:pt x="657" y="2217"/>
                      <a:pt x="956" y="2336"/>
                      <a:pt x="1259" y="2336"/>
                    </a:cubicBezTo>
                    <a:cubicBezTo>
                      <a:pt x="1410" y="2336"/>
                      <a:pt x="1562" y="2307"/>
                      <a:pt x="1707" y="2247"/>
                    </a:cubicBezTo>
                    <a:cubicBezTo>
                      <a:pt x="2143" y="2067"/>
                      <a:pt x="2427" y="1640"/>
                      <a:pt x="2427" y="1168"/>
                    </a:cubicBezTo>
                    <a:cubicBezTo>
                      <a:pt x="2427" y="524"/>
                      <a:pt x="1904" y="1"/>
                      <a:pt x="126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4" name="Google Shape;164;p29"/>
              <p:cNvGrpSpPr/>
              <p:nvPr/>
            </p:nvGrpSpPr>
            <p:grpSpPr>
              <a:xfrm>
                <a:off x="43869" y="-35131"/>
                <a:ext cx="4117010" cy="4393434"/>
                <a:chOff x="-6861500" y="-774675"/>
                <a:chExt cx="4221275" cy="4504700"/>
              </a:xfrm>
            </p:grpSpPr>
            <p:sp>
              <p:nvSpPr>
                <p:cNvPr id="165" name="Google Shape;165;p29"/>
                <p:cNvSpPr/>
                <p:nvPr/>
              </p:nvSpPr>
              <p:spPr>
                <a:xfrm>
                  <a:off x="-5567850" y="2977775"/>
                  <a:ext cx="2509100" cy="19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64" h="7644" extrusionOk="0">
                      <a:moveTo>
                        <a:pt x="7924" y="0"/>
                      </a:moveTo>
                      <a:lnTo>
                        <a:pt x="1" y="7643"/>
                      </a:lnTo>
                      <a:lnTo>
                        <a:pt x="100364" y="7643"/>
                      </a:lnTo>
                      <a:lnTo>
                        <a:pt x="9244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29"/>
                <p:cNvSpPr/>
                <p:nvPr/>
              </p:nvSpPr>
              <p:spPr>
                <a:xfrm>
                  <a:off x="-5576575" y="2971225"/>
                  <a:ext cx="2526575" cy="20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063" h="8166" extrusionOk="0">
                      <a:moveTo>
                        <a:pt x="92685" y="523"/>
                      </a:moveTo>
                      <a:lnTo>
                        <a:pt x="100069" y="7645"/>
                      </a:lnTo>
                      <a:lnTo>
                        <a:pt x="994" y="7645"/>
                      </a:lnTo>
                      <a:lnTo>
                        <a:pt x="8378" y="523"/>
                      </a:lnTo>
                      <a:close/>
                      <a:moveTo>
                        <a:pt x="8273" y="1"/>
                      </a:moveTo>
                      <a:cubicBezTo>
                        <a:pt x="8206" y="1"/>
                        <a:pt x="8141" y="27"/>
                        <a:pt x="8092" y="75"/>
                      </a:cubicBezTo>
                      <a:lnTo>
                        <a:pt x="170" y="7718"/>
                      </a:lnTo>
                      <a:cubicBezTo>
                        <a:pt x="0" y="7881"/>
                        <a:pt x="115" y="8166"/>
                        <a:pt x="350" y="8166"/>
                      </a:cubicBezTo>
                      <a:lnTo>
                        <a:pt x="100713" y="8166"/>
                      </a:lnTo>
                      <a:cubicBezTo>
                        <a:pt x="100948" y="8166"/>
                        <a:pt x="101063" y="7880"/>
                        <a:pt x="100893" y="7718"/>
                      </a:cubicBezTo>
                      <a:lnTo>
                        <a:pt x="92971" y="75"/>
                      </a:lnTo>
                      <a:cubicBezTo>
                        <a:pt x="92922" y="27"/>
                        <a:pt x="92857" y="1"/>
                        <a:pt x="9279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29"/>
                <p:cNvSpPr/>
                <p:nvPr/>
              </p:nvSpPr>
              <p:spPr>
                <a:xfrm>
                  <a:off x="-5367125" y="2980250"/>
                  <a:ext cx="2029575" cy="14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83" h="5698" extrusionOk="0">
                      <a:moveTo>
                        <a:pt x="40592" y="0"/>
                      </a:moveTo>
                      <a:cubicBezTo>
                        <a:pt x="18173" y="0"/>
                        <a:pt x="0" y="1276"/>
                        <a:pt x="0" y="2849"/>
                      </a:cubicBezTo>
                      <a:cubicBezTo>
                        <a:pt x="0" y="4421"/>
                        <a:pt x="18173" y="5698"/>
                        <a:pt x="40592" y="5698"/>
                      </a:cubicBezTo>
                      <a:cubicBezTo>
                        <a:pt x="63009" y="5698"/>
                        <a:pt x="81183" y="4423"/>
                        <a:pt x="81183" y="2849"/>
                      </a:cubicBezTo>
                      <a:cubicBezTo>
                        <a:pt x="81183" y="1276"/>
                        <a:pt x="63009" y="0"/>
                        <a:pt x="405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29"/>
                <p:cNvSpPr/>
                <p:nvPr/>
              </p:nvSpPr>
              <p:spPr>
                <a:xfrm>
                  <a:off x="-5567850" y="3168850"/>
                  <a:ext cx="2509100" cy="17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64" h="7086" extrusionOk="0">
                      <a:moveTo>
                        <a:pt x="1" y="0"/>
                      </a:moveTo>
                      <a:lnTo>
                        <a:pt x="1" y="7085"/>
                      </a:lnTo>
                      <a:lnTo>
                        <a:pt x="100364" y="7085"/>
                      </a:lnTo>
                      <a:lnTo>
                        <a:pt x="100364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29"/>
                <p:cNvSpPr/>
                <p:nvPr/>
              </p:nvSpPr>
              <p:spPr>
                <a:xfrm>
                  <a:off x="-5574350" y="3162350"/>
                  <a:ext cx="2522125" cy="19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885" h="7606" extrusionOk="0">
                      <a:moveTo>
                        <a:pt x="100364" y="521"/>
                      </a:moveTo>
                      <a:lnTo>
                        <a:pt x="100364" y="7085"/>
                      </a:lnTo>
                      <a:lnTo>
                        <a:pt x="521" y="7085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0"/>
                      </a:cubicBezTo>
                      <a:lnTo>
                        <a:pt x="1" y="7345"/>
                      </a:lnTo>
                      <a:cubicBezTo>
                        <a:pt x="1" y="7488"/>
                        <a:pt x="117" y="7606"/>
                        <a:pt x="261" y="7606"/>
                      </a:cubicBezTo>
                      <a:lnTo>
                        <a:pt x="100624" y="7606"/>
                      </a:lnTo>
                      <a:cubicBezTo>
                        <a:pt x="100768" y="7606"/>
                        <a:pt x="100884" y="7488"/>
                        <a:pt x="100884" y="7345"/>
                      </a:cubicBezTo>
                      <a:lnTo>
                        <a:pt x="100884" y="260"/>
                      </a:lnTo>
                      <a:cubicBezTo>
                        <a:pt x="100884" y="116"/>
                        <a:pt x="100768" y="0"/>
                        <a:pt x="1006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29"/>
                <p:cNvSpPr/>
                <p:nvPr/>
              </p:nvSpPr>
              <p:spPr>
                <a:xfrm>
                  <a:off x="-5745350" y="3345975"/>
                  <a:ext cx="2864125" cy="19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65" h="7644" extrusionOk="0">
                      <a:moveTo>
                        <a:pt x="7101" y="0"/>
                      </a:moveTo>
                      <a:lnTo>
                        <a:pt x="0" y="7644"/>
                      </a:lnTo>
                      <a:lnTo>
                        <a:pt x="114565" y="7644"/>
                      </a:lnTo>
                      <a:lnTo>
                        <a:pt x="10746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29"/>
                <p:cNvSpPr/>
                <p:nvPr/>
              </p:nvSpPr>
              <p:spPr>
                <a:xfrm>
                  <a:off x="-5753975" y="3339475"/>
                  <a:ext cx="2881375" cy="2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55" h="8164" extrusionOk="0">
                      <a:moveTo>
                        <a:pt x="107696" y="521"/>
                      </a:moveTo>
                      <a:lnTo>
                        <a:pt x="114313" y="7643"/>
                      </a:lnTo>
                      <a:lnTo>
                        <a:pt x="943" y="7643"/>
                      </a:lnTo>
                      <a:lnTo>
                        <a:pt x="7559" y="521"/>
                      </a:lnTo>
                      <a:close/>
                      <a:moveTo>
                        <a:pt x="7446" y="0"/>
                      </a:moveTo>
                      <a:cubicBezTo>
                        <a:pt x="7373" y="0"/>
                        <a:pt x="7304" y="30"/>
                        <a:pt x="7255" y="84"/>
                      </a:cubicBezTo>
                      <a:lnTo>
                        <a:pt x="155" y="7727"/>
                      </a:lnTo>
                      <a:cubicBezTo>
                        <a:pt x="0" y="7893"/>
                        <a:pt x="119" y="8164"/>
                        <a:pt x="345" y="8164"/>
                      </a:cubicBezTo>
                      <a:lnTo>
                        <a:pt x="114910" y="8164"/>
                      </a:lnTo>
                      <a:cubicBezTo>
                        <a:pt x="115136" y="8164"/>
                        <a:pt x="115255" y="7894"/>
                        <a:pt x="115100" y="7727"/>
                      </a:cubicBezTo>
                      <a:lnTo>
                        <a:pt x="108000" y="84"/>
                      </a:lnTo>
                      <a:cubicBezTo>
                        <a:pt x="107951" y="30"/>
                        <a:pt x="107882" y="0"/>
                        <a:pt x="10780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29"/>
                <p:cNvSpPr/>
                <p:nvPr/>
              </p:nvSpPr>
              <p:spPr>
                <a:xfrm>
                  <a:off x="-5744850" y="3537050"/>
                  <a:ext cx="2863125" cy="1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25" h="7459" extrusionOk="0">
                      <a:moveTo>
                        <a:pt x="1" y="1"/>
                      </a:moveTo>
                      <a:lnTo>
                        <a:pt x="1" y="7459"/>
                      </a:lnTo>
                      <a:lnTo>
                        <a:pt x="114524" y="7459"/>
                      </a:lnTo>
                      <a:lnTo>
                        <a:pt x="1145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29"/>
                <p:cNvSpPr/>
                <p:nvPr/>
              </p:nvSpPr>
              <p:spPr>
                <a:xfrm>
                  <a:off x="-5751350" y="3530550"/>
                  <a:ext cx="2876125" cy="19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45" h="7979" extrusionOk="0">
                      <a:moveTo>
                        <a:pt x="114524" y="521"/>
                      </a:moveTo>
                      <a:lnTo>
                        <a:pt x="114524" y="7458"/>
                      </a:lnTo>
                      <a:lnTo>
                        <a:pt x="521" y="7458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1"/>
                      </a:cubicBezTo>
                      <a:lnTo>
                        <a:pt x="1" y="7719"/>
                      </a:lnTo>
                      <a:cubicBezTo>
                        <a:pt x="1" y="7861"/>
                        <a:pt x="117" y="7979"/>
                        <a:pt x="261" y="7979"/>
                      </a:cubicBezTo>
                      <a:lnTo>
                        <a:pt x="114784" y="7979"/>
                      </a:lnTo>
                      <a:cubicBezTo>
                        <a:pt x="114928" y="7979"/>
                        <a:pt x="115044" y="7861"/>
                        <a:pt x="115044" y="7719"/>
                      </a:cubicBezTo>
                      <a:lnTo>
                        <a:pt x="115044" y="261"/>
                      </a:lnTo>
                      <a:cubicBezTo>
                        <a:pt x="115044" y="116"/>
                        <a:pt x="114928" y="0"/>
                        <a:pt x="11478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29"/>
                <p:cNvSpPr/>
                <p:nvPr/>
              </p:nvSpPr>
              <p:spPr>
                <a:xfrm>
                  <a:off x="-4347575" y="-413325"/>
                  <a:ext cx="466400" cy="169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56" h="67703" extrusionOk="0">
                      <a:moveTo>
                        <a:pt x="18135" y="0"/>
                      </a:moveTo>
                      <a:lnTo>
                        <a:pt x="18135" y="19792"/>
                      </a:lnTo>
                      <a:lnTo>
                        <a:pt x="0" y="19792"/>
                      </a:lnTo>
                      <a:lnTo>
                        <a:pt x="0" y="67703"/>
                      </a:lnTo>
                      <a:lnTo>
                        <a:pt x="521" y="67703"/>
                      </a:lnTo>
                      <a:lnTo>
                        <a:pt x="521" y="20313"/>
                      </a:lnTo>
                      <a:lnTo>
                        <a:pt x="18655" y="20313"/>
                      </a:lnTo>
                      <a:lnTo>
                        <a:pt x="18655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29"/>
                <p:cNvSpPr/>
                <p:nvPr/>
              </p:nvSpPr>
              <p:spPr>
                <a:xfrm>
                  <a:off x="-4170425" y="-413325"/>
                  <a:ext cx="13050" cy="49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19828" extrusionOk="0">
                      <a:moveTo>
                        <a:pt x="0" y="0"/>
                      </a:moveTo>
                      <a:lnTo>
                        <a:pt x="0" y="19828"/>
                      </a:lnTo>
                      <a:lnTo>
                        <a:pt x="521" y="19828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29"/>
                <p:cNvSpPr/>
                <p:nvPr/>
              </p:nvSpPr>
              <p:spPr>
                <a:xfrm>
                  <a:off x="-6823850" y="1135200"/>
                  <a:ext cx="2414425" cy="33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77" h="13207" extrusionOk="0">
                      <a:moveTo>
                        <a:pt x="1" y="1"/>
                      </a:moveTo>
                      <a:lnTo>
                        <a:pt x="1" y="521"/>
                      </a:lnTo>
                      <a:lnTo>
                        <a:pt x="16928" y="521"/>
                      </a:lnTo>
                      <a:lnTo>
                        <a:pt x="16928" y="13207"/>
                      </a:lnTo>
                      <a:lnTo>
                        <a:pt x="96576" y="13207"/>
                      </a:lnTo>
                      <a:lnTo>
                        <a:pt x="96576" y="12686"/>
                      </a:lnTo>
                      <a:lnTo>
                        <a:pt x="17449" y="12686"/>
                      </a:lnTo>
                      <a:lnTo>
                        <a:pt x="1744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29"/>
                <p:cNvSpPr/>
                <p:nvPr/>
              </p:nvSpPr>
              <p:spPr>
                <a:xfrm>
                  <a:off x="-5009350" y="-730475"/>
                  <a:ext cx="330175" cy="169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7" h="67932" extrusionOk="0">
                      <a:moveTo>
                        <a:pt x="10232" y="1"/>
                      </a:moveTo>
                      <a:lnTo>
                        <a:pt x="10232" y="17747"/>
                      </a:lnTo>
                      <a:lnTo>
                        <a:pt x="1" y="17747"/>
                      </a:lnTo>
                      <a:lnTo>
                        <a:pt x="1" y="29725"/>
                      </a:lnTo>
                      <a:lnTo>
                        <a:pt x="12686" y="29725"/>
                      </a:lnTo>
                      <a:lnTo>
                        <a:pt x="12686" y="67931"/>
                      </a:lnTo>
                      <a:lnTo>
                        <a:pt x="13207" y="67931"/>
                      </a:lnTo>
                      <a:lnTo>
                        <a:pt x="13207" y="29204"/>
                      </a:lnTo>
                      <a:lnTo>
                        <a:pt x="522" y="29204"/>
                      </a:lnTo>
                      <a:lnTo>
                        <a:pt x="522" y="18267"/>
                      </a:lnTo>
                      <a:lnTo>
                        <a:pt x="10752" y="18267"/>
                      </a:lnTo>
                      <a:lnTo>
                        <a:pt x="10752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29"/>
                <p:cNvSpPr/>
                <p:nvPr/>
              </p:nvSpPr>
              <p:spPr>
                <a:xfrm>
                  <a:off x="-3352000" y="-327750"/>
                  <a:ext cx="323675" cy="92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7" h="37091" extrusionOk="0">
                      <a:moveTo>
                        <a:pt x="6957" y="1"/>
                      </a:moveTo>
                      <a:lnTo>
                        <a:pt x="6957" y="11049"/>
                      </a:lnTo>
                      <a:lnTo>
                        <a:pt x="0" y="11049"/>
                      </a:lnTo>
                      <a:lnTo>
                        <a:pt x="0" y="37090"/>
                      </a:lnTo>
                      <a:lnTo>
                        <a:pt x="521" y="37090"/>
                      </a:lnTo>
                      <a:lnTo>
                        <a:pt x="521" y="11569"/>
                      </a:lnTo>
                      <a:lnTo>
                        <a:pt x="7477" y="11569"/>
                      </a:lnTo>
                      <a:lnTo>
                        <a:pt x="7477" y="521"/>
                      </a:lnTo>
                      <a:lnTo>
                        <a:pt x="12947" y="521"/>
                      </a:lnTo>
                      <a:lnTo>
                        <a:pt x="12947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29"/>
                <p:cNvSpPr/>
                <p:nvPr/>
              </p:nvSpPr>
              <p:spPr>
                <a:xfrm>
                  <a:off x="-5602700" y="-454250"/>
                  <a:ext cx="156250" cy="99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0" h="39695" extrusionOk="0">
                      <a:moveTo>
                        <a:pt x="0" y="0"/>
                      </a:moveTo>
                      <a:lnTo>
                        <a:pt x="0" y="14432"/>
                      </a:lnTo>
                      <a:lnTo>
                        <a:pt x="5730" y="20160"/>
                      </a:lnTo>
                      <a:lnTo>
                        <a:pt x="5730" y="39695"/>
                      </a:lnTo>
                      <a:lnTo>
                        <a:pt x="6249" y="39695"/>
                      </a:lnTo>
                      <a:lnTo>
                        <a:pt x="6249" y="19945"/>
                      </a:lnTo>
                      <a:lnTo>
                        <a:pt x="521" y="14216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29"/>
                <p:cNvSpPr/>
                <p:nvPr/>
              </p:nvSpPr>
              <p:spPr>
                <a:xfrm>
                  <a:off x="-6721550" y="603225"/>
                  <a:ext cx="910525" cy="30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21" h="12388" extrusionOk="0">
                      <a:moveTo>
                        <a:pt x="0" y="0"/>
                      </a:moveTo>
                      <a:lnTo>
                        <a:pt x="0" y="521"/>
                      </a:lnTo>
                      <a:lnTo>
                        <a:pt x="21020" y="521"/>
                      </a:lnTo>
                      <a:lnTo>
                        <a:pt x="21020" y="12388"/>
                      </a:lnTo>
                      <a:lnTo>
                        <a:pt x="36421" y="12388"/>
                      </a:lnTo>
                      <a:lnTo>
                        <a:pt x="36421" y="11867"/>
                      </a:lnTo>
                      <a:lnTo>
                        <a:pt x="21540" y="11867"/>
                      </a:lnTo>
                      <a:lnTo>
                        <a:pt x="21540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29"/>
                <p:cNvSpPr/>
                <p:nvPr/>
              </p:nvSpPr>
              <p:spPr>
                <a:xfrm>
                  <a:off x="-6138425" y="2512600"/>
                  <a:ext cx="681750" cy="56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70" h="22768" extrusionOk="0">
                      <a:moveTo>
                        <a:pt x="26750" y="1"/>
                      </a:moveTo>
                      <a:lnTo>
                        <a:pt x="26750" y="10379"/>
                      </a:lnTo>
                      <a:lnTo>
                        <a:pt x="19792" y="10379"/>
                      </a:lnTo>
                      <a:lnTo>
                        <a:pt x="19792" y="22247"/>
                      </a:lnTo>
                      <a:lnTo>
                        <a:pt x="1" y="22247"/>
                      </a:lnTo>
                      <a:lnTo>
                        <a:pt x="1" y="22768"/>
                      </a:lnTo>
                      <a:lnTo>
                        <a:pt x="20313" y="22768"/>
                      </a:lnTo>
                      <a:lnTo>
                        <a:pt x="20313" y="10900"/>
                      </a:lnTo>
                      <a:lnTo>
                        <a:pt x="27269" y="10900"/>
                      </a:lnTo>
                      <a:lnTo>
                        <a:pt x="2726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29"/>
                <p:cNvSpPr/>
                <p:nvPr/>
              </p:nvSpPr>
              <p:spPr>
                <a:xfrm>
                  <a:off x="-3556625" y="2553500"/>
                  <a:ext cx="865900" cy="4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36" h="16221" extrusionOk="0">
                      <a:moveTo>
                        <a:pt x="1" y="0"/>
                      </a:moveTo>
                      <a:lnTo>
                        <a:pt x="1" y="11310"/>
                      </a:lnTo>
                      <a:lnTo>
                        <a:pt x="16481" y="11310"/>
                      </a:lnTo>
                      <a:lnTo>
                        <a:pt x="16481" y="6809"/>
                      </a:lnTo>
                      <a:lnTo>
                        <a:pt x="20462" y="6809"/>
                      </a:lnTo>
                      <a:lnTo>
                        <a:pt x="20462" y="16220"/>
                      </a:lnTo>
                      <a:lnTo>
                        <a:pt x="34636" y="16220"/>
                      </a:lnTo>
                      <a:lnTo>
                        <a:pt x="34636" y="15700"/>
                      </a:lnTo>
                      <a:lnTo>
                        <a:pt x="20983" y="15700"/>
                      </a:lnTo>
                      <a:lnTo>
                        <a:pt x="20983" y="6289"/>
                      </a:lnTo>
                      <a:lnTo>
                        <a:pt x="15960" y="6289"/>
                      </a:lnTo>
                      <a:lnTo>
                        <a:pt x="15960" y="10790"/>
                      </a:lnTo>
                      <a:lnTo>
                        <a:pt x="521" y="10790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29"/>
                <p:cNvSpPr/>
                <p:nvPr/>
              </p:nvSpPr>
              <p:spPr>
                <a:xfrm>
                  <a:off x="-3919200" y="-44250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1" y="2335"/>
                        <a:pt x="1562" y="2306"/>
                        <a:pt x="1707" y="2246"/>
                      </a:cubicBezTo>
                      <a:cubicBezTo>
                        <a:pt x="2143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29"/>
                <p:cNvSpPr/>
                <p:nvPr/>
              </p:nvSpPr>
              <p:spPr>
                <a:xfrm>
                  <a:off x="-3926225" y="-4490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1" y="521"/>
                      </a:moveTo>
                      <a:lnTo>
                        <a:pt x="1541" y="523"/>
                      </a:lnTo>
                      <a:cubicBezTo>
                        <a:pt x="2042" y="523"/>
                        <a:pt x="2448" y="928"/>
                        <a:pt x="2448" y="1428"/>
                      </a:cubicBezTo>
                      <a:cubicBezTo>
                        <a:pt x="2448" y="1795"/>
                        <a:pt x="2228" y="2126"/>
                        <a:pt x="1888" y="2266"/>
                      </a:cubicBezTo>
                      <a:cubicBezTo>
                        <a:pt x="1776" y="2313"/>
                        <a:pt x="1658" y="2335"/>
                        <a:pt x="1541" y="2335"/>
                      </a:cubicBezTo>
                      <a:cubicBezTo>
                        <a:pt x="1305" y="2335"/>
                        <a:pt x="1072" y="2243"/>
                        <a:pt x="899" y="2070"/>
                      </a:cubicBezTo>
                      <a:cubicBezTo>
                        <a:pt x="640" y="1811"/>
                        <a:pt x="563" y="1420"/>
                        <a:pt x="703" y="1081"/>
                      </a:cubicBezTo>
                      <a:cubicBezTo>
                        <a:pt x="843" y="743"/>
                        <a:pt x="1174" y="521"/>
                        <a:pt x="1541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1" y="418"/>
                      </a:cubicBezTo>
                      <a:cubicBezTo>
                        <a:pt x="123" y="828"/>
                        <a:pt x="1" y="1442"/>
                        <a:pt x="222" y="1974"/>
                      </a:cubicBezTo>
                      <a:cubicBezTo>
                        <a:pt x="443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9" y="1428"/>
                      </a:cubicBezTo>
                      <a:cubicBezTo>
                        <a:pt x="2969" y="851"/>
                        <a:pt x="2621" y="330"/>
                        <a:pt x="2087" y="110"/>
                      </a:cubicBezTo>
                      <a:cubicBezTo>
                        <a:pt x="1910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29"/>
                <p:cNvSpPr/>
                <p:nvPr/>
              </p:nvSpPr>
              <p:spPr>
                <a:xfrm>
                  <a:off x="-4194325" y="-44250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7" y="2335"/>
                        <a:pt x="1260" y="2335"/>
                      </a:cubicBezTo>
                      <a:cubicBezTo>
                        <a:pt x="1411" y="2335"/>
                        <a:pt x="1563" y="2306"/>
                        <a:pt x="1707" y="2246"/>
                      </a:cubicBezTo>
                      <a:cubicBezTo>
                        <a:pt x="2143" y="2066"/>
                        <a:pt x="2428" y="1640"/>
                        <a:pt x="2428" y="1167"/>
                      </a:cubicBezTo>
                      <a:cubicBezTo>
                        <a:pt x="2428" y="523"/>
                        <a:pt x="1906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29"/>
                <p:cNvSpPr/>
                <p:nvPr/>
              </p:nvSpPr>
              <p:spPr>
                <a:xfrm>
                  <a:off x="-4201325" y="-449025"/>
                  <a:ext cx="74200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8" h="2856" extrusionOk="0">
                      <a:moveTo>
                        <a:pt x="1540" y="521"/>
                      </a:moveTo>
                      <a:lnTo>
                        <a:pt x="1540" y="523"/>
                      </a:lnTo>
                      <a:cubicBezTo>
                        <a:pt x="2042" y="523"/>
                        <a:pt x="2447" y="928"/>
                        <a:pt x="2447" y="1428"/>
                      </a:cubicBezTo>
                      <a:cubicBezTo>
                        <a:pt x="2447" y="1795"/>
                        <a:pt x="2227" y="2126"/>
                        <a:pt x="1888" y="2266"/>
                      </a:cubicBezTo>
                      <a:cubicBezTo>
                        <a:pt x="1775" y="2313"/>
                        <a:pt x="1658" y="2335"/>
                        <a:pt x="1541" y="2335"/>
                      </a:cubicBezTo>
                      <a:cubicBezTo>
                        <a:pt x="1305" y="2335"/>
                        <a:pt x="1073" y="2243"/>
                        <a:pt x="898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3"/>
                        <a:pt x="1173" y="521"/>
                        <a:pt x="1540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0" y="418"/>
                      </a:cubicBezTo>
                      <a:cubicBezTo>
                        <a:pt x="122" y="828"/>
                        <a:pt x="0" y="1442"/>
                        <a:pt x="222" y="1974"/>
                      </a:cubicBezTo>
                      <a:cubicBezTo>
                        <a:pt x="442" y="2508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8"/>
                      </a:cubicBezTo>
                      <a:cubicBezTo>
                        <a:pt x="2968" y="851"/>
                        <a:pt x="2620" y="330"/>
                        <a:pt x="2088" y="110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29"/>
                <p:cNvSpPr/>
                <p:nvPr/>
              </p:nvSpPr>
              <p:spPr>
                <a:xfrm>
                  <a:off x="-4778350" y="-76815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59" y="0"/>
                      </a:moveTo>
                      <a:cubicBezTo>
                        <a:pt x="787" y="0"/>
                        <a:pt x="361" y="285"/>
                        <a:pt x="180" y="721"/>
                      </a:cubicBezTo>
                      <a:cubicBezTo>
                        <a:pt x="0" y="1157"/>
                        <a:pt x="99" y="1659"/>
                        <a:pt x="434" y="1993"/>
                      </a:cubicBezTo>
                      <a:cubicBezTo>
                        <a:pt x="657" y="2217"/>
                        <a:pt x="955" y="2335"/>
                        <a:pt x="1259" y="2335"/>
                      </a:cubicBezTo>
                      <a:cubicBezTo>
                        <a:pt x="1410" y="2335"/>
                        <a:pt x="1561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3"/>
                        <a:pt x="1904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29"/>
                <p:cNvSpPr/>
                <p:nvPr/>
              </p:nvSpPr>
              <p:spPr>
                <a:xfrm>
                  <a:off x="-4785375" y="-774675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0" y="522"/>
                      </a:moveTo>
                      <a:cubicBezTo>
                        <a:pt x="2040" y="522"/>
                        <a:pt x="2447" y="927"/>
                        <a:pt x="2447" y="1429"/>
                      </a:cubicBezTo>
                      <a:cubicBezTo>
                        <a:pt x="2447" y="1796"/>
                        <a:pt x="2226" y="2126"/>
                        <a:pt x="1887" y="2267"/>
                      </a:cubicBezTo>
                      <a:cubicBezTo>
                        <a:pt x="1775" y="2313"/>
                        <a:pt x="1657" y="2336"/>
                        <a:pt x="1540" y="2336"/>
                      </a:cubicBezTo>
                      <a:cubicBezTo>
                        <a:pt x="1304" y="2336"/>
                        <a:pt x="1072" y="2244"/>
                        <a:pt x="899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0" y="1"/>
                      </a:moveTo>
                      <a:cubicBezTo>
                        <a:pt x="1168" y="1"/>
                        <a:pt x="803" y="146"/>
                        <a:pt x="530" y="419"/>
                      </a:cubicBezTo>
                      <a:cubicBezTo>
                        <a:pt x="122" y="827"/>
                        <a:pt x="0" y="1442"/>
                        <a:pt x="220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6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10"/>
                      </a:cubicBezTo>
                      <a:cubicBezTo>
                        <a:pt x="1909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29"/>
                <p:cNvSpPr/>
                <p:nvPr/>
              </p:nvSpPr>
              <p:spPr>
                <a:xfrm>
                  <a:off x="-5627475" y="-498225"/>
                  <a:ext cx="60700" cy="5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7" extrusionOk="0">
                      <a:moveTo>
                        <a:pt x="1260" y="1"/>
                      </a:moveTo>
                      <a:cubicBezTo>
                        <a:pt x="788" y="1"/>
                        <a:pt x="361" y="286"/>
                        <a:pt x="181" y="721"/>
                      </a:cubicBezTo>
                      <a:cubicBezTo>
                        <a:pt x="1" y="1157"/>
                        <a:pt x="100" y="1660"/>
                        <a:pt x="434" y="1994"/>
                      </a:cubicBezTo>
                      <a:cubicBezTo>
                        <a:pt x="657" y="2218"/>
                        <a:pt x="956" y="2336"/>
                        <a:pt x="1260" y="2336"/>
                      </a:cubicBezTo>
                      <a:cubicBezTo>
                        <a:pt x="1411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1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29"/>
                <p:cNvSpPr/>
                <p:nvPr/>
              </p:nvSpPr>
              <p:spPr>
                <a:xfrm>
                  <a:off x="-5634475" y="-5047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0" y="521"/>
                      </a:moveTo>
                      <a:cubicBezTo>
                        <a:pt x="2041" y="523"/>
                        <a:pt x="2447" y="928"/>
                        <a:pt x="2448" y="1428"/>
                      </a:cubicBezTo>
                      <a:cubicBezTo>
                        <a:pt x="2448" y="1795"/>
                        <a:pt x="2226" y="2126"/>
                        <a:pt x="1887" y="2266"/>
                      </a:cubicBezTo>
                      <a:cubicBezTo>
                        <a:pt x="1775" y="2313"/>
                        <a:pt x="1657" y="2335"/>
                        <a:pt x="1540" y="2335"/>
                      </a:cubicBezTo>
                      <a:cubicBezTo>
                        <a:pt x="1304" y="2335"/>
                        <a:pt x="1073" y="2243"/>
                        <a:pt x="899" y="2070"/>
                      </a:cubicBezTo>
                      <a:cubicBezTo>
                        <a:pt x="640" y="1810"/>
                        <a:pt x="561" y="1420"/>
                        <a:pt x="702" y="1081"/>
                      </a:cubicBezTo>
                      <a:cubicBezTo>
                        <a:pt x="842" y="742"/>
                        <a:pt x="1173" y="521"/>
                        <a:pt x="1540" y="521"/>
                      </a:cubicBezTo>
                      <a:close/>
                      <a:moveTo>
                        <a:pt x="1540" y="0"/>
                      </a:moveTo>
                      <a:cubicBezTo>
                        <a:pt x="1169" y="0"/>
                        <a:pt x="804" y="146"/>
                        <a:pt x="531" y="418"/>
                      </a:cubicBezTo>
                      <a:cubicBezTo>
                        <a:pt x="122" y="826"/>
                        <a:pt x="1" y="1440"/>
                        <a:pt x="221" y="1974"/>
                      </a:cubicBezTo>
                      <a:cubicBezTo>
                        <a:pt x="442" y="2508"/>
                        <a:pt x="962" y="2856"/>
                        <a:pt x="1540" y="2856"/>
                      </a:cubicBezTo>
                      <a:cubicBezTo>
                        <a:pt x="2328" y="2855"/>
                        <a:pt x="2967" y="2217"/>
                        <a:pt x="2969" y="1428"/>
                      </a:cubicBezTo>
                      <a:cubicBezTo>
                        <a:pt x="2969" y="851"/>
                        <a:pt x="2620" y="330"/>
                        <a:pt x="2087" y="110"/>
                      </a:cubicBezTo>
                      <a:cubicBezTo>
                        <a:pt x="1910" y="36"/>
                        <a:pt x="1724" y="0"/>
                        <a:pt x="154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29"/>
                <p:cNvSpPr/>
                <p:nvPr/>
              </p:nvSpPr>
              <p:spPr>
                <a:xfrm>
                  <a:off x="-6753025" y="580550"/>
                  <a:ext cx="60675" cy="5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5" extrusionOk="0">
                      <a:moveTo>
                        <a:pt x="1259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7"/>
                        <a:pt x="101" y="1659"/>
                        <a:pt x="435" y="1992"/>
                      </a:cubicBezTo>
                      <a:cubicBezTo>
                        <a:pt x="657" y="2216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5"/>
                      </a:cubicBezTo>
                      <a:cubicBezTo>
                        <a:pt x="2142" y="2065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29"/>
                <p:cNvSpPr/>
                <p:nvPr/>
              </p:nvSpPr>
              <p:spPr>
                <a:xfrm>
                  <a:off x="-6760050" y="574025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0" y="522"/>
                      </a:moveTo>
                      <a:cubicBezTo>
                        <a:pt x="2042" y="522"/>
                        <a:pt x="2447" y="927"/>
                        <a:pt x="2447" y="1429"/>
                      </a:cubicBezTo>
                      <a:cubicBezTo>
                        <a:pt x="2447" y="1796"/>
                        <a:pt x="2227" y="2126"/>
                        <a:pt x="1888" y="2267"/>
                      </a:cubicBezTo>
                      <a:cubicBezTo>
                        <a:pt x="1776" y="2313"/>
                        <a:pt x="1658" y="2336"/>
                        <a:pt x="1541" y="2336"/>
                      </a:cubicBezTo>
                      <a:cubicBezTo>
                        <a:pt x="1305" y="2336"/>
                        <a:pt x="1073" y="2243"/>
                        <a:pt x="899" y="2069"/>
                      </a:cubicBezTo>
                      <a:cubicBezTo>
                        <a:pt x="639" y="1810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0" y="419"/>
                      </a:cubicBezTo>
                      <a:cubicBezTo>
                        <a:pt x="122" y="827"/>
                        <a:pt x="0" y="1441"/>
                        <a:pt x="222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09"/>
                      </a:cubicBezTo>
                      <a:cubicBezTo>
                        <a:pt x="1910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29"/>
                <p:cNvSpPr/>
                <p:nvPr/>
              </p:nvSpPr>
              <p:spPr>
                <a:xfrm>
                  <a:off x="-6854475" y="111165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1" y="721"/>
                      </a:cubicBezTo>
                      <a:cubicBezTo>
                        <a:pt x="0" y="1157"/>
                        <a:pt x="101" y="1659"/>
                        <a:pt x="434" y="1994"/>
                      </a:cubicBezTo>
                      <a:cubicBezTo>
                        <a:pt x="658" y="2217"/>
                        <a:pt x="957" y="2335"/>
                        <a:pt x="1261" y="2335"/>
                      </a:cubicBezTo>
                      <a:cubicBezTo>
                        <a:pt x="1411" y="2335"/>
                        <a:pt x="1562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29"/>
                <p:cNvSpPr/>
                <p:nvPr/>
              </p:nvSpPr>
              <p:spPr>
                <a:xfrm>
                  <a:off x="-6861500" y="1105125"/>
                  <a:ext cx="74250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0" h="2857" extrusionOk="0">
                      <a:moveTo>
                        <a:pt x="1541" y="521"/>
                      </a:moveTo>
                      <a:cubicBezTo>
                        <a:pt x="2042" y="521"/>
                        <a:pt x="2448" y="927"/>
                        <a:pt x="2448" y="1429"/>
                      </a:cubicBezTo>
                      <a:cubicBezTo>
                        <a:pt x="2448" y="1796"/>
                        <a:pt x="2227" y="2126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1" y="0"/>
                      </a:moveTo>
                      <a:cubicBezTo>
                        <a:pt x="1170" y="0"/>
                        <a:pt x="805" y="145"/>
                        <a:pt x="532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70" y="851"/>
                        <a:pt x="2621" y="330"/>
                        <a:pt x="2088" y="109"/>
                      </a:cubicBezTo>
                      <a:cubicBezTo>
                        <a:pt x="1911" y="36"/>
                        <a:pt x="1725" y="0"/>
                        <a:pt x="154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29"/>
                <p:cNvSpPr/>
                <p:nvPr/>
              </p:nvSpPr>
              <p:spPr>
                <a:xfrm>
                  <a:off x="-6167350" y="304050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8"/>
                        <a:pt x="101" y="1659"/>
                        <a:pt x="435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6"/>
                      </a:cubicBezTo>
                      <a:cubicBezTo>
                        <a:pt x="2142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29"/>
                <p:cNvSpPr/>
                <p:nvPr/>
              </p:nvSpPr>
              <p:spPr>
                <a:xfrm>
                  <a:off x="-6174375" y="3034000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1" y="521"/>
                      </a:moveTo>
                      <a:cubicBezTo>
                        <a:pt x="2042" y="522"/>
                        <a:pt x="2448" y="927"/>
                        <a:pt x="2448" y="1427"/>
                      </a:cubicBezTo>
                      <a:cubicBezTo>
                        <a:pt x="2448" y="1794"/>
                        <a:pt x="2227" y="2125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1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8" y="2216"/>
                        <a:pt x="2968" y="1427"/>
                      </a:cubicBezTo>
                      <a:cubicBezTo>
                        <a:pt x="2968" y="850"/>
                        <a:pt x="2621" y="329"/>
                        <a:pt x="2087" y="109"/>
                      </a:cubicBezTo>
                      <a:cubicBezTo>
                        <a:pt x="1911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29"/>
                <p:cNvSpPr/>
                <p:nvPr/>
              </p:nvSpPr>
              <p:spPr>
                <a:xfrm>
                  <a:off x="-2707425" y="2917525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1"/>
                      </a:moveTo>
                      <a:cubicBezTo>
                        <a:pt x="788" y="1"/>
                        <a:pt x="362" y="285"/>
                        <a:pt x="181" y="722"/>
                      </a:cubicBezTo>
                      <a:cubicBezTo>
                        <a:pt x="1" y="1158"/>
                        <a:pt x="100" y="1659"/>
                        <a:pt x="434" y="1994"/>
                      </a:cubicBezTo>
                      <a:cubicBezTo>
                        <a:pt x="658" y="2217"/>
                        <a:pt x="956" y="2336"/>
                        <a:pt x="1260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6"/>
                        <a:pt x="2427" y="1640"/>
                        <a:pt x="2427" y="1169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29"/>
                <p:cNvSpPr/>
                <p:nvPr/>
              </p:nvSpPr>
              <p:spPr>
                <a:xfrm>
                  <a:off x="-2714450" y="29110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3" y="522"/>
                      </a:moveTo>
                      <a:cubicBezTo>
                        <a:pt x="2042" y="522"/>
                        <a:pt x="2448" y="928"/>
                        <a:pt x="2449" y="1429"/>
                      </a:cubicBezTo>
                      <a:cubicBezTo>
                        <a:pt x="2448" y="1795"/>
                        <a:pt x="2228" y="2125"/>
                        <a:pt x="1889" y="2266"/>
                      </a:cubicBezTo>
                      <a:cubicBezTo>
                        <a:pt x="1777" y="2312"/>
                        <a:pt x="1659" y="2335"/>
                        <a:pt x="1542" y="2335"/>
                      </a:cubicBezTo>
                      <a:cubicBezTo>
                        <a:pt x="1307" y="2335"/>
                        <a:pt x="1075" y="2243"/>
                        <a:pt x="900" y="2070"/>
                      </a:cubicBezTo>
                      <a:cubicBezTo>
                        <a:pt x="641" y="1810"/>
                        <a:pt x="564" y="1421"/>
                        <a:pt x="703" y="1083"/>
                      </a:cubicBezTo>
                      <a:cubicBezTo>
                        <a:pt x="844" y="744"/>
                        <a:pt x="1174" y="522"/>
                        <a:pt x="1541" y="522"/>
                      </a:cubicBezTo>
                      <a:cubicBezTo>
                        <a:pt x="1542" y="522"/>
                        <a:pt x="1543" y="522"/>
                        <a:pt x="1543" y="522"/>
                      </a:cubicBezTo>
                      <a:close/>
                      <a:moveTo>
                        <a:pt x="1541" y="1"/>
                      </a:moveTo>
                      <a:cubicBezTo>
                        <a:pt x="1170" y="1"/>
                        <a:pt x="805" y="145"/>
                        <a:pt x="531" y="419"/>
                      </a:cubicBezTo>
                      <a:cubicBezTo>
                        <a:pt x="123" y="827"/>
                        <a:pt x="1" y="1441"/>
                        <a:pt x="222" y="1974"/>
                      </a:cubicBezTo>
                      <a:cubicBezTo>
                        <a:pt x="443" y="2508"/>
                        <a:pt x="963" y="2855"/>
                        <a:pt x="1541" y="2855"/>
                      </a:cubicBezTo>
                      <a:cubicBezTo>
                        <a:pt x="2328" y="2855"/>
                        <a:pt x="2967" y="2216"/>
                        <a:pt x="2969" y="1429"/>
                      </a:cubicBezTo>
                      <a:cubicBezTo>
                        <a:pt x="2969" y="851"/>
                        <a:pt x="2621" y="331"/>
                        <a:pt x="2087" y="109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29"/>
                <p:cNvSpPr/>
                <p:nvPr/>
              </p:nvSpPr>
              <p:spPr>
                <a:xfrm>
                  <a:off x="-3040900" y="-35125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1"/>
                      </a:moveTo>
                      <a:cubicBezTo>
                        <a:pt x="788" y="1"/>
                        <a:pt x="361" y="285"/>
                        <a:pt x="181" y="723"/>
                      </a:cubicBezTo>
                      <a:cubicBezTo>
                        <a:pt x="0" y="1158"/>
                        <a:pt x="100" y="1661"/>
                        <a:pt x="434" y="1994"/>
                      </a:cubicBezTo>
                      <a:cubicBezTo>
                        <a:pt x="657" y="2217"/>
                        <a:pt x="956" y="2336"/>
                        <a:pt x="1259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0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29"/>
                <p:cNvSpPr/>
                <p:nvPr/>
              </p:nvSpPr>
              <p:spPr>
                <a:xfrm>
                  <a:off x="-3047925" y="-357750"/>
                  <a:ext cx="74225" cy="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8" extrusionOk="0">
                      <a:moveTo>
                        <a:pt x="1541" y="521"/>
                      </a:moveTo>
                      <a:cubicBezTo>
                        <a:pt x="2041" y="522"/>
                        <a:pt x="2447" y="928"/>
                        <a:pt x="2448" y="1428"/>
                      </a:cubicBezTo>
                      <a:cubicBezTo>
                        <a:pt x="2448" y="1795"/>
                        <a:pt x="2226" y="2127"/>
                        <a:pt x="1887" y="2267"/>
                      </a:cubicBezTo>
                      <a:cubicBezTo>
                        <a:pt x="1775" y="2314"/>
                        <a:pt x="1658" y="2336"/>
                        <a:pt x="1541" y="2336"/>
                      </a:cubicBezTo>
                      <a:cubicBezTo>
                        <a:pt x="1305" y="2336"/>
                        <a:pt x="1073" y="2244"/>
                        <a:pt x="899" y="2070"/>
                      </a:cubicBezTo>
                      <a:cubicBezTo>
                        <a:pt x="640" y="1811"/>
                        <a:pt x="562" y="1421"/>
                        <a:pt x="703" y="1082"/>
                      </a:cubicBezTo>
                      <a:cubicBezTo>
                        <a:pt x="842" y="743"/>
                        <a:pt x="1174" y="521"/>
                        <a:pt x="1541" y="521"/>
                      </a:cubicBezTo>
                      <a:close/>
                      <a:moveTo>
                        <a:pt x="1540" y="1"/>
                      </a:moveTo>
                      <a:cubicBezTo>
                        <a:pt x="1169" y="1"/>
                        <a:pt x="804" y="146"/>
                        <a:pt x="531" y="419"/>
                      </a:cubicBezTo>
                      <a:cubicBezTo>
                        <a:pt x="123" y="828"/>
                        <a:pt x="1" y="1441"/>
                        <a:pt x="221" y="1976"/>
                      </a:cubicBezTo>
                      <a:cubicBezTo>
                        <a:pt x="442" y="2508"/>
                        <a:pt x="963" y="2857"/>
                        <a:pt x="1541" y="2857"/>
                      </a:cubicBezTo>
                      <a:cubicBezTo>
                        <a:pt x="2328" y="2856"/>
                        <a:pt x="2967" y="2216"/>
                        <a:pt x="2968" y="1428"/>
                      </a:cubicBezTo>
                      <a:cubicBezTo>
                        <a:pt x="2968" y="851"/>
                        <a:pt x="2620" y="330"/>
                        <a:pt x="2087" y="110"/>
                      </a:cubicBezTo>
                      <a:cubicBezTo>
                        <a:pt x="1910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29"/>
                <p:cNvSpPr/>
                <p:nvPr/>
              </p:nvSpPr>
              <p:spPr>
                <a:xfrm>
                  <a:off x="-4837450" y="2516525"/>
                  <a:ext cx="992800" cy="5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2" h="20937" extrusionOk="0">
                      <a:moveTo>
                        <a:pt x="4582" y="1"/>
                      </a:moveTo>
                      <a:lnTo>
                        <a:pt x="4582" y="10156"/>
                      </a:lnTo>
                      <a:cubicBezTo>
                        <a:pt x="4582" y="13469"/>
                        <a:pt x="3439" y="16685"/>
                        <a:pt x="1338" y="19282"/>
                      </a:cubicBezTo>
                      <a:lnTo>
                        <a:pt x="0" y="20936"/>
                      </a:lnTo>
                      <a:lnTo>
                        <a:pt x="39712" y="20936"/>
                      </a:lnTo>
                      <a:lnTo>
                        <a:pt x="38374" y="19282"/>
                      </a:lnTo>
                      <a:cubicBezTo>
                        <a:pt x="36273" y="16685"/>
                        <a:pt x="35130" y="13469"/>
                        <a:pt x="35130" y="10156"/>
                      </a:cubicBezTo>
                      <a:lnTo>
                        <a:pt x="3513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29"/>
                <p:cNvSpPr/>
                <p:nvPr/>
              </p:nvSpPr>
              <p:spPr>
                <a:xfrm>
                  <a:off x="-4845950" y="2510025"/>
                  <a:ext cx="1009825" cy="53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93" h="21457" extrusionOk="0">
                      <a:moveTo>
                        <a:pt x="35209" y="521"/>
                      </a:moveTo>
                      <a:lnTo>
                        <a:pt x="35209" y="10414"/>
                      </a:lnTo>
                      <a:cubicBezTo>
                        <a:pt x="35209" y="13773"/>
                        <a:pt x="36383" y="17073"/>
                        <a:pt x="38512" y="19707"/>
                      </a:cubicBezTo>
                      <a:lnTo>
                        <a:pt x="39507" y="20936"/>
                      </a:lnTo>
                      <a:lnTo>
                        <a:pt x="885" y="20936"/>
                      </a:lnTo>
                      <a:lnTo>
                        <a:pt x="1881" y="19707"/>
                      </a:lnTo>
                      <a:cubicBezTo>
                        <a:pt x="4009" y="17073"/>
                        <a:pt x="5183" y="13773"/>
                        <a:pt x="5183" y="10414"/>
                      </a:cubicBezTo>
                      <a:lnTo>
                        <a:pt x="5183" y="521"/>
                      </a:lnTo>
                      <a:close/>
                      <a:moveTo>
                        <a:pt x="4922" y="1"/>
                      </a:moveTo>
                      <a:cubicBezTo>
                        <a:pt x="4780" y="1"/>
                        <a:pt x="4662" y="117"/>
                        <a:pt x="4663" y="261"/>
                      </a:cubicBezTo>
                      <a:lnTo>
                        <a:pt x="4663" y="10414"/>
                      </a:lnTo>
                      <a:cubicBezTo>
                        <a:pt x="4663" y="13655"/>
                        <a:pt x="3531" y="16838"/>
                        <a:pt x="1476" y="19379"/>
                      </a:cubicBezTo>
                      <a:lnTo>
                        <a:pt x="138" y="21033"/>
                      </a:lnTo>
                      <a:cubicBezTo>
                        <a:pt x="0" y="21203"/>
                        <a:pt x="121" y="21457"/>
                        <a:pt x="340" y="21457"/>
                      </a:cubicBezTo>
                      <a:lnTo>
                        <a:pt x="40052" y="21457"/>
                      </a:lnTo>
                      <a:cubicBezTo>
                        <a:pt x="40270" y="21457"/>
                        <a:pt x="40392" y="21203"/>
                        <a:pt x="40254" y="21033"/>
                      </a:cubicBezTo>
                      <a:lnTo>
                        <a:pt x="38916" y="19379"/>
                      </a:lnTo>
                      <a:cubicBezTo>
                        <a:pt x="36861" y="16838"/>
                        <a:pt x="35730" y="13655"/>
                        <a:pt x="35730" y="10414"/>
                      </a:cubicBezTo>
                      <a:lnTo>
                        <a:pt x="35730" y="261"/>
                      </a:lnTo>
                      <a:cubicBezTo>
                        <a:pt x="35730" y="117"/>
                        <a:pt x="35613" y="1"/>
                        <a:pt x="3547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29"/>
                <p:cNvSpPr/>
                <p:nvPr/>
              </p:nvSpPr>
              <p:spPr>
                <a:xfrm>
                  <a:off x="-4769800" y="2248925"/>
                  <a:ext cx="857475" cy="43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9" h="17267" extrusionOk="0">
                      <a:moveTo>
                        <a:pt x="1876" y="1"/>
                      </a:moveTo>
                      <a:lnTo>
                        <a:pt x="1876" y="10155"/>
                      </a:lnTo>
                      <a:cubicBezTo>
                        <a:pt x="1875" y="12647"/>
                        <a:pt x="1229" y="15097"/>
                        <a:pt x="1" y="17267"/>
                      </a:cubicBezTo>
                      <a:lnTo>
                        <a:pt x="34298" y="17267"/>
                      </a:lnTo>
                      <a:cubicBezTo>
                        <a:pt x="33072" y="15097"/>
                        <a:pt x="32425" y="12647"/>
                        <a:pt x="32424" y="10155"/>
                      </a:cubicBezTo>
                      <a:lnTo>
                        <a:pt x="324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29"/>
                <p:cNvSpPr/>
                <p:nvPr/>
              </p:nvSpPr>
              <p:spPr>
                <a:xfrm>
                  <a:off x="-5875675" y="342950"/>
                  <a:ext cx="3069250" cy="22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70" h="90146" extrusionOk="0">
                      <a:moveTo>
                        <a:pt x="4815" y="0"/>
                      </a:moveTo>
                      <a:cubicBezTo>
                        <a:pt x="2156" y="0"/>
                        <a:pt x="0" y="2155"/>
                        <a:pt x="0" y="4815"/>
                      </a:cubicBezTo>
                      <a:lnTo>
                        <a:pt x="0" y="86110"/>
                      </a:lnTo>
                      <a:cubicBezTo>
                        <a:pt x="0" y="88339"/>
                        <a:pt x="1808" y="90146"/>
                        <a:pt x="4037" y="90146"/>
                      </a:cubicBezTo>
                      <a:lnTo>
                        <a:pt x="118369" y="90146"/>
                      </a:lnTo>
                      <a:cubicBezTo>
                        <a:pt x="120800" y="90146"/>
                        <a:pt x="122770" y="88177"/>
                        <a:pt x="122770" y="85746"/>
                      </a:cubicBezTo>
                      <a:lnTo>
                        <a:pt x="122770" y="5831"/>
                      </a:lnTo>
                      <a:cubicBezTo>
                        <a:pt x="122770" y="4284"/>
                        <a:pt x="122155" y="2801"/>
                        <a:pt x="121061" y="1707"/>
                      </a:cubicBezTo>
                      <a:cubicBezTo>
                        <a:pt x="119968" y="614"/>
                        <a:pt x="118486" y="0"/>
                        <a:pt x="11693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29"/>
                <p:cNvSpPr/>
                <p:nvPr/>
              </p:nvSpPr>
              <p:spPr>
                <a:xfrm>
                  <a:off x="-5882175" y="336425"/>
                  <a:ext cx="3082275" cy="22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91" h="90667" extrusionOk="0">
                      <a:moveTo>
                        <a:pt x="118612" y="521"/>
                      </a:moveTo>
                      <a:cubicBezTo>
                        <a:pt x="120905" y="521"/>
                        <a:pt x="122770" y="2386"/>
                        <a:pt x="122770" y="4678"/>
                      </a:cubicBezTo>
                      <a:lnTo>
                        <a:pt x="122770" y="85990"/>
                      </a:lnTo>
                      <a:cubicBezTo>
                        <a:pt x="122770" y="88283"/>
                        <a:pt x="120905" y="90147"/>
                        <a:pt x="118612" y="90147"/>
                      </a:cubicBezTo>
                      <a:lnTo>
                        <a:pt x="4678" y="90147"/>
                      </a:lnTo>
                      <a:cubicBezTo>
                        <a:pt x="2385" y="90147"/>
                        <a:pt x="521" y="88283"/>
                        <a:pt x="521" y="85990"/>
                      </a:cubicBezTo>
                      <a:lnTo>
                        <a:pt x="521" y="4678"/>
                      </a:lnTo>
                      <a:cubicBezTo>
                        <a:pt x="521" y="2386"/>
                        <a:pt x="2385" y="521"/>
                        <a:pt x="4678" y="521"/>
                      </a:cubicBezTo>
                      <a:close/>
                      <a:moveTo>
                        <a:pt x="4678" y="1"/>
                      </a:moveTo>
                      <a:cubicBezTo>
                        <a:pt x="2098" y="1"/>
                        <a:pt x="0" y="2099"/>
                        <a:pt x="0" y="4678"/>
                      </a:cubicBezTo>
                      <a:lnTo>
                        <a:pt x="0" y="85990"/>
                      </a:lnTo>
                      <a:cubicBezTo>
                        <a:pt x="0" y="88570"/>
                        <a:pt x="2098" y="90667"/>
                        <a:pt x="4678" y="90667"/>
                      </a:cubicBezTo>
                      <a:lnTo>
                        <a:pt x="118612" y="90667"/>
                      </a:lnTo>
                      <a:cubicBezTo>
                        <a:pt x="121192" y="90667"/>
                        <a:pt x="123290" y="88570"/>
                        <a:pt x="123290" y="85990"/>
                      </a:cubicBezTo>
                      <a:lnTo>
                        <a:pt x="123290" y="4678"/>
                      </a:lnTo>
                      <a:cubicBezTo>
                        <a:pt x="123290" y="2099"/>
                        <a:pt x="121192" y="1"/>
                        <a:pt x="11861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29"/>
                <p:cNvSpPr/>
                <p:nvPr/>
              </p:nvSpPr>
              <p:spPr>
                <a:xfrm>
                  <a:off x="-5875675" y="2246300"/>
                  <a:ext cx="3069250" cy="35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70" h="14012" extrusionOk="0">
                      <a:moveTo>
                        <a:pt x="0" y="0"/>
                      </a:moveTo>
                      <a:lnTo>
                        <a:pt x="0" y="9540"/>
                      </a:lnTo>
                      <a:cubicBezTo>
                        <a:pt x="0" y="12009"/>
                        <a:pt x="2003" y="14012"/>
                        <a:pt x="4473" y="14012"/>
                      </a:cubicBezTo>
                      <a:lnTo>
                        <a:pt x="118438" y="14012"/>
                      </a:lnTo>
                      <a:cubicBezTo>
                        <a:pt x="120830" y="14012"/>
                        <a:pt x="122770" y="12073"/>
                        <a:pt x="122770" y="9680"/>
                      </a:cubicBezTo>
                      <a:lnTo>
                        <a:pt x="1227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29"/>
                <p:cNvSpPr/>
                <p:nvPr/>
              </p:nvSpPr>
              <p:spPr>
                <a:xfrm>
                  <a:off x="-5882175" y="2239775"/>
                  <a:ext cx="3082275" cy="36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91" h="14533" extrusionOk="0">
                      <a:moveTo>
                        <a:pt x="122770" y="522"/>
                      </a:moveTo>
                      <a:lnTo>
                        <a:pt x="122770" y="9856"/>
                      </a:lnTo>
                      <a:cubicBezTo>
                        <a:pt x="122770" y="12151"/>
                        <a:pt x="120908" y="14012"/>
                        <a:pt x="118614" y="14012"/>
                      </a:cubicBezTo>
                      <a:lnTo>
                        <a:pt x="4678" y="14012"/>
                      </a:lnTo>
                      <a:cubicBezTo>
                        <a:pt x="2385" y="14012"/>
                        <a:pt x="522" y="12147"/>
                        <a:pt x="522" y="9856"/>
                      </a:cubicBezTo>
                      <a:lnTo>
                        <a:pt x="522" y="522"/>
                      </a:lnTo>
                      <a:close/>
                      <a:moveTo>
                        <a:pt x="260" y="1"/>
                      </a:moveTo>
                      <a:cubicBezTo>
                        <a:pt x="117" y="1"/>
                        <a:pt x="0" y="117"/>
                        <a:pt x="0" y="261"/>
                      </a:cubicBezTo>
                      <a:lnTo>
                        <a:pt x="0" y="9856"/>
                      </a:lnTo>
                      <a:cubicBezTo>
                        <a:pt x="0" y="12439"/>
                        <a:pt x="2094" y="14533"/>
                        <a:pt x="4678" y="14533"/>
                      </a:cubicBezTo>
                      <a:lnTo>
                        <a:pt x="118612" y="14533"/>
                      </a:lnTo>
                      <a:cubicBezTo>
                        <a:pt x="121195" y="14533"/>
                        <a:pt x="123290" y="12439"/>
                        <a:pt x="123290" y="9856"/>
                      </a:cubicBezTo>
                      <a:lnTo>
                        <a:pt x="123290" y="261"/>
                      </a:lnTo>
                      <a:cubicBezTo>
                        <a:pt x="123290" y="117"/>
                        <a:pt x="123173" y="1"/>
                        <a:pt x="12303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29"/>
                <p:cNvSpPr/>
                <p:nvPr/>
              </p:nvSpPr>
              <p:spPr>
                <a:xfrm>
                  <a:off x="-5721300" y="483125"/>
                  <a:ext cx="2760500" cy="159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20" h="63690" extrusionOk="0">
                      <a:moveTo>
                        <a:pt x="1" y="1"/>
                      </a:moveTo>
                      <a:lnTo>
                        <a:pt x="1" y="63689"/>
                      </a:lnTo>
                      <a:lnTo>
                        <a:pt x="110419" y="63689"/>
                      </a:lnTo>
                      <a:lnTo>
                        <a:pt x="1104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29"/>
                <p:cNvSpPr/>
                <p:nvPr/>
              </p:nvSpPr>
              <p:spPr>
                <a:xfrm>
                  <a:off x="-4397650" y="2421425"/>
                  <a:ext cx="113200" cy="11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8" h="4435" extrusionOk="0">
                      <a:moveTo>
                        <a:pt x="2263" y="0"/>
                      </a:moveTo>
                      <a:cubicBezTo>
                        <a:pt x="1014" y="0"/>
                        <a:pt x="0" y="993"/>
                        <a:pt x="0" y="2217"/>
                      </a:cubicBezTo>
                      <a:cubicBezTo>
                        <a:pt x="0" y="3442"/>
                        <a:pt x="1014" y="4435"/>
                        <a:pt x="2263" y="4435"/>
                      </a:cubicBezTo>
                      <a:cubicBezTo>
                        <a:pt x="3514" y="4435"/>
                        <a:pt x="4528" y="3442"/>
                        <a:pt x="4528" y="2217"/>
                      </a:cubicBezTo>
                      <a:cubicBezTo>
                        <a:pt x="4528" y="993"/>
                        <a:pt x="3514" y="0"/>
                        <a:pt x="2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9"/>
                <p:cNvSpPr/>
                <p:nvPr/>
              </p:nvSpPr>
              <p:spPr>
                <a:xfrm>
                  <a:off x="-4404175" y="2414950"/>
                  <a:ext cx="126250" cy="1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0" h="4954" extrusionOk="0">
                      <a:moveTo>
                        <a:pt x="2524" y="520"/>
                      </a:moveTo>
                      <a:cubicBezTo>
                        <a:pt x="3630" y="520"/>
                        <a:pt x="4529" y="1398"/>
                        <a:pt x="4529" y="2476"/>
                      </a:cubicBezTo>
                      <a:cubicBezTo>
                        <a:pt x="4529" y="3555"/>
                        <a:pt x="3630" y="4433"/>
                        <a:pt x="2524" y="4433"/>
                      </a:cubicBezTo>
                      <a:cubicBezTo>
                        <a:pt x="1420" y="4433"/>
                        <a:pt x="520" y="3554"/>
                        <a:pt x="520" y="2476"/>
                      </a:cubicBezTo>
                      <a:cubicBezTo>
                        <a:pt x="520" y="1398"/>
                        <a:pt x="1420" y="520"/>
                        <a:pt x="2524" y="520"/>
                      </a:cubicBezTo>
                      <a:close/>
                      <a:moveTo>
                        <a:pt x="2524" y="0"/>
                      </a:moveTo>
                      <a:cubicBezTo>
                        <a:pt x="1133" y="0"/>
                        <a:pt x="1" y="1111"/>
                        <a:pt x="1" y="2476"/>
                      </a:cubicBezTo>
                      <a:cubicBezTo>
                        <a:pt x="1" y="3842"/>
                        <a:pt x="1132" y="4954"/>
                        <a:pt x="2524" y="4954"/>
                      </a:cubicBezTo>
                      <a:cubicBezTo>
                        <a:pt x="3917" y="4954"/>
                        <a:pt x="5049" y="3842"/>
                        <a:pt x="5049" y="2476"/>
                      </a:cubicBezTo>
                      <a:cubicBezTo>
                        <a:pt x="5049" y="1111"/>
                        <a:pt x="3917" y="0"/>
                        <a:pt x="25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9"/>
                <p:cNvSpPr/>
                <p:nvPr/>
              </p:nvSpPr>
              <p:spPr>
                <a:xfrm>
                  <a:off x="-4837450" y="3039925"/>
                  <a:ext cx="993025" cy="4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21" h="1815" extrusionOk="0">
                      <a:moveTo>
                        <a:pt x="0" y="0"/>
                      </a:moveTo>
                      <a:lnTo>
                        <a:pt x="0" y="1814"/>
                      </a:lnTo>
                      <a:lnTo>
                        <a:pt x="39720" y="1814"/>
                      </a:lnTo>
                      <a:lnTo>
                        <a:pt x="397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29"/>
                <p:cNvSpPr/>
                <p:nvPr/>
              </p:nvSpPr>
              <p:spPr>
                <a:xfrm>
                  <a:off x="-4843950" y="3033400"/>
                  <a:ext cx="100602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41" h="2336" extrusionOk="0">
                      <a:moveTo>
                        <a:pt x="39720" y="522"/>
                      </a:moveTo>
                      <a:lnTo>
                        <a:pt x="39720" y="1815"/>
                      </a:lnTo>
                      <a:lnTo>
                        <a:pt x="521" y="1815"/>
                      </a:lnTo>
                      <a:lnTo>
                        <a:pt x="521" y="522"/>
                      </a:lnTo>
                      <a:close/>
                      <a:moveTo>
                        <a:pt x="260" y="1"/>
                      </a:moveTo>
                      <a:cubicBezTo>
                        <a:pt x="116" y="1"/>
                        <a:pt x="0" y="118"/>
                        <a:pt x="0" y="261"/>
                      </a:cubicBezTo>
                      <a:lnTo>
                        <a:pt x="0" y="2074"/>
                      </a:lnTo>
                      <a:cubicBezTo>
                        <a:pt x="0" y="2218"/>
                        <a:pt x="116" y="2335"/>
                        <a:pt x="260" y="2335"/>
                      </a:cubicBezTo>
                      <a:lnTo>
                        <a:pt x="39980" y="2335"/>
                      </a:lnTo>
                      <a:cubicBezTo>
                        <a:pt x="40123" y="2335"/>
                        <a:pt x="40241" y="2218"/>
                        <a:pt x="40239" y="2074"/>
                      </a:cubicBezTo>
                      <a:lnTo>
                        <a:pt x="40239" y="261"/>
                      </a:lnTo>
                      <a:cubicBezTo>
                        <a:pt x="40239" y="118"/>
                        <a:pt x="40123" y="1"/>
                        <a:pt x="3998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29"/>
                <p:cNvSpPr/>
                <p:nvPr/>
              </p:nvSpPr>
              <p:spPr>
                <a:xfrm>
                  <a:off x="-5245425" y="400600"/>
                  <a:ext cx="908650" cy="198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46" h="79446" extrusionOk="0">
                      <a:moveTo>
                        <a:pt x="36345" y="1"/>
                      </a:moveTo>
                      <a:cubicBezTo>
                        <a:pt x="30792" y="5179"/>
                        <a:pt x="16575" y="10405"/>
                        <a:pt x="0" y="21493"/>
                      </a:cubicBezTo>
                      <a:cubicBezTo>
                        <a:pt x="0" y="21493"/>
                        <a:pt x="1035" y="58964"/>
                        <a:pt x="36345" y="79446"/>
                      </a:cubicBezTo>
                      <a:lnTo>
                        <a:pt x="3634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29"/>
                <p:cNvSpPr/>
                <p:nvPr/>
              </p:nvSpPr>
              <p:spPr>
                <a:xfrm>
                  <a:off x="-5252000" y="394100"/>
                  <a:ext cx="921750" cy="199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0" h="79966" extrusionOk="0">
                      <a:moveTo>
                        <a:pt x="36348" y="844"/>
                      </a:moveTo>
                      <a:lnTo>
                        <a:pt x="36348" y="79251"/>
                      </a:lnTo>
                      <a:cubicBezTo>
                        <a:pt x="18445" y="68725"/>
                        <a:pt x="9663" y="53734"/>
                        <a:pt x="5445" y="42973"/>
                      </a:cubicBezTo>
                      <a:cubicBezTo>
                        <a:pt x="1147" y="32011"/>
                        <a:pt x="588" y="23112"/>
                        <a:pt x="529" y="21889"/>
                      </a:cubicBezTo>
                      <a:cubicBezTo>
                        <a:pt x="8839" y="16340"/>
                        <a:pt x="16615" y="12231"/>
                        <a:pt x="22871" y="8926"/>
                      </a:cubicBezTo>
                      <a:cubicBezTo>
                        <a:pt x="28780" y="5803"/>
                        <a:pt x="33510" y="3304"/>
                        <a:pt x="36348" y="844"/>
                      </a:cubicBezTo>
                      <a:close/>
                      <a:moveTo>
                        <a:pt x="36607" y="0"/>
                      </a:moveTo>
                      <a:cubicBezTo>
                        <a:pt x="36546" y="0"/>
                        <a:pt x="36483" y="22"/>
                        <a:pt x="36431" y="71"/>
                      </a:cubicBezTo>
                      <a:cubicBezTo>
                        <a:pt x="33706" y="2612"/>
                        <a:pt x="28816" y="5195"/>
                        <a:pt x="22627" y="8466"/>
                      </a:cubicBezTo>
                      <a:cubicBezTo>
                        <a:pt x="16332" y="11792"/>
                        <a:pt x="8496" y="15933"/>
                        <a:pt x="119" y="21538"/>
                      </a:cubicBezTo>
                      <a:cubicBezTo>
                        <a:pt x="44" y="21587"/>
                        <a:pt x="0" y="21672"/>
                        <a:pt x="3" y="21762"/>
                      </a:cubicBezTo>
                      <a:cubicBezTo>
                        <a:pt x="6" y="21855"/>
                        <a:pt x="318" y="31311"/>
                        <a:pt x="4953" y="43145"/>
                      </a:cubicBezTo>
                      <a:cubicBezTo>
                        <a:pt x="9231" y="54065"/>
                        <a:pt x="18173" y="69312"/>
                        <a:pt x="36477" y="79931"/>
                      </a:cubicBezTo>
                      <a:cubicBezTo>
                        <a:pt x="36517" y="79954"/>
                        <a:pt x="36562" y="79966"/>
                        <a:pt x="36608" y="79966"/>
                      </a:cubicBezTo>
                      <a:cubicBezTo>
                        <a:pt x="36752" y="79966"/>
                        <a:pt x="36870" y="79848"/>
                        <a:pt x="36869" y="79706"/>
                      </a:cubicBezTo>
                      <a:lnTo>
                        <a:pt x="36869" y="261"/>
                      </a:lnTo>
                      <a:cubicBezTo>
                        <a:pt x="36869" y="105"/>
                        <a:pt x="36741" y="0"/>
                        <a:pt x="3660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9"/>
                <p:cNvSpPr/>
                <p:nvPr/>
              </p:nvSpPr>
              <p:spPr>
                <a:xfrm>
                  <a:off x="-4336800" y="400600"/>
                  <a:ext cx="908650" cy="198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46" h="79446" extrusionOk="0">
                      <a:moveTo>
                        <a:pt x="0" y="1"/>
                      </a:moveTo>
                      <a:lnTo>
                        <a:pt x="0" y="79446"/>
                      </a:lnTo>
                      <a:cubicBezTo>
                        <a:pt x="35310" y="58964"/>
                        <a:pt x="36345" y="21493"/>
                        <a:pt x="36345" y="21493"/>
                      </a:cubicBezTo>
                      <a:cubicBezTo>
                        <a:pt x="19771" y="10405"/>
                        <a:pt x="5555" y="5179"/>
                        <a:pt x="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29"/>
                <p:cNvSpPr/>
                <p:nvPr/>
              </p:nvSpPr>
              <p:spPr>
                <a:xfrm>
                  <a:off x="-4343325" y="394100"/>
                  <a:ext cx="921750" cy="199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0" h="79966" extrusionOk="0">
                      <a:moveTo>
                        <a:pt x="522" y="844"/>
                      </a:moveTo>
                      <a:cubicBezTo>
                        <a:pt x="3360" y="3304"/>
                        <a:pt x="8090" y="5803"/>
                        <a:pt x="13999" y="8925"/>
                      </a:cubicBezTo>
                      <a:cubicBezTo>
                        <a:pt x="20254" y="12231"/>
                        <a:pt x="28031" y="16340"/>
                        <a:pt x="36341" y="21889"/>
                      </a:cubicBezTo>
                      <a:cubicBezTo>
                        <a:pt x="36283" y="23110"/>
                        <a:pt x="35726" y="31995"/>
                        <a:pt x="31432" y="42954"/>
                      </a:cubicBezTo>
                      <a:cubicBezTo>
                        <a:pt x="27215" y="53720"/>
                        <a:pt x="18433" y="68720"/>
                        <a:pt x="522" y="79251"/>
                      </a:cubicBezTo>
                      <a:lnTo>
                        <a:pt x="522" y="844"/>
                      </a:lnTo>
                      <a:close/>
                      <a:moveTo>
                        <a:pt x="263" y="0"/>
                      </a:moveTo>
                      <a:cubicBezTo>
                        <a:pt x="129" y="0"/>
                        <a:pt x="1" y="105"/>
                        <a:pt x="1" y="261"/>
                      </a:cubicBezTo>
                      <a:lnTo>
                        <a:pt x="1" y="79704"/>
                      </a:lnTo>
                      <a:cubicBezTo>
                        <a:pt x="1" y="79848"/>
                        <a:pt x="117" y="79966"/>
                        <a:pt x="261" y="79966"/>
                      </a:cubicBezTo>
                      <a:cubicBezTo>
                        <a:pt x="307" y="79965"/>
                        <a:pt x="352" y="79953"/>
                        <a:pt x="392" y="79931"/>
                      </a:cubicBezTo>
                      <a:cubicBezTo>
                        <a:pt x="18697" y="69312"/>
                        <a:pt x="27638" y="54065"/>
                        <a:pt x="31918" y="43144"/>
                      </a:cubicBezTo>
                      <a:cubicBezTo>
                        <a:pt x="36553" y="31311"/>
                        <a:pt x="36864" y="21855"/>
                        <a:pt x="36867" y="21760"/>
                      </a:cubicBezTo>
                      <a:cubicBezTo>
                        <a:pt x="36869" y="21671"/>
                        <a:pt x="36826" y="21587"/>
                        <a:pt x="36752" y="21538"/>
                      </a:cubicBezTo>
                      <a:cubicBezTo>
                        <a:pt x="28373" y="15932"/>
                        <a:pt x="20538" y="11792"/>
                        <a:pt x="14242" y="8465"/>
                      </a:cubicBezTo>
                      <a:cubicBezTo>
                        <a:pt x="8052" y="5195"/>
                        <a:pt x="3164" y="2611"/>
                        <a:pt x="439" y="71"/>
                      </a:cubicBezTo>
                      <a:cubicBezTo>
                        <a:pt x="387" y="22"/>
                        <a:pt x="324" y="0"/>
                        <a:pt x="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29"/>
                <p:cNvSpPr/>
                <p:nvPr/>
              </p:nvSpPr>
              <p:spPr>
                <a:xfrm>
                  <a:off x="-5178775" y="480375"/>
                  <a:ext cx="1684000" cy="18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60" h="73064" extrusionOk="0">
                      <a:moveTo>
                        <a:pt x="33679" y="1"/>
                      </a:moveTo>
                      <a:cubicBezTo>
                        <a:pt x="26976" y="4654"/>
                        <a:pt x="15360" y="9088"/>
                        <a:pt x="0" y="19363"/>
                      </a:cubicBezTo>
                      <a:cubicBezTo>
                        <a:pt x="0" y="19363"/>
                        <a:pt x="960" y="54085"/>
                        <a:pt x="33679" y="73064"/>
                      </a:cubicBezTo>
                      <a:cubicBezTo>
                        <a:pt x="66399" y="54085"/>
                        <a:pt x="67359" y="19363"/>
                        <a:pt x="67359" y="19363"/>
                      </a:cubicBezTo>
                      <a:cubicBezTo>
                        <a:pt x="52000" y="9088"/>
                        <a:pt x="40435" y="4654"/>
                        <a:pt x="3367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29"/>
                <p:cNvSpPr/>
                <p:nvPr/>
              </p:nvSpPr>
              <p:spPr>
                <a:xfrm>
                  <a:off x="-5185350" y="473850"/>
                  <a:ext cx="1697125" cy="18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85" h="73586" extrusionOk="0">
                      <a:moveTo>
                        <a:pt x="33943" y="576"/>
                      </a:moveTo>
                      <a:cubicBezTo>
                        <a:pt x="36735" y="2479"/>
                        <a:pt x="40391" y="4387"/>
                        <a:pt x="44614" y="6590"/>
                      </a:cubicBezTo>
                      <a:cubicBezTo>
                        <a:pt x="50768" y="9800"/>
                        <a:pt x="58419" y="13791"/>
                        <a:pt x="67356" y="19759"/>
                      </a:cubicBezTo>
                      <a:cubicBezTo>
                        <a:pt x="67300" y="20930"/>
                        <a:pt x="66772" y="29156"/>
                        <a:pt x="62803" y="39282"/>
                      </a:cubicBezTo>
                      <a:cubicBezTo>
                        <a:pt x="58876" y="49296"/>
                        <a:pt x="50684" y="63266"/>
                        <a:pt x="33942" y="73025"/>
                      </a:cubicBezTo>
                      <a:cubicBezTo>
                        <a:pt x="17200" y="63266"/>
                        <a:pt x="9009" y="49296"/>
                        <a:pt x="5083" y="39282"/>
                      </a:cubicBezTo>
                      <a:cubicBezTo>
                        <a:pt x="1114" y="29156"/>
                        <a:pt x="586" y="20930"/>
                        <a:pt x="530" y="19759"/>
                      </a:cubicBezTo>
                      <a:cubicBezTo>
                        <a:pt x="9423" y="13820"/>
                        <a:pt x="17060" y="9839"/>
                        <a:pt x="23204" y="6636"/>
                      </a:cubicBezTo>
                      <a:cubicBezTo>
                        <a:pt x="27463" y="4416"/>
                        <a:pt x="31152" y="2492"/>
                        <a:pt x="33943" y="576"/>
                      </a:cubicBezTo>
                      <a:close/>
                      <a:moveTo>
                        <a:pt x="33942" y="1"/>
                      </a:moveTo>
                      <a:cubicBezTo>
                        <a:pt x="33890" y="1"/>
                        <a:pt x="33839" y="16"/>
                        <a:pt x="33795" y="47"/>
                      </a:cubicBezTo>
                      <a:cubicBezTo>
                        <a:pt x="31014" y="1977"/>
                        <a:pt x="27460" y="3830"/>
                        <a:pt x="22962" y="6174"/>
                      </a:cubicBezTo>
                      <a:cubicBezTo>
                        <a:pt x="16780" y="9397"/>
                        <a:pt x="9086" y="13407"/>
                        <a:pt x="118" y="19407"/>
                      </a:cubicBezTo>
                      <a:cubicBezTo>
                        <a:pt x="44" y="19457"/>
                        <a:pt x="1" y="19541"/>
                        <a:pt x="3" y="19631"/>
                      </a:cubicBezTo>
                      <a:cubicBezTo>
                        <a:pt x="6" y="19718"/>
                        <a:pt x="294" y="28484"/>
                        <a:pt x="4590" y="39452"/>
                      </a:cubicBezTo>
                      <a:cubicBezTo>
                        <a:pt x="8556" y="49575"/>
                        <a:pt x="16846" y="63709"/>
                        <a:pt x="33811" y="73550"/>
                      </a:cubicBezTo>
                      <a:cubicBezTo>
                        <a:pt x="33851" y="73573"/>
                        <a:pt x="33896" y="73585"/>
                        <a:pt x="33942" y="73585"/>
                      </a:cubicBezTo>
                      <a:cubicBezTo>
                        <a:pt x="33988" y="73585"/>
                        <a:pt x="34033" y="73574"/>
                        <a:pt x="34073" y="73551"/>
                      </a:cubicBezTo>
                      <a:cubicBezTo>
                        <a:pt x="51040" y="63709"/>
                        <a:pt x="59329" y="49577"/>
                        <a:pt x="63294" y="39452"/>
                      </a:cubicBezTo>
                      <a:cubicBezTo>
                        <a:pt x="67592" y="28484"/>
                        <a:pt x="67880" y="19719"/>
                        <a:pt x="67883" y="19632"/>
                      </a:cubicBezTo>
                      <a:cubicBezTo>
                        <a:pt x="67885" y="19543"/>
                        <a:pt x="67841" y="19458"/>
                        <a:pt x="67766" y="19408"/>
                      </a:cubicBezTo>
                      <a:cubicBezTo>
                        <a:pt x="58755" y="13379"/>
                        <a:pt x="51047" y="9359"/>
                        <a:pt x="44855" y="6128"/>
                      </a:cubicBezTo>
                      <a:cubicBezTo>
                        <a:pt x="40573" y="3894"/>
                        <a:pt x="36874" y="1965"/>
                        <a:pt x="34090" y="47"/>
                      </a:cubicBezTo>
                      <a:cubicBezTo>
                        <a:pt x="34046" y="16"/>
                        <a:pt x="33994" y="1"/>
                        <a:pt x="339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9"/>
                <p:cNvSpPr/>
                <p:nvPr/>
              </p:nvSpPr>
              <p:spPr>
                <a:xfrm>
                  <a:off x="-4336800" y="480375"/>
                  <a:ext cx="842025" cy="18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81" h="73064" extrusionOk="0">
                      <a:moveTo>
                        <a:pt x="0" y="1"/>
                      </a:moveTo>
                      <a:lnTo>
                        <a:pt x="0" y="73064"/>
                      </a:lnTo>
                      <a:cubicBezTo>
                        <a:pt x="32720" y="54085"/>
                        <a:pt x="33680" y="19363"/>
                        <a:pt x="33680" y="19363"/>
                      </a:cubicBezTo>
                      <a:cubicBezTo>
                        <a:pt x="18321" y="9088"/>
                        <a:pt x="6756" y="4654"/>
                        <a:pt x="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29"/>
                <p:cNvSpPr/>
                <p:nvPr/>
              </p:nvSpPr>
              <p:spPr>
                <a:xfrm>
                  <a:off x="-4343325" y="473825"/>
                  <a:ext cx="855100" cy="18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04" h="73587" extrusionOk="0">
                      <a:moveTo>
                        <a:pt x="522" y="753"/>
                      </a:moveTo>
                      <a:cubicBezTo>
                        <a:pt x="3279" y="2597"/>
                        <a:pt x="6840" y="4455"/>
                        <a:pt x="10933" y="6591"/>
                      </a:cubicBezTo>
                      <a:cubicBezTo>
                        <a:pt x="17087" y="9801"/>
                        <a:pt x="24738" y="13792"/>
                        <a:pt x="33675" y="19760"/>
                      </a:cubicBezTo>
                      <a:cubicBezTo>
                        <a:pt x="33619" y="20931"/>
                        <a:pt x="33091" y="29157"/>
                        <a:pt x="29122" y="39283"/>
                      </a:cubicBezTo>
                      <a:cubicBezTo>
                        <a:pt x="25215" y="49245"/>
                        <a:pt x="17088" y="63122"/>
                        <a:pt x="522" y="72873"/>
                      </a:cubicBezTo>
                      <a:lnTo>
                        <a:pt x="522" y="753"/>
                      </a:lnTo>
                      <a:close/>
                      <a:moveTo>
                        <a:pt x="262" y="1"/>
                      </a:moveTo>
                      <a:cubicBezTo>
                        <a:pt x="127" y="1"/>
                        <a:pt x="1" y="108"/>
                        <a:pt x="1" y="261"/>
                      </a:cubicBezTo>
                      <a:lnTo>
                        <a:pt x="1" y="73326"/>
                      </a:lnTo>
                      <a:cubicBezTo>
                        <a:pt x="1" y="73419"/>
                        <a:pt x="51" y="73505"/>
                        <a:pt x="132" y="73552"/>
                      </a:cubicBezTo>
                      <a:cubicBezTo>
                        <a:pt x="170" y="73574"/>
                        <a:pt x="215" y="73586"/>
                        <a:pt x="261" y="73586"/>
                      </a:cubicBezTo>
                      <a:cubicBezTo>
                        <a:pt x="307" y="73586"/>
                        <a:pt x="352" y="73574"/>
                        <a:pt x="392" y="73551"/>
                      </a:cubicBezTo>
                      <a:cubicBezTo>
                        <a:pt x="17359" y="63710"/>
                        <a:pt x="25648" y="49576"/>
                        <a:pt x="29613" y="39453"/>
                      </a:cubicBezTo>
                      <a:cubicBezTo>
                        <a:pt x="33911" y="28485"/>
                        <a:pt x="34199" y="19719"/>
                        <a:pt x="34202" y="19632"/>
                      </a:cubicBezTo>
                      <a:cubicBezTo>
                        <a:pt x="34204" y="19542"/>
                        <a:pt x="34160" y="19459"/>
                        <a:pt x="34085" y="19408"/>
                      </a:cubicBezTo>
                      <a:cubicBezTo>
                        <a:pt x="25074" y="13379"/>
                        <a:pt x="17366" y="9359"/>
                        <a:pt x="11174" y="6129"/>
                      </a:cubicBezTo>
                      <a:cubicBezTo>
                        <a:pt x="6892" y="3895"/>
                        <a:pt x="3193" y="1965"/>
                        <a:pt x="409" y="47"/>
                      </a:cubicBezTo>
                      <a:cubicBezTo>
                        <a:pt x="363" y="15"/>
                        <a:pt x="312" y="1"/>
                        <a:pt x="26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29"/>
                <p:cNvSpPr/>
                <p:nvPr/>
              </p:nvSpPr>
              <p:spPr>
                <a:xfrm>
                  <a:off x="-5885150" y="1423975"/>
                  <a:ext cx="3088200" cy="19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28" h="7996" extrusionOk="0">
                      <a:moveTo>
                        <a:pt x="0" y="0"/>
                      </a:moveTo>
                      <a:lnTo>
                        <a:pt x="0" y="7996"/>
                      </a:lnTo>
                      <a:lnTo>
                        <a:pt x="123528" y="7996"/>
                      </a:lnTo>
                      <a:lnTo>
                        <a:pt x="123528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29"/>
                <p:cNvSpPr/>
                <p:nvPr/>
              </p:nvSpPr>
              <p:spPr>
                <a:xfrm>
                  <a:off x="-5891675" y="1417425"/>
                  <a:ext cx="3101250" cy="21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50" h="8519" extrusionOk="0">
                      <a:moveTo>
                        <a:pt x="123529" y="521"/>
                      </a:moveTo>
                      <a:lnTo>
                        <a:pt x="123529" y="7998"/>
                      </a:lnTo>
                      <a:lnTo>
                        <a:pt x="522" y="7998"/>
                      </a:lnTo>
                      <a:lnTo>
                        <a:pt x="522" y="521"/>
                      </a:lnTo>
                      <a:close/>
                      <a:moveTo>
                        <a:pt x="261" y="1"/>
                      </a:moveTo>
                      <a:cubicBezTo>
                        <a:pt x="117" y="1"/>
                        <a:pt x="1" y="118"/>
                        <a:pt x="1" y="261"/>
                      </a:cubicBezTo>
                      <a:lnTo>
                        <a:pt x="1" y="8258"/>
                      </a:lnTo>
                      <a:cubicBezTo>
                        <a:pt x="1" y="8401"/>
                        <a:pt x="117" y="8518"/>
                        <a:pt x="261" y="8518"/>
                      </a:cubicBezTo>
                      <a:lnTo>
                        <a:pt x="123789" y="8518"/>
                      </a:lnTo>
                      <a:cubicBezTo>
                        <a:pt x="123933" y="8518"/>
                        <a:pt x="124049" y="8401"/>
                        <a:pt x="124049" y="8258"/>
                      </a:cubicBezTo>
                      <a:lnTo>
                        <a:pt x="124049" y="261"/>
                      </a:lnTo>
                      <a:cubicBezTo>
                        <a:pt x="124049" y="118"/>
                        <a:pt x="123933" y="1"/>
                        <a:pt x="12378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29"/>
                <p:cNvSpPr/>
                <p:nvPr/>
              </p:nvSpPr>
              <p:spPr>
                <a:xfrm>
                  <a:off x="-58657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9"/>
                <p:cNvSpPr/>
                <p:nvPr/>
              </p:nvSpPr>
              <p:spPr>
                <a:xfrm>
                  <a:off x="-57846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29"/>
                <p:cNvSpPr/>
                <p:nvPr/>
              </p:nvSpPr>
              <p:spPr>
                <a:xfrm>
                  <a:off x="-5703525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29"/>
                <p:cNvSpPr/>
                <p:nvPr/>
              </p:nvSpPr>
              <p:spPr>
                <a:xfrm>
                  <a:off x="-56224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9"/>
                <p:cNvSpPr/>
                <p:nvPr/>
              </p:nvSpPr>
              <p:spPr>
                <a:xfrm>
                  <a:off x="-55413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9"/>
                <p:cNvSpPr/>
                <p:nvPr/>
              </p:nvSpPr>
              <p:spPr>
                <a:xfrm>
                  <a:off x="-54602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9"/>
                <p:cNvSpPr/>
                <p:nvPr/>
              </p:nvSpPr>
              <p:spPr>
                <a:xfrm>
                  <a:off x="-537910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9"/>
                <p:cNvSpPr/>
                <p:nvPr/>
              </p:nvSpPr>
              <p:spPr>
                <a:xfrm>
                  <a:off x="-5297950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9"/>
                <p:cNvSpPr/>
                <p:nvPr/>
              </p:nvSpPr>
              <p:spPr>
                <a:xfrm>
                  <a:off x="-52168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9"/>
                <p:cNvSpPr/>
                <p:nvPr/>
              </p:nvSpPr>
              <p:spPr>
                <a:xfrm>
                  <a:off x="-51357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29"/>
                <p:cNvSpPr/>
                <p:nvPr/>
              </p:nvSpPr>
              <p:spPr>
                <a:xfrm>
                  <a:off x="-50546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29"/>
                <p:cNvSpPr/>
                <p:nvPr/>
              </p:nvSpPr>
              <p:spPr>
                <a:xfrm>
                  <a:off x="-49735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9"/>
                <p:cNvSpPr/>
                <p:nvPr/>
              </p:nvSpPr>
              <p:spPr>
                <a:xfrm>
                  <a:off x="-48924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9"/>
                <p:cNvSpPr/>
                <p:nvPr/>
              </p:nvSpPr>
              <p:spPr>
                <a:xfrm>
                  <a:off x="-48113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9"/>
                <p:cNvSpPr/>
                <p:nvPr/>
              </p:nvSpPr>
              <p:spPr>
                <a:xfrm>
                  <a:off x="-58657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9"/>
                <p:cNvSpPr/>
                <p:nvPr/>
              </p:nvSpPr>
              <p:spPr>
                <a:xfrm>
                  <a:off x="-57846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9"/>
                <p:cNvSpPr/>
                <p:nvPr/>
              </p:nvSpPr>
              <p:spPr>
                <a:xfrm>
                  <a:off x="-5703525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29"/>
                <p:cNvSpPr/>
                <p:nvPr/>
              </p:nvSpPr>
              <p:spPr>
                <a:xfrm>
                  <a:off x="-56224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29"/>
                <p:cNvSpPr/>
                <p:nvPr/>
              </p:nvSpPr>
              <p:spPr>
                <a:xfrm>
                  <a:off x="-55413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29"/>
                <p:cNvSpPr/>
                <p:nvPr/>
              </p:nvSpPr>
              <p:spPr>
                <a:xfrm>
                  <a:off x="-54602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29"/>
                <p:cNvSpPr/>
                <p:nvPr/>
              </p:nvSpPr>
              <p:spPr>
                <a:xfrm>
                  <a:off x="-537910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44;p29"/>
                <p:cNvSpPr/>
                <p:nvPr/>
              </p:nvSpPr>
              <p:spPr>
                <a:xfrm>
                  <a:off x="-5297950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29"/>
                <p:cNvSpPr/>
                <p:nvPr/>
              </p:nvSpPr>
              <p:spPr>
                <a:xfrm>
                  <a:off x="-52168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29"/>
                <p:cNvSpPr/>
                <p:nvPr/>
              </p:nvSpPr>
              <p:spPr>
                <a:xfrm>
                  <a:off x="-51357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29"/>
                <p:cNvSpPr/>
                <p:nvPr/>
              </p:nvSpPr>
              <p:spPr>
                <a:xfrm>
                  <a:off x="-50546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29"/>
                <p:cNvSpPr/>
                <p:nvPr/>
              </p:nvSpPr>
              <p:spPr>
                <a:xfrm>
                  <a:off x="-49735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29"/>
                <p:cNvSpPr/>
                <p:nvPr/>
              </p:nvSpPr>
              <p:spPr>
                <a:xfrm>
                  <a:off x="-48924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29"/>
                <p:cNvSpPr/>
                <p:nvPr/>
              </p:nvSpPr>
              <p:spPr>
                <a:xfrm>
                  <a:off x="-48113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29"/>
                <p:cNvSpPr/>
                <p:nvPr/>
              </p:nvSpPr>
              <p:spPr>
                <a:xfrm>
                  <a:off x="-39125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29"/>
                <p:cNvSpPr/>
                <p:nvPr/>
              </p:nvSpPr>
              <p:spPr>
                <a:xfrm>
                  <a:off x="-38314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29"/>
                <p:cNvSpPr/>
                <p:nvPr/>
              </p:nvSpPr>
              <p:spPr>
                <a:xfrm>
                  <a:off x="-37503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29"/>
                <p:cNvSpPr/>
                <p:nvPr/>
              </p:nvSpPr>
              <p:spPr>
                <a:xfrm>
                  <a:off x="-3669200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29"/>
                <p:cNvSpPr/>
                <p:nvPr/>
              </p:nvSpPr>
              <p:spPr>
                <a:xfrm>
                  <a:off x="-35881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8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29"/>
                <p:cNvSpPr/>
                <p:nvPr/>
              </p:nvSpPr>
              <p:spPr>
                <a:xfrm>
                  <a:off x="-3506975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29"/>
                <p:cNvSpPr/>
                <p:nvPr/>
              </p:nvSpPr>
              <p:spPr>
                <a:xfrm>
                  <a:off x="-342587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29"/>
                <p:cNvSpPr/>
                <p:nvPr/>
              </p:nvSpPr>
              <p:spPr>
                <a:xfrm>
                  <a:off x="-334477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8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29"/>
                <p:cNvSpPr/>
                <p:nvPr/>
              </p:nvSpPr>
              <p:spPr>
                <a:xfrm>
                  <a:off x="-32636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29"/>
                <p:cNvSpPr/>
                <p:nvPr/>
              </p:nvSpPr>
              <p:spPr>
                <a:xfrm>
                  <a:off x="-31825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29"/>
                <p:cNvSpPr/>
                <p:nvPr/>
              </p:nvSpPr>
              <p:spPr>
                <a:xfrm>
                  <a:off x="-3101425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29"/>
                <p:cNvSpPr/>
                <p:nvPr/>
              </p:nvSpPr>
              <p:spPr>
                <a:xfrm>
                  <a:off x="-30203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29"/>
                <p:cNvSpPr/>
                <p:nvPr/>
              </p:nvSpPr>
              <p:spPr>
                <a:xfrm>
                  <a:off x="-29392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29"/>
                <p:cNvSpPr/>
                <p:nvPr/>
              </p:nvSpPr>
              <p:spPr>
                <a:xfrm>
                  <a:off x="-2858075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29"/>
                <p:cNvSpPr/>
                <p:nvPr/>
              </p:nvSpPr>
              <p:spPr>
                <a:xfrm>
                  <a:off x="-39125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29"/>
                <p:cNvSpPr/>
                <p:nvPr/>
              </p:nvSpPr>
              <p:spPr>
                <a:xfrm>
                  <a:off x="-38314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29"/>
                <p:cNvSpPr/>
                <p:nvPr/>
              </p:nvSpPr>
              <p:spPr>
                <a:xfrm>
                  <a:off x="-37503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29"/>
                <p:cNvSpPr/>
                <p:nvPr/>
              </p:nvSpPr>
              <p:spPr>
                <a:xfrm>
                  <a:off x="-3669200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29"/>
                <p:cNvSpPr/>
                <p:nvPr/>
              </p:nvSpPr>
              <p:spPr>
                <a:xfrm>
                  <a:off x="-35881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8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29"/>
                <p:cNvSpPr/>
                <p:nvPr/>
              </p:nvSpPr>
              <p:spPr>
                <a:xfrm>
                  <a:off x="-3506975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29"/>
                <p:cNvSpPr/>
                <p:nvPr/>
              </p:nvSpPr>
              <p:spPr>
                <a:xfrm>
                  <a:off x="-342587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29"/>
                <p:cNvSpPr/>
                <p:nvPr/>
              </p:nvSpPr>
              <p:spPr>
                <a:xfrm>
                  <a:off x="-334477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8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29"/>
                <p:cNvSpPr/>
                <p:nvPr/>
              </p:nvSpPr>
              <p:spPr>
                <a:xfrm>
                  <a:off x="-32636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29"/>
                <p:cNvSpPr/>
                <p:nvPr/>
              </p:nvSpPr>
              <p:spPr>
                <a:xfrm>
                  <a:off x="-31825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29"/>
                <p:cNvSpPr/>
                <p:nvPr/>
              </p:nvSpPr>
              <p:spPr>
                <a:xfrm>
                  <a:off x="-3101425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29"/>
                <p:cNvSpPr/>
                <p:nvPr/>
              </p:nvSpPr>
              <p:spPr>
                <a:xfrm>
                  <a:off x="-30203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29"/>
                <p:cNvSpPr/>
                <p:nvPr/>
              </p:nvSpPr>
              <p:spPr>
                <a:xfrm>
                  <a:off x="-29392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29"/>
                <p:cNvSpPr/>
                <p:nvPr/>
              </p:nvSpPr>
              <p:spPr>
                <a:xfrm>
                  <a:off x="-2858075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29"/>
                <p:cNvSpPr/>
                <p:nvPr/>
              </p:nvSpPr>
              <p:spPr>
                <a:xfrm>
                  <a:off x="-4697500" y="656950"/>
                  <a:ext cx="731850" cy="69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4" h="27948" extrusionOk="0">
                      <a:moveTo>
                        <a:pt x="14637" y="4085"/>
                      </a:moveTo>
                      <a:cubicBezTo>
                        <a:pt x="20406" y="4085"/>
                        <a:pt x="25101" y="8682"/>
                        <a:pt x="25101" y="14331"/>
                      </a:cubicBezTo>
                      <a:lnTo>
                        <a:pt x="25101" y="23863"/>
                      </a:lnTo>
                      <a:lnTo>
                        <a:pt x="4172" y="23863"/>
                      </a:lnTo>
                      <a:lnTo>
                        <a:pt x="4172" y="14331"/>
                      </a:lnTo>
                      <a:cubicBezTo>
                        <a:pt x="4172" y="8680"/>
                        <a:pt x="8865" y="4085"/>
                        <a:pt x="14637" y="4085"/>
                      </a:cubicBezTo>
                      <a:close/>
                      <a:moveTo>
                        <a:pt x="14637" y="1"/>
                      </a:moveTo>
                      <a:cubicBezTo>
                        <a:pt x="6566" y="1"/>
                        <a:pt x="0" y="6429"/>
                        <a:pt x="0" y="14331"/>
                      </a:cubicBezTo>
                      <a:lnTo>
                        <a:pt x="0" y="25904"/>
                      </a:lnTo>
                      <a:cubicBezTo>
                        <a:pt x="0" y="27033"/>
                        <a:pt x="934" y="27947"/>
                        <a:pt x="2086" y="27947"/>
                      </a:cubicBezTo>
                      <a:lnTo>
                        <a:pt x="27186" y="27947"/>
                      </a:lnTo>
                      <a:cubicBezTo>
                        <a:pt x="28339" y="27947"/>
                        <a:pt x="29273" y="27033"/>
                        <a:pt x="29274" y="25906"/>
                      </a:cubicBezTo>
                      <a:lnTo>
                        <a:pt x="29274" y="14331"/>
                      </a:lnTo>
                      <a:cubicBezTo>
                        <a:pt x="29274" y="6429"/>
                        <a:pt x="22707" y="1"/>
                        <a:pt x="1463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29"/>
                <p:cNvSpPr/>
                <p:nvPr/>
              </p:nvSpPr>
              <p:spPr>
                <a:xfrm>
                  <a:off x="-4704000" y="650450"/>
                  <a:ext cx="744825" cy="71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3" h="28468" extrusionOk="0">
                      <a:moveTo>
                        <a:pt x="14897" y="4605"/>
                      </a:moveTo>
                      <a:cubicBezTo>
                        <a:pt x="20522" y="4605"/>
                        <a:pt x="25101" y="9085"/>
                        <a:pt x="25101" y="14591"/>
                      </a:cubicBezTo>
                      <a:lnTo>
                        <a:pt x="25101" y="23864"/>
                      </a:lnTo>
                      <a:lnTo>
                        <a:pt x="4692" y="23864"/>
                      </a:lnTo>
                      <a:lnTo>
                        <a:pt x="4692" y="14591"/>
                      </a:lnTo>
                      <a:cubicBezTo>
                        <a:pt x="4692" y="9085"/>
                        <a:pt x="9269" y="4605"/>
                        <a:pt x="14897" y="4605"/>
                      </a:cubicBezTo>
                      <a:close/>
                      <a:moveTo>
                        <a:pt x="14897" y="4085"/>
                      </a:moveTo>
                      <a:cubicBezTo>
                        <a:pt x="8982" y="4085"/>
                        <a:pt x="4172" y="8798"/>
                        <a:pt x="4172" y="14591"/>
                      </a:cubicBezTo>
                      <a:lnTo>
                        <a:pt x="4172" y="24124"/>
                      </a:lnTo>
                      <a:cubicBezTo>
                        <a:pt x="4172" y="24267"/>
                        <a:pt x="4288" y="24384"/>
                        <a:pt x="4432" y="24384"/>
                      </a:cubicBezTo>
                      <a:lnTo>
                        <a:pt x="25361" y="24384"/>
                      </a:lnTo>
                      <a:cubicBezTo>
                        <a:pt x="25504" y="24384"/>
                        <a:pt x="25621" y="24267"/>
                        <a:pt x="25621" y="24124"/>
                      </a:cubicBezTo>
                      <a:lnTo>
                        <a:pt x="25621" y="14591"/>
                      </a:lnTo>
                      <a:cubicBezTo>
                        <a:pt x="25621" y="8798"/>
                        <a:pt x="20809" y="4085"/>
                        <a:pt x="14897" y="4085"/>
                      </a:cubicBezTo>
                      <a:close/>
                      <a:moveTo>
                        <a:pt x="14897" y="521"/>
                      </a:moveTo>
                      <a:cubicBezTo>
                        <a:pt x="22823" y="521"/>
                        <a:pt x="29272" y="6832"/>
                        <a:pt x="29272" y="14591"/>
                      </a:cubicBezTo>
                      <a:lnTo>
                        <a:pt x="29272" y="26164"/>
                      </a:lnTo>
                      <a:cubicBezTo>
                        <a:pt x="29272" y="27148"/>
                        <a:pt x="28454" y="27947"/>
                        <a:pt x="27446" y="27947"/>
                      </a:cubicBezTo>
                      <a:lnTo>
                        <a:pt x="2346" y="27947"/>
                      </a:lnTo>
                      <a:cubicBezTo>
                        <a:pt x="1339" y="27947"/>
                        <a:pt x="521" y="27148"/>
                        <a:pt x="521" y="26164"/>
                      </a:cubicBezTo>
                      <a:lnTo>
                        <a:pt x="521" y="14589"/>
                      </a:lnTo>
                      <a:cubicBezTo>
                        <a:pt x="521" y="6832"/>
                        <a:pt x="6969" y="521"/>
                        <a:pt x="14897" y="521"/>
                      </a:cubicBezTo>
                      <a:close/>
                      <a:moveTo>
                        <a:pt x="14897" y="0"/>
                      </a:moveTo>
                      <a:cubicBezTo>
                        <a:pt x="6682" y="0"/>
                        <a:pt x="0" y="6545"/>
                        <a:pt x="0" y="14591"/>
                      </a:cubicBezTo>
                      <a:lnTo>
                        <a:pt x="0" y="26164"/>
                      </a:lnTo>
                      <a:cubicBezTo>
                        <a:pt x="0" y="27435"/>
                        <a:pt x="1052" y="28467"/>
                        <a:pt x="2346" y="28467"/>
                      </a:cubicBezTo>
                      <a:lnTo>
                        <a:pt x="27446" y="28467"/>
                      </a:lnTo>
                      <a:cubicBezTo>
                        <a:pt x="28741" y="28467"/>
                        <a:pt x="29793" y="27435"/>
                        <a:pt x="29793" y="26166"/>
                      </a:cubicBezTo>
                      <a:lnTo>
                        <a:pt x="29793" y="14591"/>
                      </a:lnTo>
                      <a:cubicBezTo>
                        <a:pt x="29793" y="6545"/>
                        <a:pt x="23110" y="0"/>
                        <a:pt x="1489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29"/>
                <p:cNvSpPr/>
                <p:nvPr/>
              </p:nvSpPr>
              <p:spPr>
                <a:xfrm>
                  <a:off x="-4736275" y="1216150"/>
                  <a:ext cx="798975" cy="66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59" h="26436" extrusionOk="0">
                      <a:moveTo>
                        <a:pt x="0" y="0"/>
                      </a:moveTo>
                      <a:lnTo>
                        <a:pt x="0" y="26436"/>
                      </a:lnTo>
                      <a:lnTo>
                        <a:pt x="31958" y="26436"/>
                      </a:lnTo>
                      <a:lnTo>
                        <a:pt x="3195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29"/>
                <p:cNvSpPr/>
                <p:nvPr/>
              </p:nvSpPr>
              <p:spPr>
                <a:xfrm>
                  <a:off x="-4742800" y="1209650"/>
                  <a:ext cx="812000" cy="67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80" h="26956" extrusionOk="0">
                      <a:moveTo>
                        <a:pt x="31960" y="521"/>
                      </a:moveTo>
                      <a:lnTo>
                        <a:pt x="31960" y="26435"/>
                      </a:lnTo>
                      <a:lnTo>
                        <a:pt x="522" y="26435"/>
                      </a:lnTo>
                      <a:lnTo>
                        <a:pt x="522" y="521"/>
                      </a:lnTo>
                      <a:close/>
                      <a:moveTo>
                        <a:pt x="260" y="0"/>
                      </a:moveTo>
                      <a:cubicBezTo>
                        <a:pt x="117" y="0"/>
                        <a:pt x="1" y="117"/>
                        <a:pt x="2" y="260"/>
                      </a:cubicBezTo>
                      <a:lnTo>
                        <a:pt x="2" y="26696"/>
                      </a:lnTo>
                      <a:cubicBezTo>
                        <a:pt x="1" y="26840"/>
                        <a:pt x="118" y="26956"/>
                        <a:pt x="262" y="26956"/>
                      </a:cubicBezTo>
                      <a:lnTo>
                        <a:pt x="32219" y="26956"/>
                      </a:lnTo>
                      <a:cubicBezTo>
                        <a:pt x="32363" y="26956"/>
                        <a:pt x="32480" y="26840"/>
                        <a:pt x="32480" y="26696"/>
                      </a:cubicBezTo>
                      <a:lnTo>
                        <a:pt x="32480" y="260"/>
                      </a:lnTo>
                      <a:cubicBezTo>
                        <a:pt x="32480" y="117"/>
                        <a:pt x="32365" y="0"/>
                        <a:pt x="32221" y="0"/>
                      </a:cubicBezTo>
                      <a:cubicBezTo>
                        <a:pt x="32221" y="0"/>
                        <a:pt x="32220" y="0"/>
                        <a:pt x="32219" y="0"/>
                      </a:cubicBezTo>
                      <a:lnTo>
                        <a:pt x="262" y="0"/>
                      </a:lnTo>
                      <a:cubicBezTo>
                        <a:pt x="262" y="0"/>
                        <a:pt x="261" y="0"/>
                        <a:pt x="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29"/>
                <p:cNvSpPr/>
                <p:nvPr/>
              </p:nvSpPr>
              <p:spPr>
                <a:xfrm>
                  <a:off x="-4427675" y="1405450"/>
                  <a:ext cx="173950" cy="3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12409" extrusionOk="0">
                      <a:moveTo>
                        <a:pt x="3479" y="0"/>
                      </a:moveTo>
                      <a:cubicBezTo>
                        <a:pt x="1557" y="0"/>
                        <a:pt x="0" y="1525"/>
                        <a:pt x="0" y="3406"/>
                      </a:cubicBezTo>
                      <a:cubicBezTo>
                        <a:pt x="0" y="4702"/>
                        <a:pt x="739" y="5828"/>
                        <a:pt x="1826" y="6403"/>
                      </a:cubicBezTo>
                      <a:lnTo>
                        <a:pt x="1242" y="12408"/>
                      </a:lnTo>
                      <a:lnTo>
                        <a:pt x="5717" y="12408"/>
                      </a:lnTo>
                      <a:lnTo>
                        <a:pt x="5132" y="6403"/>
                      </a:lnTo>
                      <a:cubicBezTo>
                        <a:pt x="6219" y="5828"/>
                        <a:pt x="6958" y="4702"/>
                        <a:pt x="6958" y="3406"/>
                      </a:cubicBezTo>
                      <a:cubicBezTo>
                        <a:pt x="6958" y="1525"/>
                        <a:pt x="5401" y="0"/>
                        <a:pt x="347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29"/>
                <p:cNvSpPr/>
                <p:nvPr/>
              </p:nvSpPr>
              <p:spPr>
                <a:xfrm>
                  <a:off x="-4434200" y="1398925"/>
                  <a:ext cx="187000" cy="3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0" h="12930" extrusionOk="0">
                      <a:moveTo>
                        <a:pt x="3740" y="522"/>
                      </a:moveTo>
                      <a:cubicBezTo>
                        <a:pt x="5515" y="522"/>
                        <a:pt x="6960" y="1932"/>
                        <a:pt x="6960" y="3666"/>
                      </a:cubicBezTo>
                      <a:cubicBezTo>
                        <a:pt x="6960" y="4823"/>
                        <a:pt x="6312" y="5883"/>
                        <a:pt x="5271" y="6434"/>
                      </a:cubicBezTo>
                      <a:cubicBezTo>
                        <a:pt x="5177" y="6484"/>
                        <a:pt x="5123" y="6585"/>
                        <a:pt x="5134" y="6690"/>
                      </a:cubicBezTo>
                      <a:lnTo>
                        <a:pt x="5691" y="12409"/>
                      </a:lnTo>
                      <a:lnTo>
                        <a:pt x="1792" y="12409"/>
                      </a:lnTo>
                      <a:lnTo>
                        <a:pt x="2347" y="6690"/>
                      </a:lnTo>
                      <a:cubicBezTo>
                        <a:pt x="2357" y="6585"/>
                        <a:pt x="2303" y="6484"/>
                        <a:pt x="2209" y="6434"/>
                      </a:cubicBezTo>
                      <a:cubicBezTo>
                        <a:pt x="1168" y="5883"/>
                        <a:pt x="521" y="4823"/>
                        <a:pt x="521" y="3666"/>
                      </a:cubicBezTo>
                      <a:cubicBezTo>
                        <a:pt x="521" y="1932"/>
                        <a:pt x="1965" y="522"/>
                        <a:pt x="3740" y="522"/>
                      </a:cubicBezTo>
                      <a:close/>
                      <a:moveTo>
                        <a:pt x="3740" y="1"/>
                      </a:moveTo>
                      <a:cubicBezTo>
                        <a:pt x="1678" y="1"/>
                        <a:pt x="1" y="1645"/>
                        <a:pt x="1" y="3667"/>
                      </a:cubicBezTo>
                      <a:cubicBezTo>
                        <a:pt x="1" y="4958"/>
                        <a:pt x="691" y="6147"/>
                        <a:pt x="1812" y="6809"/>
                      </a:cubicBezTo>
                      <a:lnTo>
                        <a:pt x="1244" y="12644"/>
                      </a:lnTo>
                      <a:cubicBezTo>
                        <a:pt x="1230" y="12796"/>
                        <a:pt x="1350" y="12930"/>
                        <a:pt x="1503" y="12930"/>
                      </a:cubicBezTo>
                      <a:lnTo>
                        <a:pt x="5977" y="12930"/>
                      </a:lnTo>
                      <a:cubicBezTo>
                        <a:pt x="6130" y="12930"/>
                        <a:pt x="6250" y="12796"/>
                        <a:pt x="6236" y="12644"/>
                      </a:cubicBezTo>
                      <a:lnTo>
                        <a:pt x="5668" y="6809"/>
                      </a:lnTo>
                      <a:cubicBezTo>
                        <a:pt x="6789" y="6146"/>
                        <a:pt x="7479" y="4958"/>
                        <a:pt x="7479" y="3667"/>
                      </a:cubicBezTo>
                      <a:cubicBezTo>
                        <a:pt x="7479" y="1645"/>
                        <a:pt x="5801" y="1"/>
                        <a:pt x="37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5" name="Google Shape;285;p29"/>
            <p:cNvGrpSpPr/>
            <p:nvPr/>
          </p:nvGrpSpPr>
          <p:grpSpPr>
            <a:xfrm rot="10800000">
              <a:off x="3474186" y="4232201"/>
              <a:ext cx="183381" cy="1017092"/>
              <a:chOff x="-5634475" y="-504725"/>
              <a:chExt cx="188025" cy="1042850"/>
            </a:xfrm>
          </p:grpSpPr>
          <p:sp>
            <p:nvSpPr>
              <p:cNvPr id="286" name="Google Shape;286;p29"/>
              <p:cNvSpPr/>
              <p:nvPr/>
            </p:nvSpPr>
            <p:spPr>
              <a:xfrm>
                <a:off x="-5602700" y="-454250"/>
                <a:ext cx="156250" cy="992375"/>
              </a:xfrm>
              <a:custGeom>
                <a:avLst/>
                <a:gdLst/>
                <a:ahLst/>
                <a:cxnLst/>
                <a:rect l="l" t="t" r="r" b="b"/>
                <a:pathLst>
                  <a:path w="6250" h="39695" extrusionOk="0">
                    <a:moveTo>
                      <a:pt x="0" y="0"/>
                    </a:moveTo>
                    <a:lnTo>
                      <a:pt x="0" y="14432"/>
                    </a:lnTo>
                    <a:lnTo>
                      <a:pt x="5730" y="20160"/>
                    </a:lnTo>
                    <a:lnTo>
                      <a:pt x="5730" y="39695"/>
                    </a:lnTo>
                    <a:lnTo>
                      <a:pt x="6249" y="39695"/>
                    </a:lnTo>
                    <a:lnTo>
                      <a:pt x="6249" y="19945"/>
                    </a:lnTo>
                    <a:lnTo>
                      <a:pt x="521" y="14216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9"/>
              <p:cNvSpPr/>
              <p:nvPr/>
            </p:nvSpPr>
            <p:spPr>
              <a:xfrm>
                <a:off x="-5634475" y="-504725"/>
                <a:ext cx="74225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2856" extrusionOk="0">
                    <a:moveTo>
                      <a:pt x="1540" y="521"/>
                    </a:moveTo>
                    <a:cubicBezTo>
                      <a:pt x="2041" y="523"/>
                      <a:pt x="2447" y="928"/>
                      <a:pt x="2448" y="1428"/>
                    </a:cubicBezTo>
                    <a:cubicBezTo>
                      <a:pt x="2448" y="1795"/>
                      <a:pt x="2226" y="2126"/>
                      <a:pt x="1887" y="2266"/>
                    </a:cubicBezTo>
                    <a:cubicBezTo>
                      <a:pt x="1775" y="2313"/>
                      <a:pt x="1657" y="2335"/>
                      <a:pt x="1540" y="2335"/>
                    </a:cubicBezTo>
                    <a:cubicBezTo>
                      <a:pt x="1304" y="2335"/>
                      <a:pt x="1073" y="2243"/>
                      <a:pt x="899" y="2070"/>
                    </a:cubicBezTo>
                    <a:cubicBezTo>
                      <a:pt x="640" y="1810"/>
                      <a:pt x="561" y="1420"/>
                      <a:pt x="702" y="1081"/>
                    </a:cubicBezTo>
                    <a:cubicBezTo>
                      <a:pt x="842" y="742"/>
                      <a:pt x="1173" y="521"/>
                      <a:pt x="1540" y="521"/>
                    </a:cubicBezTo>
                    <a:close/>
                    <a:moveTo>
                      <a:pt x="1540" y="0"/>
                    </a:moveTo>
                    <a:cubicBezTo>
                      <a:pt x="1169" y="0"/>
                      <a:pt x="804" y="146"/>
                      <a:pt x="531" y="418"/>
                    </a:cubicBezTo>
                    <a:cubicBezTo>
                      <a:pt x="122" y="826"/>
                      <a:pt x="1" y="1440"/>
                      <a:pt x="221" y="1974"/>
                    </a:cubicBezTo>
                    <a:cubicBezTo>
                      <a:pt x="442" y="2508"/>
                      <a:pt x="962" y="2856"/>
                      <a:pt x="1540" y="2856"/>
                    </a:cubicBezTo>
                    <a:cubicBezTo>
                      <a:pt x="2328" y="2855"/>
                      <a:pt x="2967" y="2217"/>
                      <a:pt x="2969" y="1428"/>
                    </a:cubicBezTo>
                    <a:cubicBezTo>
                      <a:pt x="2969" y="851"/>
                      <a:pt x="2620" y="330"/>
                      <a:pt x="2087" y="110"/>
                    </a:cubicBezTo>
                    <a:cubicBezTo>
                      <a:pt x="1910" y="36"/>
                      <a:pt x="1724" y="0"/>
                      <a:pt x="154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" name="Google Shape;288;p29"/>
            <p:cNvGrpSpPr/>
            <p:nvPr/>
          </p:nvGrpSpPr>
          <p:grpSpPr>
            <a:xfrm rot="10800000">
              <a:off x="2618037" y="4358300"/>
              <a:ext cx="72367" cy="518274"/>
              <a:chOff x="-4201325" y="-449025"/>
              <a:chExt cx="74200" cy="531400"/>
            </a:xfrm>
          </p:grpSpPr>
          <p:sp>
            <p:nvSpPr>
              <p:cNvPr id="289" name="Google Shape;289;p29"/>
              <p:cNvSpPr/>
              <p:nvPr/>
            </p:nvSpPr>
            <p:spPr>
              <a:xfrm>
                <a:off x="-4170425" y="-413325"/>
                <a:ext cx="13050" cy="495700"/>
              </a:xfrm>
              <a:custGeom>
                <a:avLst/>
                <a:gdLst/>
                <a:ahLst/>
                <a:cxnLst/>
                <a:rect l="l" t="t" r="r" b="b"/>
                <a:pathLst>
                  <a:path w="522" h="19828" extrusionOk="0">
                    <a:moveTo>
                      <a:pt x="0" y="0"/>
                    </a:moveTo>
                    <a:lnTo>
                      <a:pt x="0" y="19828"/>
                    </a:lnTo>
                    <a:lnTo>
                      <a:pt x="521" y="19828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9"/>
              <p:cNvSpPr/>
              <p:nvPr/>
            </p:nvSpPr>
            <p:spPr>
              <a:xfrm>
                <a:off x="-4194325" y="-442500"/>
                <a:ext cx="607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36" extrusionOk="0">
                    <a:moveTo>
                      <a:pt x="1260" y="0"/>
                    </a:moveTo>
                    <a:cubicBezTo>
                      <a:pt x="788" y="0"/>
                      <a:pt x="363" y="285"/>
                      <a:pt x="181" y="720"/>
                    </a:cubicBezTo>
                    <a:cubicBezTo>
                      <a:pt x="1" y="1156"/>
                      <a:pt x="101" y="1659"/>
                      <a:pt x="434" y="1993"/>
                    </a:cubicBezTo>
                    <a:cubicBezTo>
                      <a:pt x="658" y="2217"/>
                      <a:pt x="957" y="2335"/>
                      <a:pt x="1260" y="2335"/>
                    </a:cubicBezTo>
                    <a:cubicBezTo>
                      <a:pt x="1411" y="2335"/>
                      <a:pt x="1563" y="2306"/>
                      <a:pt x="1707" y="2246"/>
                    </a:cubicBezTo>
                    <a:cubicBezTo>
                      <a:pt x="2143" y="2066"/>
                      <a:pt x="2428" y="1640"/>
                      <a:pt x="2428" y="1167"/>
                    </a:cubicBezTo>
                    <a:cubicBezTo>
                      <a:pt x="2428" y="523"/>
                      <a:pt x="1906" y="0"/>
                      <a:pt x="126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9"/>
              <p:cNvSpPr/>
              <p:nvPr/>
            </p:nvSpPr>
            <p:spPr>
              <a:xfrm>
                <a:off x="-4201325" y="-449025"/>
                <a:ext cx="74200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856" extrusionOk="0">
                    <a:moveTo>
                      <a:pt x="1540" y="521"/>
                    </a:moveTo>
                    <a:lnTo>
                      <a:pt x="1540" y="523"/>
                    </a:lnTo>
                    <a:cubicBezTo>
                      <a:pt x="2042" y="523"/>
                      <a:pt x="2447" y="928"/>
                      <a:pt x="2447" y="1428"/>
                    </a:cubicBezTo>
                    <a:cubicBezTo>
                      <a:pt x="2447" y="1795"/>
                      <a:pt x="2227" y="2126"/>
                      <a:pt x="1888" y="2266"/>
                    </a:cubicBezTo>
                    <a:cubicBezTo>
                      <a:pt x="1775" y="2313"/>
                      <a:pt x="1658" y="2335"/>
                      <a:pt x="1541" y="2335"/>
                    </a:cubicBezTo>
                    <a:cubicBezTo>
                      <a:pt x="1305" y="2335"/>
                      <a:pt x="1073" y="2243"/>
                      <a:pt x="898" y="2070"/>
                    </a:cubicBezTo>
                    <a:cubicBezTo>
                      <a:pt x="639" y="1811"/>
                      <a:pt x="562" y="1420"/>
                      <a:pt x="702" y="1081"/>
                    </a:cubicBezTo>
                    <a:cubicBezTo>
                      <a:pt x="843" y="743"/>
                      <a:pt x="1173" y="521"/>
                      <a:pt x="1540" y="521"/>
                    </a:cubicBezTo>
                    <a:close/>
                    <a:moveTo>
                      <a:pt x="1541" y="1"/>
                    </a:moveTo>
                    <a:cubicBezTo>
                      <a:pt x="1169" y="1"/>
                      <a:pt x="804" y="146"/>
                      <a:pt x="530" y="418"/>
                    </a:cubicBezTo>
                    <a:cubicBezTo>
                      <a:pt x="122" y="828"/>
                      <a:pt x="0" y="1442"/>
                      <a:pt x="222" y="1974"/>
                    </a:cubicBezTo>
                    <a:cubicBezTo>
                      <a:pt x="442" y="2508"/>
                      <a:pt x="963" y="2856"/>
                      <a:pt x="1540" y="2856"/>
                    </a:cubicBezTo>
                    <a:cubicBezTo>
                      <a:pt x="2329" y="2855"/>
                      <a:pt x="2967" y="2217"/>
                      <a:pt x="2968" y="1428"/>
                    </a:cubicBezTo>
                    <a:cubicBezTo>
                      <a:pt x="2968" y="851"/>
                      <a:pt x="2620" y="330"/>
                      <a:pt x="2088" y="110"/>
                    </a:cubicBezTo>
                    <a:cubicBezTo>
                      <a:pt x="1911" y="36"/>
                      <a:pt x="1725" y="1"/>
                      <a:pt x="15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60;p29">
            <a:extLst>
              <a:ext uri="{FF2B5EF4-FFF2-40B4-BE49-F238E27FC236}">
                <a16:creationId xmlns:a16="http://schemas.microsoft.com/office/drawing/2014/main" id="{A90CF488-032F-0172-DFE4-A14F57A6355F}"/>
              </a:ext>
            </a:extLst>
          </p:cNvPr>
          <p:cNvSpPr txBox="1">
            <a:spLocks/>
          </p:cNvSpPr>
          <p:nvPr/>
        </p:nvSpPr>
        <p:spPr>
          <a:xfrm>
            <a:off x="4974350" y="4442908"/>
            <a:ext cx="3876300" cy="39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Font typeface="DM Sans"/>
              <a:buNone/>
              <a:defRPr sz="1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1F1C5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fr-FR" sz="1600" dirty="0"/>
              <a:t>Présenté par Drissa Sidiki Traoré</a:t>
            </a:r>
            <a:endParaRPr lang="fr-FR" sz="1600" dirty="0">
              <a:solidFill>
                <a:schemeClr val="l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A99A8-0A22-C2BE-7BEA-49F49C0BD60C}"/>
              </a:ext>
            </a:extLst>
          </p:cNvPr>
          <p:cNvSpPr txBox="1"/>
          <p:nvPr/>
        </p:nvSpPr>
        <p:spPr>
          <a:xfrm>
            <a:off x="8810010" y="475613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</a:rP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Contexte</a:t>
            </a:r>
            <a:endParaRPr dirty="0"/>
          </a:p>
        </p:txBody>
      </p:sp>
      <p:sp>
        <p:nvSpPr>
          <p:cNvPr id="329" name="Google Shape;329;p32"/>
          <p:cNvSpPr txBox="1">
            <a:spLocks noGrp="1"/>
          </p:cNvSpPr>
          <p:nvPr>
            <p:ph type="body" idx="1"/>
          </p:nvPr>
        </p:nvSpPr>
        <p:spPr>
          <a:xfrm>
            <a:off x="626623" y="1404600"/>
            <a:ext cx="5105725" cy="19410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dirty="0"/>
              <a:t>« Imaginons que ENI-ABT veuille protéger ses données (notes des étudiants, dossiers administratifs, etc.).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dirty="0"/>
              <a:t>Comment savoir par </a:t>
            </a:r>
            <a:r>
              <a:rPr lang="fr-FR" b="1" i="1" dirty="0"/>
              <a:t>où commencer</a:t>
            </a:r>
            <a:r>
              <a:rPr lang="fr-FR" i="1" dirty="0"/>
              <a:t>, </a:t>
            </a:r>
            <a:r>
              <a:rPr lang="fr-FR" b="1" i="1" dirty="0"/>
              <a:t>quoi protéger</a:t>
            </a:r>
            <a:r>
              <a:rPr lang="fr-FR" i="1" dirty="0"/>
              <a:t> en priorité, et </a:t>
            </a:r>
            <a:r>
              <a:rPr lang="fr-FR" b="1" i="1" dirty="0"/>
              <a:t>contre quoi</a:t>
            </a:r>
            <a:r>
              <a:rPr lang="fr-FR" i="1" dirty="0"/>
              <a:t> ? »</a:t>
            </a:r>
            <a:endParaRPr lang="en-US" i="1" dirty="0"/>
          </a:p>
        </p:txBody>
      </p:sp>
      <p:sp>
        <p:nvSpPr>
          <p:cNvPr id="330" name="Google Shape;330;p32"/>
          <p:cNvSpPr/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 extrusionOk="0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2"/>
          <p:cNvSpPr/>
          <p:nvPr/>
        </p:nvSpPr>
        <p:spPr>
          <a:xfrm>
            <a:off x="5732349" y="1188720"/>
            <a:ext cx="3504340" cy="3376014"/>
          </a:xfrm>
          <a:custGeom>
            <a:avLst/>
            <a:gdLst/>
            <a:ahLst/>
            <a:cxnLst/>
            <a:rect l="l" t="t" r="r" b="b"/>
            <a:pathLst>
              <a:path w="205138" h="197626" extrusionOk="0">
                <a:moveTo>
                  <a:pt x="118317" y="1"/>
                </a:moveTo>
                <a:cubicBezTo>
                  <a:pt x="118225" y="1"/>
                  <a:pt x="118134" y="2"/>
                  <a:pt x="118043" y="3"/>
                </a:cubicBezTo>
                <a:cubicBezTo>
                  <a:pt x="89747" y="445"/>
                  <a:pt x="90632" y="18129"/>
                  <a:pt x="82233" y="42446"/>
                </a:cubicBezTo>
                <a:cubicBezTo>
                  <a:pt x="73832" y="66761"/>
                  <a:pt x="45537" y="55707"/>
                  <a:pt x="26527" y="64550"/>
                </a:cubicBezTo>
                <a:cubicBezTo>
                  <a:pt x="7517" y="73393"/>
                  <a:pt x="13706" y="109645"/>
                  <a:pt x="14590" y="117603"/>
                </a:cubicBezTo>
                <a:cubicBezTo>
                  <a:pt x="15475" y="125561"/>
                  <a:pt x="6190" y="119371"/>
                  <a:pt x="3095" y="125119"/>
                </a:cubicBezTo>
                <a:cubicBezTo>
                  <a:pt x="1" y="130866"/>
                  <a:pt x="2158" y="141743"/>
                  <a:pt x="2158" y="141743"/>
                </a:cubicBezTo>
                <a:lnTo>
                  <a:pt x="178611" y="197625"/>
                </a:lnTo>
                <a:cubicBezTo>
                  <a:pt x="178611" y="197625"/>
                  <a:pt x="179937" y="195414"/>
                  <a:pt x="185684" y="186131"/>
                </a:cubicBezTo>
                <a:cubicBezTo>
                  <a:pt x="191432" y="176846"/>
                  <a:pt x="172864" y="151204"/>
                  <a:pt x="173684" y="140144"/>
                </a:cubicBezTo>
                <a:cubicBezTo>
                  <a:pt x="174505" y="129084"/>
                  <a:pt x="205137" y="110530"/>
                  <a:pt x="202043" y="89309"/>
                </a:cubicBezTo>
                <a:cubicBezTo>
                  <a:pt x="198958" y="68156"/>
                  <a:pt x="146675" y="1"/>
                  <a:pt x="118317" y="1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32"/>
          <p:cNvGrpSpPr/>
          <p:nvPr/>
        </p:nvGrpSpPr>
        <p:grpSpPr>
          <a:xfrm>
            <a:off x="5831840" y="1141652"/>
            <a:ext cx="3088638" cy="3449485"/>
            <a:chOff x="4749388" y="610304"/>
            <a:chExt cx="3694120" cy="4125705"/>
          </a:xfrm>
        </p:grpSpPr>
        <p:grpSp>
          <p:nvGrpSpPr>
            <p:cNvPr id="333" name="Google Shape;333;p32"/>
            <p:cNvGrpSpPr/>
            <p:nvPr/>
          </p:nvGrpSpPr>
          <p:grpSpPr>
            <a:xfrm>
              <a:off x="4749388" y="610304"/>
              <a:ext cx="3414364" cy="4125705"/>
              <a:chOff x="4749388" y="610304"/>
              <a:chExt cx="3414364" cy="4125705"/>
            </a:xfrm>
          </p:grpSpPr>
          <p:sp>
            <p:nvSpPr>
              <p:cNvPr id="334" name="Google Shape;334;p32"/>
              <p:cNvSpPr/>
              <p:nvPr/>
            </p:nvSpPr>
            <p:spPr>
              <a:xfrm>
                <a:off x="7913197" y="4599163"/>
                <a:ext cx="177072" cy="63421"/>
              </a:xfrm>
              <a:custGeom>
                <a:avLst/>
                <a:gdLst/>
                <a:ahLst/>
                <a:cxnLst/>
                <a:rect l="l" t="t" r="r" b="b"/>
                <a:pathLst>
                  <a:path w="8993" h="3221" extrusionOk="0">
                    <a:moveTo>
                      <a:pt x="337" y="0"/>
                    </a:moveTo>
                    <a:cubicBezTo>
                      <a:pt x="209" y="0"/>
                      <a:pt x="90" y="82"/>
                      <a:pt x="50" y="211"/>
                    </a:cubicBezTo>
                    <a:cubicBezTo>
                      <a:pt x="0" y="369"/>
                      <a:pt x="89" y="537"/>
                      <a:pt x="247" y="587"/>
                    </a:cubicBezTo>
                    <a:lnTo>
                      <a:pt x="8583" y="3205"/>
                    </a:lnTo>
                    <a:cubicBezTo>
                      <a:pt x="8612" y="3214"/>
                      <a:pt x="8643" y="3219"/>
                      <a:pt x="8673" y="3220"/>
                    </a:cubicBezTo>
                    <a:cubicBezTo>
                      <a:pt x="8822" y="3219"/>
                      <a:pt x="8947" y="3111"/>
                      <a:pt x="8970" y="2964"/>
                    </a:cubicBezTo>
                    <a:cubicBezTo>
                      <a:pt x="8992" y="2818"/>
                      <a:pt x="8905" y="2677"/>
                      <a:pt x="8763" y="2633"/>
                    </a:cubicBezTo>
                    <a:lnTo>
                      <a:pt x="427" y="14"/>
                    </a:lnTo>
                    <a:cubicBezTo>
                      <a:pt x="397" y="5"/>
                      <a:pt x="367" y="0"/>
                      <a:pt x="33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2"/>
              <p:cNvSpPr/>
              <p:nvPr/>
            </p:nvSpPr>
            <p:spPr>
              <a:xfrm>
                <a:off x="4749388" y="3605665"/>
                <a:ext cx="3058015" cy="968079"/>
              </a:xfrm>
              <a:custGeom>
                <a:avLst/>
                <a:gdLst/>
                <a:ahLst/>
                <a:cxnLst/>
                <a:rect l="l" t="t" r="r" b="b"/>
                <a:pathLst>
                  <a:path w="155308" h="49166" extrusionOk="0">
                    <a:moveTo>
                      <a:pt x="335" y="1"/>
                    </a:moveTo>
                    <a:cubicBezTo>
                      <a:pt x="207" y="1"/>
                      <a:pt x="89" y="84"/>
                      <a:pt x="51" y="213"/>
                    </a:cubicBezTo>
                    <a:cubicBezTo>
                      <a:pt x="1" y="370"/>
                      <a:pt x="89" y="539"/>
                      <a:pt x="247" y="589"/>
                    </a:cubicBezTo>
                    <a:lnTo>
                      <a:pt x="154899" y="49152"/>
                    </a:lnTo>
                    <a:cubicBezTo>
                      <a:pt x="154929" y="49161"/>
                      <a:pt x="154958" y="49166"/>
                      <a:pt x="154989" y="49166"/>
                    </a:cubicBezTo>
                    <a:cubicBezTo>
                      <a:pt x="155137" y="49165"/>
                      <a:pt x="155263" y="49057"/>
                      <a:pt x="155285" y="48911"/>
                    </a:cubicBezTo>
                    <a:cubicBezTo>
                      <a:pt x="155308" y="48764"/>
                      <a:pt x="155220" y="48623"/>
                      <a:pt x="155079" y="48579"/>
                    </a:cubicBezTo>
                    <a:lnTo>
                      <a:pt x="428" y="16"/>
                    </a:lnTo>
                    <a:cubicBezTo>
                      <a:pt x="397" y="6"/>
                      <a:pt x="366" y="1"/>
                      <a:pt x="335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2"/>
              <p:cNvSpPr/>
              <p:nvPr/>
            </p:nvSpPr>
            <p:spPr>
              <a:xfrm>
                <a:off x="5144546" y="3926553"/>
                <a:ext cx="1499787" cy="803529"/>
              </a:xfrm>
              <a:custGeom>
                <a:avLst/>
                <a:gdLst/>
                <a:ahLst/>
                <a:cxnLst/>
                <a:rect l="l" t="t" r="r" b="b"/>
                <a:pathLst>
                  <a:path w="76170" h="40809" extrusionOk="0">
                    <a:moveTo>
                      <a:pt x="16891" y="0"/>
                    </a:moveTo>
                    <a:lnTo>
                      <a:pt x="0" y="20778"/>
                    </a:lnTo>
                    <a:lnTo>
                      <a:pt x="57401" y="40808"/>
                    </a:lnTo>
                    <a:lnTo>
                      <a:pt x="76170" y="20029"/>
                    </a:lnTo>
                    <a:lnTo>
                      <a:pt x="168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32"/>
              <p:cNvSpPr/>
              <p:nvPr/>
            </p:nvSpPr>
            <p:spPr>
              <a:xfrm>
                <a:off x="5137379" y="3920626"/>
                <a:ext cx="1514200" cy="815383"/>
              </a:xfrm>
              <a:custGeom>
                <a:avLst/>
                <a:gdLst/>
                <a:ahLst/>
                <a:cxnLst/>
                <a:rect l="l" t="t" r="r" b="b"/>
                <a:pathLst>
                  <a:path w="76902" h="41411" extrusionOk="0">
                    <a:moveTo>
                      <a:pt x="17357" y="653"/>
                    </a:moveTo>
                    <a:lnTo>
                      <a:pt x="76004" y="20468"/>
                    </a:lnTo>
                    <a:lnTo>
                      <a:pt x="57675" y="40760"/>
                    </a:lnTo>
                    <a:lnTo>
                      <a:pt x="867" y="20936"/>
                    </a:lnTo>
                    <a:lnTo>
                      <a:pt x="17357" y="653"/>
                    </a:lnTo>
                    <a:close/>
                    <a:moveTo>
                      <a:pt x="17258" y="0"/>
                    </a:moveTo>
                    <a:cubicBezTo>
                      <a:pt x="17168" y="0"/>
                      <a:pt x="17081" y="40"/>
                      <a:pt x="17023" y="112"/>
                    </a:cubicBezTo>
                    <a:lnTo>
                      <a:pt x="131" y="20890"/>
                    </a:lnTo>
                    <a:cubicBezTo>
                      <a:pt x="0" y="21051"/>
                      <a:pt x="69" y="21294"/>
                      <a:pt x="266" y="21362"/>
                    </a:cubicBezTo>
                    <a:lnTo>
                      <a:pt x="57665" y="41394"/>
                    </a:lnTo>
                    <a:cubicBezTo>
                      <a:pt x="57697" y="41404"/>
                      <a:pt x="57731" y="41410"/>
                      <a:pt x="57765" y="41410"/>
                    </a:cubicBezTo>
                    <a:cubicBezTo>
                      <a:pt x="57850" y="41410"/>
                      <a:pt x="57931" y="41373"/>
                      <a:pt x="57988" y="41309"/>
                    </a:cubicBezTo>
                    <a:lnTo>
                      <a:pt x="76757" y="20531"/>
                    </a:lnTo>
                    <a:cubicBezTo>
                      <a:pt x="76901" y="20371"/>
                      <a:pt x="76835" y="20115"/>
                      <a:pt x="76630" y="20045"/>
                    </a:cubicBezTo>
                    <a:lnTo>
                      <a:pt x="17352" y="16"/>
                    </a:lnTo>
                    <a:cubicBezTo>
                      <a:pt x="17321" y="5"/>
                      <a:pt x="17289" y="0"/>
                      <a:pt x="1725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2"/>
              <p:cNvSpPr/>
              <p:nvPr/>
            </p:nvSpPr>
            <p:spPr>
              <a:xfrm>
                <a:off x="5351606" y="4040164"/>
                <a:ext cx="1136034" cy="581091"/>
              </a:xfrm>
              <a:custGeom>
                <a:avLst/>
                <a:gdLst/>
                <a:ahLst/>
                <a:cxnLst/>
                <a:rect l="l" t="t" r="r" b="b"/>
                <a:pathLst>
                  <a:path w="57696" h="29512" extrusionOk="0">
                    <a:moveTo>
                      <a:pt x="12601" y="1"/>
                    </a:moveTo>
                    <a:lnTo>
                      <a:pt x="1" y="14591"/>
                    </a:lnTo>
                    <a:lnTo>
                      <a:pt x="45096" y="29512"/>
                    </a:lnTo>
                    <a:lnTo>
                      <a:pt x="57696" y="15917"/>
                    </a:lnTo>
                    <a:lnTo>
                      <a:pt x="12601" y="1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2"/>
              <p:cNvSpPr/>
              <p:nvPr/>
            </p:nvSpPr>
            <p:spPr>
              <a:xfrm>
                <a:off x="5344380" y="4034257"/>
                <a:ext cx="1150506" cy="592925"/>
              </a:xfrm>
              <a:custGeom>
                <a:avLst/>
                <a:gdLst/>
                <a:ahLst/>
                <a:cxnLst/>
                <a:rect l="l" t="t" r="r" b="b"/>
                <a:pathLst>
                  <a:path w="58431" h="30113" extrusionOk="0">
                    <a:moveTo>
                      <a:pt x="13063" y="653"/>
                    </a:moveTo>
                    <a:lnTo>
                      <a:pt x="57533" y="16349"/>
                    </a:lnTo>
                    <a:lnTo>
                      <a:pt x="45374" y="29466"/>
                    </a:lnTo>
                    <a:lnTo>
                      <a:pt x="891" y="14747"/>
                    </a:lnTo>
                    <a:lnTo>
                      <a:pt x="13063" y="653"/>
                    </a:lnTo>
                    <a:close/>
                    <a:moveTo>
                      <a:pt x="12969" y="1"/>
                    </a:moveTo>
                    <a:cubicBezTo>
                      <a:pt x="12883" y="1"/>
                      <a:pt x="12799" y="37"/>
                      <a:pt x="12740" y="104"/>
                    </a:cubicBezTo>
                    <a:lnTo>
                      <a:pt x="140" y="14695"/>
                    </a:lnTo>
                    <a:cubicBezTo>
                      <a:pt x="0" y="14856"/>
                      <a:pt x="70" y="15108"/>
                      <a:pt x="274" y="15176"/>
                    </a:cubicBezTo>
                    <a:lnTo>
                      <a:pt x="45368" y="30097"/>
                    </a:lnTo>
                    <a:cubicBezTo>
                      <a:pt x="45399" y="30108"/>
                      <a:pt x="45431" y="30113"/>
                      <a:pt x="45463" y="30113"/>
                    </a:cubicBezTo>
                    <a:cubicBezTo>
                      <a:pt x="45546" y="30113"/>
                      <a:pt x="45625" y="30077"/>
                      <a:pt x="45682" y="30016"/>
                    </a:cubicBezTo>
                    <a:lnTo>
                      <a:pt x="58283" y="16421"/>
                    </a:lnTo>
                    <a:cubicBezTo>
                      <a:pt x="58430" y="16263"/>
                      <a:pt x="58366" y="16006"/>
                      <a:pt x="58162" y="15934"/>
                    </a:cubicBezTo>
                    <a:lnTo>
                      <a:pt x="13067" y="17"/>
                    </a:lnTo>
                    <a:cubicBezTo>
                      <a:pt x="13035" y="6"/>
                      <a:pt x="13002" y="1"/>
                      <a:pt x="129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2"/>
              <p:cNvSpPr/>
              <p:nvPr/>
            </p:nvSpPr>
            <p:spPr>
              <a:xfrm>
                <a:off x="5327762" y="1230441"/>
                <a:ext cx="2829965" cy="2851368"/>
              </a:xfrm>
              <a:custGeom>
                <a:avLst/>
                <a:gdLst/>
                <a:ahLst/>
                <a:cxnLst/>
                <a:rect l="l" t="t" r="r" b="b"/>
                <a:pathLst>
                  <a:path w="143726" h="144813" extrusionOk="0">
                    <a:moveTo>
                      <a:pt x="90746" y="0"/>
                    </a:moveTo>
                    <a:cubicBezTo>
                      <a:pt x="89662" y="0"/>
                      <a:pt x="88308" y="521"/>
                      <a:pt x="86998" y="974"/>
                    </a:cubicBezTo>
                    <a:cubicBezTo>
                      <a:pt x="84084" y="1983"/>
                      <a:pt x="76236" y="9607"/>
                      <a:pt x="74442" y="14428"/>
                    </a:cubicBezTo>
                    <a:cubicBezTo>
                      <a:pt x="72648" y="19249"/>
                      <a:pt x="74218" y="20818"/>
                      <a:pt x="77357" y="23733"/>
                    </a:cubicBezTo>
                    <a:cubicBezTo>
                      <a:pt x="80496" y="26647"/>
                      <a:pt x="84308" y="32590"/>
                      <a:pt x="86326" y="38195"/>
                    </a:cubicBezTo>
                    <a:cubicBezTo>
                      <a:pt x="88344" y="43801"/>
                      <a:pt x="90922" y="49182"/>
                      <a:pt x="95070" y="50640"/>
                    </a:cubicBezTo>
                    <a:cubicBezTo>
                      <a:pt x="95070" y="50640"/>
                      <a:pt x="88456" y="53778"/>
                      <a:pt x="84083" y="56918"/>
                    </a:cubicBezTo>
                    <a:cubicBezTo>
                      <a:pt x="79711" y="60056"/>
                      <a:pt x="77581" y="61515"/>
                      <a:pt x="77581" y="61515"/>
                    </a:cubicBezTo>
                    <a:cubicBezTo>
                      <a:pt x="77581" y="61515"/>
                      <a:pt x="71638" y="63196"/>
                      <a:pt x="69396" y="66110"/>
                    </a:cubicBezTo>
                    <a:cubicBezTo>
                      <a:pt x="67154" y="69026"/>
                      <a:pt x="66258" y="70931"/>
                      <a:pt x="66258" y="70931"/>
                    </a:cubicBezTo>
                    <a:cubicBezTo>
                      <a:pt x="66258" y="70931"/>
                      <a:pt x="45965" y="74408"/>
                      <a:pt x="39687" y="79788"/>
                    </a:cubicBezTo>
                    <a:cubicBezTo>
                      <a:pt x="39687" y="79788"/>
                      <a:pt x="30382" y="82255"/>
                      <a:pt x="26458" y="85955"/>
                    </a:cubicBezTo>
                    <a:cubicBezTo>
                      <a:pt x="22535" y="89654"/>
                      <a:pt x="20741" y="96493"/>
                      <a:pt x="20741" y="96493"/>
                    </a:cubicBezTo>
                    <a:cubicBezTo>
                      <a:pt x="20741" y="96493"/>
                      <a:pt x="15472" y="100978"/>
                      <a:pt x="13004" y="102323"/>
                    </a:cubicBezTo>
                    <a:cubicBezTo>
                      <a:pt x="10537" y="103668"/>
                      <a:pt x="6502" y="106247"/>
                      <a:pt x="4484" y="112301"/>
                    </a:cubicBezTo>
                    <a:cubicBezTo>
                      <a:pt x="2466" y="118355"/>
                      <a:pt x="0" y="132033"/>
                      <a:pt x="0" y="132033"/>
                    </a:cubicBezTo>
                    <a:lnTo>
                      <a:pt x="6278" y="134947"/>
                    </a:lnTo>
                    <a:cubicBezTo>
                      <a:pt x="6278" y="134947"/>
                      <a:pt x="6391" y="131359"/>
                      <a:pt x="11997" y="125866"/>
                    </a:cubicBezTo>
                    <a:cubicBezTo>
                      <a:pt x="17602" y="120373"/>
                      <a:pt x="21077" y="111068"/>
                      <a:pt x="21526" y="110844"/>
                    </a:cubicBezTo>
                    <a:cubicBezTo>
                      <a:pt x="21975" y="110619"/>
                      <a:pt x="31840" y="104116"/>
                      <a:pt x="31840" y="104116"/>
                    </a:cubicBezTo>
                    <a:cubicBezTo>
                      <a:pt x="31840" y="104116"/>
                      <a:pt x="39463" y="109386"/>
                      <a:pt x="48096" y="110843"/>
                    </a:cubicBezTo>
                    <a:cubicBezTo>
                      <a:pt x="50834" y="111305"/>
                      <a:pt x="53662" y="111463"/>
                      <a:pt x="56248" y="111463"/>
                    </a:cubicBezTo>
                    <a:cubicBezTo>
                      <a:pt x="61815" y="111463"/>
                      <a:pt x="66258" y="110731"/>
                      <a:pt x="66258" y="110731"/>
                    </a:cubicBezTo>
                    <a:lnTo>
                      <a:pt x="66258" y="110731"/>
                    </a:lnTo>
                    <a:lnTo>
                      <a:pt x="63568" y="119027"/>
                    </a:lnTo>
                    <a:cubicBezTo>
                      <a:pt x="63568" y="119027"/>
                      <a:pt x="57401" y="121718"/>
                      <a:pt x="55831" y="124969"/>
                    </a:cubicBezTo>
                    <a:cubicBezTo>
                      <a:pt x="54261" y="128220"/>
                      <a:pt x="46863" y="140553"/>
                      <a:pt x="46863" y="140553"/>
                    </a:cubicBezTo>
                    <a:lnTo>
                      <a:pt x="52132" y="144813"/>
                    </a:lnTo>
                    <a:cubicBezTo>
                      <a:pt x="52132" y="144813"/>
                      <a:pt x="57625" y="140553"/>
                      <a:pt x="65361" y="136629"/>
                    </a:cubicBezTo>
                    <a:cubicBezTo>
                      <a:pt x="73097" y="132705"/>
                      <a:pt x="75003" y="129902"/>
                      <a:pt x="77245" y="125306"/>
                    </a:cubicBezTo>
                    <a:cubicBezTo>
                      <a:pt x="79487" y="120710"/>
                      <a:pt x="82290" y="111964"/>
                      <a:pt x="82403" y="111179"/>
                    </a:cubicBezTo>
                    <a:cubicBezTo>
                      <a:pt x="82515" y="110395"/>
                      <a:pt x="84756" y="108378"/>
                      <a:pt x="85093" y="103557"/>
                    </a:cubicBezTo>
                    <a:lnTo>
                      <a:pt x="85430" y="98736"/>
                    </a:lnTo>
                    <a:lnTo>
                      <a:pt x="97200" y="88197"/>
                    </a:lnTo>
                    <a:cubicBezTo>
                      <a:pt x="97200" y="88197"/>
                      <a:pt x="106506" y="84497"/>
                      <a:pt x="114241" y="75976"/>
                    </a:cubicBezTo>
                    <a:cubicBezTo>
                      <a:pt x="121976" y="67456"/>
                      <a:pt x="123211" y="63309"/>
                      <a:pt x="123994" y="55685"/>
                    </a:cubicBezTo>
                    <a:cubicBezTo>
                      <a:pt x="124779" y="48061"/>
                      <a:pt x="127919" y="17903"/>
                      <a:pt x="128030" y="17455"/>
                    </a:cubicBezTo>
                    <a:cubicBezTo>
                      <a:pt x="128143" y="17007"/>
                      <a:pt x="129152" y="14764"/>
                      <a:pt x="130498" y="14540"/>
                    </a:cubicBezTo>
                    <a:cubicBezTo>
                      <a:pt x="130520" y="14537"/>
                      <a:pt x="130545" y="14535"/>
                      <a:pt x="130571" y="14535"/>
                    </a:cubicBezTo>
                    <a:cubicBezTo>
                      <a:pt x="132093" y="14535"/>
                      <a:pt x="139259" y="20830"/>
                      <a:pt x="140251" y="21491"/>
                    </a:cubicBezTo>
                    <a:cubicBezTo>
                      <a:pt x="140681" y="21777"/>
                      <a:pt x="141293" y="22002"/>
                      <a:pt x="141873" y="22002"/>
                    </a:cubicBezTo>
                    <a:cubicBezTo>
                      <a:pt x="142653" y="22002"/>
                      <a:pt x="143373" y="21592"/>
                      <a:pt x="143502" y="20369"/>
                    </a:cubicBezTo>
                    <a:cubicBezTo>
                      <a:pt x="143726" y="18240"/>
                      <a:pt x="141933" y="12971"/>
                      <a:pt x="136215" y="7252"/>
                    </a:cubicBezTo>
                    <a:cubicBezTo>
                      <a:pt x="132047" y="3084"/>
                      <a:pt x="128712" y="1478"/>
                      <a:pt x="126690" y="1478"/>
                    </a:cubicBezTo>
                    <a:cubicBezTo>
                      <a:pt x="125938" y="1478"/>
                      <a:pt x="125368" y="1700"/>
                      <a:pt x="125003" y="2095"/>
                    </a:cubicBezTo>
                    <a:cubicBezTo>
                      <a:pt x="123659" y="3552"/>
                      <a:pt x="124555" y="6691"/>
                      <a:pt x="123659" y="11288"/>
                    </a:cubicBezTo>
                    <a:cubicBezTo>
                      <a:pt x="122761" y="15885"/>
                      <a:pt x="117157" y="32478"/>
                      <a:pt x="114354" y="40326"/>
                    </a:cubicBezTo>
                    <a:cubicBezTo>
                      <a:pt x="111550" y="48174"/>
                      <a:pt x="112447" y="58825"/>
                      <a:pt x="112447" y="58825"/>
                    </a:cubicBezTo>
                    <a:cubicBezTo>
                      <a:pt x="112447" y="58825"/>
                      <a:pt x="108635" y="60169"/>
                      <a:pt x="105945" y="62187"/>
                    </a:cubicBezTo>
                    <a:cubicBezTo>
                      <a:pt x="103254" y="64204"/>
                      <a:pt x="99106" y="67008"/>
                      <a:pt x="99106" y="67008"/>
                    </a:cubicBezTo>
                    <a:lnTo>
                      <a:pt x="97985" y="66447"/>
                    </a:lnTo>
                    <a:cubicBezTo>
                      <a:pt x="97985" y="66447"/>
                      <a:pt x="104263" y="60169"/>
                      <a:pt x="106169" y="56581"/>
                    </a:cubicBezTo>
                    <a:cubicBezTo>
                      <a:pt x="108075" y="52993"/>
                      <a:pt x="108635" y="52769"/>
                      <a:pt x="107626" y="50640"/>
                    </a:cubicBezTo>
                    <a:cubicBezTo>
                      <a:pt x="106617" y="48509"/>
                      <a:pt x="98433" y="38195"/>
                      <a:pt x="94845" y="33599"/>
                    </a:cubicBezTo>
                    <a:cubicBezTo>
                      <a:pt x="91258" y="29002"/>
                      <a:pt x="86886" y="21267"/>
                      <a:pt x="85989" y="19025"/>
                    </a:cubicBezTo>
                    <a:cubicBezTo>
                      <a:pt x="85093" y="16782"/>
                      <a:pt x="85205" y="14540"/>
                      <a:pt x="85878" y="12971"/>
                    </a:cubicBezTo>
                    <a:cubicBezTo>
                      <a:pt x="86550" y="11401"/>
                      <a:pt x="92828" y="8261"/>
                      <a:pt x="92941" y="3440"/>
                    </a:cubicBezTo>
                    <a:cubicBezTo>
                      <a:pt x="93002" y="784"/>
                      <a:pt x="92077" y="0"/>
                      <a:pt x="907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2"/>
              <p:cNvSpPr/>
              <p:nvPr/>
            </p:nvSpPr>
            <p:spPr>
              <a:xfrm>
                <a:off x="5321461" y="1224534"/>
                <a:ext cx="2842291" cy="2863221"/>
              </a:xfrm>
              <a:custGeom>
                <a:avLst/>
                <a:gdLst/>
                <a:ahLst/>
                <a:cxnLst/>
                <a:rect l="l" t="t" r="r" b="b"/>
                <a:pathLst>
                  <a:path w="144352" h="145415" extrusionOk="0">
                    <a:moveTo>
                      <a:pt x="91065" y="603"/>
                    </a:moveTo>
                    <a:cubicBezTo>
                      <a:pt x="91483" y="603"/>
                      <a:pt x="91848" y="687"/>
                      <a:pt x="92136" y="896"/>
                    </a:cubicBezTo>
                    <a:cubicBezTo>
                      <a:pt x="92717" y="1318"/>
                      <a:pt x="92993" y="2272"/>
                      <a:pt x="92959" y="3734"/>
                    </a:cubicBezTo>
                    <a:cubicBezTo>
                      <a:pt x="92886" y="6901"/>
                      <a:pt x="90026" y="9320"/>
                      <a:pt x="87940" y="11087"/>
                    </a:cubicBezTo>
                    <a:cubicBezTo>
                      <a:pt x="86946" y="11928"/>
                      <a:pt x="86160" y="12592"/>
                      <a:pt x="85921" y="13152"/>
                    </a:cubicBezTo>
                    <a:cubicBezTo>
                      <a:pt x="85142" y="14970"/>
                      <a:pt x="85182" y="17318"/>
                      <a:pt x="86030" y="19436"/>
                    </a:cubicBezTo>
                    <a:cubicBezTo>
                      <a:pt x="86941" y="21716"/>
                      <a:pt x="91326" y="29468"/>
                      <a:pt x="94929" y="34085"/>
                    </a:cubicBezTo>
                    <a:lnTo>
                      <a:pt x="96559" y="36168"/>
                    </a:lnTo>
                    <a:cubicBezTo>
                      <a:pt x="100394" y="41060"/>
                      <a:pt x="106812" y="49249"/>
                      <a:pt x="107674" y="51069"/>
                    </a:cubicBezTo>
                    <a:cubicBezTo>
                      <a:pt x="108449" y="52705"/>
                      <a:pt x="108264" y="53039"/>
                      <a:pt x="107063" y="55204"/>
                    </a:cubicBezTo>
                    <a:cubicBezTo>
                      <a:pt x="106820" y="55639"/>
                      <a:pt x="106540" y="56144"/>
                      <a:pt x="106222" y="56741"/>
                    </a:cubicBezTo>
                    <a:cubicBezTo>
                      <a:pt x="104361" y="60247"/>
                      <a:pt x="98154" y="66473"/>
                      <a:pt x="98091" y="66536"/>
                    </a:cubicBezTo>
                    <a:cubicBezTo>
                      <a:pt x="97947" y="66681"/>
                      <a:pt x="97987" y="66925"/>
                      <a:pt x="98169" y="67016"/>
                    </a:cubicBezTo>
                    <a:lnTo>
                      <a:pt x="99291" y="67577"/>
                    </a:lnTo>
                    <a:cubicBezTo>
                      <a:pt x="99334" y="67598"/>
                      <a:pt x="99380" y="67609"/>
                      <a:pt x="99426" y="67609"/>
                    </a:cubicBezTo>
                    <a:cubicBezTo>
                      <a:pt x="99484" y="67609"/>
                      <a:pt x="99543" y="67592"/>
                      <a:pt x="99593" y="67557"/>
                    </a:cubicBezTo>
                    <a:cubicBezTo>
                      <a:pt x="99635" y="67530"/>
                      <a:pt x="103779" y="64728"/>
                      <a:pt x="106444" y="62728"/>
                    </a:cubicBezTo>
                    <a:cubicBezTo>
                      <a:pt x="109066" y="60762"/>
                      <a:pt x="112829" y="59421"/>
                      <a:pt x="112866" y="59408"/>
                    </a:cubicBezTo>
                    <a:cubicBezTo>
                      <a:pt x="112995" y="59363"/>
                      <a:pt x="113077" y="59236"/>
                      <a:pt x="113066" y="59100"/>
                    </a:cubicBezTo>
                    <a:cubicBezTo>
                      <a:pt x="113057" y="58994"/>
                      <a:pt x="112206" y="48425"/>
                      <a:pt x="114955" y="40727"/>
                    </a:cubicBezTo>
                    <a:cubicBezTo>
                      <a:pt x="117754" y="32890"/>
                      <a:pt x="123361" y="16314"/>
                      <a:pt x="124273" y="11647"/>
                    </a:cubicBezTo>
                    <a:cubicBezTo>
                      <a:pt x="124665" y="9634"/>
                      <a:pt x="124720" y="7878"/>
                      <a:pt x="124762" y="6468"/>
                    </a:cubicBezTo>
                    <a:cubicBezTo>
                      <a:pt x="124818" y="4654"/>
                      <a:pt x="124857" y="3344"/>
                      <a:pt x="125544" y="2600"/>
                    </a:cubicBezTo>
                    <a:cubicBezTo>
                      <a:pt x="125846" y="2272"/>
                      <a:pt x="126330" y="2092"/>
                      <a:pt x="126942" y="2080"/>
                    </a:cubicBezTo>
                    <a:cubicBezTo>
                      <a:pt x="126966" y="2080"/>
                      <a:pt x="126991" y="2080"/>
                      <a:pt x="127015" y="2080"/>
                    </a:cubicBezTo>
                    <a:cubicBezTo>
                      <a:pt x="129303" y="2080"/>
                      <a:pt x="132754" y="4198"/>
                      <a:pt x="136321" y="7766"/>
                    </a:cubicBezTo>
                    <a:cubicBezTo>
                      <a:pt x="142001" y="13445"/>
                      <a:pt x="143740" y="18576"/>
                      <a:pt x="143522" y="20638"/>
                    </a:cubicBezTo>
                    <a:cubicBezTo>
                      <a:pt x="143457" y="21270"/>
                      <a:pt x="143216" y="21688"/>
                      <a:pt x="142808" y="21878"/>
                    </a:cubicBezTo>
                    <a:cubicBezTo>
                      <a:pt x="142624" y="21965"/>
                      <a:pt x="142412" y="22003"/>
                      <a:pt x="142191" y="22003"/>
                    </a:cubicBezTo>
                    <a:cubicBezTo>
                      <a:pt x="141688" y="22003"/>
                      <a:pt x="141134" y="21807"/>
                      <a:pt x="140737" y="21542"/>
                    </a:cubicBezTo>
                    <a:cubicBezTo>
                      <a:pt x="140494" y="21379"/>
                      <a:pt x="139819" y="20828"/>
                      <a:pt x="138967" y="20130"/>
                    </a:cubicBezTo>
                    <a:cubicBezTo>
                      <a:pt x="134653" y="16602"/>
                      <a:pt x="131916" y="14535"/>
                      <a:pt x="130876" y="14535"/>
                    </a:cubicBezTo>
                    <a:cubicBezTo>
                      <a:pt x="130837" y="14535"/>
                      <a:pt x="130801" y="14538"/>
                      <a:pt x="130767" y="14544"/>
                    </a:cubicBezTo>
                    <a:cubicBezTo>
                      <a:pt x="129283" y="14792"/>
                      <a:pt x="128201" y="17112"/>
                      <a:pt x="128059" y="17682"/>
                    </a:cubicBezTo>
                    <a:cubicBezTo>
                      <a:pt x="127933" y="18184"/>
                      <a:pt x="124567" y="50600"/>
                      <a:pt x="124015" y="55954"/>
                    </a:cubicBezTo>
                    <a:cubicBezTo>
                      <a:pt x="123251" y="63375"/>
                      <a:pt x="122104" y="67520"/>
                      <a:pt x="114337" y="76076"/>
                    </a:cubicBezTo>
                    <a:cubicBezTo>
                      <a:pt x="106742" y="84442"/>
                      <a:pt x="97501" y="88181"/>
                      <a:pt x="97408" y="88218"/>
                    </a:cubicBezTo>
                    <a:cubicBezTo>
                      <a:pt x="97375" y="88231"/>
                      <a:pt x="97345" y="88250"/>
                      <a:pt x="97319" y="88274"/>
                    </a:cubicBezTo>
                    <a:lnTo>
                      <a:pt x="85547" y="98812"/>
                    </a:lnTo>
                    <a:cubicBezTo>
                      <a:pt x="85489" y="98864"/>
                      <a:pt x="85453" y="98936"/>
                      <a:pt x="85447" y="99013"/>
                    </a:cubicBezTo>
                    <a:lnTo>
                      <a:pt x="85112" y="103836"/>
                    </a:lnTo>
                    <a:cubicBezTo>
                      <a:pt x="84872" y="107266"/>
                      <a:pt x="83670" y="109209"/>
                      <a:pt x="82952" y="110371"/>
                    </a:cubicBezTo>
                    <a:cubicBezTo>
                      <a:pt x="82658" y="110847"/>
                      <a:pt x="82463" y="111162"/>
                      <a:pt x="82424" y="111438"/>
                    </a:cubicBezTo>
                    <a:cubicBezTo>
                      <a:pt x="82326" y="112124"/>
                      <a:pt x="79536" y="120879"/>
                      <a:pt x="77294" y="125475"/>
                    </a:cubicBezTo>
                    <a:cubicBezTo>
                      <a:pt x="74991" y="130196"/>
                      <a:pt x="73081" y="132838"/>
                      <a:pt x="65544" y="136662"/>
                    </a:cubicBezTo>
                    <a:cubicBezTo>
                      <a:pt x="58667" y="140150"/>
                      <a:pt x="53494" y="143952"/>
                      <a:pt x="52458" y="144732"/>
                    </a:cubicBezTo>
                    <a:lnTo>
                      <a:pt x="47574" y="140784"/>
                    </a:lnTo>
                    <a:cubicBezTo>
                      <a:pt x="48586" y="139094"/>
                      <a:pt x="54981" y="128383"/>
                      <a:pt x="56422" y="125400"/>
                    </a:cubicBezTo>
                    <a:cubicBezTo>
                      <a:pt x="57925" y="122287"/>
                      <a:pt x="63947" y="119628"/>
                      <a:pt x="64007" y="119602"/>
                    </a:cubicBezTo>
                    <a:cubicBezTo>
                      <a:pt x="64086" y="119568"/>
                      <a:pt x="64146" y="119502"/>
                      <a:pt x="64173" y="119420"/>
                    </a:cubicBezTo>
                    <a:lnTo>
                      <a:pt x="66864" y="111124"/>
                    </a:lnTo>
                    <a:cubicBezTo>
                      <a:pt x="66928" y="110926"/>
                      <a:pt x="66778" y="110731"/>
                      <a:pt x="66580" y="110731"/>
                    </a:cubicBezTo>
                    <a:cubicBezTo>
                      <a:pt x="66563" y="110731"/>
                      <a:pt x="66546" y="110732"/>
                      <a:pt x="66529" y="110735"/>
                    </a:cubicBezTo>
                    <a:cubicBezTo>
                      <a:pt x="66465" y="110745"/>
                      <a:pt x="62037" y="111458"/>
                      <a:pt x="56539" y="111458"/>
                    </a:cubicBezTo>
                    <a:cubicBezTo>
                      <a:pt x="53970" y="111458"/>
                      <a:pt x="51167" y="111302"/>
                      <a:pt x="48466" y="110846"/>
                    </a:cubicBezTo>
                    <a:cubicBezTo>
                      <a:pt x="40002" y="109419"/>
                      <a:pt x="32407" y="104222"/>
                      <a:pt x="32332" y="104169"/>
                    </a:cubicBezTo>
                    <a:cubicBezTo>
                      <a:pt x="32280" y="104133"/>
                      <a:pt x="32221" y="104115"/>
                      <a:pt x="32161" y="104115"/>
                    </a:cubicBezTo>
                    <a:cubicBezTo>
                      <a:pt x="32103" y="104115"/>
                      <a:pt x="32045" y="104132"/>
                      <a:pt x="31995" y="104165"/>
                    </a:cubicBezTo>
                    <a:cubicBezTo>
                      <a:pt x="28042" y="106771"/>
                      <a:pt x="22041" y="110708"/>
                      <a:pt x="21712" y="110874"/>
                    </a:cubicBezTo>
                    <a:cubicBezTo>
                      <a:pt x="21521" y="110970"/>
                      <a:pt x="21390" y="111219"/>
                      <a:pt x="20667" y="112721"/>
                    </a:cubicBezTo>
                    <a:cubicBezTo>
                      <a:pt x="19235" y="115696"/>
                      <a:pt x="16255" y="121886"/>
                      <a:pt x="12107" y="125952"/>
                    </a:cubicBezTo>
                    <a:cubicBezTo>
                      <a:pt x="7529" y="130438"/>
                      <a:pt x="6559" y="133671"/>
                      <a:pt x="6354" y="134801"/>
                    </a:cubicBezTo>
                    <a:lnTo>
                      <a:pt x="659" y="132157"/>
                    </a:lnTo>
                    <a:cubicBezTo>
                      <a:pt x="991" y="130343"/>
                      <a:pt x="3245" y="118233"/>
                      <a:pt x="5090" y="112695"/>
                    </a:cubicBezTo>
                    <a:cubicBezTo>
                      <a:pt x="7004" y="106956"/>
                      <a:pt x="10788" y="104349"/>
                      <a:pt x="13469" y="102886"/>
                    </a:cubicBezTo>
                    <a:cubicBezTo>
                      <a:pt x="15935" y="101541"/>
                      <a:pt x="21041" y="97205"/>
                      <a:pt x="21256" y="97022"/>
                    </a:cubicBezTo>
                    <a:cubicBezTo>
                      <a:pt x="21303" y="96981"/>
                      <a:pt x="21336" y="96928"/>
                      <a:pt x="21352" y="96869"/>
                    </a:cubicBezTo>
                    <a:cubicBezTo>
                      <a:pt x="21370" y="96801"/>
                      <a:pt x="23168" y="90071"/>
                      <a:pt x="26985" y="86473"/>
                    </a:cubicBezTo>
                    <a:cubicBezTo>
                      <a:pt x="30807" y="82868"/>
                      <a:pt x="39993" y="80403"/>
                      <a:pt x="40084" y="80379"/>
                    </a:cubicBezTo>
                    <a:cubicBezTo>
                      <a:pt x="40128" y="80367"/>
                      <a:pt x="40169" y="80345"/>
                      <a:pt x="40203" y="80317"/>
                    </a:cubicBezTo>
                    <a:cubicBezTo>
                      <a:pt x="46347" y="75051"/>
                      <a:pt x="66427" y="71562"/>
                      <a:pt x="66629" y="71528"/>
                    </a:cubicBezTo>
                    <a:cubicBezTo>
                      <a:pt x="66726" y="71511"/>
                      <a:pt x="66808" y="71448"/>
                      <a:pt x="66851" y="71359"/>
                    </a:cubicBezTo>
                    <a:cubicBezTo>
                      <a:pt x="66859" y="71341"/>
                      <a:pt x="67763" y="69444"/>
                      <a:pt x="69956" y="66594"/>
                    </a:cubicBezTo>
                    <a:cubicBezTo>
                      <a:pt x="72110" y="63792"/>
                      <a:pt x="77925" y="62121"/>
                      <a:pt x="77983" y="62104"/>
                    </a:cubicBezTo>
                    <a:cubicBezTo>
                      <a:pt x="78013" y="62095"/>
                      <a:pt x="78044" y="62082"/>
                      <a:pt x="78070" y="62063"/>
                    </a:cubicBezTo>
                    <a:cubicBezTo>
                      <a:pt x="78092" y="62048"/>
                      <a:pt x="80253" y="60567"/>
                      <a:pt x="84580" y="57462"/>
                    </a:cubicBezTo>
                    <a:cubicBezTo>
                      <a:pt x="88879" y="54375"/>
                      <a:pt x="95453" y="51242"/>
                      <a:pt x="95520" y="51211"/>
                    </a:cubicBezTo>
                    <a:cubicBezTo>
                      <a:pt x="95761" y="51095"/>
                      <a:pt x="95742" y="50746"/>
                      <a:pt x="95490" y="50657"/>
                    </a:cubicBezTo>
                    <a:cubicBezTo>
                      <a:pt x="91282" y="49178"/>
                      <a:pt x="88704" y="43326"/>
                      <a:pt x="86928" y="38393"/>
                    </a:cubicBezTo>
                    <a:cubicBezTo>
                      <a:pt x="84991" y="33014"/>
                      <a:pt x="81187" y="26882"/>
                      <a:pt x="77881" y="23813"/>
                    </a:cubicBezTo>
                    <a:cubicBezTo>
                      <a:pt x="74824" y="20974"/>
                      <a:pt x="73289" y="19549"/>
                      <a:pt x="75043" y="14833"/>
                    </a:cubicBezTo>
                    <a:cubicBezTo>
                      <a:pt x="76810" y="10084"/>
                      <a:pt x="84523" y="2561"/>
                      <a:pt x="87416" y="1559"/>
                    </a:cubicBezTo>
                    <a:lnTo>
                      <a:pt x="87845" y="1409"/>
                    </a:lnTo>
                    <a:cubicBezTo>
                      <a:pt x="88984" y="1010"/>
                      <a:pt x="90150" y="603"/>
                      <a:pt x="91065" y="603"/>
                    </a:cubicBezTo>
                    <a:close/>
                    <a:moveTo>
                      <a:pt x="91069" y="1"/>
                    </a:moveTo>
                    <a:cubicBezTo>
                      <a:pt x="90044" y="1"/>
                      <a:pt x="88832" y="425"/>
                      <a:pt x="87647" y="840"/>
                    </a:cubicBezTo>
                    <a:lnTo>
                      <a:pt x="87220" y="990"/>
                    </a:lnTo>
                    <a:cubicBezTo>
                      <a:pt x="84236" y="2022"/>
                      <a:pt x="76293" y="9750"/>
                      <a:pt x="74480" y="14622"/>
                    </a:cubicBezTo>
                    <a:cubicBezTo>
                      <a:pt x="72586" y="19715"/>
                      <a:pt x="74426" y="21422"/>
                      <a:pt x="77473" y="24252"/>
                    </a:cubicBezTo>
                    <a:cubicBezTo>
                      <a:pt x="80716" y="27264"/>
                      <a:pt x="84455" y="33296"/>
                      <a:pt x="86363" y="38596"/>
                    </a:cubicBezTo>
                    <a:cubicBezTo>
                      <a:pt x="88202" y="43704"/>
                      <a:pt x="90619" y="49109"/>
                      <a:pt x="94652" y="50964"/>
                    </a:cubicBezTo>
                    <a:cubicBezTo>
                      <a:pt x="92909" y="51822"/>
                      <a:pt x="87799" y="54409"/>
                      <a:pt x="84227" y="56973"/>
                    </a:cubicBezTo>
                    <a:cubicBezTo>
                      <a:pt x="80229" y="59844"/>
                      <a:pt x="78083" y="61323"/>
                      <a:pt x="77770" y="61539"/>
                    </a:cubicBezTo>
                    <a:cubicBezTo>
                      <a:pt x="77157" y="61716"/>
                      <a:pt x="71673" y="63374"/>
                      <a:pt x="69478" y="66227"/>
                    </a:cubicBezTo>
                    <a:cubicBezTo>
                      <a:pt x="67562" y="68720"/>
                      <a:pt x="66626" y="70464"/>
                      <a:pt x="66376" y="70961"/>
                    </a:cubicBezTo>
                    <a:cubicBezTo>
                      <a:pt x="64367" y="71313"/>
                      <a:pt x="45970" y="74652"/>
                      <a:pt x="39864" y="79814"/>
                    </a:cubicBezTo>
                    <a:cubicBezTo>
                      <a:pt x="38952" y="80061"/>
                      <a:pt x="30375" y="82449"/>
                      <a:pt x="26572" y="86035"/>
                    </a:cubicBezTo>
                    <a:cubicBezTo>
                      <a:pt x="22832" y="89560"/>
                      <a:pt x="21032" y="95756"/>
                      <a:pt x="20795" y="96623"/>
                    </a:cubicBezTo>
                    <a:cubicBezTo>
                      <a:pt x="20158" y="97161"/>
                      <a:pt x="15438" y="101127"/>
                      <a:pt x="13181" y="102359"/>
                    </a:cubicBezTo>
                    <a:cubicBezTo>
                      <a:pt x="10411" y="103870"/>
                      <a:pt x="6500" y="106565"/>
                      <a:pt x="4520" y="112505"/>
                    </a:cubicBezTo>
                    <a:cubicBezTo>
                      <a:pt x="2518" y="118510"/>
                      <a:pt x="49" y="132142"/>
                      <a:pt x="24" y="132278"/>
                    </a:cubicBezTo>
                    <a:cubicBezTo>
                      <a:pt x="0" y="132413"/>
                      <a:pt x="70" y="132547"/>
                      <a:pt x="193" y="132604"/>
                    </a:cubicBezTo>
                    <a:lnTo>
                      <a:pt x="6471" y="135520"/>
                    </a:lnTo>
                    <a:cubicBezTo>
                      <a:pt x="6513" y="135539"/>
                      <a:pt x="6556" y="135548"/>
                      <a:pt x="6598" y="135548"/>
                    </a:cubicBezTo>
                    <a:cubicBezTo>
                      <a:pt x="6753" y="135548"/>
                      <a:pt x="6893" y="135427"/>
                      <a:pt x="6898" y="135258"/>
                    </a:cubicBezTo>
                    <a:cubicBezTo>
                      <a:pt x="6901" y="135222"/>
                      <a:pt x="7099" y="131700"/>
                      <a:pt x="12526" y="126381"/>
                    </a:cubicBezTo>
                    <a:cubicBezTo>
                      <a:pt x="16750" y="122242"/>
                      <a:pt x="19761" y="115987"/>
                      <a:pt x="21208" y="112982"/>
                    </a:cubicBezTo>
                    <a:cubicBezTo>
                      <a:pt x="21565" y="112241"/>
                      <a:pt x="21901" y="111540"/>
                      <a:pt x="22019" y="111390"/>
                    </a:cubicBezTo>
                    <a:cubicBezTo>
                      <a:pt x="22763" y="110965"/>
                      <a:pt x="30619" y="105791"/>
                      <a:pt x="32158" y="104778"/>
                    </a:cubicBezTo>
                    <a:cubicBezTo>
                      <a:pt x="33336" y="105556"/>
                      <a:pt x="40472" y="110108"/>
                      <a:pt x="48366" y="111440"/>
                    </a:cubicBezTo>
                    <a:cubicBezTo>
                      <a:pt x="51101" y="111902"/>
                      <a:pt x="53937" y="112060"/>
                      <a:pt x="56536" y="112060"/>
                    </a:cubicBezTo>
                    <a:cubicBezTo>
                      <a:pt x="61045" y="112060"/>
                      <a:pt x="64838" y="111585"/>
                      <a:pt x="66143" y="111400"/>
                    </a:cubicBezTo>
                    <a:lnTo>
                      <a:pt x="66143" y="111400"/>
                    </a:lnTo>
                    <a:lnTo>
                      <a:pt x="63642" y="119107"/>
                    </a:lnTo>
                    <a:cubicBezTo>
                      <a:pt x="62729" y="119519"/>
                      <a:pt x="57374" y="122046"/>
                      <a:pt x="55881" y="125138"/>
                    </a:cubicBezTo>
                    <a:cubicBezTo>
                      <a:pt x="54335" y="128341"/>
                      <a:pt x="46999" y="140575"/>
                      <a:pt x="46925" y="140699"/>
                    </a:cubicBezTo>
                    <a:cubicBezTo>
                      <a:pt x="46847" y="140827"/>
                      <a:pt x="46877" y="140993"/>
                      <a:pt x="46993" y="141086"/>
                    </a:cubicBezTo>
                    <a:lnTo>
                      <a:pt x="52262" y="145346"/>
                    </a:lnTo>
                    <a:cubicBezTo>
                      <a:pt x="52316" y="145390"/>
                      <a:pt x="52383" y="145414"/>
                      <a:pt x="52452" y="145414"/>
                    </a:cubicBezTo>
                    <a:cubicBezTo>
                      <a:pt x="52518" y="145414"/>
                      <a:pt x="52582" y="145391"/>
                      <a:pt x="52636" y="145351"/>
                    </a:cubicBezTo>
                    <a:cubicBezTo>
                      <a:pt x="52690" y="145308"/>
                      <a:pt x="58194" y="141063"/>
                      <a:pt x="65817" y="137197"/>
                    </a:cubicBezTo>
                    <a:cubicBezTo>
                      <a:pt x="73783" y="133156"/>
                      <a:pt x="75672" y="130172"/>
                      <a:pt x="77834" y="125738"/>
                    </a:cubicBezTo>
                    <a:cubicBezTo>
                      <a:pt x="80067" y="121160"/>
                      <a:pt x="82892" y="112403"/>
                      <a:pt x="83019" y="111522"/>
                    </a:cubicBezTo>
                    <a:cubicBezTo>
                      <a:pt x="83041" y="111369"/>
                      <a:pt x="83236" y="111054"/>
                      <a:pt x="83464" y="110687"/>
                    </a:cubicBezTo>
                    <a:cubicBezTo>
                      <a:pt x="84162" y="109557"/>
                      <a:pt x="85462" y="107455"/>
                      <a:pt x="85712" y="103877"/>
                    </a:cubicBezTo>
                    <a:lnTo>
                      <a:pt x="86039" y="99178"/>
                    </a:lnTo>
                    <a:lnTo>
                      <a:pt x="97682" y="88755"/>
                    </a:lnTo>
                    <a:cubicBezTo>
                      <a:pt x="98439" y="88443"/>
                      <a:pt x="107384" y="84629"/>
                      <a:pt x="114785" y="76479"/>
                    </a:cubicBezTo>
                    <a:cubicBezTo>
                      <a:pt x="122672" y="67792"/>
                      <a:pt x="123838" y="63573"/>
                      <a:pt x="124615" y="56016"/>
                    </a:cubicBezTo>
                    <a:cubicBezTo>
                      <a:pt x="125434" y="48068"/>
                      <a:pt x="128513" y="18505"/>
                      <a:pt x="128644" y="17828"/>
                    </a:cubicBezTo>
                    <a:cubicBezTo>
                      <a:pt x="128768" y="17331"/>
                      <a:pt x="129750" y="15323"/>
                      <a:pt x="130867" y="15137"/>
                    </a:cubicBezTo>
                    <a:cubicBezTo>
                      <a:pt x="130883" y="15134"/>
                      <a:pt x="130899" y="15133"/>
                      <a:pt x="130917" y="15133"/>
                    </a:cubicBezTo>
                    <a:cubicBezTo>
                      <a:pt x="131917" y="15133"/>
                      <a:pt x="136575" y="18947"/>
                      <a:pt x="138588" y="20594"/>
                    </a:cubicBezTo>
                    <a:cubicBezTo>
                      <a:pt x="139488" y="21331"/>
                      <a:pt x="140138" y="21863"/>
                      <a:pt x="140406" y="22041"/>
                    </a:cubicBezTo>
                    <a:cubicBezTo>
                      <a:pt x="140877" y="22355"/>
                      <a:pt x="141550" y="22602"/>
                      <a:pt x="142198" y="22602"/>
                    </a:cubicBezTo>
                    <a:cubicBezTo>
                      <a:pt x="142500" y="22602"/>
                      <a:pt x="142797" y="22548"/>
                      <a:pt x="143065" y="22421"/>
                    </a:cubicBezTo>
                    <a:cubicBezTo>
                      <a:pt x="143485" y="22225"/>
                      <a:pt x="144010" y="21766"/>
                      <a:pt x="144122" y="20701"/>
                    </a:cubicBezTo>
                    <a:cubicBezTo>
                      <a:pt x="144352" y="18524"/>
                      <a:pt x="142577" y="13169"/>
                      <a:pt x="136748" y="7340"/>
                    </a:cubicBezTo>
                    <a:cubicBezTo>
                      <a:pt x="133014" y="3607"/>
                      <a:pt x="129473" y="1479"/>
                      <a:pt x="127011" y="1479"/>
                    </a:cubicBezTo>
                    <a:cubicBezTo>
                      <a:pt x="126985" y="1479"/>
                      <a:pt x="126958" y="1479"/>
                      <a:pt x="126932" y="1479"/>
                    </a:cubicBezTo>
                    <a:cubicBezTo>
                      <a:pt x="126152" y="1495"/>
                      <a:pt x="125521" y="1741"/>
                      <a:pt x="125105" y="2192"/>
                    </a:cubicBezTo>
                    <a:cubicBezTo>
                      <a:pt x="124266" y="3101"/>
                      <a:pt x="124223" y="4506"/>
                      <a:pt x="124164" y="6449"/>
                    </a:cubicBezTo>
                    <a:cubicBezTo>
                      <a:pt x="124121" y="7838"/>
                      <a:pt x="124069" y="9567"/>
                      <a:pt x="123685" y="11531"/>
                    </a:cubicBezTo>
                    <a:cubicBezTo>
                      <a:pt x="122791" y="16110"/>
                      <a:pt x="117098" y="32946"/>
                      <a:pt x="114392" y="40525"/>
                    </a:cubicBezTo>
                    <a:cubicBezTo>
                      <a:pt x="111827" y="47707"/>
                      <a:pt x="112344" y="57319"/>
                      <a:pt x="112452" y="58919"/>
                    </a:cubicBezTo>
                    <a:cubicBezTo>
                      <a:pt x="111598" y="59238"/>
                      <a:pt x="108447" y="60476"/>
                      <a:pt x="106086" y="62248"/>
                    </a:cubicBezTo>
                    <a:cubicBezTo>
                      <a:pt x="103715" y="64026"/>
                      <a:pt x="100163" y="66445"/>
                      <a:pt x="99405" y="66961"/>
                    </a:cubicBezTo>
                    <a:lnTo>
                      <a:pt x="98812" y="66664"/>
                    </a:lnTo>
                    <a:cubicBezTo>
                      <a:pt x="100088" y="65365"/>
                      <a:pt x="105065" y="60206"/>
                      <a:pt x="106756" y="57022"/>
                    </a:cubicBezTo>
                    <a:cubicBezTo>
                      <a:pt x="107071" y="56428"/>
                      <a:pt x="107350" y="55927"/>
                      <a:pt x="107589" y="55494"/>
                    </a:cubicBezTo>
                    <a:cubicBezTo>
                      <a:pt x="108801" y="53312"/>
                      <a:pt x="109127" y="52727"/>
                      <a:pt x="108219" y="50811"/>
                    </a:cubicBezTo>
                    <a:cubicBezTo>
                      <a:pt x="107329" y="48930"/>
                      <a:pt x="101134" y="41026"/>
                      <a:pt x="97035" y="35796"/>
                    </a:cubicBezTo>
                    <a:lnTo>
                      <a:pt x="95405" y="33714"/>
                    </a:lnTo>
                    <a:cubicBezTo>
                      <a:pt x="91831" y="29137"/>
                      <a:pt x="87489" y="21465"/>
                      <a:pt x="86588" y="19212"/>
                    </a:cubicBezTo>
                    <a:cubicBezTo>
                      <a:pt x="85800" y="17239"/>
                      <a:pt x="85757" y="15061"/>
                      <a:pt x="86474" y="13388"/>
                    </a:cubicBezTo>
                    <a:cubicBezTo>
                      <a:pt x="86658" y="12959"/>
                      <a:pt x="87432" y="12303"/>
                      <a:pt x="88329" y="11544"/>
                    </a:cubicBezTo>
                    <a:cubicBezTo>
                      <a:pt x="90380" y="9808"/>
                      <a:pt x="93480" y="7183"/>
                      <a:pt x="93561" y="3747"/>
                    </a:cubicBezTo>
                    <a:cubicBezTo>
                      <a:pt x="93600" y="2053"/>
                      <a:pt x="93249" y="961"/>
                      <a:pt x="92490" y="409"/>
                    </a:cubicBezTo>
                    <a:cubicBezTo>
                      <a:pt x="92087" y="116"/>
                      <a:pt x="91603" y="1"/>
                      <a:pt x="910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2"/>
              <p:cNvSpPr/>
              <p:nvPr/>
            </p:nvSpPr>
            <p:spPr>
              <a:xfrm>
                <a:off x="6330180" y="3010870"/>
                <a:ext cx="849171" cy="1070939"/>
              </a:xfrm>
              <a:custGeom>
                <a:avLst/>
                <a:gdLst/>
                <a:ahLst/>
                <a:cxnLst/>
                <a:rect l="l" t="t" r="r" b="b"/>
                <a:pathLst>
                  <a:path w="43127" h="54390" extrusionOk="0">
                    <a:moveTo>
                      <a:pt x="42419" y="0"/>
                    </a:moveTo>
                    <a:lnTo>
                      <a:pt x="32841" y="4439"/>
                    </a:lnTo>
                    <a:cubicBezTo>
                      <a:pt x="32841" y="4439"/>
                      <a:pt x="33308" y="11681"/>
                      <a:pt x="30738" y="15419"/>
                    </a:cubicBezTo>
                    <a:cubicBezTo>
                      <a:pt x="28168" y="19157"/>
                      <a:pt x="27234" y="20325"/>
                      <a:pt x="27234" y="20325"/>
                    </a:cubicBezTo>
                    <a:cubicBezTo>
                      <a:pt x="27234" y="20325"/>
                      <a:pt x="27000" y="25931"/>
                      <a:pt x="25364" y="29435"/>
                    </a:cubicBezTo>
                    <a:cubicBezTo>
                      <a:pt x="23729" y="32939"/>
                      <a:pt x="21160" y="34108"/>
                      <a:pt x="21160" y="34108"/>
                    </a:cubicBezTo>
                    <a:cubicBezTo>
                      <a:pt x="21160" y="34108"/>
                      <a:pt x="21393" y="38080"/>
                      <a:pt x="18122" y="41115"/>
                    </a:cubicBezTo>
                    <a:cubicBezTo>
                      <a:pt x="14852" y="44152"/>
                      <a:pt x="6676" y="49058"/>
                      <a:pt x="1536" y="52329"/>
                    </a:cubicBezTo>
                    <a:cubicBezTo>
                      <a:pt x="999" y="52671"/>
                      <a:pt x="492" y="53033"/>
                      <a:pt x="1" y="53403"/>
                    </a:cubicBezTo>
                    <a:lnTo>
                      <a:pt x="1222" y="54390"/>
                    </a:lnTo>
                    <a:cubicBezTo>
                      <a:pt x="1222" y="54390"/>
                      <a:pt x="6715" y="50130"/>
                      <a:pt x="14450" y="46205"/>
                    </a:cubicBezTo>
                    <a:cubicBezTo>
                      <a:pt x="22187" y="42282"/>
                      <a:pt x="24092" y="39479"/>
                      <a:pt x="26334" y="34882"/>
                    </a:cubicBezTo>
                    <a:cubicBezTo>
                      <a:pt x="28576" y="30287"/>
                      <a:pt x="31379" y="21541"/>
                      <a:pt x="31492" y="20756"/>
                    </a:cubicBezTo>
                    <a:cubicBezTo>
                      <a:pt x="31604" y="19972"/>
                      <a:pt x="33846" y="17954"/>
                      <a:pt x="34183" y="13134"/>
                    </a:cubicBezTo>
                    <a:lnTo>
                      <a:pt x="34519" y="8313"/>
                    </a:lnTo>
                    <a:lnTo>
                      <a:pt x="43126" y="606"/>
                    </a:lnTo>
                    <a:lnTo>
                      <a:pt x="4241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2"/>
              <p:cNvSpPr/>
              <p:nvPr/>
            </p:nvSpPr>
            <p:spPr>
              <a:xfrm>
                <a:off x="5401225" y="3171855"/>
                <a:ext cx="1242341" cy="715712"/>
              </a:xfrm>
              <a:custGeom>
                <a:avLst/>
                <a:gdLst/>
                <a:ahLst/>
                <a:cxnLst/>
                <a:rect l="l" t="t" r="r" b="b"/>
                <a:pathLst>
                  <a:path w="63095" h="36349" extrusionOk="0">
                    <a:moveTo>
                      <a:pt x="28859" y="1"/>
                    </a:moveTo>
                    <a:cubicBezTo>
                      <a:pt x="28859" y="1"/>
                      <a:pt x="27925" y="2804"/>
                      <a:pt x="25354" y="3739"/>
                    </a:cubicBezTo>
                    <a:cubicBezTo>
                      <a:pt x="22785" y="4673"/>
                      <a:pt x="15777" y="8644"/>
                      <a:pt x="15777" y="8644"/>
                    </a:cubicBezTo>
                    <a:cubicBezTo>
                      <a:pt x="15777" y="8644"/>
                      <a:pt x="15543" y="15185"/>
                      <a:pt x="10872" y="19156"/>
                    </a:cubicBezTo>
                    <a:cubicBezTo>
                      <a:pt x="6199" y="23128"/>
                      <a:pt x="816" y="32397"/>
                      <a:pt x="816" y="32397"/>
                    </a:cubicBezTo>
                    <a:lnTo>
                      <a:pt x="0" y="35165"/>
                    </a:lnTo>
                    <a:lnTo>
                      <a:pt x="2547" y="36348"/>
                    </a:lnTo>
                    <a:cubicBezTo>
                      <a:pt x="2547" y="36348"/>
                      <a:pt x="2660" y="32760"/>
                      <a:pt x="8266" y="27267"/>
                    </a:cubicBezTo>
                    <a:cubicBezTo>
                      <a:pt x="13871" y="21774"/>
                      <a:pt x="17346" y="12468"/>
                      <a:pt x="17795" y="12244"/>
                    </a:cubicBezTo>
                    <a:cubicBezTo>
                      <a:pt x="18244" y="12020"/>
                      <a:pt x="28109" y="5517"/>
                      <a:pt x="28109" y="5517"/>
                    </a:cubicBezTo>
                    <a:cubicBezTo>
                      <a:pt x="28109" y="5517"/>
                      <a:pt x="35732" y="10787"/>
                      <a:pt x="44365" y="12244"/>
                    </a:cubicBezTo>
                    <a:cubicBezTo>
                      <a:pt x="47103" y="12706"/>
                      <a:pt x="49930" y="12864"/>
                      <a:pt x="52516" y="12864"/>
                    </a:cubicBezTo>
                    <a:cubicBezTo>
                      <a:pt x="57320" y="12864"/>
                      <a:pt x="61287" y="12319"/>
                      <a:pt x="62285" y="12170"/>
                    </a:cubicBezTo>
                    <a:cubicBezTo>
                      <a:pt x="62777" y="10883"/>
                      <a:pt x="63095" y="9431"/>
                      <a:pt x="62265" y="8878"/>
                    </a:cubicBezTo>
                    <a:cubicBezTo>
                      <a:pt x="60863" y="7943"/>
                      <a:pt x="61330" y="5374"/>
                      <a:pt x="61331" y="5374"/>
                    </a:cubicBezTo>
                    <a:lnTo>
                      <a:pt x="61331" y="5374"/>
                    </a:lnTo>
                    <a:cubicBezTo>
                      <a:pt x="61330" y="5374"/>
                      <a:pt x="60162" y="7943"/>
                      <a:pt x="50819" y="7943"/>
                    </a:cubicBezTo>
                    <a:cubicBezTo>
                      <a:pt x="41473" y="7943"/>
                      <a:pt x="28859" y="1"/>
                      <a:pt x="288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2"/>
              <p:cNvSpPr/>
              <p:nvPr/>
            </p:nvSpPr>
            <p:spPr>
              <a:xfrm>
                <a:off x="5632504" y="2549808"/>
                <a:ext cx="1576815" cy="967015"/>
              </a:xfrm>
              <a:custGeom>
                <a:avLst/>
                <a:gdLst/>
                <a:ahLst/>
                <a:cxnLst/>
                <a:rect l="l" t="t" r="r" b="b"/>
                <a:pathLst>
                  <a:path w="80082" h="49112" extrusionOk="0">
                    <a:moveTo>
                      <a:pt x="57844" y="1"/>
                    </a:moveTo>
                    <a:cubicBezTo>
                      <a:pt x="56428" y="1"/>
                      <a:pt x="54679" y="131"/>
                      <a:pt x="53034" y="301"/>
                    </a:cubicBezTo>
                    <a:cubicBezTo>
                      <a:pt x="51444" y="2525"/>
                      <a:pt x="50781" y="3924"/>
                      <a:pt x="50781" y="3924"/>
                    </a:cubicBezTo>
                    <a:cubicBezTo>
                      <a:pt x="50781" y="3924"/>
                      <a:pt x="30488" y="7401"/>
                      <a:pt x="24210" y="12781"/>
                    </a:cubicBezTo>
                    <a:cubicBezTo>
                      <a:pt x="24210" y="12781"/>
                      <a:pt x="14905" y="15248"/>
                      <a:pt x="10982" y="18948"/>
                    </a:cubicBezTo>
                    <a:cubicBezTo>
                      <a:pt x="7058" y="22647"/>
                      <a:pt x="5264" y="29486"/>
                      <a:pt x="5264" y="29486"/>
                    </a:cubicBezTo>
                    <a:cubicBezTo>
                      <a:pt x="5264" y="29486"/>
                      <a:pt x="2472" y="31861"/>
                      <a:pt x="1" y="33673"/>
                    </a:cubicBezTo>
                    <a:cubicBezTo>
                      <a:pt x="373" y="33647"/>
                      <a:pt x="794" y="33628"/>
                      <a:pt x="1242" y="33628"/>
                    </a:cubicBezTo>
                    <a:cubicBezTo>
                      <a:pt x="3138" y="33628"/>
                      <a:pt x="5540" y="33961"/>
                      <a:pt x="6945" y="35428"/>
                    </a:cubicBezTo>
                    <a:cubicBezTo>
                      <a:pt x="8703" y="37262"/>
                      <a:pt x="8585" y="40499"/>
                      <a:pt x="8332" y="42377"/>
                    </a:cubicBezTo>
                    <a:cubicBezTo>
                      <a:pt x="11376" y="40396"/>
                      <a:pt x="16363" y="37109"/>
                      <a:pt x="16363" y="37109"/>
                    </a:cubicBezTo>
                    <a:cubicBezTo>
                      <a:pt x="16363" y="37109"/>
                      <a:pt x="23986" y="42379"/>
                      <a:pt x="32619" y="43836"/>
                    </a:cubicBezTo>
                    <a:cubicBezTo>
                      <a:pt x="35357" y="44298"/>
                      <a:pt x="38185" y="44456"/>
                      <a:pt x="40771" y="44456"/>
                    </a:cubicBezTo>
                    <a:cubicBezTo>
                      <a:pt x="46338" y="44456"/>
                      <a:pt x="50781" y="43724"/>
                      <a:pt x="50781" y="43724"/>
                    </a:cubicBezTo>
                    <a:lnTo>
                      <a:pt x="50781" y="43724"/>
                    </a:lnTo>
                    <a:lnTo>
                      <a:pt x="50348" y="45059"/>
                    </a:lnTo>
                    <a:cubicBezTo>
                      <a:pt x="51440" y="44242"/>
                      <a:pt x="53389" y="43169"/>
                      <a:pt x="56103" y="43169"/>
                    </a:cubicBezTo>
                    <a:cubicBezTo>
                      <a:pt x="57407" y="43169"/>
                      <a:pt x="58887" y="43416"/>
                      <a:pt x="60534" y="44060"/>
                    </a:cubicBezTo>
                    <a:cubicBezTo>
                      <a:pt x="63325" y="45151"/>
                      <a:pt x="64722" y="47073"/>
                      <a:pt x="65384" y="49112"/>
                    </a:cubicBezTo>
                    <a:cubicBezTo>
                      <a:pt x="66254" y="46572"/>
                      <a:pt x="66874" y="44533"/>
                      <a:pt x="66926" y="44172"/>
                    </a:cubicBezTo>
                    <a:cubicBezTo>
                      <a:pt x="67038" y="43388"/>
                      <a:pt x="69281" y="41371"/>
                      <a:pt x="69616" y="36550"/>
                    </a:cubicBezTo>
                    <a:lnTo>
                      <a:pt x="69953" y="31729"/>
                    </a:lnTo>
                    <a:lnTo>
                      <a:pt x="79872" y="22850"/>
                    </a:lnTo>
                    <a:cubicBezTo>
                      <a:pt x="80082" y="20694"/>
                      <a:pt x="79809" y="17374"/>
                      <a:pt x="77801" y="12782"/>
                    </a:cubicBezTo>
                    <a:cubicBezTo>
                      <a:pt x="73876" y="3813"/>
                      <a:pt x="61319" y="1"/>
                      <a:pt x="57844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2"/>
              <p:cNvSpPr/>
              <p:nvPr/>
            </p:nvSpPr>
            <p:spPr>
              <a:xfrm>
                <a:off x="5626046" y="2543901"/>
                <a:ext cx="1588885" cy="978829"/>
              </a:xfrm>
              <a:custGeom>
                <a:avLst/>
                <a:gdLst/>
                <a:ahLst/>
                <a:cxnLst/>
                <a:rect l="l" t="t" r="r" b="b"/>
                <a:pathLst>
                  <a:path w="80695" h="49712" extrusionOk="0">
                    <a:moveTo>
                      <a:pt x="58173" y="601"/>
                    </a:moveTo>
                    <a:cubicBezTo>
                      <a:pt x="61588" y="601"/>
                      <a:pt x="73999" y="4393"/>
                      <a:pt x="77852" y="13202"/>
                    </a:cubicBezTo>
                    <a:cubicBezTo>
                      <a:pt x="79850" y="17768"/>
                      <a:pt x="80081" y="21037"/>
                      <a:pt x="79911" y="23004"/>
                    </a:cubicBezTo>
                    <a:lnTo>
                      <a:pt x="70079" y="31805"/>
                    </a:lnTo>
                    <a:cubicBezTo>
                      <a:pt x="70021" y="31857"/>
                      <a:pt x="69986" y="31929"/>
                      <a:pt x="69980" y="32006"/>
                    </a:cubicBezTo>
                    <a:lnTo>
                      <a:pt x="69643" y="36829"/>
                    </a:lnTo>
                    <a:cubicBezTo>
                      <a:pt x="69405" y="40259"/>
                      <a:pt x="68201" y="42202"/>
                      <a:pt x="67484" y="43364"/>
                    </a:cubicBezTo>
                    <a:cubicBezTo>
                      <a:pt x="67190" y="43839"/>
                      <a:pt x="66994" y="44153"/>
                      <a:pt x="66955" y="44430"/>
                    </a:cubicBezTo>
                    <a:cubicBezTo>
                      <a:pt x="66917" y="44697"/>
                      <a:pt x="66455" y="46264"/>
                      <a:pt x="65697" y="48519"/>
                    </a:cubicBezTo>
                    <a:cubicBezTo>
                      <a:pt x="64805" y="46449"/>
                      <a:pt x="63219" y="44959"/>
                      <a:pt x="60971" y="44081"/>
                    </a:cubicBezTo>
                    <a:cubicBezTo>
                      <a:pt x="59285" y="43422"/>
                      <a:pt x="57767" y="43168"/>
                      <a:pt x="56429" y="43168"/>
                    </a:cubicBezTo>
                    <a:cubicBezTo>
                      <a:pt x="54169" y="43168"/>
                      <a:pt x="52419" y="43893"/>
                      <a:pt x="51232" y="44619"/>
                    </a:cubicBezTo>
                    <a:lnTo>
                      <a:pt x="51395" y="44117"/>
                    </a:lnTo>
                    <a:cubicBezTo>
                      <a:pt x="51459" y="43919"/>
                      <a:pt x="51309" y="43724"/>
                      <a:pt x="51111" y="43724"/>
                    </a:cubicBezTo>
                    <a:cubicBezTo>
                      <a:pt x="51094" y="43724"/>
                      <a:pt x="51077" y="43725"/>
                      <a:pt x="51060" y="43728"/>
                    </a:cubicBezTo>
                    <a:cubicBezTo>
                      <a:pt x="50996" y="43738"/>
                      <a:pt x="46568" y="44451"/>
                      <a:pt x="41070" y="44451"/>
                    </a:cubicBezTo>
                    <a:cubicBezTo>
                      <a:pt x="38501" y="44451"/>
                      <a:pt x="35698" y="44295"/>
                      <a:pt x="32997" y="43839"/>
                    </a:cubicBezTo>
                    <a:cubicBezTo>
                      <a:pt x="24533" y="42412"/>
                      <a:pt x="16938" y="37215"/>
                      <a:pt x="16861" y="37163"/>
                    </a:cubicBezTo>
                    <a:cubicBezTo>
                      <a:pt x="16810" y="37127"/>
                      <a:pt x="16751" y="37109"/>
                      <a:pt x="16691" y="37109"/>
                    </a:cubicBezTo>
                    <a:cubicBezTo>
                      <a:pt x="16633" y="37109"/>
                      <a:pt x="16576" y="37126"/>
                      <a:pt x="16526" y="37159"/>
                    </a:cubicBezTo>
                    <a:cubicBezTo>
                      <a:pt x="16526" y="37159"/>
                      <a:pt x="12089" y="40083"/>
                      <a:pt x="9032" y="42076"/>
                    </a:cubicBezTo>
                    <a:cubicBezTo>
                      <a:pt x="9216" y="40155"/>
                      <a:pt x="9152" y="37254"/>
                      <a:pt x="7491" y="35521"/>
                    </a:cubicBezTo>
                    <a:cubicBezTo>
                      <a:pt x="5997" y="33961"/>
                      <a:pt x="3443" y="33629"/>
                      <a:pt x="1527" y="33629"/>
                    </a:cubicBezTo>
                    <a:cubicBezTo>
                      <a:pt x="1447" y="33629"/>
                      <a:pt x="1368" y="33630"/>
                      <a:pt x="1290" y="33631"/>
                    </a:cubicBezTo>
                    <a:cubicBezTo>
                      <a:pt x="3518" y="31941"/>
                      <a:pt x="5762" y="30036"/>
                      <a:pt x="5787" y="30015"/>
                    </a:cubicBezTo>
                    <a:cubicBezTo>
                      <a:pt x="5834" y="29974"/>
                      <a:pt x="5867" y="29921"/>
                      <a:pt x="5883" y="29862"/>
                    </a:cubicBezTo>
                    <a:cubicBezTo>
                      <a:pt x="5901" y="29794"/>
                      <a:pt x="7699" y="23064"/>
                      <a:pt x="11516" y="19466"/>
                    </a:cubicBezTo>
                    <a:cubicBezTo>
                      <a:pt x="15339" y="15861"/>
                      <a:pt x="24524" y="13396"/>
                      <a:pt x="24617" y="13372"/>
                    </a:cubicBezTo>
                    <a:cubicBezTo>
                      <a:pt x="24659" y="13360"/>
                      <a:pt x="24700" y="13338"/>
                      <a:pt x="24735" y="13310"/>
                    </a:cubicBezTo>
                    <a:cubicBezTo>
                      <a:pt x="30878" y="8044"/>
                      <a:pt x="50958" y="4555"/>
                      <a:pt x="51160" y="4521"/>
                    </a:cubicBezTo>
                    <a:cubicBezTo>
                      <a:pt x="51256" y="4504"/>
                      <a:pt x="51339" y="4442"/>
                      <a:pt x="51382" y="4353"/>
                    </a:cubicBezTo>
                    <a:cubicBezTo>
                      <a:pt x="51387" y="4340"/>
                      <a:pt x="52032" y="2995"/>
                      <a:pt x="53528" y="887"/>
                    </a:cubicBezTo>
                    <a:cubicBezTo>
                      <a:pt x="55394" y="697"/>
                      <a:pt x="56955" y="601"/>
                      <a:pt x="58173" y="601"/>
                    </a:cubicBezTo>
                    <a:close/>
                    <a:moveTo>
                      <a:pt x="58172" y="1"/>
                    </a:moveTo>
                    <a:cubicBezTo>
                      <a:pt x="56905" y="1"/>
                      <a:pt x="55276" y="102"/>
                      <a:pt x="53331" y="303"/>
                    </a:cubicBezTo>
                    <a:cubicBezTo>
                      <a:pt x="53245" y="312"/>
                      <a:pt x="53167" y="357"/>
                      <a:pt x="53117" y="427"/>
                    </a:cubicBezTo>
                    <a:cubicBezTo>
                      <a:pt x="51799" y="2271"/>
                      <a:pt x="51116" y="3544"/>
                      <a:pt x="50907" y="3954"/>
                    </a:cubicBezTo>
                    <a:cubicBezTo>
                      <a:pt x="48902" y="4306"/>
                      <a:pt x="30502" y="7645"/>
                      <a:pt x="24395" y="12808"/>
                    </a:cubicBezTo>
                    <a:cubicBezTo>
                      <a:pt x="23484" y="13055"/>
                      <a:pt x="14906" y="15442"/>
                      <a:pt x="11104" y="19028"/>
                    </a:cubicBezTo>
                    <a:cubicBezTo>
                      <a:pt x="7364" y="22554"/>
                      <a:pt x="5564" y="28751"/>
                      <a:pt x="5326" y="29616"/>
                    </a:cubicBezTo>
                    <a:cubicBezTo>
                      <a:pt x="4876" y="29998"/>
                      <a:pt x="2368" y="32105"/>
                      <a:pt x="151" y="33730"/>
                    </a:cubicBezTo>
                    <a:cubicBezTo>
                      <a:pt x="43" y="33810"/>
                      <a:pt x="0" y="33951"/>
                      <a:pt x="46" y="34077"/>
                    </a:cubicBezTo>
                    <a:cubicBezTo>
                      <a:pt x="90" y="34195"/>
                      <a:pt x="203" y="34273"/>
                      <a:pt x="328" y="34273"/>
                    </a:cubicBezTo>
                    <a:cubicBezTo>
                      <a:pt x="336" y="34273"/>
                      <a:pt x="343" y="34273"/>
                      <a:pt x="350" y="34272"/>
                    </a:cubicBezTo>
                    <a:cubicBezTo>
                      <a:pt x="704" y="34246"/>
                      <a:pt x="1116" y="34227"/>
                      <a:pt x="1561" y="34227"/>
                    </a:cubicBezTo>
                    <a:cubicBezTo>
                      <a:pt x="3362" y="34227"/>
                      <a:pt x="5715" y="34536"/>
                      <a:pt x="7056" y="35936"/>
                    </a:cubicBezTo>
                    <a:cubicBezTo>
                      <a:pt x="8742" y="37695"/>
                      <a:pt x="8599" y="40889"/>
                      <a:pt x="8363" y="42637"/>
                    </a:cubicBezTo>
                    <a:cubicBezTo>
                      <a:pt x="8337" y="42830"/>
                      <a:pt x="8490" y="42978"/>
                      <a:pt x="8660" y="42978"/>
                    </a:cubicBezTo>
                    <a:cubicBezTo>
                      <a:pt x="8715" y="42978"/>
                      <a:pt x="8771" y="42963"/>
                      <a:pt x="8824" y="42929"/>
                    </a:cubicBezTo>
                    <a:cubicBezTo>
                      <a:pt x="11539" y="41162"/>
                      <a:pt x="15798" y="38357"/>
                      <a:pt x="16689" y="37770"/>
                    </a:cubicBezTo>
                    <a:cubicBezTo>
                      <a:pt x="17867" y="38549"/>
                      <a:pt x="25003" y="43101"/>
                      <a:pt x="32897" y="44432"/>
                    </a:cubicBezTo>
                    <a:cubicBezTo>
                      <a:pt x="35633" y="44894"/>
                      <a:pt x="38471" y="45052"/>
                      <a:pt x="41071" y="45052"/>
                    </a:cubicBezTo>
                    <a:cubicBezTo>
                      <a:pt x="45578" y="45052"/>
                      <a:pt x="49369" y="44578"/>
                      <a:pt x="50674" y="44393"/>
                    </a:cubicBezTo>
                    <a:lnTo>
                      <a:pt x="50674" y="44393"/>
                    </a:lnTo>
                    <a:lnTo>
                      <a:pt x="50390" y="45267"/>
                    </a:lnTo>
                    <a:cubicBezTo>
                      <a:pt x="50350" y="45391"/>
                      <a:pt x="50394" y="45528"/>
                      <a:pt x="50501" y="45604"/>
                    </a:cubicBezTo>
                    <a:cubicBezTo>
                      <a:pt x="50553" y="45641"/>
                      <a:pt x="50614" y="45660"/>
                      <a:pt x="50675" y="45660"/>
                    </a:cubicBezTo>
                    <a:cubicBezTo>
                      <a:pt x="50739" y="45660"/>
                      <a:pt x="50803" y="45640"/>
                      <a:pt x="50856" y="45600"/>
                    </a:cubicBezTo>
                    <a:cubicBezTo>
                      <a:pt x="51923" y="44803"/>
                      <a:pt x="53809" y="43771"/>
                      <a:pt x="56432" y="43771"/>
                    </a:cubicBezTo>
                    <a:cubicBezTo>
                      <a:pt x="57703" y="43771"/>
                      <a:pt x="59146" y="44013"/>
                      <a:pt x="60753" y="44641"/>
                    </a:cubicBezTo>
                    <a:cubicBezTo>
                      <a:pt x="63104" y="45560"/>
                      <a:pt x="64676" y="47196"/>
                      <a:pt x="65426" y="49504"/>
                    </a:cubicBezTo>
                    <a:cubicBezTo>
                      <a:pt x="65466" y="49628"/>
                      <a:pt x="65580" y="49711"/>
                      <a:pt x="65709" y="49712"/>
                    </a:cubicBezTo>
                    <a:lnTo>
                      <a:pt x="65711" y="49712"/>
                    </a:lnTo>
                    <a:cubicBezTo>
                      <a:pt x="65839" y="49712"/>
                      <a:pt x="65954" y="49631"/>
                      <a:pt x="65996" y="49509"/>
                    </a:cubicBezTo>
                    <a:cubicBezTo>
                      <a:pt x="66791" y="47188"/>
                      <a:pt x="67489" y="44948"/>
                      <a:pt x="67550" y="44515"/>
                    </a:cubicBezTo>
                    <a:cubicBezTo>
                      <a:pt x="67573" y="44362"/>
                      <a:pt x="67768" y="44047"/>
                      <a:pt x="67995" y="43680"/>
                    </a:cubicBezTo>
                    <a:cubicBezTo>
                      <a:pt x="68693" y="42550"/>
                      <a:pt x="69994" y="40448"/>
                      <a:pt x="70244" y="36870"/>
                    </a:cubicBezTo>
                    <a:lnTo>
                      <a:pt x="70571" y="32170"/>
                    </a:lnTo>
                    <a:lnTo>
                      <a:pt x="80400" y="23373"/>
                    </a:lnTo>
                    <a:cubicBezTo>
                      <a:pt x="80455" y="23322"/>
                      <a:pt x="80489" y="23253"/>
                      <a:pt x="80498" y="23178"/>
                    </a:cubicBezTo>
                    <a:cubicBezTo>
                      <a:pt x="80694" y="21153"/>
                      <a:pt x="80492" y="17737"/>
                      <a:pt x="78403" y="12961"/>
                    </a:cubicBezTo>
                    <a:cubicBezTo>
                      <a:pt x="74439" y="3901"/>
                      <a:pt x="61681" y="1"/>
                      <a:pt x="58172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2"/>
              <p:cNvSpPr/>
              <p:nvPr/>
            </p:nvSpPr>
            <p:spPr>
              <a:xfrm>
                <a:off x="5401225" y="3171855"/>
                <a:ext cx="1242341" cy="715712"/>
              </a:xfrm>
              <a:custGeom>
                <a:avLst/>
                <a:gdLst/>
                <a:ahLst/>
                <a:cxnLst/>
                <a:rect l="l" t="t" r="r" b="b"/>
                <a:pathLst>
                  <a:path w="63095" h="36349" extrusionOk="0">
                    <a:moveTo>
                      <a:pt x="28859" y="1"/>
                    </a:moveTo>
                    <a:cubicBezTo>
                      <a:pt x="28859" y="1"/>
                      <a:pt x="27925" y="2804"/>
                      <a:pt x="25354" y="3739"/>
                    </a:cubicBezTo>
                    <a:cubicBezTo>
                      <a:pt x="22785" y="4673"/>
                      <a:pt x="15777" y="8644"/>
                      <a:pt x="15777" y="8644"/>
                    </a:cubicBezTo>
                    <a:cubicBezTo>
                      <a:pt x="15777" y="8644"/>
                      <a:pt x="15543" y="15185"/>
                      <a:pt x="10872" y="19156"/>
                    </a:cubicBezTo>
                    <a:cubicBezTo>
                      <a:pt x="6199" y="23128"/>
                      <a:pt x="816" y="32397"/>
                      <a:pt x="816" y="32397"/>
                    </a:cubicBezTo>
                    <a:lnTo>
                      <a:pt x="0" y="35165"/>
                    </a:lnTo>
                    <a:lnTo>
                      <a:pt x="2547" y="36348"/>
                    </a:lnTo>
                    <a:cubicBezTo>
                      <a:pt x="2547" y="36348"/>
                      <a:pt x="2660" y="32760"/>
                      <a:pt x="8266" y="27267"/>
                    </a:cubicBezTo>
                    <a:cubicBezTo>
                      <a:pt x="13871" y="21774"/>
                      <a:pt x="17346" y="12468"/>
                      <a:pt x="17795" y="12244"/>
                    </a:cubicBezTo>
                    <a:cubicBezTo>
                      <a:pt x="18244" y="12020"/>
                      <a:pt x="28109" y="5517"/>
                      <a:pt x="28109" y="5517"/>
                    </a:cubicBezTo>
                    <a:cubicBezTo>
                      <a:pt x="28109" y="5517"/>
                      <a:pt x="35732" y="10787"/>
                      <a:pt x="44365" y="12244"/>
                    </a:cubicBezTo>
                    <a:cubicBezTo>
                      <a:pt x="47103" y="12706"/>
                      <a:pt x="49930" y="12864"/>
                      <a:pt x="52516" y="12864"/>
                    </a:cubicBezTo>
                    <a:cubicBezTo>
                      <a:pt x="57320" y="12864"/>
                      <a:pt x="61287" y="12319"/>
                      <a:pt x="62285" y="12170"/>
                    </a:cubicBezTo>
                    <a:cubicBezTo>
                      <a:pt x="62777" y="10883"/>
                      <a:pt x="63095" y="9431"/>
                      <a:pt x="62265" y="8878"/>
                    </a:cubicBezTo>
                    <a:cubicBezTo>
                      <a:pt x="60863" y="7943"/>
                      <a:pt x="61330" y="5374"/>
                      <a:pt x="61331" y="5374"/>
                    </a:cubicBezTo>
                    <a:lnTo>
                      <a:pt x="61331" y="5374"/>
                    </a:lnTo>
                    <a:cubicBezTo>
                      <a:pt x="61330" y="5374"/>
                      <a:pt x="60162" y="7943"/>
                      <a:pt x="50819" y="7943"/>
                    </a:cubicBezTo>
                    <a:cubicBezTo>
                      <a:pt x="41473" y="7943"/>
                      <a:pt x="28859" y="1"/>
                      <a:pt x="2885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2"/>
              <p:cNvSpPr/>
              <p:nvPr/>
            </p:nvSpPr>
            <p:spPr>
              <a:xfrm>
                <a:off x="6330180" y="3010870"/>
                <a:ext cx="849171" cy="1070939"/>
              </a:xfrm>
              <a:custGeom>
                <a:avLst/>
                <a:gdLst/>
                <a:ahLst/>
                <a:cxnLst/>
                <a:rect l="l" t="t" r="r" b="b"/>
                <a:pathLst>
                  <a:path w="43127" h="54390" extrusionOk="0">
                    <a:moveTo>
                      <a:pt x="42419" y="0"/>
                    </a:moveTo>
                    <a:lnTo>
                      <a:pt x="32841" y="4439"/>
                    </a:lnTo>
                    <a:cubicBezTo>
                      <a:pt x="32841" y="4439"/>
                      <a:pt x="33308" y="11681"/>
                      <a:pt x="30738" y="15419"/>
                    </a:cubicBezTo>
                    <a:cubicBezTo>
                      <a:pt x="28168" y="19157"/>
                      <a:pt x="27234" y="20325"/>
                      <a:pt x="27234" y="20325"/>
                    </a:cubicBezTo>
                    <a:cubicBezTo>
                      <a:pt x="27234" y="20325"/>
                      <a:pt x="27000" y="25931"/>
                      <a:pt x="25364" y="29435"/>
                    </a:cubicBezTo>
                    <a:cubicBezTo>
                      <a:pt x="23729" y="32939"/>
                      <a:pt x="21160" y="34108"/>
                      <a:pt x="21160" y="34108"/>
                    </a:cubicBezTo>
                    <a:cubicBezTo>
                      <a:pt x="21160" y="34108"/>
                      <a:pt x="21393" y="38080"/>
                      <a:pt x="18122" y="41115"/>
                    </a:cubicBezTo>
                    <a:cubicBezTo>
                      <a:pt x="14852" y="44152"/>
                      <a:pt x="6676" y="49058"/>
                      <a:pt x="1536" y="52329"/>
                    </a:cubicBezTo>
                    <a:cubicBezTo>
                      <a:pt x="999" y="52671"/>
                      <a:pt x="492" y="53033"/>
                      <a:pt x="1" y="53403"/>
                    </a:cubicBezTo>
                    <a:lnTo>
                      <a:pt x="1222" y="54390"/>
                    </a:lnTo>
                    <a:cubicBezTo>
                      <a:pt x="1222" y="54390"/>
                      <a:pt x="6715" y="50130"/>
                      <a:pt x="14450" y="46205"/>
                    </a:cubicBezTo>
                    <a:cubicBezTo>
                      <a:pt x="22187" y="42282"/>
                      <a:pt x="24092" y="39479"/>
                      <a:pt x="26334" y="34882"/>
                    </a:cubicBezTo>
                    <a:cubicBezTo>
                      <a:pt x="28576" y="30287"/>
                      <a:pt x="31379" y="21541"/>
                      <a:pt x="31492" y="20756"/>
                    </a:cubicBezTo>
                    <a:cubicBezTo>
                      <a:pt x="31604" y="19972"/>
                      <a:pt x="33846" y="17954"/>
                      <a:pt x="34183" y="13134"/>
                    </a:cubicBezTo>
                    <a:lnTo>
                      <a:pt x="34519" y="8313"/>
                    </a:lnTo>
                    <a:lnTo>
                      <a:pt x="43126" y="606"/>
                    </a:lnTo>
                    <a:lnTo>
                      <a:pt x="42419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2"/>
              <p:cNvSpPr/>
              <p:nvPr/>
            </p:nvSpPr>
            <p:spPr>
              <a:xfrm>
                <a:off x="6591033" y="3117885"/>
                <a:ext cx="123043" cy="274498"/>
              </a:xfrm>
              <a:custGeom>
                <a:avLst/>
                <a:gdLst/>
                <a:ahLst/>
                <a:cxnLst/>
                <a:rect l="l" t="t" r="r" b="b"/>
                <a:pathLst>
                  <a:path w="6249" h="13941" extrusionOk="0">
                    <a:moveTo>
                      <a:pt x="5906" y="1"/>
                    </a:moveTo>
                    <a:cubicBezTo>
                      <a:pt x="5856" y="1"/>
                      <a:pt x="5804" y="14"/>
                      <a:pt x="5758" y="41"/>
                    </a:cubicBezTo>
                    <a:cubicBezTo>
                      <a:pt x="5615" y="126"/>
                      <a:pt x="2275" y="2174"/>
                      <a:pt x="1136" y="6614"/>
                    </a:cubicBezTo>
                    <a:cubicBezTo>
                      <a:pt x="0" y="11041"/>
                      <a:pt x="1217" y="13660"/>
                      <a:pt x="1269" y="13769"/>
                    </a:cubicBezTo>
                    <a:cubicBezTo>
                      <a:pt x="1319" y="13874"/>
                      <a:pt x="1424" y="13940"/>
                      <a:pt x="1539" y="13940"/>
                    </a:cubicBezTo>
                    <a:cubicBezTo>
                      <a:pt x="1761" y="13940"/>
                      <a:pt x="1905" y="13710"/>
                      <a:pt x="1811" y="13511"/>
                    </a:cubicBezTo>
                    <a:cubicBezTo>
                      <a:pt x="1799" y="13486"/>
                      <a:pt x="641" y="10963"/>
                      <a:pt x="1718" y="6763"/>
                    </a:cubicBezTo>
                    <a:cubicBezTo>
                      <a:pt x="2793" y="2570"/>
                      <a:pt x="6034" y="575"/>
                      <a:pt x="6066" y="556"/>
                    </a:cubicBezTo>
                    <a:cubicBezTo>
                      <a:pt x="6205" y="470"/>
                      <a:pt x="6248" y="287"/>
                      <a:pt x="6164" y="147"/>
                    </a:cubicBezTo>
                    <a:cubicBezTo>
                      <a:pt x="6108" y="53"/>
                      <a:pt x="6008" y="1"/>
                      <a:pt x="590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2"/>
              <p:cNvSpPr/>
              <p:nvPr/>
            </p:nvSpPr>
            <p:spPr>
              <a:xfrm>
                <a:off x="5854607" y="2454292"/>
                <a:ext cx="782796" cy="448558"/>
              </a:xfrm>
              <a:custGeom>
                <a:avLst/>
                <a:gdLst/>
                <a:ahLst/>
                <a:cxnLst/>
                <a:rect l="l" t="t" r="r" b="b"/>
                <a:pathLst>
                  <a:path w="39756" h="22781" extrusionOk="0">
                    <a:moveTo>
                      <a:pt x="18196" y="0"/>
                    </a:moveTo>
                    <a:cubicBezTo>
                      <a:pt x="13076" y="0"/>
                      <a:pt x="8222" y="1483"/>
                      <a:pt x="6165" y="3092"/>
                    </a:cubicBezTo>
                    <a:cubicBezTo>
                      <a:pt x="3272" y="5357"/>
                      <a:pt x="5914" y="6112"/>
                      <a:pt x="7297" y="6489"/>
                    </a:cubicBezTo>
                    <a:cubicBezTo>
                      <a:pt x="8682" y="6866"/>
                      <a:pt x="4530" y="7118"/>
                      <a:pt x="2391" y="9508"/>
                    </a:cubicBezTo>
                    <a:cubicBezTo>
                      <a:pt x="252" y="11898"/>
                      <a:pt x="1" y="16176"/>
                      <a:pt x="1763" y="17183"/>
                    </a:cubicBezTo>
                    <a:cubicBezTo>
                      <a:pt x="2083" y="17366"/>
                      <a:pt x="2511" y="17441"/>
                      <a:pt x="2998" y="17441"/>
                    </a:cubicBezTo>
                    <a:cubicBezTo>
                      <a:pt x="5187" y="17441"/>
                      <a:pt x="8555" y="15925"/>
                      <a:pt x="8555" y="15925"/>
                    </a:cubicBezTo>
                    <a:lnTo>
                      <a:pt x="9815" y="16804"/>
                    </a:lnTo>
                    <a:lnTo>
                      <a:pt x="22646" y="13534"/>
                    </a:lnTo>
                    <a:lnTo>
                      <a:pt x="22771" y="14415"/>
                    </a:lnTo>
                    <a:cubicBezTo>
                      <a:pt x="22851" y="14975"/>
                      <a:pt x="24812" y="15077"/>
                      <a:pt x="26521" y="15077"/>
                    </a:cubicBezTo>
                    <a:cubicBezTo>
                      <a:pt x="27501" y="15077"/>
                      <a:pt x="28398" y="15044"/>
                      <a:pt x="28811" y="15044"/>
                    </a:cubicBezTo>
                    <a:cubicBezTo>
                      <a:pt x="29942" y="15044"/>
                      <a:pt x="30949" y="20201"/>
                      <a:pt x="32711" y="21711"/>
                    </a:cubicBezTo>
                    <a:cubicBezTo>
                      <a:pt x="33591" y="22466"/>
                      <a:pt x="34408" y="22780"/>
                      <a:pt x="35132" y="22780"/>
                    </a:cubicBezTo>
                    <a:cubicBezTo>
                      <a:pt x="35855" y="22780"/>
                      <a:pt x="36484" y="22466"/>
                      <a:pt x="36987" y="21963"/>
                    </a:cubicBezTo>
                    <a:cubicBezTo>
                      <a:pt x="37995" y="20958"/>
                      <a:pt x="39756" y="18566"/>
                      <a:pt x="39503" y="15925"/>
                    </a:cubicBezTo>
                    <a:cubicBezTo>
                      <a:pt x="39252" y="13282"/>
                      <a:pt x="38120" y="12150"/>
                      <a:pt x="38120" y="12150"/>
                    </a:cubicBezTo>
                    <a:cubicBezTo>
                      <a:pt x="38120" y="12150"/>
                      <a:pt x="38875" y="11521"/>
                      <a:pt x="38372" y="10515"/>
                    </a:cubicBezTo>
                    <a:cubicBezTo>
                      <a:pt x="38228" y="10227"/>
                      <a:pt x="37879" y="10124"/>
                      <a:pt x="37454" y="10124"/>
                    </a:cubicBezTo>
                    <a:cubicBezTo>
                      <a:pt x="36390" y="10124"/>
                      <a:pt x="34850" y="10767"/>
                      <a:pt x="34850" y="10767"/>
                    </a:cubicBezTo>
                    <a:cubicBezTo>
                      <a:pt x="34850" y="10767"/>
                      <a:pt x="34850" y="10138"/>
                      <a:pt x="34346" y="8376"/>
                    </a:cubicBezTo>
                    <a:cubicBezTo>
                      <a:pt x="33843" y="6615"/>
                      <a:pt x="31326" y="2841"/>
                      <a:pt x="24408" y="828"/>
                    </a:cubicBezTo>
                    <a:cubicBezTo>
                      <a:pt x="22406" y="246"/>
                      <a:pt x="20279" y="0"/>
                      <a:pt x="1819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2"/>
              <p:cNvSpPr/>
              <p:nvPr/>
            </p:nvSpPr>
            <p:spPr>
              <a:xfrm>
                <a:off x="5855474" y="2448267"/>
                <a:ext cx="787521" cy="460608"/>
              </a:xfrm>
              <a:custGeom>
                <a:avLst/>
                <a:gdLst/>
                <a:ahLst/>
                <a:cxnLst/>
                <a:rect l="l" t="t" r="r" b="b"/>
                <a:pathLst>
                  <a:path w="39996" h="23393" extrusionOk="0">
                    <a:moveTo>
                      <a:pt x="18192" y="616"/>
                    </a:moveTo>
                    <a:cubicBezTo>
                      <a:pt x="20244" y="616"/>
                      <a:pt x="22331" y="855"/>
                      <a:pt x="24279" y="1422"/>
                    </a:cubicBezTo>
                    <a:cubicBezTo>
                      <a:pt x="30853" y="3334"/>
                      <a:pt x="33491" y="6938"/>
                      <a:pt x="34014" y="8765"/>
                    </a:cubicBezTo>
                    <a:cubicBezTo>
                      <a:pt x="34491" y="10440"/>
                      <a:pt x="34504" y="11067"/>
                      <a:pt x="34504" y="11072"/>
                    </a:cubicBezTo>
                    <a:cubicBezTo>
                      <a:pt x="34504" y="11173"/>
                      <a:pt x="34554" y="11266"/>
                      <a:pt x="34637" y="11322"/>
                    </a:cubicBezTo>
                    <a:cubicBezTo>
                      <a:pt x="34688" y="11356"/>
                      <a:pt x="34746" y="11373"/>
                      <a:pt x="34804" y="11373"/>
                    </a:cubicBezTo>
                    <a:cubicBezTo>
                      <a:pt x="34843" y="11373"/>
                      <a:pt x="34882" y="11365"/>
                      <a:pt x="34919" y="11349"/>
                    </a:cubicBezTo>
                    <a:cubicBezTo>
                      <a:pt x="35705" y="11022"/>
                      <a:pt x="36755" y="10730"/>
                      <a:pt x="37427" y="10730"/>
                    </a:cubicBezTo>
                    <a:cubicBezTo>
                      <a:pt x="37745" y="10730"/>
                      <a:pt x="37978" y="10796"/>
                      <a:pt x="38058" y="10955"/>
                    </a:cubicBezTo>
                    <a:cubicBezTo>
                      <a:pt x="38438" y="11715"/>
                      <a:pt x="37939" y="12177"/>
                      <a:pt x="37882" y="12224"/>
                    </a:cubicBezTo>
                    <a:cubicBezTo>
                      <a:pt x="37747" y="12338"/>
                      <a:pt x="37738" y="12542"/>
                      <a:pt x="37862" y="12668"/>
                    </a:cubicBezTo>
                    <a:cubicBezTo>
                      <a:pt x="37872" y="12678"/>
                      <a:pt x="38922" y="13774"/>
                      <a:pt x="39159" y="16259"/>
                    </a:cubicBezTo>
                    <a:cubicBezTo>
                      <a:pt x="39376" y="18529"/>
                      <a:pt x="37987" y="20800"/>
                      <a:pt x="36731" y="22056"/>
                    </a:cubicBezTo>
                    <a:cubicBezTo>
                      <a:pt x="36243" y="22544"/>
                      <a:pt x="35688" y="22787"/>
                      <a:pt x="35091" y="22787"/>
                    </a:cubicBezTo>
                    <a:cubicBezTo>
                      <a:pt x="34392" y="22787"/>
                      <a:pt x="33635" y="22454"/>
                      <a:pt x="32861" y="21789"/>
                    </a:cubicBezTo>
                    <a:cubicBezTo>
                      <a:pt x="32035" y="21081"/>
                      <a:pt x="31356" y="19444"/>
                      <a:pt x="30757" y="18000"/>
                    </a:cubicBezTo>
                    <a:cubicBezTo>
                      <a:pt x="30046" y="16288"/>
                      <a:pt x="29533" y="15049"/>
                      <a:pt x="28766" y="15049"/>
                    </a:cubicBezTo>
                    <a:lnTo>
                      <a:pt x="28767" y="15050"/>
                    </a:lnTo>
                    <a:cubicBezTo>
                      <a:pt x="28602" y="15050"/>
                      <a:pt x="28364" y="15055"/>
                      <a:pt x="28073" y="15060"/>
                    </a:cubicBezTo>
                    <a:cubicBezTo>
                      <a:pt x="27534" y="15072"/>
                      <a:pt x="27050" y="15078"/>
                      <a:pt x="26616" y="15078"/>
                    </a:cubicBezTo>
                    <a:cubicBezTo>
                      <a:pt x="23890" y="15078"/>
                      <a:pt x="23138" y="14863"/>
                      <a:pt x="23025" y="14679"/>
                    </a:cubicBezTo>
                    <a:lnTo>
                      <a:pt x="22899" y="13798"/>
                    </a:lnTo>
                    <a:cubicBezTo>
                      <a:pt x="22887" y="13714"/>
                      <a:pt x="22840" y="13638"/>
                      <a:pt x="22769" y="13590"/>
                    </a:cubicBezTo>
                    <a:cubicBezTo>
                      <a:pt x="22719" y="13556"/>
                      <a:pt x="22661" y="13539"/>
                      <a:pt x="22603" y="13539"/>
                    </a:cubicBezTo>
                    <a:cubicBezTo>
                      <a:pt x="22577" y="13539"/>
                      <a:pt x="22552" y="13542"/>
                      <a:pt x="22527" y="13549"/>
                    </a:cubicBezTo>
                    <a:lnTo>
                      <a:pt x="9829" y="16786"/>
                    </a:lnTo>
                    <a:lnTo>
                      <a:pt x="8683" y="15984"/>
                    </a:lnTo>
                    <a:cubicBezTo>
                      <a:pt x="8632" y="15948"/>
                      <a:pt x="8572" y="15930"/>
                      <a:pt x="8511" y="15930"/>
                    </a:cubicBezTo>
                    <a:cubicBezTo>
                      <a:pt x="8469" y="15930"/>
                      <a:pt x="8427" y="15938"/>
                      <a:pt x="8388" y="15956"/>
                    </a:cubicBezTo>
                    <a:cubicBezTo>
                      <a:pt x="7303" y="16444"/>
                      <a:pt x="4652" y="17447"/>
                      <a:pt x="2945" y="17447"/>
                    </a:cubicBezTo>
                    <a:cubicBezTo>
                      <a:pt x="2511" y="17447"/>
                      <a:pt x="2138" y="17382"/>
                      <a:pt x="1867" y="17227"/>
                    </a:cubicBezTo>
                    <a:cubicBezTo>
                      <a:pt x="1389" y="16954"/>
                      <a:pt x="1051" y="16347"/>
                      <a:pt x="917" y="15518"/>
                    </a:cubicBezTo>
                    <a:cubicBezTo>
                      <a:pt x="667" y="13980"/>
                      <a:pt x="1156" y="11596"/>
                      <a:pt x="2571" y="10014"/>
                    </a:cubicBezTo>
                    <a:cubicBezTo>
                      <a:pt x="3762" y="8684"/>
                      <a:pt x="5621" y="8039"/>
                      <a:pt x="6731" y="7654"/>
                    </a:cubicBezTo>
                    <a:cubicBezTo>
                      <a:pt x="7517" y="7381"/>
                      <a:pt x="7841" y="7268"/>
                      <a:pt x="7831" y="6938"/>
                    </a:cubicBezTo>
                    <a:cubicBezTo>
                      <a:pt x="7820" y="6638"/>
                      <a:pt x="7479" y="6545"/>
                      <a:pt x="7333" y="6505"/>
                    </a:cubicBezTo>
                    <a:cubicBezTo>
                      <a:pt x="6662" y="6321"/>
                      <a:pt x="5265" y="5940"/>
                      <a:pt x="5132" y="5284"/>
                    </a:cubicBezTo>
                    <a:cubicBezTo>
                      <a:pt x="5049" y="4871"/>
                      <a:pt x="5455" y="4302"/>
                      <a:pt x="6306" y="3634"/>
                    </a:cubicBezTo>
                    <a:cubicBezTo>
                      <a:pt x="8316" y="2062"/>
                      <a:pt x="13145" y="616"/>
                      <a:pt x="18192" y="616"/>
                    </a:cubicBezTo>
                    <a:close/>
                    <a:moveTo>
                      <a:pt x="18124" y="1"/>
                    </a:moveTo>
                    <a:cubicBezTo>
                      <a:pt x="12953" y="1"/>
                      <a:pt x="8061" y="1499"/>
                      <a:pt x="5936" y="3162"/>
                    </a:cubicBezTo>
                    <a:cubicBezTo>
                      <a:pt x="4864" y="4001"/>
                      <a:pt x="4408" y="4733"/>
                      <a:pt x="4543" y="5402"/>
                    </a:cubicBezTo>
                    <a:cubicBezTo>
                      <a:pt x="4723" y="6298"/>
                      <a:pt x="5916" y="6728"/>
                      <a:pt x="6819" y="6986"/>
                    </a:cubicBezTo>
                    <a:cubicBezTo>
                      <a:pt x="6727" y="7019"/>
                      <a:pt x="6629" y="7054"/>
                      <a:pt x="6534" y="7086"/>
                    </a:cubicBezTo>
                    <a:cubicBezTo>
                      <a:pt x="5368" y="7490"/>
                      <a:pt x="3418" y="8167"/>
                      <a:pt x="2123" y="9614"/>
                    </a:cubicBezTo>
                    <a:cubicBezTo>
                      <a:pt x="742" y="11158"/>
                      <a:pt x="1" y="13626"/>
                      <a:pt x="324" y="15614"/>
                    </a:cubicBezTo>
                    <a:cubicBezTo>
                      <a:pt x="490" y="16641"/>
                      <a:pt x="921" y="17380"/>
                      <a:pt x="1569" y="17750"/>
                    </a:cubicBezTo>
                    <a:cubicBezTo>
                      <a:pt x="1939" y="17961"/>
                      <a:pt x="2424" y="18046"/>
                      <a:pt x="2968" y="18046"/>
                    </a:cubicBezTo>
                    <a:cubicBezTo>
                      <a:pt x="4950" y="18046"/>
                      <a:pt x="7710" y="16908"/>
                      <a:pt x="8478" y="16573"/>
                    </a:cubicBezTo>
                    <a:lnTo>
                      <a:pt x="9597" y="17357"/>
                    </a:lnTo>
                    <a:cubicBezTo>
                      <a:pt x="9648" y="17392"/>
                      <a:pt x="9707" y="17411"/>
                      <a:pt x="9768" y="17411"/>
                    </a:cubicBezTo>
                    <a:cubicBezTo>
                      <a:pt x="9793" y="17411"/>
                      <a:pt x="9819" y="17408"/>
                      <a:pt x="9844" y="17401"/>
                    </a:cubicBezTo>
                    <a:lnTo>
                      <a:pt x="22351" y="14213"/>
                    </a:lnTo>
                    <a:lnTo>
                      <a:pt x="22430" y="14763"/>
                    </a:lnTo>
                    <a:cubicBezTo>
                      <a:pt x="22532" y="15479"/>
                      <a:pt x="23923" y="15681"/>
                      <a:pt x="26474" y="15681"/>
                    </a:cubicBezTo>
                    <a:cubicBezTo>
                      <a:pt x="26968" y="15681"/>
                      <a:pt x="27506" y="15673"/>
                      <a:pt x="28086" y="15660"/>
                    </a:cubicBezTo>
                    <a:cubicBezTo>
                      <a:pt x="28371" y="15654"/>
                      <a:pt x="28606" y="15650"/>
                      <a:pt x="28766" y="15650"/>
                    </a:cubicBezTo>
                    <a:cubicBezTo>
                      <a:pt x="29131" y="15650"/>
                      <a:pt x="29750" y="17141"/>
                      <a:pt x="30202" y="18230"/>
                    </a:cubicBezTo>
                    <a:cubicBezTo>
                      <a:pt x="30826" y="19737"/>
                      <a:pt x="31536" y="21444"/>
                      <a:pt x="32471" y="22246"/>
                    </a:cubicBezTo>
                    <a:cubicBezTo>
                      <a:pt x="33472" y="23104"/>
                      <a:pt x="34349" y="23392"/>
                      <a:pt x="35076" y="23392"/>
                    </a:cubicBezTo>
                    <a:cubicBezTo>
                      <a:pt x="36084" y="23392"/>
                      <a:pt x="36801" y="22837"/>
                      <a:pt x="37155" y="22481"/>
                    </a:cubicBezTo>
                    <a:cubicBezTo>
                      <a:pt x="38505" y="21133"/>
                      <a:pt x="39995" y="18681"/>
                      <a:pt x="39759" y="16202"/>
                    </a:cubicBezTo>
                    <a:cubicBezTo>
                      <a:pt x="39560" y="14111"/>
                      <a:pt x="38826" y="12924"/>
                      <a:pt x="38475" y="12465"/>
                    </a:cubicBezTo>
                    <a:cubicBezTo>
                      <a:pt x="38749" y="12099"/>
                      <a:pt x="38981" y="11456"/>
                      <a:pt x="38596" y="10687"/>
                    </a:cubicBezTo>
                    <a:cubicBezTo>
                      <a:pt x="38390" y="10274"/>
                      <a:pt x="37926" y="10131"/>
                      <a:pt x="37385" y="10131"/>
                    </a:cubicBezTo>
                    <a:cubicBezTo>
                      <a:pt x="36589" y="10131"/>
                      <a:pt x="35624" y="10440"/>
                      <a:pt x="35063" y="10649"/>
                    </a:cubicBezTo>
                    <a:cubicBezTo>
                      <a:pt x="35008" y="10270"/>
                      <a:pt x="34881" y="9617"/>
                      <a:pt x="34591" y="8600"/>
                    </a:cubicBezTo>
                    <a:cubicBezTo>
                      <a:pt x="34438" y="8063"/>
                      <a:pt x="32850" y="3289"/>
                      <a:pt x="24448" y="846"/>
                    </a:cubicBezTo>
                    <a:cubicBezTo>
                      <a:pt x="22407" y="252"/>
                      <a:pt x="20242" y="1"/>
                      <a:pt x="1812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2"/>
              <p:cNvSpPr/>
              <p:nvPr/>
            </p:nvSpPr>
            <p:spPr>
              <a:xfrm>
                <a:off x="6281368" y="2972494"/>
                <a:ext cx="275955" cy="385215"/>
              </a:xfrm>
              <a:custGeom>
                <a:avLst/>
                <a:gdLst/>
                <a:ahLst/>
                <a:cxnLst/>
                <a:rect l="l" t="t" r="r" b="b"/>
                <a:pathLst>
                  <a:path w="14015" h="19564" extrusionOk="0">
                    <a:moveTo>
                      <a:pt x="12607" y="0"/>
                    </a:moveTo>
                    <a:cubicBezTo>
                      <a:pt x="11646" y="0"/>
                      <a:pt x="9790" y="3411"/>
                      <a:pt x="8522" y="6674"/>
                    </a:cubicBezTo>
                    <a:cubicBezTo>
                      <a:pt x="6952" y="10710"/>
                      <a:pt x="1" y="15867"/>
                      <a:pt x="1235" y="17100"/>
                    </a:cubicBezTo>
                    <a:cubicBezTo>
                      <a:pt x="1987" y="17852"/>
                      <a:pt x="4324" y="19564"/>
                      <a:pt x="6719" y="19564"/>
                    </a:cubicBezTo>
                    <a:cubicBezTo>
                      <a:pt x="8251" y="19564"/>
                      <a:pt x="9807" y="18863"/>
                      <a:pt x="10988" y="16764"/>
                    </a:cubicBezTo>
                    <a:cubicBezTo>
                      <a:pt x="14015" y="11382"/>
                      <a:pt x="13119" y="620"/>
                      <a:pt x="13119" y="620"/>
                    </a:cubicBezTo>
                    <a:cubicBezTo>
                      <a:pt x="13011" y="191"/>
                      <a:pt x="12834" y="0"/>
                      <a:pt x="12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2"/>
              <p:cNvSpPr/>
              <p:nvPr/>
            </p:nvSpPr>
            <p:spPr>
              <a:xfrm>
                <a:off x="6285011" y="2966547"/>
                <a:ext cx="277688" cy="397069"/>
              </a:xfrm>
              <a:custGeom>
                <a:avLst/>
                <a:gdLst/>
                <a:ahLst/>
                <a:cxnLst/>
                <a:rect l="l" t="t" r="r" b="b"/>
                <a:pathLst>
                  <a:path w="14103" h="20166" extrusionOk="0">
                    <a:moveTo>
                      <a:pt x="12429" y="602"/>
                    </a:moveTo>
                    <a:cubicBezTo>
                      <a:pt x="12484" y="606"/>
                      <a:pt x="12570" y="722"/>
                      <a:pt x="12636" y="971"/>
                    </a:cubicBezTo>
                    <a:cubicBezTo>
                      <a:pt x="12680" y="1547"/>
                      <a:pt x="13420" y="11801"/>
                      <a:pt x="10541" y="16918"/>
                    </a:cubicBezTo>
                    <a:cubicBezTo>
                      <a:pt x="9675" y="18456"/>
                      <a:pt x="8531" y="19333"/>
                      <a:pt x="7138" y="19524"/>
                    </a:cubicBezTo>
                    <a:cubicBezTo>
                      <a:pt x="6933" y="19552"/>
                      <a:pt x="6728" y="19565"/>
                      <a:pt x="6523" y="19565"/>
                    </a:cubicBezTo>
                    <a:cubicBezTo>
                      <a:pt x="4188" y="19565"/>
                      <a:pt x="1922" y="17848"/>
                      <a:pt x="1262" y="17189"/>
                    </a:cubicBezTo>
                    <a:cubicBezTo>
                      <a:pt x="832" y="16759"/>
                      <a:pt x="2594" y="14832"/>
                      <a:pt x="4008" y="13284"/>
                    </a:cubicBezTo>
                    <a:cubicBezTo>
                      <a:pt x="5801" y="11324"/>
                      <a:pt x="7833" y="9101"/>
                      <a:pt x="8617" y="7085"/>
                    </a:cubicBezTo>
                    <a:cubicBezTo>
                      <a:pt x="10109" y="3245"/>
                      <a:pt x="11808" y="602"/>
                      <a:pt x="12414" y="602"/>
                    </a:cubicBezTo>
                    <a:lnTo>
                      <a:pt x="12415" y="602"/>
                    </a:lnTo>
                    <a:cubicBezTo>
                      <a:pt x="12418" y="602"/>
                      <a:pt x="12421" y="603"/>
                      <a:pt x="12424" y="603"/>
                    </a:cubicBezTo>
                    <a:cubicBezTo>
                      <a:pt x="12425" y="603"/>
                      <a:pt x="12427" y="603"/>
                      <a:pt x="12429" y="602"/>
                    </a:cubicBezTo>
                    <a:close/>
                    <a:moveTo>
                      <a:pt x="12425" y="1"/>
                    </a:moveTo>
                    <a:cubicBezTo>
                      <a:pt x="10746" y="1"/>
                      <a:pt x="8166" y="6585"/>
                      <a:pt x="8057" y="6867"/>
                    </a:cubicBezTo>
                    <a:cubicBezTo>
                      <a:pt x="7314" y="8778"/>
                      <a:pt x="5322" y="10956"/>
                      <a:pt x="3565" y="12880"/>
                    </a:cubicBezTo>
                    <a:cubicBezTo>
                      <a:pt x="1496" y="15142"/>
                      <a:pt x="1" y="16778"/>
                      <a:pt x="836" y="17614"/>
                    </a:cubicBezTo>
                    <a:cubicBezTo>
                      <a:pt x="1545" y="18323"/>
                      <a:pt x="3989" y="20165"/>
                      <a:pt x="6538" y="20165"/>
                    </a:cubicBezTo>
                    <a:cubicBezTo>
                      <a:pt x="6766" y="20165"/>
                      <a:pt x="6995" y="20150"/>
                      <a:pt x="7220" y="20119"/>
                    </a:cubicBezTo>
                    <a:cubicBezTo>
                      <a:pt x="8809" y="19902"/>
                      <a:pt x="10102" y="18923"/>
                      <a:pt x="11065" y="17213"/>
                    </a:cubicBezTo>
                    <a:cubicBezTo>
                      <a:pt x="14103" y="11814"/>
                      <a:pt x="13269" y="1340"/>
                      <a:pt x="13232" y="896"/>
                    </a:cubicBezTo>
                    <a:cubicBezTo>
                      <a:pt x="13231" y="881"/>
                      <a:pt x="13229" y="864"/>
                      <a:pt x="13225" y="849"/>
                    </a:cubicBezTo>
                    <a:cubicBezTo>
                      <a:pt x="13057" y="179"/>
                      <a:pt x="12719" y="19"/>
                      <a:pt x="12465" y="2"/>
                    </a:cubicBezTo>
                    <a:cubicBezTo>
                      <a:pt x="12452" y="1"/>
                      <a:pt x="12439" y="1"/>
                      <a:pt x="12425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2"/>
              <p:cNvSpPr/>
              <p:nvPr/>
            </p:nvSpPr>
            <p:spPr>
              <a:xfrm>
                <a:off x="6281368" y="2972494"/>
                <a:ext cx="275955" cy="385215"/>
              </a:xfrm>
              <a:custGeom>
                <a:avLst/>
                <a:gdLst/>
                <a:ahLst/>
                <a:cxnLst/>
                <a:rect l="l" t="t" r="r" b="b"/>
                <a:pathLst>
                  <a:path w="14015" h="19564" extrusionOk="0">
                    <a:moveTo>
                      <a:pt x="12607" y="0"/>
                    </a:moveTo>
                    <a:cubicBezTo>
                      <a:pt x="11646" y="0"/>
                      <a:pt x="9790" y="3411"/>
                      <a:pt x="8522" y="6674"/>
                    </a:cubicBezTo>
                    <a:cubicBezTo>
                      <a:pt x="6952" y="10710"/>
                      <a:pt x="1" y="15867"/>
                      <a:pt x="1235" y="17100"/>
                    </a:cubicBezTo>
                    <a:cubicBezTo>
                      <a:pt x="1987" y="17852"/>
                      <a:pt x="4324" y="19564"/>
                      <a:pt x="6719" y="19564"/>
                    </a:cubicBezTo>
                    <a:cubicBezTo>
                      <a:pt x="8251" y="19564"/>
                      <a:pt x="9807" y="18863"/>
                      <a:pt x="10988" y="16764"/>
                    </a:cubicBezTo>
                    <a:cubicBezTo>
                      <a:pt x="14015" y="11382"/>
                      <a:pt x="13119" y="620"/>
                      <a:pt x="13119" y="620"/>
                    </a:cubicBezTo>
                    <a:cubicBezTo>
                      <a:pt x="13011" y="191"/>
                      <a:pt x="12834" y="0"/>
                      <a:pt x="1260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2"/>
              <p:cNvSpPr/>
              <p:nvPr/>
            </p:nvSpPr>
            <p:spPr>
              <a:xfrm>
                <a:off x="6023055" y="2656371"/>
                <a:ext cx="619310" cy="693659"/>
              </a:xfrm>
              <a:custGeom>
                <a:avLst/>
                <a:gdLst/>
                <a:ahLst/>
                <a:cxnLst/>
                <a:rect l="l" t="t" r="r" b="b"/>
                <a:pathLst>
                  <a:path w="31453" h="35229" extrusionOk="0">
                    <a:moveTo>
                      <a:pt x="19501" y="0"/>
                    </a:moveTo>
                    <a:cubicBezTo>
                      <a:pt x="19500" y="0"/>
                      <a:pt x="3146" y="4278"/>
                      <a:pt x="0" y="5662"/>
                    </a:cubicBezTo>
                    <a:cubicBezTo>
                      <a:pt x="0" y="5662"/>
                      <a:pt x="253" y="14216"/>
                      <a:pt x="3523" y="23149"/>
                    </a:cubicBezTo>
                    <a:cubicBezTo>
                      <a:pt x="6794" y="32080"/>
                      <a:pt x="12330" y="35100"/>
                      <a:pt x="14720" y="35226"/>
                    </a:cubicBezTo>
                    <a:cubicBezTo>
                      <a:pt x="14753" y="35228"/>
                      <a:pt x="14786" y="35229"/>
                      <a:pt x="14819" y="35229"/>
                    </a:cubicBezTo>
                    <a:cubicBezTo>
                      <a:pt x="17233" y="35229"/>
                      <a:pt x="21667" y="30764"/>
                      <a:pt x="23652" y="26545"/>
                    </a:cubicBezTo>
                    <a:cubicBezTo>
                      <a:pt x="25665" y="22268"/>
                      <a:pt x="27049" y="17362"/>
                      <a:pt x="27049" y="17362"/>
                    </a:cubicBezTo>
                    <a:cubicBezTo>
                      <a:pt x="27049" y="17362"/>
                      <a:pt x="29943" y="16355"/>
                      <a:pt x="30697" y="13713"/>
                    </a:cubicBezTo>
                    <a:cubicBezTo>
                      <a:pt x="31452" y="11071"/>
                      <a:pt x="31326" y="8680"/>
                      <a:pt x="29313" y="8429"/>
                    </a:cubicBezTo>
                    <a:cubicBezTo>
                      <a:pt x="29229" y="8419"/>
                      <a:pt x="29148" y="8414"/>
                      <a:pt x="29068" y="8414"/>
                    </a:cubicBezTo>
                    <a:cubicBezTo>
                      <a:pt x="27228" y="8414"/>
                      <a:pt x="26420" y="11071"/>
                      <a:pt x="26420" y="11071"/>
                    </a:cubicBezTo>
                    <a:cubicBezTo>
                      <a:pt x="26420" y="11071"/>
                      <a:pt x="23904" y="9436"/>
                      <a:pt x="22898" y="6164"/>
                    </a:cubicBezTo>
                    <a:cubicBezTo>
                      <a:pt x="21996" y="3234"/>
                      <a:pt x="23517" y="910"/>
                      <a:pt x="23121" y="910"/>
                    </a:cubicBezTo>
                    <a:cubicBezTo>
                      <a:pt x="23075" y="910"/>
                      <a:pt x="23003" y="941"/>
                      <a:pt x="22898" y="1007"/>
                    </a:cubicBezTo>
                    <a:cubicBezTo>
                      <a:pt x="21976" y="1583"/>
                      <a:pt x="20211" y="3318"/>
                      <a:pt x="19147" y="3318"/>
                    </a:cubicBezTo>
                    <a:cubicBezTo>
                      <a:pt x="19049" y="3318"/>
                      <a:pt x="18956" y="3303"/>
                      <a:pt x="18871" y="3271"/>
                    </a:cubicBezTo>
                    <a:cubicBezTo>
                      <a:pt x="17865" y="2894"/>
                      <a:pt x="19501" y="0"/>
                      <a:pt x="195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2"/>
              <p:cNvSpPr/>
              <p:nvPr/>
            </p:nvSpPr>
            <p:spPr>
              <a:xfrm>
                <a:off x="6017069" y="2650444"/>
                <a:ext cx="630986" cy="705493"/>
              </a:xfrm>
              <a:custGeom>
                <a:avLst/>
                <a:gdLst/>
                <a:ahLst/>
                <a:cxnLst/>
                <a:rect l="l" t="t" r="r" b="b"/>
                <a:pathLst>
                  <a:path w="32046" h="35830" extrusionOk="0">
                    <a:moveTo>
                      <a:pt x="19223" y="765"/>
                    </a:moveTo>
                    <a:lnTo>
                      <a:pt x="19223" y="765"/>
                    </a:lnTo>
                    <a:cubicBezTo>
                      <a:pt x="18856" y="1519"/>
                      <a:pt x="18371" y="2719"/>
                      <a:pt x="18614" y="3386"/>
                    </a:cubicBezTo>
                    <a:cubicBezTo>
                      <a:pt x="18696" y="3612"/>
                      <a:pt x="18854" y="3773"/>
                      <a:pt x="19070" y="3853"/>
                    </a:cubicBezTo>
                    <a:cubicBezTo>
                      <a:pt x="19190" y="3899"/>
                      <a:pt x="19317" y="3920"/>
                      <a:pt x="19451" y="3920"/>
                    </a:cubicBezTo>
                    <a:cubicBezTo>
                      <a:pt x="20305" y="3920"/>
                      <a:pt x="21404" y="3057"/>
                      <a:pt x="22388" y="2285"/>
                    </a:cubicBezTo>
                    <a:cubicBezTo>
                      <a:pt x="22634" y="2092"/>
                      <a:pt x="22871" y="1905"/>
                      <a:pt x="23078" y="1756"/>
                    </a:cubicBezTo>
                    <a:lnTo>
                      <a:pt x="23078" y="1756"/>
                    </a:lnTo>
                    <a:cubicBezTo>
                      <a:pt x="23075" y="1768"/>
                      <a:pt x="23071" y="1780"/>
                      <a:pt x="23068" y="1790"/>
                    </a:cubicBezTo>
                    <a:cubicBezTo>
                      <a:pt x="22791" y="2731"/>
                      <a:pt x="22276" y="4479"/>
                      <a:pt x="22914" y="6554"/>
                    </a:cubicBezTo>
                    <a:cubicBezTo>
                      <a:pt x="23940" y="9892"/>
                      <a:pt x="26453" y="11555"/>
                      <a:pt x="26559" y="11624"/>
                    </a:cubicBezTo>
                    <a:cubicBezTo>
                      <a:pt x="26609" y="11657"/>
                      <a:pt x="26666" y="11674"/>
                      <a:pt x="26723" y="11674"/>
                    </a:cubicBezTo>
                    <a:cubicBezTo>
                      <a:pt x="26758" y="11674"/>
                      <a:pt x="26793" y="11668"/>
                      <a:pt x="26826" y="11655"/>
                    </a:cubicBezTo>
                    <a:cubicBezTo>
                      <a:pt x="26915" y="11623"/>
                      <a:pt x="26984" y="11551"/>
                      <a:pt x="27011" y="11461"/>
                    </a:cubicBezTo>
                    <a:cubicBezTo>
                      <a:pt x="27019" y="11434"/>
                      <a:pt x="27777" y="9016"/>
                      <a:pt x="29373" y="9016"/>
                    </a:cubicBezTo>
                    <a:cubicBezTo>
                      <a:pt x="29440" y="9016"/>
                      <a:pt x="29509" y="9020"/>
                      <a:pt x="29579" y="9029"/>
                    </a:cubicBezTo>
                    <a:cubicBezTo>
                      <a:pt x="30099" y="9094"/>
                      <a:pt x="30476" y="9315"/>
                      <a:pt x="30733" y="9705"/>
                    </a:cubicBezTo>
                    <a:cubicBezTo>
                      <a:pt x="31268" y="10512"/>
                      <a:pt x="31261" y="12013"/>
                      <a:pt x="30713" y="13931"/>
                    </a:cubicBezTo>
                    <a:cubicBezTo>
                      <a:pt x="30011" y="16387"/>
                      <a:pt x="27281" y="17370"/>
                      <a:pt x="27254" y="17379"/>
                    </a:cubicBezTo>
                    <a:cubicBezTo>
                      <a:pt x="27162" y="17411"/>
                      <a:pt x="27091" y="17487"/>
                      <a:pt x="27063" y="17581"/>
                    </a:cubicBezTo>
                    <a:cubicBezTo>
                      <a:pt x="27050" y="17630"/>
                      <a:pt x="25664" y="22512"/>
                      <a:pt x="23684" y="26719"/>
                    </a:cubicBezTo>
                    <a:cubicBezTo>
                      <a:pt x="21708" y="30919"/>
                      <a:pt x="17349" y="35229"/>
                      <a:pt x="15119" y="35229"/>
                    </a:cubicBezTo>
                    <a:cubicBezTo>
                      <a:pt x="15092" y="35229"/>
                      <a:pt x="15066" y="35228"/>
                      <a:pt x="15040" y="35227"/>
                    </a:cubicBezTo>
                    <a:cubicBezTo>
                      <a:pt x="12445" y="35089"/>
                      <a:pt x="7185" y="31745"/>
                      <a:pt x="4110" y="23347"/>
                    </a:cubicBezTo>
                    <a:cubicBezTo>
                      <a:pt x="1171" y="15321"/>
                      <a:pt x="679" y="7508"/>
                      <a:pt x="614" y="6158"/>
                    </a:cubicBezTo>
                    <a:cubicBezTo>
                      <a:pt x="3704" y="4891"/>
                      <a:pt x="16205" y="1563"/>
                      <a:pt x="19223" y="765"/>
                    </a:cubicBezTo>
                    <a:close/>
                    <a:moveTo>
                      <a:pt x="19808" y="0"/>
                    </a:moveTo>
                    <a:cubicBezTo>
                      <a:pt x="19782" y="0"/>
                      <a:pt x="19756" y="4"/>
                      <a:pt x="19729" y="11"/>
                    </a:cubicBezTo>
                    <a:cubicBezTo>
                      <a:pt x="19060" y="185"/>
                      <a:pt x="3315" y="4310"/>
                      <a:pt x="183" y="5686"/>
                    </a:cubicBezTo>
                    <a:cubicBezTo>
                      <a:pt x="72" y="5736"/>
                      <a:pt x="1" y="5849"/>
                      <a:pt x="4" y="5971"/>
                    </a:cubicBezTo>
                    <a:cubicBezTo>
                      <a:pt x="7" y="6058"/>
                      <a:pt x="295" y="14677"/>
                      <a:pt x="3545" y="23553"/>
                    </a:cubicBezTo>
                    <a:cubicBezTo>
                      <a:pt x="5371" y="28538"/>
                      <a:pt x="7820" y="31450"/>
                      <a:pt x="9554" y="33013"/>
                    </a:cubicBezTo>
                    <a:cubicBezTo>
                      <a:pt x="11747" y="34992"/>
                      <a:pt x="13809" y="35764"/>
                      <a:pt x="15008" y="35827"/>
                    </a:cubicBezTo>
                    <a:cubicBezTo>
                      <a:pt x="15046" y="35829"/>
                      <a:pt x="15084" y="35829"/>
                      <a:pt x="15121" y="35829"/>
                    </a:cubicBezTo>
                    <a:cubicBezTo>
                      <a:pt x="17794" y="35829"/>
                      <a:pt x="22325" y="31018"/>
                      <a:pt x="24228" y="26975"/>
                    </a:cubicBezTo>
                    <a:cubicBezTo>
                      <a:pt x="26034" y="23133"/>
                      <a:pt x="27351" y="18738"/>
                      <a:pt x="27599" y="17889"/>
                    </a:cubicBezTo>
                    <a:cubicBezTo>
                      <a:pt x="28225" y="17637"/>
                      <a:pt x="30593" y="16536"/>
                      <a:pt x="31290" y="14096"/>
                    </a:cubicBezTo>
                    <a:cubicBezTo>
                      <a:pt x="31712" y="12618"/>
                      <a:pt x="32045" y="10599"/>
                      <a:pt x="31234" y="9371"/>
                    </a:cubicBezTo>
                    <a:cubicBezTo>
                      <a:pt x="30880" y="8836"/>
                      <a:pt x="30348" y="8519"/>
                      <a:pt x="29654" y="8431"/>
                    </a:cubicBezTo>
                    <a:cubicBezTo>
                      <a:pt x="29557" y="8419"/>
                      <a:pt x="29463" y="8414"/>
                      <a:pt x="29371" y="8414"/>
                    </a:cubicBezTo>
                    <a:cubicBezTo>
                      <a:pt x="27782" y="8414"/>
                      <a:pt x="26901" y="10100"/>
                      <a:pt x="26580" y="10891"/>
                    </a:cubicBezTo>
                    <a:cubicBezTo>
                      <a:pt x="25894" y="10345"/>
                      <a:pt x="24243" y="8828"/>
                      <a:pt x="23489" y="6378"/>
                    </a:cubicBezTo>
                    <a:cubicBezTo>
                      <a:pt x="22904" y="4476"/>
                      <a:pt x="23385" y="2840"/>
                      <a:pt x="23645" y="1961"/>
                    </a:cubicBezTo>
                    <a:cubicBezTo>
                      <a:pt x="23797" y="1445"/>
                      <a:pt x="23880" y="1161"/>
                      <a:pt x="23645" y="983"/>
                    </a:cubicBezTo>
                    <a:cubicBezTo>
                      <a:pt x="23575" y="930"/>
                      <a:pt x="23501" y="910"/>
                      <a:pt x="23428" y="910"/>
                    </a:cubicBezTo>
                    <a:cubicBezTo>
                      <a:pt x="23270" y="910"/>
                      <a:pt x="23120" y="1004"/>
                      <a:pt x="23042" y="1053"/>
                    </a:cubicBezTo>
                    <a:cubicBezTo>
                      <a:pt x="22756" y="1232"/>
                      <a:pt x="22397" y="1513"/>
                      <a:pt x="22017" y="1812"/>
                    </a:cubicBezTo>
                    <a:cubicBezTo>
                      <a:pt x="21236" y="2424"/>
                      <a:pt x="20093" y="3321"/>
                      <a:pt x="19459" y="3321"/>
                    </a:cubicBezTo>
                    <a:cubicBezTo>
                      <a:pt x="19394" y="3321"/>
                      <a:pt x="19334" y="3311"/>
                      <a:pt x="19281" y="3291"/>
                    </a:cubicBezTo>
                    <a:cubicBezTo>
                      <a:pt x="19239" y="3275"/>
                      <a:pt x="19205" y="3250"/>
                      <a:pt x="19180" y="3181"/>
                    </a:cubicBezTo>
                    <a:cubicBezTo>
                      <a:pt x="19003" y="2694"/>
                      <a:pt x="19593" y="1290"/>
                      <a:pt x="20067" y="449"/>
                    </a:cubicBezTo>
                    <a:cubicBezTo>
                      <a:pt x="20184" y="242"/>
                      <a:pt x="20026" y="0"/>
                      <a:pt x="1980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2"/>
              <p:cNvSpPr/>
              <p:nvPr/>
            </p:nvSpPr>
            <p:spPr>
              <a:xfrm>
                <a:off x="6437825" y="2851125"/>
                <a:ext cx="121960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739" extrusionOk="0">
                    <a:moveTo>
                      <a:pt x="5854" y="0"/>
                    </a:moveTo>
                    <a:cubicBezTo>
                      <a:pt x="5820" y="0"/>
                      <a:pt x="5784" y="6"/>
                      <a:pt x="5750" y="19"/>
                    </a:cubicBezTo>
                    <a:lnTo>
                      <a:pt x="214" y="2158"/>
                    </a:lnTo>
                    <a:cubicBezTo>
                      <a:pt x="79" y="2210"/>
                      <a:pt x="1" y="2351"/>
                      <a:pt x="27" y="2493"/>
                    </a:cubicBezTo>
                    <a:cubicBezTo>
                      <a:pt x="54" y="2636"/>
                      <a:pt x="177" y="2739"/>
                      <a:pt x="322" y="2739"/>
                    </a:cubicBezTo>
                    <a:cubicBezTo>
                      <a:pt x="360" y="2739"/>
                      <a:pt x="396" y="2732"/>
                      <a:pt x="431" y="2719"/>
                    </a:cubicBezTo>
                    <a:lnTo>
                      <a:pt x="5967" y="580"/>
                    </a:lnTo>
                    <a:cubicBezTo>
                      <a:pt x="6119" y="518"/>
                      <a:pt x="6193" y="346"/>
                      <a:pt x="6134" y="192"/>
                    </a:cubicBezTo>
                    <a:cubicBezTo>
                      <a:pt x="6088" y="73"/>
                      <a:pt x="5975" y="0"/>
                      <a:pt x="5854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2"/>
              <p:cNvSpPr/>
              <p:nvPr/>
            </p:nvSpPr>
            <p:spPr>
              <a:xfrm>
                <a:off x="5968573" y="2871858"/>
                <a:ext cx="495420" cy="171598"/>
              </a:xfrm>
              <a:custGeom>
                <a:avLst/>
                <a:gdLst/>
                <a:ahLst/>
                <a:cxnLst/>
                <a:rect l="l" t="t" r="r" b="b"/>
                <a:pathLst>
                  <a:path w="25161" h="871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1"/>
                      <a:pt x="126" y="3524"/>
                      <a:pt x="1888" y="5537"/>
                    </a:cubicBezTo>
                    <a:cubicBezTo>
                      <a:pt x="3154" y="6985"/>
                      <a:pt x="5397" y="7521"/>
                      <a:pt x="7072" y="7521"/>
                    </a:cubicBezTo>
                    <a:cubicBezTo>
                      <a:pt x="7725" y="7521"/>
                      <a:pt x="8292" y="7440"/>
                      <a:pt x="8680" y="7299"/>
                    </a:cubicBezTo>
                    <a:cubicBezTo>
                      <a:pt x="10001" y="6818"/>
                      <a:pt x="9832" y="3247"/>
                      <a:pt x="11126" y="3247"/>
                    </a:cubicBezTo>
                    <a:cubicBezTo>
                      <a:pt x="11188" y="3247"/>
                      <a:pt x="11254" y="3255"/>
                      <a:pt x="11323" y="3272"/>
                    </a:cubicBezTo>
                    <a:cubicBezTo>
                      <a:pt x="12832" y="3649"/>
                      <a:pt x="12581" y="5285"/>
                      <a:pt x="13209" y="6795"/>
                    </a:cubicBezTo>
                    <a:cubicBezTo>
                      <a:pt x="13839" y="8304"/>
                      <a:pt x="14467" y="8178"/>
                      <a:pt x="17236" y="8557"/>
                    </a:cubicBezTo>
                    <a:cubicBezTo>
                      <a:pt x="17985" y="8659"/>
                      <a:pt x="18725" y="8715"/>
                      <a:pt x="19425" y="8715"/>
                    </a:cubicBezTo>
                    <a:cubicBezTo>
                      <a:pt x="21313" y="8715"/>
                      <a:pt x="22917" y="8308"/>
                      <a:pt x="23651" y="7299"/>
                    </a:cubicBezTo>
                    <a:cubicBezTo>
                      <a:pt x="24658" y="5914"/>
                      <a:pt x="25161" y="1637"/>
                      <a:pt x="24154" y="1385"/>
                    </a:cubicBezTo>
                    <a:cubicBezTo>
                      <a:pt x="23958" y="1336"/>
                      <a:pt x="23671" y="1315"/>
                      <a:pt x="23309" y="1315"/>
                    </a:cubicBezTo>
                    <a:cubicBezTo>
                      <a:pt x="21814" y="1315"/>
                      <a:pt x="19041" y="1661"/>
                      <a:pt x="16104" y="1762"/>
                    </a:cubicBezTo>
                    <a:cubicBezTo>
                      <a:pt x="12454" y="1887"/>
                      <a:pt x="11070" y="2014"/>
                      <a:pt x="11070" y="20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2"/>
              <p:cNvSpPr/>
              <p:nvPr/>
            </p:nvSpPr>
            <p:spPr>
              <a:xfrm>
                <a:off x="5962607" y="2865971"/>
                <a:ext cx="504162" cy="183393"/>
              </a:xfrm>
              <a:custGeom>
                <a:avLst/>
                <a:gdLst/>
                <a:ahLst/>
                <a:cxnLst/>
                <a:rect l="l" t="t" r="r" b="b"/>
                <a:pathLst>
                  <a:path w="25605" h="9314" extrusionOk="0">
                    <a:moveTo>
                      <a:pt x="631" y="665"/>
                    </a:moveTo>
                    <a:lnTo>
                      <a:pt x="11320" y="2610"/>
                    </a:lnTo>
                    <a:cubicBezTo>
                      <a:pt x="11341" y="2612"/>
                      <a:pt x="11361" y="2614"/>
                      <a:pt x="11381" y="2614"/>
                    </a:cubicBezTo>
                    <a:cubicBezTo>
                      <a:pt x="11388" y="2614"/>
                      <a:pt x="11394" y="2613"/>
                      <a:pt x="11401" y="2613"/>
                    </a:cubicBezTo>
                    <a:cubicBezTo>
                      <a:pt x="11415" y="2612"/>
                      <a:pt x="12824" y="2486"/>
                      <a:pt x="16417" y="2362"/>
                    </a:cubicBezTo>
                    <a:cubicBezTo>
                      <a:pt x="17930" y="2310"/>
                      <a:pt x="19387" y="2195"/>
                      <a:pt x="20673" y="2093"/>
                    </a:cubicBezTo>
                    <a:cubicBezTo>
                      <a:pt x="21841" y="2000"/>
                      <a:pt x="22900" y="1916"/>
                      <a:pt x="23625" y="1916"/>
                    </a:cubicBezTo>
                    <a:cubicBezTo>
                      <a:pt x="23955" y="1916"/>
                      <a:pt x="24215" y="1933"/>
                      <a:pt x="24385" y="1975"/>
                    </a:cubicBezTo>
                    <a:cubicBezTo>
                      <a:pt x="24430" y="1987"/>
                      <a:pt x="24501" y="2062"/>
                      <a:pt x="24565" y="2236"/>
                    </a:cubicBezTo>
                    <a:cubicBezTo>
                      <a:pt x="24974" y="3361"/>
                      <a:pt x="24478" y="6366"/>
                      <a:pt x="23711" y="7420"/>
                    </a:cubicBezTo>
                    <a:cubicBezTo>
                      <a:pt x="23099" y="8262"/>
                      <a:pt x="21659" y="8712"/>
                      <a:pt x="19705" y="8712"/>
                    </a:cubicBezTo>
                    <a:cubicBezTo>
                      <a:pt x="19050" y="8712"/>
                      <a:pt x="18337" y="8661"/>
                      <a:pt x="17579" y="8558"/>
                    </a:cubicBezTo>
                    <a:cubicBezTo>
                      <a:pt x="17232" y="8511"/>
                      <a:pt x="16918" y="8470"/>
                      <a:pt x="16633" y="8435"/>
                    </a:cubicBezTo>
                    <a:cubicBezTo>
                      <a:pt x="14679" y="8189"/>
                      <a:pt x="14274" y="8138"/>
                      <a:pt x="13790" y="6979"/>
                    </a:cubicBezTo>
                    <a:cubicBezTo>
                      <a:pt x="13606" y="6538"/>
                      <a:pt x="13501" y="6081"/>
                      <a:pt x="13399" y="5639"/>
                    </a:cubicBezTo>
                    <a:cubicBezTo>
                      <a:pt x="13165" y="4630"/>
                      <a:pt x="12923" y="3585"/>
                      <a:pt x="11698" y="3280"/>
                    </a:cubicBezTo>
                    <a:cubicBezTo>
                      <a:pt x="11605" y="3256"/>
                      <a:pt x="11509" y="3243"/>
                      <a:pt x="11413" y="3243"/>
                    </a:cubicBezTo>
                    <a:lnTo>
                      <a:pt x="11411" y="3243"/>
                    </a:lnTo>
                    <a:cubicBezTo>
                      <a:pt x="10544" y="3243"/>
                      <a:pt x="10208" y="4368"/>
                      <a:pt x="9908" y="5373"/>
                    </a:cubicBezTo>
                    <a:cubicBezTo>
                      <a:pt x="9663" y="6197"/>
                      <a:pt x="9384" y="7132"/>
                      <a:pt x="8881" y="7314"/>
                    </a:cubicBezTo>
                    <a:cubicBezTo>
                      <a:pt x="8510" y="7449"/>
                      <a:pt x="7974" y="7526"/>
                      <a:pt x="7358" y="7526"/>
                    </a:cubicBezTo>
                    <a:cubicBezTo>
                      <a:pt x="5757" y="7526"/>
                      <a:pt x="3616" y="7007"/>
                      <a:pt x="2417" y="5638"/>
                    </a:cubicBezTo>
                    <a:cubicBezTo>
                      <a:pt x="1077" y="4107"/>
                      <a:pt x="720" y="1609"/>
                      <a:pt x="631" y="665"/>
                    </a:cubicBezTo>
                    <a:close/>
                    <a:moveTo>
                      <a:pt x="306" y="0"/>
                    </a:moveTo>
                    <a:cubicBezTo>
                      <a:pt x="234" y="0"/>
                      <a:pt x="163" y="26"/>
                      <a:pt x="107" y="74"/>
                    </a:cubicBezTo>
                    <a:cubicBezTo>
                      <a:pt x="39" y="133"/>
                      <a:pt x="1" y="221"/>
                      <a:pt x="3" y="311"/>
                    </a:cubicBezTo>
                    <a:cubicBezTo>
                      <a:pt x="9" y="460"/>
                      <a:pt x="154" y="3965"/>
                      <a:pt x="1964" y="6034"/>
                    </a:cubicBezTo>
                    <a:cubicBezTo>
                      <a:pt x="3317" y="7579"/>
                      <a:pt x="5621" y="8121"/>
                      <a:pt x="7353" y="8121"/>
                    </a:cubicBezTo>
                    <a:cubicBezTo>
                      <a:pt x="8062" y="8121"/>
                      <a:pt x="8675" y="8030"/>
                      <a:pt x="9088" y="7880"/>
                    </a:cubicBezTo>
                    <a:cubicBezTo>
                      <a:pt x="9874" y="7594"/>
                      <a:pt x="10184" y="6552"/>
                      <a:pt x="10484" y="5544"/>
                    </a:cubicBezTo>
                    <a:cubicBezTo>
                      <a:pt x="10794" y="4506"/>
                      <a:pt x="11020" y="3848"/>
                      <a:pt x="11440" y="3848"/>
                    </a:cubicBezTo>
                    <a:cubicBezTo>
                      <a:pt x="11477" y="3848"/>
                      <a:pt x="11514" y="3853"/>
                      <a:pt x="11554" y="3863"/>
                    </a:cubicBezTo>
                    <a:cubicBezTo>
                      <a:pt x="12380" y="4069"/>
                      <a:pt x="12563" y="4692"/>
                      <a:pt x="12813" y="5775"/>
                    </a:cubicBezTo>
                    <a:cubicBezTo>
                      <a:pt x="12916" y="6219"/>
                      <a:pt x="13032" y="6723"/>
                      <a:pt x="13235" y="7209"/>
                    </a:cubicBezTo>
                    <a:cubicBezTo>
                      <a:pt x="13853" y="8690"/>
                      <a:pt x="14534" y="8776"/>
                      <a:pt x="16557" y="9031"/>
                    </a:cubicBezTo>
                    <a:cubicBezTo>
                      <a:pt x="16841" y="9067"/>
                      <a:pt x="17152" y="9106"/>
                      <a:pt x="17499" y="9153"/>
                    </a:cubicBezTo>
                    <a:cubicBezTo>
                      <a:pt x="18288" y="9261"/>
                      <a:pt x="19028" y="9313"/>
                      <a:pt x="19712" y="9313"/>
                    </a:cubicBezTo>
                    <a:cubicBezTo>
                      <a:pt x="21877" y="9313"/>
                      <a:pt x="23465" y="8781"/>
                      <a:pt x="24197" y="7774"/>
                    </a:cubicBezTo>
                    <a:cubicBezTo>
                      <a:pt x="25082" y="6559"/>
                      <a:pt x="25605" y="3339"/>
                      <a:pt x="25131" y="2032"/>
                    </a:cubicBezTo>
                    <a:cubicBezTo>
                      <a:pt x="25001" y="1675"/>
                      <a:pt x="24799" y="1461"/>
                      <a:pt x="24531" y="1393"/>
                    </a:cubicBezTo>
                    <a:cubicBezTo>
                      <a:pt x="24308" y="1337"/>
                      <a:pt x="23997" y="1314"/>
                      <a:pt x="23606" y="1314"/>
                    </a:cubicBezTo>
                    <a:cubicBezTo>
                      <a:pt x="22874" y="1314"/>
                      <a:pt x="21861" y="1395"/>
                      <a:pt x="20625" y="1494"/>
                    </a:cubicBezTo>
                    <a:cubicBezTo>
                      <a:pt x="19346" y="1595"/>
                      <a:pt x="17897" y="1710"/>
                      <a:pt x="16396" y="1762"/>
                    </a:cubicBezTo>
                    <a:cubicBezTo>
                      <a:pt x="13120" y="1876"/>
                      <a:pt x="11646" y="1990"/>
                      <a:pt x="11389" y="2011"/>
                    </a:cubicBezTo>
                    <a:lnTo>
                      <a:pt x="358" y="5"/>
                    </a:lnTo>
                    <a:cubicBezTo>
                      <a:pt x="341" y="2"/>
                      <a:pt x="323" y="0"/>
                      <a:pt x="30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2"/>
              <p:cNvSpPr/>
              <p:nvPr/>
            </p:nvSpPr>
            <p:spPr>
              <a:xfrm>
                <a:off x="6240184" y="2917874"/>
                <a:ext cx="212278" cy="118027"/>
              </a:xfrm>
              <a:custGeom>
                <a:avLst/>
                <a:gdLst/>
                <a:ahLst/>
                <a:cxnLst/>
                <a:rect l="l" t="t" r="r" b="b"/>
                <a:pathLst>
                  <a:path w="11026" h="6343" extrusionOk="0">
                    <a:moveTo>
                      <a:pt x="10844" y="0"/>
                    </a:moveTo>
                    <a:lnTo>
                      <a:pt x="0" y="5378"/>
                    </a:lnTo>
                    <a:cubicBezTo>
                      <a:pt x="577" y="5900"/>
                      <a:pt x="1461" y="5917"/>
                      <a:pt x="3420" y="6185"/>
                    </a:cubicBezTo>
                    <a:cubicBezTo>
                      <a:pt x="4169" y="6287"/>
                      <a:pt x="4909" y="6343"/>
                      <a:pt x="5609" y="6343"/>
                    </a:cubicBezTo>
                    <a:cubicBezTo>
                      <a:pt x="7497" y="6343"/>
                      <a:pt x="9101" y="5936"/>
                      <a:pt x="9835" y="4927"/>
                    </a:cubicBezTo>
                    <a:cubicBezTo>
                      <a:pt x="10565" y="3924"/>
                      <a:pt x="11026" y="1410"/>
                      <a:pt x="1084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2"/>
              <p:cNvSpPr/>
              <p:nvPr/>
            </p:nvSpPr>
            <p:spPr>
              <a:xfrm>
                <a:off x="6021965" y="2906225"/>
                <a:ext cx="270247" cy="107458"/>
              </a:xfrm>
              <a:custGeom>
                <a:avLst/>
                <a:gdLst/>
                <a:ahLst/>
                <a:cxnLst/>
                <a:rect l="l" t="t" r="r" b="b"/>
                <a:pathLst>
                  <a:path w="14037" h="5775" extrusionOk="0">
                    <a:moveTo>
                      <a:pt x="14037" y="0"/>
                    </a:moveTo>
                    <a:lnTo>
                      <a:pt x="14037" y="0"/>
                    </a:lnTo>
                    <a:cubicBezTo>
                      <a:pt x="13899" y="5"/>
                      <a:pt x="13760" y="12"/>
                      <a:pt x="13622" y="17"/>
                    </a:cubicBezTo>
                    <a:cubicBezTo>
                      <a:pt x="12538" y="54"/>
                      <a:pt x="11658" y="90"/>
                      <a:pt x="10951" y="125"/>
                    </a:cubicBezTo>
                    <a:lnTo>
                      <a:pt x="1" y="4348"/>
                    </a:lnTo>
                    <a:cubicBezTo>
                      <a:pt x="1302" y="5377"/>
                      <a:pt x="3161" y="5774"/>
                      <a:pt x="4599" y="5774"/>
                    </a:cubicBezTo>
                    <a:cubicBezTo>
                      <a:pt x="5248" y="5774"/>
                      <a:pt x="5812" y="5693"/>
                      <a:pt x="6198" y="5553"/>
                    </a:cubicBezTo>
                    <a:cubicBezTo>
                      <a:pt x="7519" y="5072"/>
                      <a:pt x="7350" y="1501"/>
                      <a:pt x="8644" y="1501"/>
                    </a:cubicBezTo>
                    <a:cubicBezTo>
                      <a:pt x="8706" y="1501"/>
                      <a:pt x="8772" y="1509"/>
                      <a:pt x="8841" y="1526"/>
                    </a:cubicBezTo>
                    <a:cubicBezTo>
                      <a:pt x="9742" y="1751"/>
                      <a:pt x="10015" y="2427"/>
                      <a:pt x="10222" y="3255"/>
                    </a:cubicBezTo>
                    <a:lnTo>
                      <a:pt x="1403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2"/>
              <p:cNvSpPr/>
              <p:nvPr/>
            </p:nvSpPr>
            <p:spPr>
              <a:xfrm>
                <a:off x="6163287" y="2984859"/>
                <a:ext cx="96816" cy="153956"/>
              </a:xfrm>
              <a:custGeom>
                <a:avLst/>
                <a:gdLst/>
                <a:ahLst/>
                <a:cxnLst/>
                <a:rect l="l" t="t" r="r" b="b"/>
                <a:pathLst>
                  <a:path w="4917" h="7819" extrusionOk="0">
                    <a:moveTo>
                      <a:pt x="438" y="1"/>
                    </a:moveTo>
                    <a:cubicBezTo>
                      <a:pt x="288" y="4"/>
                      <a:pt x="133" y="123"/>
                      <a:pt x="127" y="289"/>
                    </a:cubicBezTo>
                    <a:cubicBezTo>
                      <a:pt x="125" y="322"/>
                      <a:pt x="1" y="3588"/>
                      <a:pt x="1" y="5584"/>
                    </a:cubicBezTo>
                    <a:cubicBezTo>
                      <a:pt x="1" y="6547"/>
                      <a:pt x="167" y="7128"/>
                      <a:pt x="539" y="7467"/>
                    </a:cubicBezTo>
                    <a:cubicBezTo>
                      <a:pt x="844" y="7744"/>
                      <a:pt x="1254" y="7819"/>
                      <a:pt x="1696" y="7819"/>
                    </a:cubicBezTo>
                    <a:cubicBezTo>
                      <a:pt x="1947" y="7819"/>
                      <a:pt x="2209" y="7795"/>
                      <a:pt x="2467" y="7770"/>
                    </a:cubicBezTo>
                    <a:cubicBezTo>
                      <a:pt x="3927" y="7637"/>
                      <a:pt x="4737" y="6975"/>
                      <a:pt x="4770" y="6947"/>
                    </a:cubicBezTo>
                    <a:cubicBezTo>
                      <a:pt x="4899" y="6841"/>
                      <a:pt x="4916" y="6652"/>
                      <a:pt x="4810" y="6524"/>
                    </a:cubicBezTo>
                    <a:cubicBezTo>
                      <a:pt x="4750" y="6452"/>
                      <a:pt x="4665" y="6415"/>
                      <a:pt x="4579" y="6415"/>
                    </a:cubicBezTo>
                    <a:cubicBezTo>
                      <a:pt x="4511" y="6415"/>
                      <a:pt x="4443" y="6438"/>
                      <a:pt x="4387" y="6485"/>
                    </a:cubicBezTo>
                    <a:cubicBezTo>
                      <a:pt x="4380" y="6490"/>
                      <a:pt x="3675" y="7056"/>
                      <a:pt x="2412" y="7171"/>
                    </a:cubicBezTo>
                    <a:cubicBezTo>
                      <a:pt x="2133" y="7197"/>
                      <a:pt x="1888" y="7217"/>
                      <a:pt x="1678" y="7217"/>
                    </a:cubicBezTo>
                    <a:cubicBezTo>
                      <a:pt x="1349" y="7217"/>
                      <a:pt x="1104" y="7169"/>
                      <a:pt x="943" y="7022"/>
                    </a:cubicBezTo>
                    <a:cubicBezTo>
                      <a:pt x="713" y="6812"/>
                      <a:pt x="602" y="6341"/>
                      <a:pt x="602" y="5584"/>
                    </a:cubicBezTo>
                    <a:cubicBezTo>
                      <a:pt x="602" y="3600"/>
                      <a:pt x="726" y="344"/>
                      <a:pt x="727" y="312"/>
                    </a:cubicBezTo>
                    <a:cubicBezTo>
                      <a:pt x="733" y="146"/>
                      <a:pt x="604" y="6"/>
                      <a:pt x="438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2"/>
              <p:cNvSpPr/>
              <p:nvPr/>
            </p:nvSpPr>
            <p:spPr>
              <a:xfrm>
                <a:off x="6246852" y="3132928"/>
                <a:ext cx="167227" cy="107803"/>
              </a:xfrm>
              <a:custGeom>
                <a:avLst/>
                <a:gdLst/>
                <a:ahLst/>
                <a:cxnLst/>
                <a:rect l="l" t="t" r="r" b="b"/>
                <a:pathLst>
                  <a:path w="8493" h="5475" extrusionOk="0">
                    <a:moveTo>
                      <a:pt x="5466" y="602"/>
                    </a:moveTo>
                    <a:cubicBezTo>
                      <a:pt x="5587" y="602"/>
                      <a:pt x="5708" y="611"/>
                      <a:pt x="5827" y="627"/>
                    </a:cubicBezTo>
                    <a:cubicBezTo>
                      <a:pt x="6867" y="775"/>
                      <a:pt x="7554" y="1282"/>
                      <a:pt x="7713" y="2016"/>
                    </a:cubicBezTo>
                    <a:cubicBezTo>
                      <a:pt x="7853" y="2665"/>
                      <a:pt x="7553" y="3352"/>
                      <a:pt x="6967" y="3724"/>
                    </a:cubicBezTo>
                    <a:cubicBezTo>
                      <a:pt x="5837" y="4442"/>
                      <a:pt x="3276" y="4874"/>
                      <a:pt x="2009" y="4874"/>
                    </a:cubicBezTo>
                    <a:cubicBezTo>
                      <a:pt x="1754" y="4874"/>
                      <a:pt x="1552" y="4857"/>
                      <a:pt x="1424" y="4821"/>
                    </a:cubicBezTo>
                    <a:cubicBezTo>
                      <a:pt x="1049" y="4714"/>
                      <a:pt x="758" y="4452"/>
                      <a:pt x="681" y="4154"/>
                    </a:cubicBezTo>
                    <a:cubicBezTo>
                      <a:pt x="647" y="4028"/>
                      <a:pt x="641" y="3844"/>
                      <a:pt x="799" y="3687"/>
                    </a:cubicBezTo>
                    <a:cubicBezTo>
                      <a:pt x="809" y="3677"/>
                      <a:pt x="818" y="3666"/>
                      <a:pt x="826" y="3655"/>
                    </a:cubicBezTo>
                    <a:cubicBezTo>
                      <a:pt x="851" y="3622"/>
                      <a:pt x="3149" y="602"/>
                      <a:pt x="5466" y="602"/>
                    </a:cubicBezTo>
                    <a:close/>
                    <a:moveTo>
                      <a:pt x="5469" y="1"/>
                    </a:moveTo>
                    <a:cubicBezTo>
                      <a:pt x="2918" y="1"/>
                      <a:pt x="573" y="2996"/>
                      <a:pt x="358" y="3277"/>
                    </a:cubicBezTo>
                    <a:cubicBezTo>
                      <a:pt x="95" y="3552"/>
                      <a:pt x="0" y="3924"/>
                      <a:pt x="98" y="4305"/>
                    </a:cubicBezTo>
                    <a:cubicBezTo>
                      <a:pt x="230" y="4813"/>
                      <a:pt x="675" y="5232"/>
                      <a:pt x="1259" y="5398"/>
                    </a:cubicBezTo>
                    <a:cubicBezTo>
                      <a:pt x="1437" y="5449"/>
                      <a:pt x="1701" y="5474"/>
                      <a:pt x="2025" y="5474"/>
                    </a:cubicBezTo>
                    <a:cubicBezTo>
                      <a:pt x="3479" y="5474"/>
                      <a:pt x="6108" y="4982"/>
                      <a:pt x="7289" y="4230"/>
                    </a:cubicBezTo>
                    <a:cubicBezTo>
                      <a:pt x="8086" y="3724"/>
                      <a:pt x="8493" y="2783"/>
                      <a:pt x="8300" y="1889"/>
                    </a:cubicBezTo>
                    <a:cubicBezTo>
                      <a:pt x="8085" y="895"/>
                      <a:pt x="7215" y="218"/>
                      <a:pt x="5913" y="32"/>
                    </a:cubicBezTo>
                    <a:cubicBezTo>
                      <a:pt x="5764" y="11"/>
                      <a:pt x="5616" y="1"/>
                      <a:pt x="54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2"/>
              <p:cNvSpPr/>
              <p:nvPr/>
            </p:nvSpPr>
            <p:spPr>
              <a:xfrm>
                <a:off x="6254846" y="3150826"/>
                <a:ext cx="141473" cy="68817"/>
              </a:xfrm>
              <a:custGeom>
                <a:avLst/>
                <a:gdLst/>
                <a:ahLst/>
                <a:cxnLst/>
                <a:rect l="l" t="t" r="r" b="b"/>
                <a:pathLst>
                  <a:path w="7185" h="3495" extrusionOk="0">
                    <a:moveTo>
                      <a:pt x="6849" y="1"/>
                    </a:moveTo>
                    <a:cubicBezTo>
                      <a:pt x="6780" y="1"/>
                      <a:pt x="6711" y="24"/>
                      <a:pt x="6655" y="72"/>
                    </a:cubicBezTo>
                    <a:cubicBezTo>
                      <a:pt x="6623" y="99"/>
                      <a:pt x="3422" y="2774"/>
                      <a:pt x="295" y="2893"/>
                    </a:cubicBezTo>
                    <a:cubicBezTo>
                      <a:pt x="130" y="2899"/>
                      <a:pt x="1" y="3036"/>
                      <a:pt x="3" y="3199"/>
                    </a:cubicBezTo>
                    <a:cubicBezTo>
                      <a:pt x="7" y="3363"/>
                      <a:pt x="141" y="3494"/>
                      <a:pt x="303" y="3494"/>
                    </a:cubicBezTo>
                    <a:cubicBezTo>
                      <a:pt x="304" y="3494"/>
                      <a:pt x="305" y="3494"/>
                      <a:pt x="305" y="3494"/>
                    </a:cubicBezTo>
                    <a:lnTo>
                      <a:pt x="317" y="3494"/>
                    </a:lnTo>
                    <a:cubicBezTo>
                      <a:pt x="3654" y="3366"/>
                      <a:pt x="6905" y="647"/>
                      <a:pt x="7042" y="530"/>
                    </a:cubicBezTo>
                    <a:cubicBezTo>
                      <a:pt x="7169" y="424"/>
                      <a:pt x="7185" y="234"/>
                      <a:pt x="7078" y="107"/>
                    </a:cubicBezTo>
                    <a:cubicBezTo>
                      <a:pt x="7019" y="37"/>
                      <a:pt x="6934" y="1"/>
                      <a:pt x="684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2"/>
              <p:cNvSpPr/>
              <p:nvPr/>
            </p:nvSpPr>
            <p:spPr>
              <a:xfrm>
                <a:off x="6198946" y="2791739"/>
                <a:ext cx="209068" cy="89373"/>
              </a:xfrm>
              <a:custGeom>
                <a:avLst/>
                <a:gdLst/>
                <a:ahLst/>
                <a:cxnLst/>
                <a:rect l="l" t="t" r="r" b="b"/>
                <a:pathLst>
                  <a:path w="10618" h="4539" extrusionOk="0">
                    <a:moveTo>
                      <a:pt x="6923" y="0"/>
                    </a:moveTo>
                    <a:cubicBezTo>
                      <a:pt x="6677" y="0"/>
                      <a:pt x="6423" y="14"/>
                      <a:pt x="6164" y="45"/>
                    </a:cubicBezTo>
                    <a:cubicBezTo>
                      <a:pt x="4025" y="296"/>
                      <a:pt x="2516" y="2435"/>
                      <a:pt x="1761" y="2812"/>
                    </a:cubicBezTo>
                    <a:cubicBezTo>
                      <a:pt x="1007" y="3189"/>
                      <a:pt x="0" y="3190"/>
                      <a:pt x="0" y="3190"/>
                    </a:cubicBezTo>
                    <a:cubicBezTo>
                      <a:pt x="0" y="3190"/>
                      <a:pt x="1252" y="4538"/>
                      <a:pt x="1987" y="4538"/>
                    </a:cubicBezTo>
                    <a:cubicBezTo>
                      <a:pt x="2092" y="4538"/>
                      <a:pt x="2186" y="4511"/>
                      <a:pt x="2265" y="4448"/>
                    </a:cubicBezTo>
                    <a:cubicBezTo>
                      <a:pt x="2894" y="3944"/>
                      <a:pt x="5158" y="1680"/>
                      <a:pt x="7800" y="1428"/>
                    </a:cubicBezTo>
                    <a:cubicBezTo>
                      <a:pt x="8398" y="1372"/>
                      <a:pt x="8879" y="1353"/>
                      <a:pt x="9262" y="1353"/>
                    </a:cubicBezTo>
                    <a:cubicBezTo>
                      <a:pt x="9948" y="1353"/>
                      <a:pt x="10319" y="1412"/>
                      <a:pt x="10475" y="1412"/>
                    </a:cubicBezTo>
                    <a:cubicBezTo>
                      <a:pt x="10618" y="1412"/>
                      <a:pt x="10581" y="1363"/>
                      <a:pt x="10442" y="1177"/>
                    </a:cubicBezTo>
                    <a:cubicBezTo>
                      <a:pt x="10111" y="734"/>
                      <a:pt x="8710" y="0"/>
                      <a:pt x="692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2"/>
              <p:cNvSpPr/>
              <p:nvPr/>
            </p:nvSpPr>
            <p:spPr>
              <a:xfrm>
                <a:off x="6191090" y="2785773"/>
                <a:ext cx="223206" cy="101226"/>
              </a:xfrm>
              <a:custGeom>
                <a:avLst/>
                <a:gdLst/>
                <a:ahLst/>
                <a:cxnLst/>
                <a:rect l="l" t="t" r="r" b="b"/>
                <a:pathLst>
                  <a:path w="11336" h="5141" extrusionOk="0">
                    <a:moveTo>
                      <a:pt x="7328" y="603"/>
                    </a:moveTo>
                    <a:cubicBezTo>
                      <a:pt x="8652" y="603"/>
                      <a:pt x="9715" y="1022"/>
                      <a:pt x="10257" y="1371"/>
                    </a:cubicBezTo>
                    <a:cubicBezTo>
                      <a:pt x="10092" y="1362"/>
                      <a:pt x="9896" y="1356"/>
                      <a:pt x="9665" y="1356"/>
                    </a:cubicBezTo>
                    <a:cubicBezTo>
                      <a:pt x="9272" y="1356"/>
                      <a:pt x="8779" y="1374"/>
                      <a:pt x="8171" y="1433"/>
                    </a:cubicBezTo>
                    <a:cubicBezTo>
                      <a:pt x="5769" y="1661"/>
                      <a:pt x="3676" y="3479"/>
                      <a:pt x="2782" y="4254"/>
                    </a:cubicBezTo>
                    <a:cubicBezTo>
                      <a:pt x="2657" y="4365"/>
                      <a:pt x="2553" y="4454"/>
                      <a:pt x="2476" y="4515"/>
                    </a:cubicBezTo>
                    <a:cubicBezTo>
                      <a:pt x="2451" y="4535"/>
                      <a:pt x="2418" y="4544"/>
                      <a:pt x="2376" y="4544"/>
                    </a:cubicBezTo>
                    <a:cubicBezTo>
                      <a:pt x="2128" y="4544"/>
                      <a:pt x="1605" y="4215"/>
                      <a:pt x="1076" y="3739"/>
                    </a:cubicBezTo>
                    <a:cubicBezTo>
                      <a:pt x="1441" y="3686"/>
                      <a:pt x="1897" y="3583"/>
                      <a:pt x="2295" y="3384"/>
                    </a:cubicBezTo>
                    <a:cubicBezTo>
                      <a:pt x="2561" y="3251"/>
                      <a:pt x="2864" y="2972"/>
                      <a:pt x="3248" y="2616"/>
                    </a:cubicBezTo>
                    <a:cubicBezTo>
                      <a:pt x="4072" y="1853"/>
                      <a:pt x="5201" y="810"/>
                      <a:pt x="6599" y="645"/>
                    </a:cubicBezTo>
                    <a:cubicBezTo>
                      <a:pt x="6849" y="616"/>
                      <a:pt x="7092" y="603"/>
                      <a:pt x="7328" y="603"/>
                    </a:cubicBezTo>
                    <a:close/>
                    <a:moveTo>
                      <a:pt x="7341" y="1"/>
                    </a:moveTo>
                    <a:cubicBezTo>
                      <a:pt x="7078" y="1"/>
                      <a:pt x="6806" y="16"/>
                      <a:pt x="6528" y="49"/>
                    </a:cubicBezTo>
                    <a:cubicBezTo>
                      <a:pt x="4937" y="236"/>
                      <a:pt x="3675" y="1403"/>
                      <a:pt x="2840" y="2174"/>
                    </a:cubicBezTo>
                    <a:cubicBezTo>
                      <a:pt x="2505" y="2484"/>
                      <a:pt x="2214" y="2752"/>
                      <a:pt x="2026" y="2847"/>
                    </a:cubicBezTo>
                    <a:cubicBezTo>
                      <a:pt x="1346" y="3186"/>
                      <a:pt x="409" y="3192"/>
                      <a:pt x="399" y="3192"/>
                    </a:cubicBezTo>
                    <a:cubicBezTo>
                      <a:pt x="136" y="3192"/>
                      <a:pt x="1" y="3505"/>
                      <a:pt x="179" y="3697"/>
                    </a:cubicBezTo>
                    <a:cubicBezTo>
                      <a:pt x="533" y="4079"/>
                      <a:pt x="1592" y="5140"/>
                      <a:pt x="2392" y="5140"/>
                    </a:cubicBezTo>
                    <a:cubicBezTo>
                      <a:pt x="2559" y="5140"/>
                      <a:pt x="2715" y="5094"/>
                      <a:pt x="2851" y="4986"/>
                    </a:cubicBezTo>
                    <a:cubicBezTo>
                      <a:pt x="2934" y="4920"/>
                      <a:pt x="3043" y="4825"/>
                      <a:pt x="3177" y="4709"/>
                    </a:cubicBezTo>
                    <a:cubicBezTo>
                      <a:pt x="4027" y="3970"/>
                      <a:pt x="6017" y="2241"/>
                      <a:pt x="8228" y="2031"/>
                    </a:cubicBezTo>
                    <a:cubicBezTo>
                      <a:pt x="8816" y="1975"/>
                      <a:pt x="9291" y="1957"/>
                      <a:pt x="9668" y="1957"/>
                    </a:cubicBezTo>
                    <a:cubicBezTo>
                      <a:pt x="10121" y="1957"/>
                      <a:pt x="10432" y="1983"/>
                      <a:pt x="10628" y="1999"/>
                    </a:cubicBezTo>
                    <a:cubicBezTo>
                      <a:pt x="10714" y="2007"/>
                      <a:pt x="10792" y="2013"/>
                      <a:pt x="10863" y="2013"/>
                    </a:cubicBezTo>
                    <a:cubicBezTo>
                      <a:pt x="11025" y="2013"/>
                      <a:pt x="11147" y="1979"/>
                      <a:pt x="11224" y="1838"/>
                    </a:cubicBezTo>
                    <a:cubicBezTo>
                      <a:pt x="11336" y="1638"/>
                      <a:pt x="11212" y="1474"/>
                      <a:pt x="11081" y="1300"/>
                    </a:cubicBezTo>
                    <a:cubicBezTo>
                      <a:pt x="10716" y="812"/>
                      <a:pt x="9262" y="1"/>
                      <a:pt x="73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2"/>
              <p:cNvSpPr/>
              <p:nvPr/>
            </p:nvSpPr>
            <p:spPr>
              <a:xfrm>
                <a:off x="6020574" y="2819660"/>
                <a:ext cx="121428" cy="48575"/>
              </a:xfrm>
              <a:custGeom>
                <a:avLst/>
                <a:gdLst/>
                <a:ahLst/>
                <a:cxnLst/>
                <a:rect l="l" t="t" r="r" b="b"/>
                <a:pathLst>
                  <a:path w="6167" h="2467" extrusionOk="0">
                    <a:moveTo>
                      <a:pt x="1754" y="0"/>
                    </a:moveTo>
                    <a:cubicBezTo>
                      <a:pt x="1672" y="0"/>
                      <a:pt x="1591" y="4"/>
                      <a:pt x="1511" y="10"/>
                    </a:cubicBezTo>
                    <a:cubicBezTo>
                      <a:pt x="1" y="136"/>
                      <a:pt x="126" y="1141"/>
                      <a:pt x="126" y="1141"/>
                    </a:cubicBezTo>
                    <a:cubicBezTo>
                      <a:pt x="126" y="1141"/>
                      <a:pt x="757" y="1267"/>
                      <a:pt x="2895" y="1897"/>
                    </a:cubicBezTo>
                    <a:cubicBezTo>
                      <a:pt x="4372" y="2332"/>
                      <a:pt x="4889" y="2466"/>
                      <a:pt x="5192" y="2466"/>
                    </a:cubicBezTo>
                    <a:cubicBezTo>
                      <a:pt x="5327" y="2466"/>
                      <a:pt x="5420" y="2439"/>
                      <a:pt x="5537" y="2401"/>
                    </a:cubicBezTo>
                    <a:cubicBezTo>
                      <a:pt x="5914" y="2275"/>
                      <a:pt x="6166" y="1268"/>
                      <a:pt x="6166" y="1268"/>
                    </a:cubicBezTo>
                    <a:lnTo>
                      <a:pt x="6166" y="1268"/>
                    </a:lnTo>
                    <a:cubicBezTo>
                      <a:pt x="6079" y="1355"/>
                      <a:pt x="5965" y="1389"/>
                      <a:pt x="5841" y="1389"/>
                    </a:cubicBezTo>
                    <a:cubicBezTo>
                      <a:pt x="5429" y="1389"/>
                      <a:pt x="4907" y="1016"/>
                      <a:pt x="4907" y="1016"/>
                    </a:cubicBezTo>
                    <a:cubicBezTo>
                      <a:pt x="4907" y="1016"/>
                      <a:pt x="3215" y="0"/>
                      <a:pt x="1754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2"/>
              <p:cNvSpPr/>
              <p:nvPr/>
            </p:nvSpPr>
            <p:spPr>
              <a:xfrm>
                <a:off x="6016262" y="2813753"/>
                <a:ext cx="132100" cy="60429"/>
              </a:xfrm>
              <a:custGeom>
                <a:avLst/>
                <a:gdLst/>
                <a:ahLst/>
                <a:cxnLst/>
                <a:rect l="l" t="t" r="r" b="b"/>
                <a:pathLst>
                  <a:path w="6709" h="3069" extrusionOk="0">
                    <a:moveTo>
                      <a:pt x="1972" y="602"/>
                    </a:moveTo>
                    <a:cubicBezTo>
                      <a:pt x="3327" y="602"/>
                      <a:pt x="4951" y="1562"/>
                      <a:pt x="4952" y="1562"/>
                    </a:cubicBezTo>
                    <a:cubicBezTo>
                      <a:pt x="5025" y="1615"/>
                      <a:pt x="5477" y="1924"/>
                      <a:pt x="5932" y="1980"/>
                    </a:cubicBezTo>
                    <a:cubicBezTo>
                      <a:pt x="5836" y="2209"/>
                      <a:pt x="5731" y="2385"/>
                      <a:pt x="5661" y="2416"/>
                    </a:cubicBezTo>
                    <a:cubicBezTo>
                      <a:pt x="5577" y="2444"/>
                      <a:pt x="5512" y="2466"/>
                      <a:pt x="5406" y="2466"/>
                    </a:cubicBezTo>
                    <a:cubicBezTo>
                      <a:pt x="5157" y="2466"/>
                      <a:pt x="4682" y="2346"/>
                      <a:pt x="3198" y="1910"/>
                    </a:cubicBezTo>
                    <a:cubicBezTo>
                      <a:pt x="1785" y="1494"/>
                      <a:pt x="1028" y="1297"/>
                      <a:pt x="671" y="1209"/>
                    </a:cubicBezTo>
                    <a:cubicBezTo>
                      <a:pt x="695" y="1132"/>
                      <a:pt x="734" y="1060"/>
                      <a:pt x="786" y="997"/>
                    </a:cubicBezTo>
                    <a:cubicBezTo>
                      <a:pt x="960" y="782"/>
                      <a:pt x="1295" y="648"/>
                      <a:pt x="1755" y="610"/>
                    </a:cubicBezTo>
                    <a:cubicBezTo>
                      <a:pt x="1826" y="604"/>
                      <a:pt x="1899" y="602"/>
                      <a:pt x="1972" y="602"/>
                    </a:cubicBezTo>
                    <a:close/>
                    <a:moveTo>
                      <a:pt x="1975" y="0"/>
                    </a:moveTo>
                    <a:cubicBezTo>
                      <a:pt x="1884" y="0"/>
                      <a:pt x="1794" y="4"/>
                      <a:pt x="1705" y="12"/>
                    </a:cubicBezTo>
                    <a:cubicBezTo>
                      <a:pt x="1069" y="64"/>
                      <a:pt x="603" y="268"/>
                      <a:pt x="319" y="619"/>
                    </a:cubicBezTo>
                    <a:cubicBezTo>
                      <a:pt x="0" y="1011"/>
                      <a:pt x="42" y="1433"/>
                      <a:pt x="48" y="1481"/>
                    </a:cubicBezTo>
                    <a:cubicBezTo>
                      <a:pt x="64" y="1609"/>
                      <a:pt x="160" y="1712"/>
                      <a:pt x="287" y="1738"/>
                    </a:cubicBezTo>
                    <a:cubicBezTo>
                      <a:pt x="293" y="1739"/>
                      <a:pt x="939" y="1871"/>
                      <a:pt x="3029" y="2486"/>
                    </a:cubicBezTo>
                    <a:cubicBezTo>
                      <a:pt x="4490" y="2916"/>
                      <a:pt x="5046" y="3068"/>
                      <a:pt x="5409" y="3068"/>
                    </a:cubicBezTo>
                    <a:cubicBezTo>
                      <a:pt x="5574" y="3068"/>
                      <a:pt x="5700" y="3036"/>
                      <a:pt x="5850" y="2986"/>
                    </a:cubicBezTo>
                    <a:cubicBezTo>
                      <a:pt x="6346" y="2820"/>
                      <a:pt x="6607" y="1915"/>
                      <a:pt x="6676" y="1641"/>
                    </a:cubicBezTo>
                    <a:cubicBezTo>
                      <a:pt x="6709" y="1510"/>
                      <a:pt x="6649" y="1373"/>
                      <a:pt x="6532" y="1306"/>
                    </a:cubicBezTo>
                    <a:cubicBezTo>
                      <a:pt x="6486" y="1280"/>
                      <a:pt x="6435" y="1267"/>
                      <a:pt x="6385" y="1267"/>
                    </a:cubicBezTo>
                    <a:cubicBezTo>
                      <a:pt x="6307" y="1267"/>
                      <a:pt x="6230" y="1298"/>
                      <a:pt x="6172" y="1356"/>
                    </a:cubicBezTo>
                    <a:cubicBezTo>
                      <a:pt x="6148" y="1379"/>
                      <a:pt x="6110" y="1390"/>
                      <a:pt x="6061" y="1390"/>
                    </a:cubicBezTo>
                    <a:cubicBezTo>
                      <a:pt x="5877" y="1390"/>
                      <a:pt x="5543" y="1244"/>
                      <a:pt x="5281" y="1060"/>
                    </a:cubicBezTo>
                    <a:cubicBezTo>
                      <a:pt x="5205" y="1014"/>
                      <a:pt x="3498" y="0"/>
                      <a:pt x="1975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2"/>
              <p:cNvSpPr/>
              <p:nvPr/>
            </p:nvSpPr>
            <p:spPr>
              <a:xfrm>
                <a:off x="6431780" y="2509109"/>
                <a:ext cx="146159" cy="233976"/>
              </a:xfrm>
              <a:custGeom>
                <a:avLst/>
                <a:gdLst/>
                <a:ahLst/>
                <a:cxnLst/>
                <a:rect l="l" t="t" r="r" b="b"/>
                <a:pathLst>
                  <a:path w="7423" h="11883" extrusionOk="0">
                    <a:moveTo>
                      <a:pt x="705" y="1"/>
                    </a:moveTo>
                    <a:cubicBezTo>
                      <a:pt x="272" y="1"/>
                      <a:pt x="1" y="57"/>
                      <a:pt x="1" y="57"/>
                    </a:cubicBezTo>
                    <a:cubicBezTo>
                      <a:pt x="1" y="57"/>
                      <a:pt x="5662" y="2447"/>
                      <a:pt x="6165" y="11883"/>
                    </a:cubicBezTo>
                    <a:lnTo>
                      <a:pt x="7297" y="11757"/>
                    </a:lnTo>
                    <a:cubicBezTo>
                      <a:pt x="7297" y="11757"/>
                      <a:pt x="7423" y="7354"/>
                      <a:pt x="5537" y="3328"/>
                    </a:cubicBezTo>
                    <a:cubicBezTo>
                      <a:pt x="4164" y="400"/>
                      <a:pt x="1860" y="1"/>
                      <a:pt x="7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2"/>
              <p:cNvSpPr/>
              <p:nvPr/>
            </p:nvSpPr>
            <p:spPr>
              <a:xfrm>
                <a:off x="6425637" y="2503320"/>
                <a:ext cx="157835" cy="245672"/>
              </a:xfrm>
              <a:custGeom>
                <a:avLst/>
                <a:gdLst/>
                <a:ahLst/>
                <a:cxnLst/>
                <a:rect l="l" t="t" r="r" b="b"/>
                <a:pathLst>
                  <a:path w="8016" h="12477" extrusionOk="0">
                    <a:moveTo>
                      <a:pt x="1354" y="601"/>
                    </a:moveTo>
                    <a:cubicBezTo>
                      <a:pt x="2503" y="677"/>
                      <a:pt x="4390" y="1219"/>
                      <a:pt x="5576" y="3749"/>
                    </a:cubicBezTo>
                    <a:cubicBezTo>
                      <a:pt x="7150" y="7109"/>
                      <a:pt x="7300" y="10786"/>
                      <a:pt x="7309" y="11782"/>
                    </a:cubicBezTo>
                    <a:lnTo>
                      <a:pt x="6758" y="11844"/>
                    </a:lnTo>
                    <a:cubicBezTo>
                      <a:pt x="6291" y="4795"/>
                      <a:pt x="2999" y="1712"/>
                      <a:pt x="1354" y="601"/>
                    </a:cubicBezTo>
                    <a:close/>
                    <a:moveTo>
                      <a:pt x="986" y="0"/>
                    </a:moveTo>
                    <a:cubicBezTo>
                      <a:pt x="543" y="0"/>
                      <a:pt x="263" y="55"/>
                      <a:pt x="252" y="57"/>
                    </a:cubicBezTo>
                    <a:cubicBezTo>
                      <a:pt x="124" y="83"/>
                      <a:pt x="27" y="190"/>
                      <a:pt x="14" y="321"/>
                    </a:cubicBezTo>
                    <a:cubicBezTo>
                      <a:pt x="1" y="452"/>
                      <a:pt x="74" y="576"/>
                      <a:pt x="195" y="627"/>
                    </a:cubicBezTo>
                    <a:cubicBezTo>
                      <a:pt x="251" y="651"/>
                      <a:pt x="5691" y="3077"/>
                      <a:pt x="6178" y="12192"/>
                    </a:cubicBezTo>
                    <a:cubicBezTo>
                      <a:pt x="6186" y="12351"/>
                      <a:pt x="6318" y="12477"/>
                      <a:pt x="6477" y="12477"/>
                    </a:cubicBezTo>
                    <a:cubicBezTo>
                      <a:pt x="6489" y="12477"/>
                      <a:pt x="6499" y="12477"/>
                      <a:pt x="6511" y="12476"/>
                    </a:cubicBezTo>
                    <a:lnTo>
                      <a:pt x="7642" y="12350"/>
                    </a:lnTo>
                    <a:cubicBezTo>
                      <a:pt x="7792" y="12333"/>
                      <a:pt x="7907" y="12210"/>
                      <a:pt x="7910" y="12059"/>
                    </a:cubicBezTo>
                    <a:cubicBezTo>
                      <a:pt x="7916" y="11877"/>
                      <a:pt x="8016" y="7538"/>
                      <a:pt x="6121" y="3494"/>
                    </a:cubicBezTo>
                    <a:cubicBezTo>
                      <a:pt x="4678" y="416"/>
                      <a:pt x="2211" y="0"/>
                      <a:pt x="98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2"/>
              <p:cNvSpPr/>
              <p:nvPr/>
            </p:nvSpPr>
            <p:spPr>
              <a:xfrm>
                <a:off x="6491283" y="2712920"/>
                <a:ext cx="181778" cy="107980"/>
              </a:xfrm>
              <a:custGeom>
                <a:avLst/>
                <a:gdLst/>
                <a:ahLst/>
                <a:cxnLst/>
                <a:rect l="l" t="t" r="r" b="b"/>
                <a:pathLst>
                  <a:path w="9232" h="5484" extrusionOk="0">
                    <a:moveTo>
                      <a:pt x="7210" y="1"/>
                    </a:moveTo>
                    <a:cubicBezTo>
                      <a:pt x="7009" y="1"/>
                      <a:pt x="6805" y="35"/>
                      <a:pt x="6605" y="107"/>
                    </a:cubicBezTo>
                    <a:lnTo>
                      <a:pt x="1312" y="2001"/>
                    </a:lnTo>
                    <a:cubicBezTo>
                      <a:pt x="492" y="2295"/>
                      <a:pt x="1" y="3137"/>
                      <a:pt x="150" y="3997"/>
                    </a:cubicBezTo>
                    <a:cubicBezTo>
                      <a:pt x="300" y="4855"/>
                      <a:pt x="1044" y="5482"/>
                      <a:pt x="1916" y="5484"/>
                    </a:cubicBezTo>
                    <a:cubicBezTo>
                      <a:pt x="2122" y="5484"/>
                      <a:pt x="2327" y="5448"/>
                      <a:pt x="2520" y="5378"/>
                    </a:cubicBezTo>
                    <a:lnTo>
                      <a:pt x="7813" y="3483"/>
                    </a:lnTo>
                    <a:cubicBezTo>
                      <a:pt x="8746" y="3150"/>
                      <a:pt x="9231" y="2123"/>
                      <a:pt x="8898" y="1190"/>
                    </a:cubicBezTo>
                    <a:cubicBezTo>
                      <a:pt x="8635" y="458"/>
                      <a:pt x="7946" y="1"/>
                      <a:pt x="72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2"/>
              <p:cNvSpPr/>
              <p:nvPr/>
            </p:nvSpPr>
            <p:spPr>
              <a:xfrm>
                <a:off x="6484943" y="2706994"/>
                <a:ext cx="194793" cy="119833"/>
              </a:xfrm>
              <a:custGeom>
                <a:avLst/>
                <a:gdLst/>
                <a:ahLst/>
                <a:cxnLst/>
                <a:rect l="l" t="t" r="r" b="b"/>
                <a:pathLst>
                  <a:path w="9893" h="6086" extrusionOk="0">
                    <a:moveTo>
                      <a:pt x="7533" y="602"/>
                    </a:moveTo>
                    <a:cubicBezTo>
                      <a:pt x="8259" y="604"/>
                      <a:pt x="8877" y="1127"/>
                      <a:pt x="9001" y="1842"/>
                    </a:cubicBezTo>
                    <a:cubicBezTo>
                      <a:pt x="9124" y="2557"/>
                      <a:pt x="8716" y="3257"/>
                      <a:pt x="8034" y="3502"/>
                    </a:cubicBezTo>
                    <a:lnTo>
                      <a:pt x="2742" y="5397"/>
                    </a:lnTo>
                    <a:cubicBezTo>
                      <a:pt x="2583" y="5454"/>
                      <a:pt x="2419" y="5482"/>
                      <a:pt x="2257" y="5482"/>
                    </a:cubicBezTo>
                    <a:cubicBezTo>
                      <a:pt x="1640" y="5482"/>
                      <a:pt x="1046" y="5091"/>
                      <a:pt x="833" y="4493"/>
                    </a:cubicBezTo>
                    <a:cubicBezTo>
                      <a:pt x="554" y="3717"/>
                      <a:pt x="958" y="2862"/>
                      <a:pt x="1736" y="2586"/>
                    </a:cubicBezTo>
                    <a:lnTo>
                      <a:pt x="7029" y="691"/>
                    </a:lnTo>
                    <a:cubicBezTo>
                      <a:pt x="7190" y="632"/>
                      <a:pt x="7361" y="602"/>
                      <a:pt x="7533" y="602"/>
                    </a:cubicBezTo>
                    <a:close/>
                    <a:moveTo>
                      <a:pt x="7531" y="1"/>
                    </a:moveTo>
                    <a:cubicBezTo>
                      <a:pt x="7297" y="1"/>
                      <a:pt x="7059" y="41"/>
                      <a:pt x="6825" y="124"/>
                    </a:cubicBezTo>
                    <a:lnTo>
                      <a:pt x="1532" y="2019"/>
                    </a:lnTo>
                    <a:cubicBezTo>
                      <a:pt x="574" y="2362"/>
                      <a:pt x="0" y="3346"/>
                      <a:pt x="175" y="4349"/>
                    </a:cubicBezTo>
                    <a:cubicBezTo>
                      <a:pt x="349" y="5352"/>
                      <a:pt x="1219" y="6084"/>
                      <a:pt x="2238" y="6086"/>
                    </a:cubicBezTo>
                    <a:cubicBezTo>
                      <a:pt x="2478" y="6084"/>
                      <a:pt x="2718" y="6043"/>
                      <a:pt x="2944" y="5962"/>
                    </a:cubicBezTo>
                    <a:lnTo>
                      <a:pt x="8237" y="4068"/>
                    </a:lnTo>
                    <a:cubicBezTo>
                      <a:pt x="9326" y="3678"/>
                      <a:pt x="9892" y="2479"/>
                      <a:pt x="9502" y="1390"/>
                    </a:cubicBezTo>
                    <a:cubicBezTo>
                      <a:pt x="9197" y="534"/>
                      <a:pt x="8391" y="1"/>
                      <a:pt x="753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2"/>
              <p:cNvSpPr/>
              <p:nvPr/>
            </p:nvSpPr>
            <p:spPr>
              <a:xfrm>
                <a:off x="6492859" y="2760058"/>
                <a:ext cx="52592" cy="57593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2925" extrusionOk="0">
                    <a:moveTo>
                      <a:pt x="1107" y="0"/>
                    </a:moveTo>
                    <a:cubicBezTo>
                      <a:pt x="1005" y="0"/>
                      <a:pt x="904" y="18"/>
                      <a:pt x="807" y="54"/>
                    </a:cubicBezTo>
                    <a:cubicBezTo>
                      <a:pt x="230" y="270"/>
                      <a:pt x="0" y="1076"/>
                      <a:pt x="292" y="1854"/>
                    </a:cubicBezTo>
                    <a:cubicBezTo>
                      <a:pt x="535" y="2501"/>
                      <a:pt x="1062" y="2925"/>
                      <a:pt x="1564" y="2925"/>
                    </a:cubicBezTo>
                    <a:cubicBezTo>
                      <a:pt x="1666" y="2925"/>
                      <a:pt x="1766" y="2908"/>
                      <a:pt x="1863" y="2871"/>
                    </a:cubicBezTo>
                    <a:cubicBezTo>
                      <a:pt x="2439" y="2654"/>
                      <a:pt x="2670" y="1849"/>
                      <a:pt x="2379" y="1072"/>
                    </a:cubicBezTo>
                    <a:cubicBezTo>
                      <a:pt x="2135" y="424"/>
                      <a:pt x="1608" y="0"/>
                      <a:pt x="11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2"/>
              <p:cNvSpPr/>
              <p:nvPr/>
            </p:nvSpPr>
            <p:spPr>
              <a:xfrm>
                <a:off x="6486164" y="2754132"/>
                <a:ext cx="62811" cy="69407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25" extrusionOk="0">
                    <a:moveTo>
                      <a:pt x="1435" y="602"/>
                    </a:moveTo>
                    <a:cubicBezTo>
                      <a:pt x="1438" y="602"/>
                      <a:pt x="1441" y="602"/>
                      <a:pt x="1444" y="602"/>
                    </a:cubicBezTo>
                    <a:cubicBezTo>
                      <a:pt x="1820" y="602"/>
                      <a:pt x="2242" y="958"/>
                      <a:pt x="2438" y="1477"/>
                    </a:cubicBezTo>
                    <a:cubicBezTo>
                      <a:pt x="2556" y="1793"/>
                      <a:pt x="2578" y="2121"/>
                      <a:pt x="2498" y="2399"/>
                    </a:cubicBezTo>
                    <a:cubicBezTo>
                      <a:pt x="2427" y="2646"/>
                      <a:pt x="2285" y="2820"/>
                      <a:pt x="2098" y="2890"/>
                    </a:cubicBezTo>
                    <a:cubicBezTo>
                      <a:pt x="2036" y="2913"/>
                      <a:pt x="1972" y="2924"/>
                      <a:pt x="1907" y="2924"/>
                    </a:cubicBezTo>
                    <a:cubicBezTo>
                      <a:pt x="1532" y="2924"/>
                      <a:pt x="1109" y="2568"/>
                      <a:pt x="913" y="2048"/>
                    </a:cubicBezTo>
                    <a:cubicBezTo>
                      <a:pt x="684" y="1438"/>
                      <a:pt x="840" y="790"/>
                      <a:pt x="1252" y="635"/>
                    </a:cubicBezTo>
                    <a:cubicBezTo>
                      <a:pt x="1311" y="614"/>
                      <a:pt x="1373" y="602"/>
                      <a:pt x="1435" y="602"/>
                    </a:cubicBezTo>
                    <a:close/>
                    <a:moveTo>
                      <a:pt x="1441" y="1"/>
                    </a:moveTo>
                    <a:cubicBezTo>
                      <a:pt x="1305" y="1"/>
                      <a:pt x="1171" y="24"/>
                      <a:pt x="1041" y="73"/>
                    </a:cubicBezTo>
                    <a:cubicBezTo>
                      <a:pt x="310" y="348"/>
                      <a:pt x="0" y="1329"/>
                      <a:pt x="350" y="2261"/>
                    </a:cubicBezTo>
                    <a:cubicBezTo>
                      <a:pt x="638" y="3027"/>
                      <a:pt x="1283" y="3524"/>
                      <a:pt x="1910" y="3524"/>
                    </a:cubicBezTo>
                    <a:cubicBezTo>
                      <a:pt x="2047" y="3524"/>
                      <a:pt x="2182" y="3501"/>
                      <a:pt x="2309" y="3453"/>
                    </a:cubicBezTo>
                    <a:cubicBezTo>
                      <a:pt x="2679" y="3313"/>
                      <a:pt x="2951" y="2999"/>
                      <a:pt x="3076" y="2565"/>
                    </a:cubicBezTo>
                    <a:cubicBezTo>
                      <a:pt x="3190" y="2163"/>
                      <a:pt x="3162" y="1702"/>
                      <a:pt x="2999" y="1266"/>
                    </a:cubicBezTo>
                    <a:cubicBezTo>
                      <a:pt x="2711" y="499"/>
                      <a:pt x="2067" y="1"/>
                      <a:pt x="14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2"/>
              <p:cNvSpPr/>
              <p:nvPr/>
            </p:nvSpPr>
            <p:spPr>
              <a:xfrm>
                <a:off x="6473995" y="2907241"/>
                <a:ext cx="59168" cy="100616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5110" extrusionOk="0">
                    <a:moveTo>
                      <a:pt x="1503" y="1033"/>
                    </a:moveTo>
                    <a:cubicBezTo>
                      <a:pt x="1926" y="2021"/>
                      <a:pt x="2404" y="3252"/>
                      <a:pt x="2404" y="3608"/>
                    </a:cubicBezTo>
                    <a:cubicBezTo>
                      <a:pt x="2398" y="4101"/>
                      <a:pt x="1996" y="4497"/>
                      <a:pt x="1503" y="4497"/>
                    </a:cubicBezTo>
                    <a:cubicBezTo>
                      <a:pt x="1009" y="4497"/>
                      <a:pt x="607" y="4101"/>
                      <a:pt x="602" y="3608"/>
                    </a:cubicBezTo>
                    <a:cubicBezTo>
                      <a:pt x="602" y="3252"/>
                      <a:pt x="1079" y="2021"/>
                      <a:pt x="1503" y="1033"/>
                    </a:cubicBezTo>
                    <a:close/>
                    <a:moveTo>
                      <a:pt x="1503" y="1"/>
                    </a:moveTo>
                    <a:cubicBezTo>
                      <a:pt x="1390" y="1"/>
                      <a:pt x="1277" y="54"/>
                      <a:pt x="1229" y="161"/>
                    </a:cubicBezTo>
                    <a:cubicBezTo>
                      <a:pt x="1024" y="616"/>
                      <a:pt x="0" y="2915"/>
                      <a:pt x="0" y="3608"/>
                    </a:cubicBezTo>
                    <a:cubicBezTo>
                      <a:pt x="2" y="4437"/>
                      <a:pt x="674" y="5109"/>
                      <a:pt x="1503" y="5109"/>
                    </a:cubicBezTo>
                    <a:cubicBezTo>
                      <a:pt x="2331" y="5109"/>
                      <a:pt x="3004" y="4437"/>
                      <a:pt x="3005" y="3608"/>
                    </a:cubicBezTo>
                    <a:cubicBezTo>
                      <a:pt x="3005" y="2915"/>
                      <a:pt x="1982" y="616"/>
                      <a:pt x="1776" y="161"/>
                    </a:cubicBezTo>
                    <a:cubicBezTo>
                      <a:pt x="1728" y="54"/>
                      <a:pt x="1615" y="1"/>
                      <a:pt x="1503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2"/>
              <p:cNvSpPr/>
              <p:nvPr/>
            </p:nvSpPr>
            <p:spPr>
              <a:xfrm>
                <a:off x="6641656" y="1230441"/>
                <a:ext cx="1516071" cy="1799528"/>
              </a:xfrm>
              <a:custGeom>
                <a:avLst/>
                <a:gdLst/>
                <a:ahLst/>
                <a:cxnLst/>
                <a:rect l="l" t="t" r="r" b="b"/>
                <a:pathLst>
                  <a:path w="76997" h="91393" extrusionOk="0">
                    <a:moveTo>
                      <a:pt x="24017" y="0"/>
                    </a:moveTo>
                    <a:cubicBezTo>
                      <a:pt x="22933" y="0"/>
                      <a:pt x="21579" y="521"/>
                      <a:pt x="20269" y="974"/>
                    </a:cubicBezTo>
                    <a:cubicBezTo>
                      <a:pt x="17355" y="1983"/>
                      <a:pt x="9507" y="9607"/>
                      <a:pt x="7713" y="14428"/>
                    </a:cubicBezTo>
                    <a:cubicBezTo>
                      <a:pt x="5919" y="19249"/>
                      <a:pt x="7489" y="20818"/>
                      <a:pt x="10628" y="23733"/>
                    </a:cubicBezTo>
                    <a:cubicBezTo>
                      <a:pt x="13767" y="26647"/>
                      <a:pt x="17579" y="32590"/>
                      <a:pt x="19597" y="38195"/>
                    </a:cubicBezTo>
                    <a:cubicBezTo>
                      <a:pt x="21615" y="43801"/>
                      <a:pt x="24193" y="49182"/>
                      <a:pt x="28341" y="50640"/>
                    </a:cubicBezTo>
                    <a:cubicBezTo>
                      <a:pt x="28341" y="50640"/>
                      <a:pt x="21727" y="53778"/>
                      <a:pt x="17354" y="56918"/>
                    </a:cubicBezTo>
                    <a:cubicBezTo>
                      <a:pt x="12982" y="60056"/>
                      <a:pt x="10852" y="61515"/>
                      <a:pt x="10852" y="61515"/>
                    </a:cubicBezTo>
                    <a:cubicBezTo>
                      <a:pt x="10852" y="61515"/>
                      <a:pt x="4909" y="63196"/>
                      <a:pt x="2667" y="66110"/>
                    </a:cubicBezTo>
                    <a:cubicBezTo>
                      <a:pt x="1326" y="67854"/>
                      <a:pt x="475" y="69225"/>
                      <a:pt x="1" y="70054"/>
                    </a:cubicBezTo>
                    <a:cubicBezTo>
                      <a:pt x="1225" y="69607"/>
                      <a:pt x="3281" y="69045"/>
                      <a:pt x="5884" y="69045"/>
                    </a:cubicBezTo>
                    <a:cubicBezTo>
                      <a:pt x="8729" y="69045"/>
                      <a:pt x="12227" y="69715"/>
                      <a:pt x="16008" y="71940"/>
                    </a:cubicBezTo>
                    <a:cubicBezTo>
                      <a:pt x="24989" y="77223"/>
                      <a:pt x="26900" y="85990"/>
                      <a:pt x="26902" y="91392"/>
                    </a:cubicBezTo>
                    <a:lnTo>
                      <a:pt x="30471" y="88197"/>
                    </a:lnTo>
                    <a:cubicBezTo>
                      <a:pt x="30471" y="88197"/>
                      <a:pt x="39777" y="84497"/>
                      <a:pt x="47512" y="75976"/>
                    </a:cubicBezTo>
                    <a:cubicBezTo>
                      <a:pt x="55247" y="67456"/>
                      <a:pt x="56482" y="63309"/>
                      <a:pt x="57265" y="55685"/>
                    </a:cubicBezTo>
                    <a:cubicBezTo>
                      <a:pt x="58050" y="48061"/>
                      <a:pt x="61190" y="17903"/>
                      <a:pt x="61301" y="17455"/>
                    </a:cubicBezTo>
                    <a:cubicBezTo>
                      <a:pt x="61414" y="17007"/>
                      <a:pt x="62423" y="14764"/>
                      <a:pt x="63769" y="14540"/>
                    </a:cubicBezTo>
                    <a:cubicBezTo>
                      <a:pt x="63791" y="14537"/>
                      <a:pt x="63816" y="14535"/>
                      <a:pt x="63842" y="14535"/>
                    </a:cubicBezTo>
                    <a:cubicBezTo>
                      <a:pt x="65364" y="14535"/>
                      <a:pt x="72530" y="20830"/>
                      <a:pt x="73522" y="21491"/>
                    </a:cubicBezTo>
                    <a:cubicBezTo>
                      <a:pt x="73952" y="21777"/>
                      <a:pt x="74564" y="22002"/>
                      <a:pt x="75144" y="22002"/>
                    </a:cubicBezTo>
                    <a:cubicBezTo>
                      <a:pt x="75924" y="22002"/>
                      <a:pt x="76644" y="21592"/>
                      <a:pt x="76773" y="20369"/>
                    </a:cubicBezTo>
                    <a:cubicBezTo>
                      <a:pt x="76997" y="18240"/>
                      <a:pt x="75204" y="12971"/>
                      <a:pt x="69486" y="7252"/>
                    </a:cubicBezTo>
                    <a:cubicBezTo>
                      <a:pt x="65318" y="3085"/>
                      <a:pt x="61984" y="1479"/>
                      <a:pt x="59962" y="1479"/>
                    </a:cubicBezTo>
                    <a:cubicBezTo>
                      <a:pt x="59210" y="1479"/>
                      <a:pt x="58639" y="1701"/>
                      <a:pt x="58274" y="2096"/>
                    </a:cubicBezTo>
                    <a:cubicBezTo>
                      <a:pt x="56930" y="3553"/>
                      <a:pt x="57826" y="6693"/>
                      <a:pt x="56930" y="11289"/>
                    </a:cubicBezTo>
                    <a:cubicBezTo>
                      <a:pt x="56032" y="15885"/>
                      <a:pt x="50428" y="32478"/>
                      <a:pt x="47625" y="40326"/>
                    </a:cubicBezTo>
                    <a:cubicBezTo>
                      <a:pt x="44821" y="48174"/>
                      <a:pt x="45718" y="58825"/>
                      <a:pt x="45718" y="58825"/>
                    </a:cubicBezTo>
                    <a:cubicBezTo>
                      <a:pt x="45718" y="58825"/>
                      <a:pt x="41906" y="60169"/>
                      <a:pt x="39216" y="62187"/>
                    </a:cubicBezTo>
                    <a:cubicBezTo>
                      <a:pt x="36525" y="64204"/>
                      <a:pt x="32377" y="67008"/>
                      <a:pt x="32377" y="67008"/>
                    </a:cubicBezTo>
                    <a:lnTo>
                      <a:pt x="31256" y="66447"/>
                    </a:lnTo>
                    <a:cubicBezTo>
                      <a:pt x="31256" y="66447"/>
                      <a:pt x="37534" y="60169"/>
                      <a:pt x="39440" y="56581"/>
                    </a:cubicBezTo>
                    <a:cubicBezTo>
                      <a:pt x="41346" y="52993"/>
                      <a:pt x="41906" y="52769"/>
                      <a:pt x="40897" y="50640"/>
                    </a:cubicBezTo>
                    <a:cubicBezTo>
                      <a:pt x="39888" y="48509"/>
                      <a:pt x="31704" y="38195"/>
                      <a:pt x="28116" y="33599"/>
                    </a:cubicBezTo>
                    <a:cubicBezTo>
                      <a:pt x="24529" y="29002"/>
                      <a:pt x="20157" y="21267"/>
                      <a:pt x="19260" y="19025"/>
                    </a:cubicBezTo>
                    <a:cubicBezTo>
                      <a:pt x="18364" y="16782"/>
                      <a:pt x="18476" y="14540"/>
                      <a:pt x="19149" y="12971"/>
                    </a:cubicBezTo>
                    <a:cubicBezTo>
                      <a:pt x="19821" y="11401"/>
                      <a:pt x="26099" y="8261"/>
                      <a:pt x="26212" y="3440"/>
                    </a:cubicBezTo>
                    <a:cubicBezTo>
                      <a:pt x="26273" y="784"/>
                      <a:pt x="25348" y="0"/>
                      <a:pt x="2401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2"/>
              <p:cNvSpPr/>
              <p:nvPr/>
            </p:nvSpPr>
            <p:spPr>
              <a:xfrm>
                <a:off x="6634174" y="1224553"/>
                <a:ext cx="1529578" cy="1811342"/>
              </a:xfrm>
              <a:custGeom>
                <a:avLst/>
                <a:gdLst/>
                <a:ahLst/>
                <a:cxnLst/>
                <a:rect l="l" t="t" r="r" b="b"/>
                <a:pathLst>
                  <a:path w="77683" h="91993" extrusionOk="0">
                    <a:moveTo>
                      <a:pt x="24397" y="600"/>
                    </a:moveTo>
                    <a:cubicBezTo>
                      <a:pt x="24815" y="600"/>
                      <a:pt x="25180" y="685"/>
                      <a:pt x="25468" y="894"/>
                    </a:cubicBezTo>
                    <a:cubicBezTo>
                      <a:pt x="26048" y="1316"/>
                      <a:pt x="26325" y="2270"/>
                      <a:pt x="26291" y="3732"/>
                    </a:cubicBezTo>
                    <a:cubicBezTo>
                      <a:pt x="26217" y="6899"/>
                      <a:pt x="23359" y="9318"/>
                      <a:pt x="21272" y="11084"/>
                    </a:cubicBezTo>
                    <a:cubicBezTo>
                      <a:pt x="20277" y="11926"/>
                      <a:pt x="19492" y="12590"/>
                      <a:pt x="19252" y="13150"/>
                    </a:cubicBezTo>
                    <a:cubicBezTo>
                      <a:pt x="18474" y="14967"/>
                      <a:pt x="18514" y="17316"/>
                      <a:pt x="19362" y="19434"/>
                    </a:cubicBezTo>
                    <a:cubicBezTo>
                      <a:pt x="20274" y="21714"/>
                      <a:pt x="24658" y="29466"/>
                      <a:pt x="28261" y="34083"/>
                    </a:cubicBezTo>
                    <a:lnTo>
                      <a:pt x="29892" y="36166"/>
                    </a:lnTo>
                    <a:cubicBezTo>
                      <a:pt x="33726" y="41058"/>
                      <a:pt x="40144" y="49247"/>
                      <a:pt x="41006" y="51067"/>
                    </a:cubicBezTo>
                    <a:cubicBezTo>
                      <a:pt x="41781" y="52703"/>
                      <a:pt x="41596" y="53036"/>
                      <a:pt x="40394" y="55201"/>
                    </a:cubicBezTo>
                    <a:cubicBezTo>
                      <a:pt x="40152" y="55637"/>
                      <a:pt x="39872" y="56142"/>
                      <a:pt x="39555" y="56739"/>
                    </a:cubicBezTo>
                    <a:cubicBezTo>
                      <a:pt x="37693" y="60245"/>
                      <a:pt x="31486" y="66471"/>
                      <a:pt x="31423" y="66534"/>
                    </a:cubicBezTo>
                    <a:cubicBezTo>
                      <a:pt x="31279" y="66679"/>
                      <a:pt x="31318" y="66923"/>
                      <a:pt x="31502" y="67014"/>
                    </a:cubicBezTo>
                    <a:lnTo>
                      <a:pt x="32622" y="67575"/>
                    </a:lnTo>
                    <a:cubicBezTo>
                      <a:pt x="32665" y="67596"/>
                      <a:pt x="32711" y="67607"/>
                      <a:pt x="32757" y="67607"/>
                    </a:cubicBezTo>
                    <a:cubicBezTo>
                      <a:pt x="32816" y="67607"/>
                      <a:pt x="32875" y="67589"/>
                      <a:pt x="32926" y="67555"/>
                    </a:cubicBezTo>
                    <a:cubicBezTo>
                      <a:pt x="32966" y="67527"/>
                      <a:pt x="37111" y="64726"/>
                      <a:pt x="39776" y="62726"/>
                    </a:cubicBezTo>
                    <a:cubicBezTo>
                      <a:pt x="42398" y="60760"/>
                      <a:pt x="46161" y="59419"/>
                      <a:pt x="46198" y="59406"/>
                    </a:cubicBezTo>
                    <a:cubicBezTo>
                      <a:pt x="46327" y="59361"/>
                      <a:pt x="46409" y="59234"/>
                      <a:pt x="46398" y="59097"/>
                    </a:cubicBezTo>
                    <a:cubicBezTo>
                      <a:pt x="46389" y="58992"/>
                      <a:pt x="45539" y="48419"/>
                      <a:pt x="48287" y="40725"/>
                    </a:cubicBezTo>
                    <a:cubicBezTo>
                      <a:pt x="51086" y="32887"/>
                      <a:pt x="56693" y="16312"/>
                      <a:pt x="57605" y="11645"/>
                    </a:cubicBezTo>
                    <a:cubicBezTo>
                      <a:pt x="57997" y="9632"/>
                      <a:pt x="58051" y="7876"/>
                      <a:pt x="58093" y="6466"/>
                    </a:cubicBezTo>
                    <a:cubicBezTo>
                      <a:pt x="58149" y="4652"/>
                      <a:pt x="58188" y="3342"/>
                      <a:pt x="58876" y="2597"/>
                    </a:cubicBezTo>
                    <a:cubicBezTo>
                      <a:pt x="59178" y="2270"/>
                      <a:pt x="59661" y="2090"/>
                      <a:pt x="60273" y="2078"/>
                    </a:cubicBezTo>
                    <a:cubicBezTo>
                      <a:pt x="60297" y="2078"/>
                      <a:pt x="60322" y="2077"/>
                      <a:pt x="60346" y="2077"/>
                    </a:cubicBezTo>
                    <a:cubicBezTo>
                      <a:pt x="62634" y="2077"/>
                      <a:pt x="66085" y="4196"/>
                      <a:pt x="69654" y="7763"/>
                    </a:cubicBezTo>
                    <a:cubicBezTo>
                      <a:pt x="75333" y="13443"/>
                      <a:pt x="77071" y="18574"/>
                      <a:pt x="76854" y="20636"/>
                    </a:cubicBezTo>
                    <a:cubicBezTo>
                      <a:pt x="76788" y="21268"/>
                      <a:pt x="76547" y="21685"/>
                      <a:pt x="76139" y="21876"/>
                    </a:cubicBezTo>
                    <a:cubicBezTo>
                      <a:pt x="75955" y="21963"/>
                      <a:pt x="75743" y="22001"/>
                      <a:pt x="75522" y="22001"/>
                    </a:cubicBezTo>
                    <a:cubicBezTo>
                      <a:pt x="75019" y="22001"/>
                      <a:pt x="74467" y="21805"/>
                      <a:pt x="74069" y="21539"/>
                    </a:cubicBezTo>
                    <a:cubicBezTo>
                      <a:pt x="73825" y="21377"/>
                      <a:pt x="73151" y="20826"/>
                      <a:pt x="72299" y="20127"/>
                    </a:cubicBezTo>
                    <a:cubicBezTo>
                      <a:pt x="67985" y="16599"/>
                      <a:pt x="65233" y="14533"/>
                      <a:pt x="64206" y="14533"/>
                    </a:cubicBezTo>
                    <a:cubicBezTo>
                      <a:pt x="64168" y="14533"/>
                      <a:pt x="64132" y="14536"/>
                      <a:pt x="64099" y="14542"/>
                    </a:cubicBezTo>
                    <a:cubicBezTo>
                      <a:pt x="62615" y="14790"/>
                      <a:pt x="61533" y="17110"/>
                      <a:pt x="61390" y="17680"/>
                    </a:cubicBezTo>
                    <a:cubicBezTo>
                      <a:pt x="61265" y="18182"/>
                      <a:pt x="57899" y="50597"/>
                      <a:pt x="57348" y="55952"/>
                    </a:cubicBezTo>
                    <a:cubicBezTo>
                      <a:pt x="56582" y="63373"/>
                      <a:pt x="55436" y="67519"/>
                      <a:pt x="47669" y="76074"/>
                    </a:cubicBezTo>
                    <a:cubicBezTo>
                      <a:pt x="40074" y="84440"/>
                      <a:pt x="30832" y="88179"/>
                      <a:pt x="30740" y="88216"/>
                    </a:cubicBezTo>
                    <a:cubicBezTo>
                      <a:pt x="30707" y="88229"/>
                      <a:pt x="30676" y="88248"/>
                      <a:pt x="30650" y="88272"/>
                    </a:cubicBezTo>
                    <a:lnTo>
                      <a:pt x="27572" y="91028"/>
                    </a:lnTo>
                    <a:cubicBezTo>
                      <a:pt x="27444" y="86705"/>
                      <a:pt x="25986" y="77537"/>
                      <a:pt x="16541" y="71981"/>
                    </a:cubicBezTo>
                    <a:cubicBezTo>
                      <a:pt x="12706" y="69724"/>
                      <a:pt x="9142" y="69053"/>
                      <a:pt x="6258" y="69053"/>
                    </a:cubicBezTo>
                    <a:cubicBezTo>
                      <a:pt x="4072" y="69053"/>
                      <a:pt x="2277" y="69440"/>
                      <a:pt x="1052" y="69813"/>
                    </a:cubicBezTo>
                    <a:cubicBezTo>
                      <a:pt x="1556" y="68992"/>
                      <a:pt x="2287" y="67893"/>
                      <a:pt x="3287" y="66593"/>
                    </a:cubicBezTo>
                    <a:cubicBezTo>
                      <a:pt x="5441" y="63793"/>
                      <a:pt x="11256" y="62120"/>
                      <a:pt x="11314" y="62103"/>
                    </a:cubicBezTo>
                    <a:cubicBezTo>
                      <a:pt x="11344" y="62094"/>
                      <a:pt x="11375" y="62081"/>
                      <a:pt x="11401" y="62062"/>
                    </a:cubicBezTo>
                    <a:cubicBezTo>
                      <a:pt x="11424" y="62047"/>
                      <a:pt x="13584" y="60566"/>
                      <a:pt x="17911" y="57461"/>
                    </a:cubicBezTo>
                    <a:cubicBezTo>
                      <a:pt x="22210" y="54374"/>
                      <a:pt x="28784" y="51241"/>
                      <a:pt x="28851" y="51210"/>
                    </a:cubicBezTo>
                    <a:cubicBezTo>
                      <a:pt x="29092" y="51094"/>
                      <a:pt x="29073" y="50745"/>
                      <a:pt x="28821" y="50656"/>
                    </a:cubicBezTo>
                    <a:cubicBezTo>
                      <a:pt x="24613" y="49177"/>
                      <a:pt x="22035" y="43325"/>
                      <a:pt x="20259" y="38392"/>
                    </a:cubicBezTo>
                    <a:cubicBezTo>
                      <a:pt x="18322" y="33013"/>
                      <a:pt x="14518" y="26881"/>
                      <a:pt x="11212" y="23812"/>
                    </a:cubicBezTo>
                    <a:cubicBezTo>
                      <a:pt x="8155" y="20973"/>
                      <a:pt x="6620" y="19548"/>
                      <a:pt x="8376" y="14831"/>
                    </a:cubicBezTo>
                    <a:cubicBezTo>
                      <a:pt x="10142" y="10081"/>
                      <a:pt x="17855" y="2558"/>
                      <a:pt x="20748" y="1556"/>
                    </a:cubicBezTo>
                    <a:lnTo>
                      <a:pt x="21177" y="1407"/>
                    </a:lnTo>
                    <a:cubicBezTo>
                      <a:pt x="22316" y="1008"/>
                      <a:pt x="23482" y="600"/>
                      <a:pt x="24397" y="600"/>
                    </a:cubicBezTo>
                    <a:close/>
                    <a:moveTo>
                      <a:pt x="24399" y="1"/>
                    </a:moveTo>
                    <a:cubicBezTo>
                      <a:pt x="23375" y="1"/>
                      <a:pt x="22163" y="425"/>
                      <a:pt x="20978" y="840"/>
                    </a:cubicBezTo>
                    <a:lnTo>
                      <a:pt x="20551" y="990"/>
                    </a:lnTo>
                    <a:cubicBezTo>
                      <a:pt x="17567" y="2022"/>
                      <a:pt x="9623" y="9751"/>
                      <a:pt x="7811" y="14622"/>
                    </a:cubicBezTo>
                    <a:cubicBezTo>
                      <a:pt x="5917" y="19714"/>
                      <a:pt x="7755" y="21422"/>
                      <a:pt x="10803" y="24252"/>
                    </a:cubicBezTo>
                    <a:cubicBezTo>
                      <a:pt x="14047" y="27264"/>
                      <a:pt x="17786" y="33296"/>
                      <a:pt x="19694" y="38596"/>
                    </a:cubicBezTo>
                    <a:cubicBezTo>
                      <a:pt x="21533" y="43704"/>
                      <a:pt x="23949" y="49109"/>
                      <a:pt x="27983" y="50964"/>
                    </a:cubicBezTo>
                    <a:cubicBezTo>
                      <a:pt x="26239" y="51821"/>
                      <a:pt x="21130" y="54409"/>
                      <a:pt x="17558" y="56973"/>
                    </a:cubicBezTo>
                    <a:cubicBezTo>
                      <a:pt x="13560" y="59843"/>
                      <a:pt x="11414" y="61323"/>
                      <a:pt x="11101" y="61539"/>
                    </a:cubicBezTo>
                    <a:cubicBezTo>
                      <a:pt x="10488" y="61717"/>
                      <a:pt x="5004" y="63374"/>
                      <a:pt x="2809" y="66227"/>
                    </a:cubicBezTo>
                    <a:cubicBezTo>
                      <a:pt x="1475" y="67961"/>
                      <a:pt x="611" y="69346"/>
                      <a:pt x="120" y="70203"/>
                    </a:cubicBezTo>
                    <a:cubicBezTo>
                      <a:pt x="0" y="70414"/>
                      <a:pt x="162" y="70654"/>
                      <a:pt x="378" y="70654"/>
                    </a:cubicBezTo>
                    <a:cubicBezTo>
                      <a:pt x="412" y="70654"/>
                      <a:pt x="448" y="70648"/>
                      <a:pt x="484" y="70635"/>
                    </a:cubicBezTo>
                    <a:cubicBezTo>
                      <a:pt x="1611" y="70223"/>
                      <a:pt x="3642" y="69654"/>
                      <a:pt x="6254" y="69654"/>
                    </a:cubicBezTo>
                    <a:cubicBezTo>
                      <a:pt x="9048" y="69654"/>
                      <a:pt x="12508" y="70306"/>
                      <a:pt x="16236" y="72499"/>
                    </a:cubicBezTo>
                    <a:cubicBezTo>
                      <a:pt x="25929" y="78201"/>
                      <a:pt x="26980" y="87820"/>
                      <a:pt x="26981" y="91692"/>
                    </a:cubicBezTo>
                    <a:cubicBezTo>
                      <a:pt x="26982" y="91857"/>
                      <a:pt x="27116" y="91992"/>
                      <a:pt x="27282" y="91992"/>
                    </a:cubicBezTo>
                    <a:cubicBezTo>
                      <a:pt x="27355" y="91992"/>
                      <a:pt x="27428" y="91965"/>
                      <a:pt x="27482" y="91915"/>
                    </a:cubicBezTo>
                    <a:lnTo>
                      <a:pt x="31013" y="88754"/>
                    </a:lnTo>
                    <a:cubicBezTo>
                      <a:pt x="31770" y="88442"/>
                      <a:pt x="40715" y="84628"/>
                      <a:pt x="48116" y="76479"/>
                    </a:cubicBezTo>
                    <a:cubicBezTo>
                      <a:pt x="56003" y="67792"/>
                      <a:pt x="57169" y="63573"/>
                      <a:pt x="57946" y="56016"/>
                    </a:cubicBezTo>
                    <a:cubicBezTo>
                      <a:pt x="58765" y="48068"/>
                      <a:pt x="61844" y="18505"/>
                      <a:pt x="61975" y="17828"/>
                    </a:cubicBezTo>
                    <a:cubicBezTo>
                      <a:pt x="62099" y="17332"/>
                      <a:pt x="63081" y="15323"/>
                      <a:pt x="64198" y="15137"/>
                    </a:cubicBezTo>
                    <a:cubicBezTo>
                      <a:pt x="64214" y="15135"/>
                      <a:pt x="64230" y="15133"/>
                      <a:pt x="64248" y="15133"/>
                    </a:cubicBezTo>
                    <a:cubicBezTo>
                      <a:pt x="65248" y="15133"/>
                      <a:pt x="69905" y="18947"/>
                      <a:pt x="71919" y="20595"/>
                    </a:cubicBezTo>
                    <a:cubicBezTo>
                      <a:pt x="72818" y="21331"/>
                      <a:pt x="73469" y="21862"/>
                      <a:pt x="73737" y="22041"/>
                    </a:cubicBezTo>
                    <a:cubicBezTo>
                      <a:pt x="74208" y="22355"/>
                      <a:pt x="74881" y="22602"/>
                      <a:pt x="75529" y="22602"/>
                    </a:cubicBezTo>
                    <a:cubicBezTo>
                      <a:pt x="75831" y="22602"/>
                      <a:pt x="76128" y="22548"/>
                      <a:pt x="76396" y="22422"/>
                    </a:cubicBezTo>
                    <a:cubicBezTo>
                      <a:pt x="76816" y="22225"/>
                      <a:pt x="77341" y="21766"/>
                      <a:pt x="77453" y="20701"/>
                    </a:cubicBezTo>
                    <a:cubicBezTo>
                      <a:pt x="77683" y="18524"/>
                      <a:pt x="75908" y="13169"/>
                      <a:pt x="70079" y="7340"/>
                    </a:cubicBezTo>
                    <a:cubicBezTo>
                      <a:pt x="66345" y="3607"/>
                      <a:pt x="62804" y="1479"/>
                      <a:pt x="60341" y="1479"/>
                    </a:cubicBezTo>
                    <a:cubicBezTo>
                      <a:pt x="60314" y="1479"/>
                      <a:pt x="60288" y="1479"/>
                      <a:pt x="60262" y="1479"/>
                    </a:cubicBezTo>
                    <a:cubicBezTo>
                      <a:pt x="59483" y="1495"/>
                      <a:pt x="58851" y="1741"/>
                      <a:pt x="58435" y="2192"/>
                    </a:cubicBezTo>
                    <a:cubicBezTo>
                      <a:pt x="57595" y="3101"/>
                      <a:pt x="57553" y="4505"/>
                      <a:pt x="57493" y="6450"/>
                    </a:cubicBezTo>
                    <a:cubicBezTo>
                      <a:pt x="57452" y="7838"/>
                      <a:pt x="57400" y="9566"/>
                      <a:pt x="57016" y="11531"/>
                    </a:cubicBezTo>
                    <a:cubicBezTo>
                      <a:pt x="56122" y="16110"/>
                      <a:pt x="50429" y="32947"/>
                      <a:pt x="47723" y="40524"/>
                    </a:cubicBezTo>
                    <a:cubicBezTo>
                      <a:pt x="45158" y="47707"/>
                      <a:pt x="45675" y="57319"/>
                      <a:pt x="45783" y="58920"/>
                    </a:cubicBezTo>
                    <a:cubicBezTo>
                      <a:pt x="44929" y="59239"/>
                      <a:pt x="41778" y="60476"/>
                      <a:pt x="39417" y="62247"/>
                    </a:cubicBezTo>
                    <a:cubicBezTo>
                      <a:pt x="37045" y="64025"/>
                      <a:pt x="33494" y="66445"/>
                      <a:pt x="32736" y="66960"/>
                    </a:cubicBezTo>
                    <a:lnTo>
                      <a:pt x="32143" y="66663"/>
                    </a:lnTo>
                    <a:cubicBezTo>
                      <a:pt x="33419" y="65365"/>
                      <a:pt x="38395" y="60205"/>
                      <a:pt x="40087" y="57021"/>
                    </a:cubicBezTo>
                    <a:cubicBezTo>
                      <a:pt x="40402" y="56429"/>
                      <a:pt x="40681" y="55927"/>
                      <a:pt x="40920" y="55494"/>
                    </a:cubicBezTo>
                    <a:cubicBezTo>
                      <a:pt x="42132" y="53313"/>
                      <a:pt x="42458" y="52726"/>
                      <a:pt x="41550" y="50811"/>
                    </a:cubicBezTo>
                    <a:cubicBezTo>
                      <a:pt x="40660" y="48930"/>
                      <a:pt x="34465" y="41026"/>
                      <a:pt x="30365" y="35796"/>
                    </a:cubicBezTo>
                    <a:lnTo>
                      <a:pt x="28734" y="33713"/>
                    </a:lnTo>
                    <a:cubicBezTo>
                      <a:pt x="25162" y="29136"/>
                      <a:pt x="20820" y="21465"/>
                      <a:pt x="19919" y="19212"/>
                    </a:cubicBezTo>
                    <a:cubicBezTo>
                      <a:pt x="19131" y="17238"/>
                      <a:pt x="19088" y="15061"/>
                      <a:pt x="19805" y="13387"/>
                    </a:cubicBezTo>
                    <a:cubicBezTo>
                      <a:pt x="19989" y="12958"/>
                      <a:pt x="20763" y="12303"/>
                      <a:pt x="21660" y="11544"/>
                    </a:cubicBezTo>
                    <a:cubicBezTo>
                      <a:pt x="23711" y="9809"/>
                      <a:pt x="26811" y="7184"/>
                      <a:pt x="26891" y="3746"/>
                    </a:cubicBezTo>
                    <a:cubicBezTo>
                      <a:pt x="26931" y="2052"/>
                      <a:pt x="26580" y="960"/>
                      <a:pt x="25820" y="409"/>
                    </a:cubicBezTo>
                    <a:cubicBezTo>
                      <a:pt x="25418" y="116"/>
                      <a:pt x="24934" y="1"/>
                      <a:pt x="2439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2"/>
              <p:cNvSpPr/>
              <p:nvPr/>
            </p:nvSpPr>
            <p:spPr>
              <a:xfrm>
                <a:off x="7018956" y="2453387"/>
                <a:ext cx="371491" cy="232598"/>
              </a:xfrm>
              <a:custGeom>
                <a:avLst/>
                <a:gdLst/>
                <a:ahLst/>
                <a:cxnLst/>
                <a:rect l="l" t="t" r="r" b="b"/>
                <a:pathLst>
                  <a:path w="18867" h="11813" extrusionOk="0">
                    <a:moveTo>
                      <a:pt x="320" y="1"/>
                    </a:moveTo>
                    <a:cubicBezTo>
                      <a:pt x="172" y="1"/>
                      <a:pt x="42" y="110"/>
                      <a:pt x="23" y="262"/>
                    </a:cubicBezTo>
                    <a:cubicBezTo>
                      <a:pt x="0" y="427"/>
                      <a:pt x="117" y="579"/>
                      <a:pt x="282" y="599"/>
                    </a:cubicBezTo>
                    <a:cubicBezTo>
                      <a:pt x="400" y="615"/>
                      <a:pt x="12101" y="2260"/>
                      <a:pt x="18233" y="11676"/>
                    </a:cubicBezTo>
                    <a:cubicBezTo>
                      <a:pt x="18287" y="11762"/>
                      <a:pt x="18382" y="11813"/>
                      <a:pt x="18484" y="11813"/>
                    </a:cubicBezTo>
                    <a:cubicBezTo>
                      <a:pt x="18723" y="11813"/>
                      <a:pt x="18866" y="11548"/>
                      <a:pt x="18736" y="11349"/>
                    </a:cubicBezTo>
                    <a:cubicBezTo>
                      <a:pt x="12455" y="1703"/>
                      <a:pt x="481" y="19"/>
                      <a:pt x="362" y="4"/>
                    </a:cubicBezTo>
                    <a:cubicBezTo>
                      <a:pt x="348" y="2"/>
                      <a:pt x="334" y="1"/>
                      <a:pt x="32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2"/>
              <p:cNvSpPr/>
              <p:nvPr/>
            </p:nvSpPr>
            <p:spPr>
              <a:xfrm>
                <a:off x="7750833" y="1259542"/>
                <a:ext cx="406894" cy="404137"/>
              </a:xfrm>
              <a:custGeom>
                <a:avLst/>
                <a:gdLst/>
                <a:ahLst/>
                <a:cxnLst/>
                <a:rect l="l" t="t" r="r" b="b"/>
                <a:pathLst>
                  <a:path w="20665" h="20525" extrusionOk="0">
                    <a:moveTo>
                      <a:pt x="3629" y="0"/>
                    </a:moveTo>
                    <a:cubicBezTo>
                      <a:pt x="2877" y="0"/>
                      <a:pt x="2307" y="222"/>
                      <a:pt x="1942" y="617"/>
                    </a:cubicBezTo>
                    <a:cubicBezTo>
                      <a:pt x="598" y="2074"/>
                      <a:pt x="1494" y="5213"/>
                      <a:pt x="598" y="9810"/>
                    </a:cubicBezTo>
                    <a:cubicBezTo>
                      <a:pt x="477" y="10425"/>
                      <a:pt x="270" y="11261"/>
                      <a:pt x="0" y="12257"/>
                    </a:cubicBezTo>
                    <a:cubicBezTo>
                      <a:pt x="210" y="12223"/>
                      <a:pt x="446" y="12200"/>
                      <a:pt x="707" y="12200"/>
                    </a:cubicBezTo>
                    <a:cubicBezTo>
                      <a:pt x="1516" y="12200"/>
                      <a:pt x="2556" y="12419"/>
                      <a:pt x="3736" y="13174"/>
                    </a:cubicBezTo>
                    <a:cubicBezTo>
                      <a:pt x="4416" y="13609"/>
                      <a:pt x="5021" y="14150"/>
                      <a:pt x="5531" y="14776"/>
                    </a:cubicBezTo>
                    <a:cubicBezTo>
                      <a:pt x="5976" y="14023"/>
                      <a:pt x="6645" y="13194"/>
                      <a:pt x="7437" y="13061"/>
                    </a:cubicBezTo>
                    <a:cubicBezTo>
                      <a:pt x="7459" y="13057"/>
                      <a:pt x="7484" y="13056"/>
                      <a:pt x="7510" y="13056"/>
                    </a:cubicBezTo>
                    <a:cubicBezTo>
                      <a:pt x="9030" y="13056"/>
                      <a:pt x="16198" y="19351"/>
                      <a:pt x="17190" y="20013"/>
                    </a:cubicBezTo>
                    <a:cubicBezTo>
                      <a:pt x="17620" y="20299"/>
                      <a:pt x="18233" y="20524"/>
                      <a:pt x="18812" y="20524"/>
                    </a:cubicBezTo>
                    <a:cubicBezTo>
                      <a:pt x="19593" y="20524"/>
                      <a:pt x="20312" y="20115"/>
                      <a:pt x="20441" y="18892"/>
                    </a:cubicBezTo>
                    <a:cubicBezTo>
                      <a:pt x="20665" y="16762"/>
                      <a:pt x="18872" y="11493"/>
                      <a:pt x="13154" y="5774"/>
                    </a:cubicBezTo>
                    <a:cubicBezTo>
                      <a:pt x="8985" y="1606"/>
                      <a:pt x="5651" y="0"/>
                      <a:pt x="3629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2"/>
              <p:cNvSpPr/>
              <p:nvPr/>
            </p:nvSpPr>
            <p:spPr>
              <a:xfrm>
                <a:off x="7744079" y="1253635"/>
                <a:ext cx="419633" cy="415932"/>
              </a:xfrm>
              <a:custGeom>
                <a:avLst/>
                <a:gdLst/>
                <a:ahLst/>
                <a:cxnLst/>
                <a:rect l="l" t="t" r="r" b="b"/>
                <a:pathLst>
                  <a:path w="21312" h="21124" extrusionOk="0">
                    <a:moveTo>
                      <a:pt x="3975" y="600"/>
                    </a:moveTo>
                    <a:cubicBezTo>
                      <a:pt x="6263" y="600"/>
                      <a:pt x="9715" y="2719"/>
                      <a:pt x="13285" y="6288"/>
                    </a:cubicBezTo>
                    <a:cubicBezTo>
                      <a:pt x="18964" y="11967"/>
                      <a:pt x="20702" y="17097"/>
                      <a:pt x="20485" y="19160"/>
                    </a:cubicBezTo>
                    <a:cubicBezTo>
                      <a:pt x="20419" y="19791"/>
                      <a:pt x="20178" y="20208"/>
                      <a:pt x="19770" y="20399"/>
                    </a:cubicBezTo>
                    <a:cubicBezTo>
                      <a:pt x="19585" y="20486"/>
                      <a:pt x="19374" y="20524"/>
                      <a:pt x="19152" y="20524"/>
                    </a:cubicBezTo>
                    <a:cubicBezTo>
                      <a:pt x="18650" y="20524"/>
                      <a:pt x="18097" y="20328"/>
                      <a:pt x="17700" y="20062"/>
                    </a:cubicBezTo>
                    <a:cubicBezTo>
                      <a:pt x="17456" y="19900"/>
                      <a:pt x="16782" y="19350"/>
                      <a:pt x="15930" y="18652"/>
                    </a:cubicBezTo>
                    <a:cubicBezTo>
                      <a:pt x="11616" y="15123"/>
                      <a:pt x="8882" y="13058"/>
                      <a:pt x="7839" y="13058"/>
                    </a:cubicBezTo>
                    <a:cubicBezTo>
                      <a:pt x="7834" y="13057"/>
                      <a:pt x="7829" y="13057"/>
                      <a:pt x="7825" y="13057"/>
                    </a:cubicBezTo>
                    <a:cubicBezTo>
                      <a:pt x="7793" y="13057"/>
                      <a:pt x="7761" y="13061"/>
                      <a:pt x="7729" y="13066"/>
                    </a:cubicBezTo>
                    <a:cubicBezTo>
                      <a:pt x="6935" y="13198"/>
                      <a:pt x="6288" y="13897"/>
                      <a:pt x="5835" y="14572"/>
                    </a:cubicBezTo>
                    <a:cubicBezTo>
                      <a:pt x="5366" y="14052"/>
                      <a:pt x="4830" y="13598"/>
                      <a:pt x="4240" y="13221"/>
                    </a:cubicBezTo>
                    <a:cubicBezTo>
                      <a:pt x="2999" y="12426"/>
                      <a:pt x="1895" y="12200"/>
                      <a:pt x="1049" y="12200"/>
                    </a:cubicBezTo>
                    <a:cubicBezTo>
                      <a:pt x="944" y="12200"/>
                      <a:pt x="843" y="12204"/>
                      <a:pt x="746" y="12210"/>
                    </a:cubicBezTo>
                    <a:cubicBezTo>
                      <a:pt x="972" y="11367"/>
                      <a:pt x="1135" y="10682"/>
                      <a:pt x="1236" y="10168"/>
                    </a:cubicBezTo>
                    <a:cubicBezTo>
                      <a:pt x="1628" y="8155"/>
                      <a:pt x="1682" y="6400"/>
                      <a:pt x="1724" y="4989"/>
                    </a:cubicBezTo>
                    <a:cubicBezTo>
                      <a:pt x="1780" y="3176"/>
                      <a:pt x="1820" y="1865"/>
                      <a:pt x="2507" y="1122"/>
                    </a:cubicBezTo>
                    <a:cubicBezTo>
                      <a:pt x="2809" y="793"/>
                      <a:pt x="3293" y="614"/>
                      <a:pt x="3904" y="601"/>
                    </a:cubicBezTo>
                    <a:cubicBezTo>
                      <a:pt x="3927" y="601"/>
                      <a:pt x="3951" y="600"/>
                      <a:pt x="3975" y="600"/>
                    </a:cubicBezTo>
                    <a:close/>
                    <a:moveTo>
                      <a:pt x="3973" y="0"/>
                    </a:moveTo>
                    <a:cubicBezTo>
                      <a:pt x="3946" y="0"/>
                      <a:pt x="3919" y="1"/>
                      <a:pt x="3892" y="1"/>
                    </a:cubicBezTo>
                    <a:cubicBezTo>
                      <a:pt x="3113" y="17"/>
                      <a:pt x="2481" y="262"/>
                      <a:pt x="2065" y="714"/>
                    </a:cubicBezTo>
                    <a:cubicBezTo>
                      <a:pt x="1225" y="1623"/>
                      <a:pt x="1183" y="3027"/>
                      <a:pt x="1123" y="4971"/>
                    </a:cubicBezTo>
                    <a:cubicBezTo>
                      <a:pt x="1081" y="6360"/>
                      <a:pt x="1028" y="8089"/>
                      <a:pt x="645" y="10053"/>
                    </a:cubicBezTo>
                    <a:cubicBezTo>
                      <a:pt x="532" y="10637"/>
                      <a:pt x="332" y="11452"/>
                      <a:pt x="53" y="12479"/>
                    </a:cubicBezTo>
                    <a:cubicBezTo>
                      <a:pt x="0" y="12674"/>
                      <a:pt x="149" y="12859"/>
                      <a:pt x="342" y="12859"/>
                    </a:cubicBezTo>
                    <a:cubicBezTo>
                      <a:pt x="358" y="12859"/>
                      <a:pt x="375" y="12858"/>
                      <a:pt x="392" y="12855"/>
                    </a:cubicBezTo>
                    <a:cubicBezTo>
                      <a:pt x="584" y="12823"/>
                      <a:pt x="803" y="12802"/>
                      <a:pt x="1047" y="12802"/>
                    </a:cubicBezTo>
                    <a:cubicBezTo>
                      <a:pt x="1801" y="12802"/>
                      <a:pt x="2790" y="13005"/>
                      <a:pt x="3918" y="13728"/>
                    </a:cubicBezTo>
                    <a:cubicBezTo>
                      <a:pt x="4570" y="14146"/>
                      <a:pt x="5152" y="14665"/>
                      <a:pt x="5642" y="15267"/>
                    </a:cubicBezTo>
                    <a:cubicBezTo>
                      <a:pt x="5701" y="15336"/>
                      <a:pt x="5787" y="15376"/>
                      <a:pt x="5878" y="15376"/>
                    </a:cubicBezTo>
                    <a:cubicBezTo>
                      <a:pt x="5884" y="15376"/>
                      <a:pt x="5890" y="15376"/>
                      <a:pt x="5897" y="15376"/>
                    </a:cubicBezTo>
                    <a:cubicBezTo>
                      <a:pt x="5995" y="15367"/>
                      <a:pt x="6083" y="15313"/>
                      <a:pt x="6133" y="15229"/>
                    </a:cubicBezTo>
                    <a:cubicBezTo>
                      <a:pt x="6677" y="14307"/>
                      <a:pt x="7279" y="13750"/>
                      <a:pt x="7828" y="13659"/>
                    </a:cubicBezTo>
                    <a:cubicBezTo>
                      <a:pt x="7843" y="13656"/>
                      <a:pt x="7860" y="13655"/>
                      <a:pt x="7878" y="13655"/>
                    </a:cubicBezTo>
                    <a:cubicBezTo>
                      <a:pt x="8878" y="13655"/>
                      <a:pt x="13535" y="17469"/>
                      <a:pt x="15549" y="19116"/>
                    </a:cubicBezTo>
                    <a:cubicBezTo>
                      <a:pt x="16448" y="19853"/>
                      <a:pt x="17099" y="20384"/>
                      <a:pt x="17367" y="20563"/>
                    </a:cubicBezTo>
                    <a:cubicBezTo>
                      <a:pt x="17837" y="20877"/>
                      <a:pt x="18511" y="21124"/>
                      <a:pt x="19158" y="21124"/>
                    </a:cubicBezTo>
                    <a:cubicBezTo>
                      <a:pt x="19461" y="21124"/>
                      <a:pt x="19758" y="21070"/>
                      <a:pt x="20025" y="20943"/>
                    </a:cubicBezTo>
                    <a:cubicBezTo>
                      <a:pt x="20445" y="20747"/>
                      <a:pt x="20970" y="20288"/>
                      <a:pt x="21083" y="19223"/>
                    </a:cubicBezTo>
                    <a:cubicBezTo>
                      <a:pt x="21311" y="17045"/>
                      <a:pt x="19536" y="11691"/>
                      <a:pt x="13709" y="5862"/>
                    </a:cubicBezTo>
                    <a:cubicBezTo>
                      <a:pt x="9976" y="2130"/>
                      <a:pt x="6435" y="0"/>
                      <a:pt x="3973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2"/>
              <p:cNvSpPr/>
              <p:nvPr/>
            </p:nvSpPr>
            <p:spPr>
              <a:xfrm>
                <a:off x="6758201" y="1230441"/>
                <a:ext cx="400770" cy="507943"/>
              </a:xfrm>
              <a:custGeom>
                <a:avLst/>
                <a:gdLst/>
                <a:ahLst/>
                <a:cxnLst/>
                <a:rect l="l" t="t" r="r" b="b"/>
                <a:pathLst>
                  <a:path w="20354" h="25797" extrusionOk="0">
                    <a:moveTo>
                      <a:pt x="18098" y="0"/>
                    </a:moveTo>
                    <a:cubicBezTo>
                      <a:pt x="17013" y="0"/>
                      <a:pt x="15659" y="521"/>
                      <a:pt x="14350" y="974"/>
                    </a:cubicBezTo>
                    <a:cubicBezTo>
                      <a:pt x="11435" y="1983"/>
                      <a:pt x="3587" y="9607"/>
                      <a:pt x="1793" y="14428"/>
                    </a:cubicBezTo>
                    <a:cubicBezTo>
                      <a:pt x="0" y="19249"/>
                      <a:pt x="1569" y="20818"/>
                      <a:pt x="4709" y="23733"/>
                    </a:cubicBezTo>
                    <a:cubicBezTo>
                      <a:pt x="5330" y="24310"/>
                      <a:pt x="5977" y="25008"/>
                      <a:pt x="6632" y="25797"/>
                    </a:cubicBezTo>
                    <a:cubicBezTo>
                      <a:pt x="8965" y="25770"/>
                      <a:pt x="12190" y="24947"/>
                      <a:pt x="14399" y="21219"/>
                    </a:cubicBezTo>
                    <a:cubicBezTo>
                      <a:pt x="13912" y="20287"/>
                      <a:pt x="13538" y="19518"/>
                      <a:pt x="13341" y="19025"/>
                    </a:cubicBezTo>
                    <a:cubicBezTo>
                      <a:pt x="12444" y="16782"/>
                      <a:pt x="12557" y="14540"/>
                      <a:pt x="13229" y="12971"/>
                    </a:cubicBezTo>
                    <a:cubicBezTo>
                      <a:pt x="13902" y="11401"/>
                      <a:pt x="20180" y="8261"/>
                      <a:pt x="20292" y="3440"/>
                    </a:cubicBezTo>
                    <a:cubicBezTo>
                      <a:pt x="20354" y="784"/>
                      <a:pt x="19429" y="0"/>
                      <a:pt x="1809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2"/>
              <p:cNvSpPr/>
              <p:nvPr/>
            </p:nvSpPr>
            <p:spPr>
              <a:xfrm>
                <a:off x="6750640" y="1224553"/>
                <a:ext cx="413785" cy="519737"/>
              </a:xfrm>
              <a:custGeom>
                <a:avLst/>
                <a:gdLst/>
                <a:ahLst/>
                <a:cxnLst/>
                <a:rect l="l" t="t" r="r" b="b"/>
                <a:pathLst>
                  <a:path w="21015" h="26396" extrusionOk="0">
                    <a:moveTo>
                      <a:pt x="18481" y="600"/>
                    </a:moveTo>
                    <a:cubicBezTo>
                      <a:pt x="18899" y="600"/>
                      <a:pt x="19265" y="685"/>
                      <a:pt x="19553" y="895"/>
                    </a:cubicBezTo>
                    <a:cubicBezTo>
                      <a:pt x="20133" y="1316"/>
                      <a:pt x="20409" y="2271"/>
                      <a:pt x="20376" y="3732"/>
                    </a:cubicBezTo>
                    <a:cubicBezTo>
                      <a:pt x="20302" y="6899"/>
                      <a:pt x="17444" y="9319"/>
                      <a:pt x="15356" y="11086"/>
                    </a:cubicBezTo>
                    <a:cubicBezTo>
                      <a:pt x="14362" y="11926"/>
                      <a:pt x="13576" y="12591"/>
                      <a:pt x="13337" y="13151"/>
                    </a:cubicBezTo>
                    <a:cubicBezTo>
                      <a:pt x="12558" y="14967"/>
                      <a:pt x="12598" y="17317"/>
                      <a:pt x="13446" y="19435"/>
                    </a:cubicBezTo>
                    <a:cubicBezTo>
                      <a:pt x="13631" y="19897"/>
                      <a:pt x="13973" y="20612"/>
                      <a:pt x="14439" y="21509"/>
                    </a:cubicBezTo>
                    <a:cubicBezTo>
                      <a:pt x="12345" y="24927"/>
                      <a:pt x="9357" y="25736"/>
                      <a:pt x="7155" y="25792"/>
                    </a:cubicBezTo>
                    <a:cubicBezTo>
                      <a:pt x="6510" y="25024"/>
                      <a:pt x="5886" y="24358"/>
                      <a:pt x="5297" y="23812"/>
                    </a:cubicBezTo>
                    <a:cubicBezTo>
                      <a:pt x="2240" y="20973"/>
                      <a:pt x="705" y="19548"/>
                      <a:pt x="2459" y="14831"/>
                    </a:cubicBezTo>
                    <a:cubicBezTo>
                      <a:pt x="4226" y="10083"/>
                      <a:pt x="11940" y="2558"/>
                      <a:pt x="14832" y="1558"/>
                    </a:cubicBezTo>
                    <a:lnTo>
                      <a:pt x="15262" y="1407"/>
                    </a:lnTo>
                    <a:cubicBezTo>
                      <a:pt x="16400" y="1008"/>
                      <a:pt x="17565" y="600"/>
                      <a:pt x="18481" y="600"/>
                    </a:cubicBezTo>
                    <a:close/>
                    <a:moveTo>
                      <a:pt x="18484" y="1"/>
                    </a:moveTo>
                    <a:cubicBezTo>
                      <a:pt x="17459" y="1"/>
                      <a:pt x="16247" y="425"/>
                      <a:pt x="15063" y="840"/>
                    </a:cubicBezTo>
                    <a:lnTo>
                      <a:pt x="14635" y="990"/>
                    </a:lnTo>
                    <a:cubicBezTo>
                      <a:pt x="11652" y="2022"/>
                      <a:pt x="3708" y="9751"/>
                      <a:pt x="1895" y="14622"/>
                    </a:cubicBezTo>
                    <a:cubicBezTo>
                      <a:pt x="0" y="19715"/>
                      <a:pt x="1840" y="21422"/>
                      <a:pt x="4888" y="24252"/>
                    </a:cubicBezTo>
                    <a:cubicBezTo>
                      <a:pt x="5485" y="24807"/>
                      <a:pt x="6124" y="25492"/>
                      <a:pt x="6785" y="26287"/>
                    </a:cubicBezTo>
                    <a:cubicBezTo>
                      <a:pt x="6842" y="26356"/>
                      <a:pt x="6927" y="26396"/>
                      <a:pt x="7016" y="26396"/>
                    </a:cubicBezTo>
                    <a:lnTo>
                      <a:pt x="7019" y="26396"/>
                    </a:lnTo>
                    <a:cubicBezTo>
                      <a:pt x="9418" y="26369"/>
                      <a:pt x="12757" y="25528"/>
                      <a:pt x="15043" y="21672"/>
                    </a:cubicBezTo>
                    <a:cubicBezTo>
                      <a:pt x="15095" y="21582"/>
                      <a:pt x="15098" y="21472"/>
                      <a:pt x="15050" y="21379"/>
                    </a:cubicBezTo>
                    <a:cubicBezTo>
                      <a:pt x="14554" y="20431"/>
                      <a:pt x="14191" y="19682"/>
                      <a:pt x="14004" y="19212"/>
                    </a:cubicBezTo>
                    <a:cubicBezTo>
                      <a:pt x="13216" y="17239"/>
                      <a:pt x="13172" y="15061"/>
                      <a:pt x="13889" y="13388"/>
                    </a:cubicBezTo>
                    <a:cubicBezTo>
                      <a:pt x="14073" y="12958"/>
                      <a:pt x="14848" y="12303"/>
                      <a:pt x="15743" y="11544"/>
                    </a:cubicBezTo>
                    <a:cubicBezTo>
                      <a:pt x="17795" y="9809"/>
                      <a:pt x="20896" y="7184"/>
                      <a:pt x="20976" y="3748"/>
                    </a:cubicBezTo>
                    <a:cubicBezTo>
                      <a:pt x="21015" y="2052"/>
                      <a:pt x="20665" y="960"/>
                      <a:pt x="19905" y="409"/>
                    </a:cubicBezTo>
                    <a:cubicBezTo>
                      <a:pt x="19502" y="116"/>
                      <a:pt x="19018" y="1"/>
                      <a:pt x="1848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2"/>
              <p:cNvSpPr/>
              <p:nvPr/>
            </p:nvSpPr>
            <p:spPr>
              <a:xfrm>
                <a:off x="6765782" y="1230441"/>
                <a:ext cx="393190" cy="433062"/>
              </a:xfrm>
              <a:custGeom>
                <a:avLst/>
                <a:gdLst/>
                <a:ahLst/>
                <a:cxnLst/>
                <a:rect l="l" t="t" r="r" b="b"/>
                <a:pathLst>
                  <a:path w="19969" h="21994" extrusionOk="0">
                    <a:moveTo>
                      <a:pt x="17712" y="1"/>
                    </a:moveTo>
                    <a:cubicBezTo>
                      <a:pt x="16628" y="1"/>
                      <a:pt x="15274" y="521"/>
                      <a:pt x="13965" y="974"/>
                    </a:cubicBezTo>
                    <a:cubicBezTo>
                      <a:pt x="11050" y="1983"/>
                      <a:pt x="3202" y="9607"/>
                      <a:pt x="1408" y="14428"/>
                    </a:cubicBezTo>
                    <a:cubicBezTo>
                      <a:pt x="1" y="18211"/>
                      <a:pt x="671" y="19992"/>
                      <a:pt x="2538" y="21993"/>
                    </a:cubicBezTo>
                    <a:cubicBezTo>
                      <a:pt x="3210" y="21823"/>
                      <a:pt x="4004" y="21479"/>
                      <a:pt x="4883" y="20818"/>
                    </a:cubicBezTo>
                    <a:cubicBezTo>
                      <a:pt x="7575" y="18800"/>
                      <a:pt x="8695" y="15213"/>
                      <a:pt x="10378" y="13980"/>
                    </a:cubicBezTo>
                    <a:cubicBezTo>
                      <a:pt x="11334" y="13278"/>
                      <a:pt x="13055" y="12176"/>
                      <a:pt x="14793" y="11006"/>
                    </a:cubicBezTo>
                    <a:cubicBezTo>
                      <a:pt x="16871" y="9246"/>
                      <a:pt x="19830" y="6738"/>
                      <a:pt x="19906" y="3441"/>
                    </a:cubicBezTo>
                    <a:cubicBezTo>
                      <a:pt x="19968" y="785"/>
                      <a:pt x="19043" y="1"/>
                      <a:pt x="1771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2"/>
              <p:cNvSpPr/>
              <p:nvPr/>
            </p:nvSpPr>
            <p:spPr>
              <a:xfrm>
                <a:off x="6758870" y="1224553"/>
                <a:ext cx="405555" cy="44485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22593" extrusionOk="0">
                    <a:moveTo>
                      <a:pt x="18063" y="601"/>
                    </a:moveTo>
                    <a:cubicBezTo>
                      <a:pt x="18480" y="601"/>
                      <a:pt x="18846" y="686"/>
                      <a:pt x="19134" y="895"/>
                    </a:cubicBezTo>
                    <a:cubicBezTo>
                      <a:pt x="19713" y="1316"/>
                      <a:pt x="19991" y="2271"/>
                      <a:pt x="19957" y="3733"/>
                    </a:cubicBezTo>
                    <a:cubicBezTo>
                      <a:pt x="19883" y="6900"/>
                      <a:pt x="17032" y="9313"/>
                      <a:pt x="14976" y="11056"/>
                    </a:cubicBezTo>
                    <a:cubicBezTo>
                      <a:pt x="14371" y="11463"/>
                      <a:pt x="13766" y="11863"/>
                      <a:pt x="13197" y="12240"/>
                    </a:cubicBezTo>
                    <a:cubicBezTo>
                      <a:pt x="12115" y="12957"/>
                      <a:pt x="11180" y="13574"/>
                      <a:pt x="10551" y="14037"/>
                    </a:cubicBezTo>
                    <a:cubicBezTo>
                      <a:pt x="9758" y="14618"/>
                      <a:pt x="9120" y="15634"/>
                      <a:pt x="8380" y="16810"/>
                    </a:cubicBezTo>
                    <a:cubicBezTo>
                      <a:pt x="7501" y="18205"/>
                      <a:pt x="6508" y="19788"/>
                      <a:pt x="5055" y="20877"/>
                    </a:cubicBezTo>
                    <a:cubicBezTo>
                      <a:pt x="4368" y="21392"/>
                      <a:pt x="3673" y="21754"/>
                      <a:pt x="2986" y="21954"/>
                    </a:cubicBezTo>
                    <a:cubicBezTo>
                      <a:pt x="1293" y="20097"/>
                      <a:pt x="698" y="18441"/>
                      <a:pt x="2041" y="14832"/>
                    </a:cubicBezTo>
                    <a:cubicBezTo>
                      <a:pt x="3808" y="10083"/>
                      <a:pt x="11522" y="2560"/>
                      <a:pt x="14414" y="1558"/>
                    </a:cubicBezTo>
                    <a:lnTo>
                      <a:pt x="14843" y="1408"/>
                    </a:lnTo>
                    <a:cubicBezTo>
                      <a:pt x="15982" y="1009"/>
                      <a:pt x="17147" y="601"/>
                      <a:pt x="18063" y="601"/>
                    </a:cubicBezTo>
                    <a:close/>
                    <a:moveTo>
                      <a:pt x="18066" y="1"/>
                    </a:moveTo>
                    <a:cubicBezTo>
                      <a:pt x="17041" y="1"/>
                      <a:pt x="15829" y="425"/>
                      <a:pt x="14645" y="840"/>
                    </a:cubicBezTo>
                    <a:lnTo>
                      <a:pt x="14217" y="990"/>
                    </a:lnTo>
                    <a:cubicBezTo>
                      <a:pt x="11234" y="2022"/>
                      <a:pt x="3290" y="9751"/>
                      <a:pt x="1477" y="14622"/>
                    </a:cubicBezTo>
                    <a:cubicBezTo>
                      <a:pt x="1" y="18588"/>
                      <a:pt x="757" y="20450"/>
                      <a:pt x="2669" y="22496"/>
                    </a:cubicBezTo>
                    <a:cubicBezTo>
                      <a:pt x="2726" y="22558"/>
                      <a:pt x="2805" y="22592"/>
                      <a:pt x="2889" y="22592"/>
                    </a:cubicBezTo>
                    <a:cubicBezTo>
                      <a:pt x="2913" y="22592"/>
                      <a:pt x="2938" y="22589"/>
                      <a:pt x="2961" y="22583"/>
                    </a:cubicBezTo>
                    <a:cubicBezTo>
                      <a:pt x="3782" y="22377"/>
                      <a:pt x="4606" y="21964"/>
                      <a:pt x="5415" y="21358"/>
                    </a:cubicBezTo>
                    <a:cubicBezTo>
                      <a:pt x="6956" y="20202"/>
                      <a:pt x="7983" y="18569"/>
                      <a:pt x="8889" y="17129"/>
                    </a:cubicBezTo>
                    <a:cubicBezTo>
                      <a:pt x="9595" y="16005"/>
                      <a:pt x="10206" y="15035"/>
                      <a:pt x="10905" y="14520"/>
                    </a:cubicBezTo>
                    <a:cubicBezTo>
                      <a:pt x="11523" y="14068"/>
                      <a:pt x="12453" y="13452"/>
                      <a:pt x="13528" y="12741"/>
                    </a:cubicBezTo>
                    <a:cubicBezTo>
                      <a:pt x="14099" y="12363"/>
                      <a:pt x="14704" y="11963"/>
                      <a:pt x="15337" y="11534"/>
                    </a:cubicBezTo>
                    <a:cubicBezTo>
                      <a:pt x="17385" y="9802"/>
                      <a:pt x="20478" y="7184"/>
                      <a:pt x="20558" y="3748"/>
                    </a:cubicBezTo>
                    <a:cubicBezTo>
                      <a:pt x="20597" y="2052"/>
                      <a:pt x="20247" y="960"/>
                      <a:pt x="19487" y="409"/>
                    </a:cubicBezTo>
                    <a:cubicBezTo>
                      <a:pt x="19085" y="116"/>
                      <a:pt x="18601" y="1"/>
                      <a:pt x="1806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2"/>
              <p:cNvSpPr/>
              <p:nvPr/>
            </p:nvSpPr>
            <p:spPr>
              <a:xfrm>
                <a:off x="6773795" y="1230441"/>
                <a:ext cx="385176" cy="400396"/>
              </a:xfrm>
              <a:custGeom>
                <a:avLst/>
                <a:gdLst/>
                <a:ahLst/>
                <a:cxnLst/>
                <a:rect l="l" t="t" r="r" b="b"/>
                <a:pathLst>
                  <a:path w="19562" h="20335" extrusionOk="0">
                    <a:moveTo>
                      <a:pt x="17305" y="1"/>
                    </a:moveTo>
                    <a:cubicBezTo>
                      <a:pt x="16221" y="1"/>
                      <a:pt x="14867" y="521"/>
                      <a:pt x="13558" y="974"/>
                    </a:cubicBezTo>
                    <a:cubicBezTo>
                      <a:pt x="10643" y="1983"/>
                      <a:pt x="2795" y="9607"/>
                      <a:pt x="1001" y="14428"/>
                    </a:cubicBezTo>
                    <a:cubicBezTo>
                      <a:pt x="1" y="17118"/>
                      <a:pt x="49" y="18794"/>
                      <a:pt x="830" y="20259"/>
                    </a:cubicBezTo>
                    <a:cubicBezTo>
                      <a:pt x="1067" y="20307"/>
                      <a:pt x="1315" y="20335"/>
                      <a:pt x="1574" y="20335"/>
                    </a:cubicBezTo>
                    <a:cubicBezTo>
                      <a:pt x="2370" y="20335"/>
                      <a:pt x="3270" y="20075"/>
                      <a:pt x="4253" y="19361"/>
                    </a:cubicBezTo>
                    <a:cubicBezTo>
                      <a:pt x="7953" y="16670"/>
                      <a:pt x="6607" y="13867"/>
                      <a:pt x="9858" y="12297"/>
                    </a:cubicBezTo>
                    <a:cubicBezTo>
                      <a:pt x="12498" y="11023"/>
                      <a:pt x="16320" y="8566"/>
                      <a:pt x="18925" y="5827"/>
                    </a:cubicBezTo>
                    <a:cubicBezTo>
                      <a:pt x="19263" y="5082"/>
                      <a:pt x="19481" y="4289"/>
                      <a:pt x="19500" y="3441"/>
                    </a:cubicBezTo>
                    <a:cubicBezTo>
                      <a:pt x="19562" y="785"/>
                      <a:pt x="18636" y="1"/>
                      <a:pt x="173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2"/>
              <p:cNvSpPr/>
              <p:nvPr/>
            </p:nvSpPr>
            <p:spPr>
              <a:xfrm>
                <a:off x="6767790" y="1224553"/>
                <a:ext cx="396655" cy="412190"/>
              </a:xfrm>
              <a:custGeom>
                <a:avLst/>
                <a:gdLst/>
                <a:ahLst/>
                <a:cxnLst/>
                <a:rect l="l" t="t" r="r" b="b"/>
                <a:pathLst>
                  <a:path w="20145" h="20934" extrusionOk="0">
                    <a:moveTo>
                      <a:pt x="17610" y="600"/>
                    </a:moveTo>
                    <a:cubicBezTo>
                      <a:pt x="18028" y="600"/>
                      <a:pt x="18394" y="685"/>
                      <a:pt x="18682" y="895"/>
                    </a:cubicBezTo>
                    <a:cubicBezTo>
                      <a:pt x="19262" y="1316"/>
                      <a:pt x="19538" y="2271"/>
                      <a:pt x="19505" y="3733"/>
                    </a:cubicBezTo>
                    <a:cubicBezTo>
                      <a:pt x="19488" y="4468"/>
                      <a:pt x="19315" y="5196"/>
                      <a:pt x="18977" y="5956"/>
                    </a:cubicBezTo>
                    <a:cubicBezTo>
                      <a:pt x="16290" y="8768"/>
                      <a:pt x="12485" y="11142"/>
                      <a:pt x="10033" y="12326"/>
                    </a:cubicBezTo>
                    <a:cubicBezTo>
                      <a:pt x="8300" y="13163"/>
                      <a:pt x="7789" y="14347"/>
                      <a:pt x="7247" y="15602"/>
                    </a:cubicBezTo>
                    <a:cubicBezTo>
                      <a:pt x="6712" y="16842"/>
                      <a:pt x="6158" y="18125"/>
                      <a:pt x="4382" y="19417"/>
                    </a:cubicBezTo>
                    <a:cubicBezTo>
                      <a:pt x="3544" y="20026"/>
                      <a:pt x="2701" y="20332"/>
                      <a:pt x="1873" y="20332"/>
                    </a:cubicBezTo>
                    <a:cubicBezTo>
                      <a:pt x="1693" y="20332"/>
                      <a:pt x="1514" y="20318"/>
                      <a:pt x="1336" y="20289"/>
                    </a:cubicBezTo>
                    <a:cubicBezTo>
                      <a:pt x="623" y="18856"/>
                      <a:pt x="703" y="17213"/>
                      <a:pt x="1588" y="14831"/>
                    </a:cubicBezTo>
                    <a:cubicBezTo>
                      <a:pt x="3355" y="10083"/>
                      <a:pt x="11069" y="2558"/>
                      <a:pt x="13961" y="1558"/>
                    </a:cubicBezTo>
                    <a:lnTo>
                      <a:pt x="14391" y="1407"/>
                    </a:lnTo>
                    <a:cubicBezTo>
                      <a:pt x="15530" y="1008"/>
                      <a:pt x="16695" y="600"/>
                      <a:pt x="17610" y="600"/>
                    </a:cubicBezTo>
                    <a:close/>
                    <a:moveTo>
                      <a:pt x="17614" y="1"/>
                    </a:moveTo>
                    <a:cubicBezTo>
                      <a:pt x="16589" y="1"/>
                      <a:pt x="15377" y="425"/>
                      <a:pt x="14192" y="840"/>
                    </a:cubicBezTo>
                    <a:lnTo>
                      <a:pt x="13765" y="990"/>
                    </a:lnTo>
                    <a:cubicBezTo>
                      <a:pt x="10781" y="2022"/>
                      <a:pt x="2838" y="9751"/>
                      <a:pt x="1025" y="14622"/>
                    </a:cubicBezTo>
                    <a:cubicBezTo>
                      <a:pt x="46" y="17252"/>
                      <a:pt x="1" y="19070"/>
                      <a:pt x="871" y="20700"/>
                    </a:cubicBezTo>
                    <a:cubicBezTo>
                      <a:pt x="913" y="20778"/>
                      <a:pt x="988" y="20834"/>
                      <a:pt x="1076" y="20852"/>
                    </a:cubicBezTo>
                    <a:cubicBezTo>
                      <a:pt x="1341" y="20906"/>
                      <a:pt x="1610" y="20934"/>
                      <a:pt x="1880" y="20934"/>
                    </a:cubicBezTo>
                    <a:cubicBezTo>
                      <a:pt x="2835" y="20934"/>
                      <a:pt x="3791" y="20589"/>
                      <a:pt x="4735" y="19902"/>
                    </a:cubicBezTo>
                    <a:cubicBezTo>
                      <a:pt x="6645" y="18514"/>
                      <a:pt x="7258" y="17093"/>
                      <a:pt x="7800" y="15840"/>
                    </a:cubicBezTo>
                    <a:cubicBezTo>
                      <a:pt x="8317" y="14641"/>
                      <a:pt x="8764" y="13607"/>
                      <a:pt x="10295" y="12868"/>
                    </a:cubicBezTo>
                    <a:cubicBezTo>
                      <a:pt x="12802" y="11657"/>
                      <a:pt x="16703" y="9219"/>
                      <a:pt x="19448" y="6333"/>
                    </a:cubicBezTo>
                    <a:cubicBezTo>
                      <a:pt x="19470" y="6309"/>
                      <a:pt x="19489" y="6281"/>
                      <a:pt x="19504" y="6250"/>
                    </a:cubicBezTo>
                    <a:cubicBezTo>
                      <a:pt x="19889" y="5398"/>
                      <a:pt x="20086" y="4579"/>
                      <a:pt x="20106" y="3746"/>
                    </a:cubicBezTo>
                    <a:cubicBezTo>
                      <a:pt x="20145" y="2052"/>
                      <a:pt x="19794" y="960"/>
                      <a:pt x="19035" y="409"/>
                    </a:cubicBezTo>
                    <a:cubicBezTo>
                      <a:pt x="18632" y="116"/>
                      <a:pt x="18148" y="1"/>
                      <a:pt x="1761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2"/>
              <p:cNvSpPr/>
              <p:nvPr/>
            </p:nvSpPr>
            <p:spPr>
              <a:xfrm>
                <a:off x="7775308" y="1259542"/>
                <a:ext cx="382419" cy="403960"/>
              </a:xfrm>
              <a:custGeom>
                <a:avLst/>
                <a:gdLst/>
                <a:ahLst/>
                <a:cxnLst/>
                <a:rect l="l" t="t" r="r" b="b"/>
                <a:pathLst>
                  <a:path w="19422" h="20516" extrusionOk="0">
                    <a:moveTo>
                      <a:pt x="2386" y="0"/>
                    </a:moveTo>
                    <a:cubicBezTo>
                      <a:pt x="1634" y="0"/>
                      <a:pt x="1064" y="222"/>
                      <a:pt x="699" y="617"/>
                    </a:cubicBezTo>
                    <a:cubicBezTo>
                      <a:pt x="312" y="1039"/>
                      <a:pt x="112" y="1604"/>
                      <a:pt x="1" y="2301"/>
                    </a:cubicBezTo>
                    <a:cubicBezTo>
                      <a:pt x="492" y="2127"/>
                      <a:pt x="1141" y="1979"/>
                      <a:pt x="1931" y="1979"/>
                    </a:cubicBezTo>
                    <a:cubicBezTo>
                      <a:pt x="2837" y="1979"/>
                      <a:pt x="3930" y="2174"/>
                      <a:pt x="5185" y="2747"/>
                    </a:cubicBezTo>
                    <a:cubicBezTo>
                      <a:pt x="9108" y="4541"/>
                      <a:pt x="16283" y="13509"/>
                      <a:pt x="17404" y="15977"/>
                    </a:cubicBezTo>
                    <a:cubicBezTo>
                      <a:pt x="18058" y="17414"/>
                      <a:pt x="17873" y="19191"/>
                      <a:pt x="17717" y="20515"/>
                    </a:cubicBezTo>
                    <a:cubicBezTo>
                      <a:pt x="18439" y="20464"/>
                      <a:pt x="19078" y="20036"/>
                      <a:pt x="19198" y="18892"/>
                    </a:cubicBezTo>
                    <a:cubicBezTo>
                      <a:pt x="19422" y="16762"/>
                      <a:pt x="17629" y="11493"/>
                      <a:pt x="11911" y="5774"/>
                    </a:cubicBezTo>
                    <a:cubicBezTo>
                      <a:pt x="7742" y="1606"/>
                      <a:pt x="4408" y="0"/>
                      <a:pt x="2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2"/>
              <p:cNvSpPr/>
              <p:nvPr/>
            </p:nvSpPr>
            <p:spPr>
              <a:xfrm>
                <a:off x="7768869" y="1253635"/>
                <a:ext cx="394863" cy="415794"/>
              </a:xfrm>
              <a:custGeom>
                <a:avLst/>
                <a:gdLst/>
                <a:ahLst/>
                <a:cxnLst/>
                <a:rect l="l" t="t" r="r" b="b"/>
                <a:pathLst>
                  <a:path w="20054" h="21117" extrusionOk="0">
                    <a:moveTo>
                      <a:pt x="2719" y="600"/>
                    </a:moveTo>
                    <a:cubicBezTo>
                      <a:pt x="5007" y="600"/>
                      <a:pt x="8458" y="2719"/>
                      <a:pt x="12026" y="6286"/>
                    </a:cubicBezTo>
                    <a:cubicBezTo>
                      <a:pt x="17706" y="11966"/>
                      <a:pt x="19444" y="17096"/>
                      <a:pt x="19227" y="19159"/>
                    </a:cubicBezTo>
                    <a:cubicBezTo>
                      <a:pt x="19154" y="19850"/>
                      <a:pt x="18874" y="20281"/>
                      <a:pt x="18390" y="20444"/>
                    </a:cubicBezTo>
                    <a:cubicBezTo>
                      <a:pt x="18522" y="19257"/>
                      <a:pt x="18638" y="17544"/>
                      <a:pt x="18006" y="16152"/>
                    </a:cubicBezTo>
                    <a:cubicBezTo>
                      <a:pt x="16832" y="13571"/>
                      <a:pt x="9627" y="4597"/>
                      <a:pt x="5637" y="2773"/>
                    </a:cubicBezTo>
                    <a:cubicBezTo>
                      <a:pt x="4341" y="2182"/>
                      <a:pt x="3207" y="1978"/>
                      <a:pt x="2258" y="1978"/>
                    </a:cubicBezTo>
                    <a:cubicBezTo>
                      <a:pt x="2253" y="1978"/>
                      <a:pt x="2249" y="1978"/>
                      <a:pt x="2244" y="1978"/>
                    </a:cubicBezTo>
                    <a:cubicBezTo>
                      <a:pt x="1731" y="1978"/>
                      <a:pt x="1221" y="2042"/>
                      <a:pt x="724" y="2167"/>
                    </a:cubicBezTo>
                    <a:cubicBezTo>
                      <a:pt x="841" y="1712"/>
                      <a:pt x="1010" y="1380"/>
                      <a:pt x="1248" y="1120"/>
                    </a:cubicBezTo>
                    <a:cubicBezTo>
                      <a:pt x="1551" y="793"/>
                      <a:pt x="2034" y="613"/>
                      <a:pt x="2646" y="601"/>
                    </a:cubicBezTo>
                    <a:cubicBezTo>
                      <a:pt x="2670" y="601"/>
                      <a:pt x="2695" y="600"/>
                      <a:pt x="2719" y="600"/>
                    </a:cubicBezTo>
                    <a:close/>
                    <a:moveTo>
                      <a:pt x="2714" y="0"/>
                    </a:moveTo>
                    <a:cubicBezTo>
                      <a:pt x="2687" y="0"/>
                      <a:pt x="2660" y="1"/>
                      <a:pt x="2633" y="1"/>
                    </a:cubicBezTo>
                    <a:cubicBezTo>
                      <a:pt x="1854" y="17"/>
                      <a:pt x="1222" y="263"/>
                      <a:pt x="806" y="714"/>
                    </a:cubicBezTo>
                    <a:cubicBezTo>
                      <a:pt x="410" y="1143"/>
                      <a:pt x="164" y="1728"/>
                      <a:pt x="30" y="2554"/>
                    </a:cubicBezTo>
                    <a:cubicBezTo>
                      <a:pt x="0" y="2743"/>
                      <a:pt x="150" y="2903"/>
                      <a:pt x="327" y="2903"/>
                    </a:cubicBezTo>
                    <a:cubicBezTo>
                      <a:pt x="360" y="2903"/>
                      <a:pt x="394" y="2897"/>
                      <a:pt x="429" y="2885"/>
                    </a:cubicBezTo>
                    <a:cubicBezTo>
                      <a:pt x="901" y="2717"/>
                      <a:pt x="1515" y="2580"/>
                      <a:pt x="2257" y="2580"/>
                    </a:cubicBezTo>
                    <a:cubicBezTo>
                      <a:pt x="3129" y="2580"/>
                      <a:pt x="4178" y="2770"/>
                      <a:pt x="5386" y="3321"/>
                    </a:cubicBezTo>
                    <a:cubicBezTo>
                      <a:pt x="9187" y="5058"/>
                      <a:pt x="16341" y="13945"/>
                      <a:pt x="17458" y="16401"/>
                    </a:cubicBezTo>
                    <a:cubicBezTo>
                      <a:pt x="18097" y="17809"/>
                      <a:pt x="17886" y="19598"/>
                      <a:pt x="17746" y="20780"/>
                    </a:cubicBezTo>
                    <a:cubicBezTo>
                      <a:pt x="17724" y="20959"/>
                      <a:pt x="17864" y="21117"/>
                      <a:pt x="18044" y="21117"/>
                    </a:cubicBezTo>
                    <a:cubicBezTo>
                      <a:pt x="18051" y="21117"/>
                      <a:pt x="18058" y="21115"/>
                      <a:pt x="18065" y="21115"/>
                    </a:cubicBezTo>
                    <a:cubicBezTo>
                      <a:pt x="18653" y="21074"/>
                      <a:pt x="19661" y="20774"/>
                      <a:pt x="19824" y="19223"/>
                    </a:cubicBezTo>
                    <a:cubicBezTo>
                      <a:pt x="20054" y="17045"/>
                      <a:pt x="18279" y="11691"/>
                      <a:pt x="12450" y="5862"/>
                    </a:cubicBezTo>
                    <a:cubicBezTo>
                      <a:pt x="8717" y="2130"/>
                      <a:pt x="5176" y="0"/>
                      <a:pt x="2714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2"/>
              <p:cNvSpPr/>
              <p:nvPr/>
            </p:nvSpPr>
            <p:spPr>
              <a:xfrm>
                <a:off x="7164406" y="2867211"/>
                <a:ext cx="127867" cy="192647"/>
              </a:xfrm>
              <a:custGeom>
                <a:avLst/>
                <a:gdLst/>
                <a:ahLst/>
                <a:cxnLst/>
                <a:rect l="l" t="t" r="r" b="b"/>
                <a:pathLst>
                  <a:path w="6494" h="9784" extrusionOk="0">
                    <a:moveTo>
                      <a:pt x="5683" y="0"/>
                    </a:moveTo>
                    <a:cubicBezTo>
                      <a:pt x="5590" y="0"/>
                      <a:pt x="5495" y="31"/>
                      <a:pt x="5412" y="98"/>
                    </a:cubicBezTo>
                    <a:lnTo>
                      <a:pt x="167" y="4374"/>
                    </a:lnTo>
                    <a:cubicBezTo>
                      <a:pt x="60" y="4459"/>
                      <a:pt x="1" y="4591"/>
                      <a:pt x="7" y="4727"/>
                    </a:cubicBezTo>
                    <a:lnTo>
                      <a:pt x="189" y="9367"/>
                    </a:lnTo>
                    <a:cubicBezTo>
                      <a:pt x="198" y="9617"/>
                      <a:pt x="406" y="9784"/>
                      <a:pt x="625" y="9784"/>
                    </a:cubicBezTo>
                    <a:cubicBezTo>
                      <a:pt x="717" y="9784"/>
                      <a:pt x="812" y="9754"/>
                      <a:pt x="895" y="9688"/>
                    </a:cubicBezTo>
                    <a:lnTo>
                      <a:pt x="6322" y="5327"/>
                    </a:lnTo>
                    <a:cubicBezTo>
                      <a:pt x="6434" y="5237"/>
                      <a:pt x="6493" y="5097"/>
                      <a:pt x="6483" y="4954"/>
                    </a:cubicBezTo>
                    <a:lnTo>
                      <a:pt x="6119" y="401"/>
                    </a:lnTo>
                    <a:cubicBezTo>
                      <a:pt x="6099" y="158"/>
                      <a:pt x="5896" y="0"/>
                      <a:pt x="568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2"/>
              <p:cNvSpPr/>
              <p:nvPr/>
            </p:nvSpPr>
            <p:spPr>
              <a:xfrm>
                <a:off x="7158459" y="2861304"/>
                <a:ext cx="139878" cy="204461"/>
              </a:xfrm>
              <a:custGeom>
                <a:avLst/>
                <a:gdLst/>
                <a:ahLst/>
                <a:cxnLst/>
                <a:rect l="l" t="t" r="r" b="b"/>
                <a:pathLst>
                  <a:path w="7104" h="10384" extrusionOk="0">
                    <a:moveTo>
                      <a:pt x="5986" y="601"/>
                    </a:moveTo>
                    <a:cubicBezTo>
                      <a:pt x="6005" y="601"/>
                      <a:pt x="6024" y="605"/>
                      <a:pt x="6041" y="613"/>
                    </a:cubicBezTo>
                    <a:cubicBezTo>
                      <a:pt x="6088" y="631"/>
                      <a:pt x="6118" y="675"/>
                      <a:pt x="6121" y="724"/>
                    </a:cubicBezTo>
                    <a:lnTo>
                      <a:pt x="6486" y="5277"/>
                    </a:lnTo>
                    <a:cubicBezTo>
                      <a:pt x="6488" y="5321"/>
                      <a:pt x="6471" y="5364"/>
                      <a:pt x="6436" y="5392"/>
                    </a:cubicBezTo>
                    <a:lnTo>
                      <a:pt x="1009" y="9753"/>
                    </a:lnTo>
                    <a:cubicBezTo>
                      <a:pt x="984" y="9774"/>
                      <a:pt x="955" y="9783"/>
                      <a:pt x="926" y="9783"/>
                    </a:cubicBezTo>
                    <a:cubicBezTo>
                      <a:pt x="859" y="9783"/>
                      <a:pt x="795" y="9731"/>
                      <a:pt x="792" y="9655"/>
                    </a:cubicBezTo>
                    <a:lnTo>
                      <a:pt x="610" y="5014"/>
                    </a:lnTo>
                    <a:cubicBezTo>
                      <a:pt x="608" y="4973"/>
                      <a:pt x="626" y="4932"/>
                      <a:pt x="659" y="4906"/>
                    </a:cubicBezTo>
                    <a:lnTo>
                      <a:pt x="5904" y="632"/>
                    </a:lnTo>
                    <a:cubicBezTo>
                      <a:pt x="5926" y="612"/>
                      <a:pt x="5956" y="601"/>
                      <a:pt x="5986" y="601"/>
                    </a:cubicBezTo>
                    <a:close/>
                    <a:moveTo>
                      <a:pt x="5988" y="0"/>
                    </a:moveTo>
                    <a:cubicBezTo>
                      <a:pt x="5822" y="0"/>
                      <a:pt x="5657" y="57"/>
                      <a:pt x="5524" y="166"/>
                    </a:cubicBezTo>
                    <a:lnTo>
                      <a:pt x="279" y="4440"/>
                    </a:lnTo>
                    <a:cubicBezTo>
                      <a:pt x="100" y="4586"/>
                      <a:pt x="0" y="4807"/>
                      <a:pt x="9" y="5038"/>
                    </a:cubicBezTo>
                    <a:lnTo>
                      <a:pt x="190" y="9678"/>
                    </a:lnTo>
                    <a:cubicBezTo>
                      <a:pt x="201" y="9955"/>
                      <a:pt x="367" y="10202"/>
                      <a:pt x="619" y="10317"/>
                    </a:cubicBezTo>
                    <a:cubicBezTo>
                      <a:pt x="715" y="10361"/>
                      <a:pt x="820" y="10384"/>
                      <a:pt x="925" y="10384"/>
                    </a:cubicBezTo>
                    <a:cubicBezTo>
                      <a:pt x="1092" y="10384"/>
                      <a:pt x="1255" y="10327"/>
                      <a:pt x="1385" y="10221"/>
                    </a:cubicBezTo>
                    <a:lnTo>
                      <a:pt x="6812" y="5861"/>
                    </a:lnTo>
                    <a:cubicBezTo>
                      <a:pt x="7002" y="5709"/>
                      <a:pt x="7104" y="5472"/>
                      <a:pt x="7085" y="5229"/>
                    </a:cubicBezTo>
                    <a:lnTo>
                      <a:pt x="6720" y="677"/>
                    </a:lnTo>
                    <a:cubicBezTo>
                      <a:pt x="6698" y="404"/>
                      <a:pt x="6527" y="167"/>
                      <a:pt x="6276" y="59"/>
                    </a:cubicBezTo>
                    <a:cubicBezTo>
                      <a:pt x="6184" y="20"/>
                      <a:pt x="6086" y="0"/>
                      <a:pt x="5988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2"/>
              <p:cNvSpPr/>
              <p:nvPr/>
            </p:nvSpPr>
            <p:spPr>
              <a:xfrm>
                <a:off x="7214911" y="610304"/>
                <a:ext cx="15004" cy="1326929"/>
              </a:xfrm>
              <a:custGeom>
                <a:avLst/>
                <a:gdLst/>
                <a:ahLst/>
                <a:cxnLst/>
                <a:rect l="l" t="t" r="r" b="b"/>
                <a:pathLst>
                  <a:path w="762" h="67391" extrusionOk="0">
                    <a:moveTo>
                      <a:pt x="460" y="0"/>
                    </a:moveTo>
                    <a:cubicBezTo>
                      <a:pt x="296" y="0"/>
                      <a:pt x="160" y="134"/>
                      <a:pt x="160" y="299"/>
                    </a:cubicBezTo>
                    <a:cubicBezTo>
                      <a:pt x="0" y="22203"/>
                      <a:pt x="0" y="44674"/>
                      <a:pt x="160" y="67091"/>
                    </a:cubicBezTo>
                    <a:cubicBezTo>
                      <a:pt x="162" y="67256"/>
                      <a:pt x="296" y="67390"/>
                      <a:pt x="460" y="67390"/>
                    </a:cubicBezTo>
                    <a:lnTo>
                      <a:pt x="463" y="67389"/>
                    </a:lnTo>
                    <a:cubicBezTo>
                      <a:pt x="629" y="67388"/>
                      <a:pt x="762" y="67253"/>
                      <a:pt x="762" y="67087"/>
                    </a:cubicBezTo>
                    <a:cubicBezTo>
                      <a:pt x="600" y="44673"/>
                      <a:pt x="600" y="22203"/>
                      <a:pt x="762" y="302"/>
                    </a:cubicBezTo>
                    <a:cubicBezTo>
                      <a:pt x="762" y="136"/>
                      <a:pt x="629" y="1"/>
                      <a:pt x="46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2"/>
              <p:cNvSpPr/>
              <p:nvPr/>
            </p:nvSpPr>
            <p:spPr>
              <a:xfrm>
                <a:off x="7217962" y="1925222"/>
                <a:ext cx="12031" cy="98593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50073" extrusionOk="0">
                    <a:moveTo>
                      <a:pt x="305" y="1"/>
                    </a:moveTo>
                    <a:cubicBezTo>
                      <a:pt x="137" y="1"/>
                      <a:pt x="1" y="140"/>
                      <a:pt x="5" y="308"/>
                    </a:cubicBezTo>
                    <a:lnTo>
                      <a:pt x="5" y="49772"/>
                    </a:lnTo>
                    <a:cubicBezTo>
                      <a:pt x="5" y="49938"/>
                      <a:pt x="139" y="50072"/>
                      <a:pt x="305" y="50072"/>
                    </a:cubicBezTo>
                    <a:cubicBezTo>
                      <a:pt x="471" y="50072"/>
                      <a:pt x="607" y="49938"/>
                      <a:pt x="605" y="49772"/>
                    </a:cubicBezTo>
                    <a:lnTo>
                      <a:pt x="605" y="308"/>
                    </a:lnTo>
                    <a:cubicBezTo>
                      <a:pt x="610" y="140"/>
                      <a:pt x="474" y="1"/>
                      <a:pt x="305" y="1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2"/>
              <p:cNvSpPr/>
              <p:nvPr/>
            </p:nvSpPr>
            <p:spPr>
              <a:xfrm>
                <a:off x="6573450" y="610737"/>
                <a:ext cx="14256" cy="2031102"/>
              </a:xfrm>
              <a:custGeom>
                <a:avLst/>
                <a:gdLst/>
                <a:ahLst/>
                <a:cxnLst/>
                <a:rect l="l" t="t" r="r" b="b"/>
                <a:pathLst>
                  <a:path w="724" h="103154" extrusionOk="0">
                    <a:moveTo>
                      <a:pt x="303" y="1"/>
                    </a:moveTo>
                    <a:cubicBezTo>
                      <a:pt x="107" y="5"/>
                      <a:pt x="1" y="136"/>
                      <a:pt x="1" y="302"/>
                    </a:cubicBezTo>
                    <a:cubicBezTo>
                      <a:pt x="122" y="34194"/>
                      <a:pt x="122" y="68696"/>
                      <a:pt x="1" y="102852"/>
                    </a:cubicBezTo>
                    <a:cubicBezTo>
                      <a:pt x="0" y="103018"/>
                      <a:pt x="135" y="103154"/>
                      <a:pt x="301" y="103154"/>
                    </a:cubicBezTo>
                    <a:cubicBezTo>
                      <a:pt x="467" y="103154"/>
                      <a:pt x="601" y="103020"/>
                      <a:pt x="603" y="102855"/>
                    </a:cubicBezTo>
                    <a:cubicBezTo>
                      <a:pt x="724" y="68697"/>
                      <a:pt x="724" y="34192"/>
                      <a:pt x="603" y="299"/>
                    </a:cubicBezTo>
                    <a:cubicBezTo>
                      <a:pt x="601" y="135"/>
                      <a:pt x="467" y="1"/>
                      <a:pt x="303" y="1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2"/>
              <p:cNvSpPr/>
              <p:nvPr/>
            </p:nvSpPr>
            <p:spPr>
              <a:xfrm>
                <a:off x="6318070" y="3778720"/>
                <a:ext cx="267134" cy="210762"/>
              </a:xfrm>
              <a:custGeom>
                <a:avLst/>
                <a:gdLst/>
                <a:ahLst/>
                <a:cxnLst/>
                <a:rect l="l" t="t" r="r" b="b"/>
                <a:pathLst>
                  <a:path w="13567" h="10704" extrusionOk="0">
                    <a:moveTo>
                      <a:pt x="3106" y="1"/>
                    </a:moveTo>
                    <a:cubicBezTo>
                      <a:pt x="2133" y="1704"/>
                      <a:pt x="1025" y="3606"/>
                      <a:pt x="0" y="5349"/>
                    </a:cubicBezTo>
                    <a:cubicBezTo>
                      <a:pt x="1849" y="5653"/>
                      <a:pt x="4615" y="6343"/>
                      <a:pt x="6321" y="7866"/>
                    </a:cubicBezTo>
                    <a:cubicBezTo>
                      <a:pt x="7461" y="8884"/>
                      <a:pt x="8258" y="9882"/>
                      <a:pt x="8806" y="10704"/>
                    </a:cubicBezTo>
                    <a:cubicBezTo>
                      <a:pt x="10233" y="9835"/>
                      <a:pt x="11831" y="8912"/>
                      <a:pt x="13567" y="7988"/>
                    </a:cubicBezTo>
                    <a:cubicBezTo>
                      <a:pt x="12603" y="6119"/>
                      <a:pt x="10740" y="3213"/>
                      <a:pt x="7890" y="1691"/>
                    </a:cubicBezTo>
                    <a:cubicBezTo>
                      <a:pt x="5287" y="304"/>
                      <a:pt x="3851" y="10"/>
                      <a:pt x="310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2"/>
              <p:cNvSpPr/>
              <p:nvPr/>
            </p:nvSpPr>
            <p:spPr>
              <a:xfrm>
                <a:off x="6310864" y="3772813"/>
                <a:ext cx="281094" cy="222576"/>
              </a:xfrm>
              <a:custGeom>
                <a:avLst/>
                <a:gdLst/>
                <a:ahLst/>
                <a:cxnLst/>
                <a:rect l="l" t="t" r="r" b="b"/>
                <a:pathLst>
                  <a:path w="14276" h="11304" extrusionOk="0">
                    <a:moveTo>
                      <a:pt x="3642" y="608"/>
                    </a:moveTo>
                    <a:cubicBezTo>
                      <a:pt x="4405" y="660"/>
                      <a:pt x="5769" y="1006"/>
                      <a:pt x="8113" y="2257"/>
                    </a:cubicBezTo>
                    <a:cubicBezTo>
                      <a:pt x="10701" y="3636"/>
                      <a:pt x="12468" y="6178"/>
                      <a:pt x="13528" y="8164"/>
                    </a:cubicBezTo>
                    <a:cubicBezTo>
                      <a:pt x="12110" y="8924"/>
                      <a:pt x="10677" y="9742"/>
                      <a:pt x="9260" y="10598"/>
                    </a:cubicBezTo>
                    <a:cubicBezTo>
                      <a:pt x="8601" y="9652"/>
                      <a:pt x="7804" y="8760"/>
                      <a:pt x="6888" y="7942"/>
                    </a:cubicBezTo>
                    <a:cubicBezTo>
                      <a:pt x="5279" y="6505"/>
                      <a:pt x="2792" y="5786"/>
                      <a:pt x="844" y="5427"/>
                    </a:cubicBezTo>
                    <a:cubicBezTo>
                      <a:pt x="1931" y="3578"/>
                      <a:pt x="2871" y="1959"/>
                      <a:pt x="3642" y="608"/>
                    </a:cubicBezTo>
                    <a:close/>
                    <a:moveTo>
                      <a:pt x="3476" y="1"/>
                    </a:moveTo>
                    <a:cubicBezTo>
                      <a:pt x="3367" y="1"/>
                      <a:pt x="3267" y="58"/>
                      <a:pt x="3211" y="152"/>
                    </a:cubicBezTo>
                    <a:cubicBezTo>
                      <a:pt x="2373" y="1622"/>
                      <a:pt x="1329" y="3419"/>
                      <a:pt x="107" y="5497"/>
                    </a:cubicBezTo>
                    <a:cubicBezTo>
                      <a:pt x="0" y="5680"/>
                      <a:pt x="109" y="5911"/>
                      <a:pt x="318" y="5946"/>
                    </a:cubicBezTo>
                    <a:cubicBezTo>
                      <a:pt x="2236" y="6262"/>
                      <a:pt x="4865" y="6942"/>
                      <a:pt x="6487" y="8390"/>
                    </a:cubicBezTo>
                    <a:cubicBezTo>
                      <a:pt x="7442" y="9244"/>
                      <a:pt x="8262" y="10177"/>
                      <a:pt x="8922" y="11171"/>
                    </a:cubicBezTo>
                    <a:cubicBezTo>
                      <a:pt x="8978" y="11254"/>
                      <a:pt x="9071" y="11304"/>
                      <a:pt x="9172" y="11304"/>
                    </a:cubicBezTo>
                    <a:cubicBezTo>
                      <a:pt x="9227" y="11304"/>
                      <a:pt x="9281" y="11288"/>
                      <a:pt x="9328" y="11260"/>
                    </a:cubicBezTo>
                    <a:cubicBezTo>
                      <a:pt x="10902" y="10303"/>
                      <a:pt x="12498" y="9392"/>
                      <a:pt x="14074" y="8554"/>
                    </a:cubicBezTo>
                    <a:cubicBezTo>
                      <a:pt x="14220" y="8477"/>
                      <a:pt x="14275" y="8297"/>
                      <a:pt x="14199" y="8151"/>
                    </a:cubicBezTo>
                    <a:cubicBezTo>
                      <a:pt x="13119" y="6056"/>
                      <a:pt x="11235" y="3241"/>
                      <a:pt x="8397" y="1727"/>
                    </a:cubicBezTo>
                    <a:cubicBezTo>
                      <a:pt x="5755" y="318"/>
                      <a:pt x="4262" y="10"/>
                      <a:pt x="347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2"/>
              <p:cNvSpPr/>
              <p:nvPr/>
            </p:nvSpPr>
            <p:spPr>
              <a:xfrm>
                <a:off x="6312459" y="3740620"/>
                <a:ext cx="311260" cy="275975"/>
              </a:xfrm>
              <a:custGeom>
                <a:avLst/>
                <a:gdLst/>
                <a:ahLst/>
                <a:cxnLst/>
                <a:rect l="l" t="t" r="r" b="b"/>
                <a:pathLst>
                  <a:path w="15808" h="14016" extrusionOk="0">
                    <a:moveTo>
                      <a:pt x="8801" y="1"/>
                    </a:moveTo>
                    <a:lnTo>
                      <a:pt x="1" y="10593"/>
                    </a:lnTo>
                    <a:lnTo>
                      <a:pt x="5379" y="14015"/>
                    </a:lnTo>
                    <a:lnTo>
                      <a:pt x="15808" y="3585"/>
                    </a:lnTo>
                    <a:lnTo>
                      <a:pt x="8801" y="1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6305646" y="3734694"/>
                <a:ext cx="325102" cy="287809"/>
              </a:xfrm>
              <a:custGeom>
                <a:avLst/>
                <a:gdLst/>
                <a:ahLst/>
                <a:cxnLst/>
                <a:rect l="l" t="t" r="r" b="b"/>
                <a:pathLst>
                  <a:path w="16511" h="14617" extrusionOk="0">
                    <a:moveTo>
                      <a:pt x="9225" y="679"/>
                    </a:moveTo>
                    <a:lnTo>
                      <a:pt x="15651" y="3965"/>
                    </a:lnTo>
                    <a:lnTo>
                      <a:pt x="5682" y="13933"/>
                    </a:lnTo>
                    <a:lnTo>
                      <a:pt x="796" y="10823"/>
                    </a:lnTo>
                    <a:lnTo>
                      <a:pt x="9225" y="679"/>
                    </a:lnTo>
                    <a:close/>
                    <a:moveTo>
                      <a:pt x="9148" y="1"/>
                    </a:moveTo>
                    <a:cubicBezTo>
                      <a:pt x="9060" y="1"/>
                      <a:pt x="8975" y="39"/>
                      <a:pt x="8916" y="110"/>
                    </a:cubicBezTo>
                    <a:lnTo>
                      <a:pt x="116" y="10702"/>
                    </a:lnTo>
                    <a:cubicBezTo>
                      <a:pt x="1" y="10841"/>
                      <a:pt x="33" y="11050"/>
                      <a:pt x="186" y="11147"/>
                    </a:cubicBezTo>
                    <a:lnTo>
                      <a:pt x="5564" y="14570"/>
                    </a:lnTo>
                    <a:cubicBezTo>
                      <a:pt x="5611" y="14601"/>
                      <a:pt x="5668" y="14616"/>
                      <a:pt x="5725" y="14616"/>
                    </a:cubicBezTo>
                    <a:cubicBezTo>
                      <a:pt x="5804" y="14616"/>
                      <a:pt x="5880" y="14585"/>
                      <a:pt x="5937" y="14528"/>
                    </a:cubicBezTo>
                    <a:lnTo>
                      <a:pt x="16367" y="4099"/>
                    </a:lnTo>
                    <a:cubicBezTo>
                      <a:pt x="16511" y="3955"/>
                      <a:pt x="16473" y="3712"/>
                      <a:pt x="16292" y="3619"/>
                    </a:cubicBezTo>
                    <a:lnTo>
                      <a:pt x="9284" y="34"/>
                    </a:lnTo>
                    <a:cubicBezTo>
                      <a:pt x="9241" y="12"/>
                      <a:pt x="9194" y="1"/>
                      <a:pt x="9148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6364874" y="3776968"/>
                <a:ext cx="201094" cy="184003"/>
              </a:xfrm>
              <a:custGeom>
                <a:avLst/>
                <a:gdLst/>
                <a:ahLst/>
                <a:cxnLst/>
                <a:rect l="l" t="t" r="r" b="b"/>
                <a:pathLst>
                  <a:path w="10213" h="9345" extrusionOk="0">
                    <a:moveTo>
                      <a:pt x="6628" y="1"/>
                    </a:moveTo>
                    <a:lnTo>
                      <a:pt x="1" y="7824"/>
                    </a:lnTo>
                    <a:lnTo>
                      <a:pt x="2608" y="9345"/>
                    </a:lnTo>
                    <a:lnTo>
                      <a:pt x="10213" y="1631"/>
                    </a:lnTo>
                    <a:lnTo>
                      <a:pt x="662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2"/>
              <p:cNvSpPr/>
              <p:nvPr/>
            </p:nvSpPr>
            <p:spPr>
              <a:xfrm>
                <a:off x="6357982" y="3771061"/>
                <a:ext cx="215094" cy="195817"/>
              </a:xfrm>
              <a:custGeom>
                <a:avLst/>
                <a:gdLst/>
                <a:ahLst/>
                <a:cxnLst/>
                <a:rect l="l" t="t" r="r" b="b"/>
                <a:pathLst>
                  <a:path w="10924" h="9945" extrusionOk="0">
                    <a:moveTo>
                      <a:pt x="7060" y="670"/>
                    </a:moveTo>
                    <a:lnTo>
                      <a:pt x="10047" y="2027"/>
                    </a:lnTo>
                    <a:lnTo>
                      <a:pt x="2908" y="9267"/>
                    </a:lnTo>
                    <a:lnTo>
                      <a:pt x="812" y="8044"/>
                    </a:lnTo>
                    <a:lnTo>
                      <a:pt x="7060" y="670"/>
                    </a:lnTo>
                    <a:close/>
                    <a:moveTo>
                      <a:pt x="6977" y="0"/>
                    </a:moveTo>
                    <a:cubicBezTo>
                      <a:pt x="6891" y="0"/>
                      <a:pt x="6807" y="38"/>
                      <a:pt x="6748" y="108"/>
                    </a:cubicBezTo>
                    <a:lnTo>
                      <a:pt x="122" y="7929"/>
                    </a:lnTo>
                    <a:cubicBezTo>
                      <a:pt x="1" y="8072"/>
                      <a:pt x="38" y="8289"/>
                      <a:pt x="199" y="8382"/>
                    </a:cubicBezTo>
                    <a:lnTo>
                      <a:pt x="2806" y="9903"/>
                    </a:lnTo>
                    <a:cubicBezTo>
                      <a:pt x="2852" y="9931"/>
                      <a:pt x="2905" y="9945"/>
                      <a:pt x="2958" y="9945"/>
                    </a:cubicBezTo>
                    <a:cubicBezTo>
                      <a:pt x="3039" y="9945"/>
                      <a:pt x="3116" y="9913"/>
                      <a:pt x="3173" y="9855"/>
                    </a:cubicBezTo>
                    <a:lnTo>
                      <a:pt x="10777" y="2141"/>
                    </a:lnTo>
                    <a:cubicBezTo>
                      <a:pt x="10923" y="1993"/>
                      <a:pt x="10877" y="1744"/>
                      <a:pt x="10687" y="1657"/>
                    </a:cubicBezTo>
                    <a:lnTo>
                      <a:pt x="7102" y="28"/>
                    </a:lnTo>
                    <a:cubicBezTo>
                      <a:pt x="7062" y="9"/>
                      <a:pt x="7019" y="0"/>
                      <a:pt x="697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2"/>
              <p:cNvSpPr/>
              <p:nvPr/>
            </p:nvSpPr>
            <p:spPr>
              <a:xfrm>
                <a:off x="5227441" y="3795477"/>
                <a:ext cx="119361" cy="251422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12769" extrusionOk="0">
                    <a:moveTo>
                      <a:pt x="2135" y="0"/>
                    </a:moveTo>
                    <a:cubicBezTo>
                      <a:pt x="1745" y="0"/>
                      <a:pt x="1353" y="156"/>
                      <a:pt x="989" y="487"/>
                    </a:cubicBezTo>
                    <a:cubicBezTo>
                      <a:pt x="0" y="1389"/>
                      <a:pt x="598" y="3432"/>
                      <a:pt x="829" y="4525"/>
                    </a:cubicBezTo>
                    <a:cubicBezTo>
                      <a:pt x="1241" y="6471"/>
                      <a:pt x="1544" y="8442"/>
                      <a:pt x="2225" y="10320"/>
                    </a:cubicBezTo>
                    <a:cubicBezTo>
                      <a:pt x="2497" y="11071"/>
                      <a:pt x="2820" y="12512"/>
                      <a:pt x="3758" y="12710"/>
                    </a:cubicBezTo>
                    <a:cubicBezTo>
                      <a:pt x="3946" y="12750"/>
                      <a:pt x="4121" y="12769"/>
                      <a:pt x="4282" y="12769"/>
                    </a:cubicBezTo>
                    <a:cubicBezTo>
                      <a:pt x="5523" y="12769"/>
                      <a:pt x="5965" y="11636"/>
                      <a:pt x="6000" y="10113"/>
                    </a:cubicBezTo>
                    <a:cubicBezTo>
                      <a:pt x="6061" y="7350"/>
                      <a:pt x="4780" y="3301"/>
                      <a:pt x="4493" y="2424"/>
                    </a:cubicBezTo>
                    <a:cubicBezTo>
                      <a:pt x="3994" y="895"/>
                      <a:pt x="3070" y="0"/>
                      <a:pt x="21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5222913" y="3789550"/>
                <a:ext cx="129777" cy="263275"/>
              </a:xfrm>
              <a:custGeom>
                <a:avLst/>
                <a:gdLst/>
                <a:ahLst/>
                <a:cxnLst/>
                <a:rect l="l" t="t" r="r" b="b"/>
                <a:pathLst>
                  <a:path w="6591" h="13371" extrusionOk="0">
                    <a:moveTo>
                      <a:pt x="2368" y="602"/>
                    </a:moveTo>
                    <a:cubicBezTo>
                      <a:pt x="2472" y="602"/>
                      <a:pt x="2576" y="616"/>
                      <a:pt x="2676" y="642"/>
                    </a:cubicBezTo>
                    <a:cubicBezTo>
                      <a:pt x="3397" y="832"/>
                      <a:pt x="4055" y="1647"/>
                      <a:pt x="4438" y="2818"/>
                    </a:cubicBezTo>
                    <a:cubicBezTo>
                      <a:pt x="4802" y="3937"/>
                      <a:pt x="5988" y="7789"/>
                      <a:pt x="5929" y="10407"/>
                    </a:cubicBezTo>
                    <a:cubicBezTo>
                      <a:pt x="5905" y="11484"/>
                      <a:pt x="5677" y="12200"/>
                      <a:pt x="5253" y="12537"/>
                    </a:cubicBezTo>
                    <a:cubicBezTo>
                      <a:pt x="5055" y="12692"/>
                      <a:pt x="4811" y="12769"/>
                      <a:pt x="4514" y="12769"/>
                    </a:cubicBezTo>
                    <a:cubicBezTo>
                      <a:pt x="4372" y="12769"/>
                      <a:pt x="4218" y="12752"/>
                      <a:pt x="4051" y="12717"/>
                    </a:cubicBezTo>
                    <a:cubicBezTo>
                      <a:pt x="3419" y="12583"/>
                      <a:pt x="3099" y="11607"/>
                      <a:pt x="2865" y="10895"/>
                    </a:cubicBezTo>
                    <a:cubicBezTo>
                      <a:pt x="2820" y="10758"/>
                      <a:pt x="2778" y="10631"/>
                      <a:pt x="2738" y="10519"/>
                    </a:cubicBezTo>
                    <a:cubicBezTo>
                      <a:pt x="2215" y="9077"/>
                      <a:pt x="1910" y="7543"/>
                      <a:pt x="1616" y="6061"/>
                    </a:cubicBezTo>
                    <a:cubicBezTo>
                      <a:pt x="1530" y="5628"/>
                      <a:pt x="1445" y="5196"/>
                      <a:pt x="1353" y="4765"/>
                    </a:cubicBezTo>
                    <a:lnTo>
                      <a:pt x="1271" y="4395"/>
                    </a:lnTo>
                    <a:cubicBezTo>
                      <a:pt x="1030" y="3322"/>
                      <a:pt x="663" y="1702"/>
                      <a:pt x="1422" y="1010"/>
                    </a:cubicBezTo>
                    <a:cubicBezTo>
                      <a:pt x="1718" y="739"/>
                      <a:pt x="2041" y="602"/>
                      <a:pt x="2368" y="602"/>
                    </a:cubicBezTo>
                    <a:close/>
                    <a:moveTo>
                      <a:pt x="2370" y="0"/>
                    </a:moveTo>
                    <a:cubicBezTo>
                      <a:pt x="1894" y="0"/>
                      <a:pt x="1425" y="193"/>
                      <a:pt x="1017" y="565"/>
                    </a:cubicBezTo>
                    <a:cubicBezTo>
                      <a:pt x="0" y="1492"/>
                      <a:pt x="413" y="3318"/>
                      <a:pt x="685" y="4526"/>
                    </a:cubicBezTo>
                    <a:lnTo>
                      <a:pt x="765" y="4888"/>
                    </a:lnTo>
                    <a:cubicBezTo>
                      <a:pt x="855" y="5317"/>
                      <a:pt x="941" y="5748"/>
                      <a:pt x="1027" y="6177"/>
                    </a:cubicBezTo>
                    <a:cubicBezTo>
                      <a:pt x="1326" y="7683"/>
                      <a:pt x="1634" y="9238"/>
                      <a:pt x="2173" y="10723"/>
                    </a:cubicBezTo>
                    <a:cubicBezTo>
                      <a:pt x="2212" y="10829"/>
                      <a:pt x="2251" y="10952"/>
                      <a:pt x="2293" y="11082"/>
                    </a:cubicBezTo>
                    <a:cubicBezTo>
                      <a:pt x="2573" y="11933"/>
                      <a:pt x="2956" y="13100"/>
                      <a:pt x="3926" y="13305"/>
                    </a:cubicBezTo>
                    <a:cubicBezTo>
                      <a:pt x="4119" y="13347"/>
                      <a:pt x="4316" y="13369"/>
                      <a:pt x="4513" y="13370"/>
                    </a:cubicBezTo>
                    <a:cubicBezTo>
                      <a:pt x="4948" y="13370"/>
                      <a:pt x="5322" y="13249"/>
                      <a:pt x="5625" y="13006"/>
                    </a:cubicBezTo>
                    <a:cubicBezTo>
                      <a:pt x="6197" y="12555"/>
                      <a:pt x="6500" y="11684"/>
                      <a:pt x="6530" y="10420"/>
                    </a:cubicBezTo>
                    <a:cubicBezTo>
                      <a:pt x="6590" y="7706"/>
                      <a:pt x="5381" y="3772"/>
                      <a:pt x="5009" y="2631"/>
                    </a:cubicBezTo>
                    <a:cubicBezTo>
                      <a:pt x="4557" y="1243"/>
                      <a:pt x="3762" y="307"/>
                      <a:pt x="2829" y="60"/>
                    </a:cubicBezTo>
                    <a:cubicBezTo>
                      <a:pt x="2677" y="20"/>
                      <a:pt x="2523" y="0"/>
                      <a:pt x="237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5189046" y="3890461"/>
                <a:ext cx="89629" cy="188827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590" extrusionOk="0">
                    <a:moveTo>
                      <a:pt x="1603" y="0"/>
                    </a:moveTo>
                    <a:cubicBezTo>
                      <a:pt x="1310" y="0"/>
                      <a:pt x="1015" y="118"/>
                      <a:pt x="742" y="367"/>
                    </a:cubicBezTo>
                    <a:cubicBezTo>
                      <a:pt x="0" y="1044"/>
                      <a:pt x="448" y="2578"/>
                      <a:pt x="621" y="3398"/>
                    </a:cubicBezTo>
                    <a:cubicBezTo>
                      <a:pt x="931" y="4859"/>
                      <a:pt x="1160" y="6339"/>
                      <a:pt x="1671" y="7750"/>
                    </a:cubicBezTo>
                    <a:cubicBezTo>
                      <a:pt x="1875" y="8314"/>
                      <a:pt x="2118" y="9397"/>
                      <a:pt x="2822" y="9545"/>
                    </a:cubicBezTo>
                    <a:cubicBezTo>
                      <a:pt x="2964" y="9575"/>
                      <a:pt x="3095" y="9589"/>
                      <a:pt x="3216" y="9589"/>
                    </a:cubicBezTo>
                    <a:cubicBezTo>
                      <a:pt x="4147" y="9589"/>
                      <a:pt x="4479" y="8738"/>
                      <a:pt x="4504" y="7596"/>
                    </a:cubicBezTo>
                    <a:cubicBezTo>
                      <a:pt x="4552" y="5519"/>
                      <a:pt x="3588" y="2479"/>
                      <a:pt x="3373" y="1820"/>
                    </a:cubicBezTo>
                    <a:cubicBezTo>
                      <a:pt x="2999" y="673"/>
                      <a:pt x="2305" y="0"/>
                      <a:pt x="16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5184025" y="3884554"/>
                <a:ext cx="100557" cy="200641"/>
              </a:xfrm>
              <a:custGeom>
                <a:avLst/>
                <a:gdLst/>
                <a:ahLst/>
                <a:cxnLst/>
                <a:rect l="l" t="t" r="r" b="b"/>
                <a:pathLst>
                  <a:path w="5107" h="10190" extrusionOk="0">
                    <a:moveTo>
                      <a:pt x="1856" y="600"/>
                    </a:moveTo>
                    <a:cubicBezTo>
                      <a:pt x="1929" y="600"/>
                      <a:pt x="2001" y="611"/>
                      <a:pt x="2073" y="630"/>
                    </a:cubicBezTo>
                    <a:cubicBezTo>
                      <a:pt x="2588" y="766"/>
                      <a:pt x="3064" y="1359"/>
                      <a:pt x="3342" y="2215"/>
                    </a:cubicBezTo>
                    <a:cubicBezTo>
                      <a:pt x="3615" y="3052"/>
                      <a:pt x="4503" y="5934"/>
                      <a:pt x="4459" y="7888"/>
                    </a:cubicBezTo>
                    <a:cubicBezTo>
                      <a:pt x="4442" y="8661"/>
                      <a:pt x="4276" y="9195"/>
                      <a:pt x="3979" y="9430"/>
                    </a:cubicBezTo>
                    <a:cubicBezTo>
                      <a:pt x="3846" y="9536"/>
                      <a:pt x="3678" y="9588"/>
                      <a:pt x="3472" y="9588"/>
                    </a:cubicBezTo>
                    <a:cubicBezTo>
                      <a:pt x="3370" y="9588"/>
                      <a:pt x="3259" y="9576"/>
                      <a:pt x="3139" y="9551"/>
                    </a:cubicBezTo>
                    <a:cubicBezTo>
                      <a:pt x="2707" y="9459"/>
                      <a:pt x="2473" y="8750"/>
                      <a:pt x="2304" y="8232"/>
                    </a:cubicBezTo>
                    <a:cubicBezTo>
                      <a:pt x="2269" y="8128"/>
                      <a:pt x="2239" y="8032"/>
                      <a:pt x="2208" y="7948"/>
                    </a:cubicBezTo>
                    <a:cubicBezTo>
                      <a:pt x="1818" y="6870"/>
                      <a:pt x="1589" y="5722"/>
                      <a:pt x="1368" y="4610"/>
                    </a:cubicBezTo>
                    <a:cubicBezTo>
                      <a:pt x="1304" y="4285"/>
                      <a:pt x="1239" y="3960"/>
                      <a:pt x="1170" y="3637"/>
                    </a:cubicBezTo>
                    <a:lnTo>
                      <a:pt x="1110" y="3359"/>
                    </a:lnTo>
                    <a:cubicBezTo>
                      <a:pt x="931" y="2571"/>
                      <a:pt x="663" y="1379"/>
                      <a:pt x="1200" y="888"/>
                    </a:cubicBezTo>
                    <a:cubicBezTo>
                      <a:pt x="1410" y="697"/>
                      <a:pt x="1629" y="600"/>
                      <a:pt x="1856" y="600"/>
                    </a:cubicBezTo>
                    <a:close/>
                    <a:moveTo>
                      <a:pt x="1860" y="1"/>
                    </a:moveTo>
                    <a:cubicBezTo>
                      <a:pt x="1484" y="1"/>
                      <a:pt x="1116" y="153"/>
                      <a:pt x="796" y="445"/>
                    </a:cubicBezTo>
                    <a:cubicBezTo>
                      <a:pt x="0" y="1170"/>
                      <a:pt x="316" y="2568"/>
                      <a:pt x="524" y="3492"/>
                    </a:cubicBezTo>
                    <a:lnTo>
                      <a:pt x="583" y="3762"/>
                    </a:lnTo>
                    <a:cubicBezTo>
                      <a:pt x="651" y="4084"/>
                      <a:pt x="715" y="4406"/>
                      <a:pt x="779" y="4727"/>
                    </a:cubicBezTo>
                    <a:cubicBezTo>
                      <a:pt x="1004" y="5861"/>
                      <a:pt x="1237" y="7032"/>
                      <a:pt x="1642" y="8153"/>
                    </a:cubicBezTo>
                    <a:cubicBezTo>
                      <a:pt x="1672" y="8232"/>
                      <a:pt x="1700" y="8322"/>
                      <a:pt x="1732" y="8420"/>
                    </a:cubicBezTo>
                    <a:cubicBezTo>
                      <a:pt x="1936" y="9038"/>
                      <a:pt x="2243" y="9975"/>
                      <a:pt x="3014" y="10139"/>
                    </a:cubicBezTo>
                    <a:cubicBezTo>
                      <a:pt x="3165" y="10171"/>
                      <a:pt x="3318" y="10189"/>
                      <a:pt x="3472" y="10190"/>
                    </a:cubicBezTo>
                    <a:cubicBezTo>
                      <a:pt x="3816" y="10190"/>
                      <a:pt x="4111" y="10093"/>
                      <a:pt x="4353" y="9902"/>
                    </a:cubicBezTo>
                    <a:cubicBezTo>
                      <a:pt x="4807" y="9542"/>
                      <a:pt x="5038" y="8889"/>
                      <a:pt x="5060" y="7903"/>
                    </a:cubicBezTo>
                    <a:cubicBezTo>
                      <a:pt x="5107" y="5853"/>
                      <a:pt x="4195" y="2887"/>
                      <a:pt x="3915" y="2028"/>
                    </a:cubicBezTo>
                    <a:cubicBezTo>
                      <a:pt x="3567" y="962"/>
                      <a:pt x="2951" y="240"/>
                      <a:pt x="2226" y="49"/>
                    </a:cubicBezTo>
                    <a:cubicBezTo>
                      <a:pt x="2104" y="17"/>
                      <a:pt x="1981" y="1"/>
                      <a:pt x="186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5473803" y="3860276"/>
                <a:ext cx="189142" cy="25660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13032" extrusionOk="0">
                    <a:moveTo>
                      <a:pt x="295" y="0"/>
                    </a:moveTo>
                    <a:lnTo>
                      <a:pt x="295" y="0"/>
                    </a:lnTo>
                    <a:cubicBezTo>
                      <a:pt x="295" y="0"/>
                      <a:pt x="1" y="5292"/>
                      <a:pt x="687" y="5684"/>
                    </a:cubicBezTo>
                    <a:cubicBezTo>
                      <a:pt x="1374" y="6075"/>
                      <a:pt x="3922" y="6762"/>
                      <a:pt x="4216" y="6860"/>
                    </a:cubicBezTo>
                    <a:cubicBezTo>
                      <a:pt x="4510" y="6959"/>
                      <a:pt x="4313" y="7350"/>
                      <a:pt x="3922" y="8722"/>
                    </a:cubicBezTo>
                    <a:cubicBezTo>
                      <a:pt x="3529" y="10094"/>
                      <a:pt x="3922" y="11956"/>
                      <a:pt x="5098" y="12643"/>
                    </a:cubicBezTo>
                    <a:cubicBezTo>
                      <a:pt x="5537" y="12899"/>
                      <a:pt x="5935" y="13032"/>
                      <a:pt x="6266" y="13032"/>
                    </a:cubicBezTo>
                    <a:cubicBezTo>
                      <a:pt x="6823" y="13032"/>
                      <a:pt x="7192" y="12657"/>
                      <a:pt x="7253" y="11858"/>
                    </a:cubicBezTo>
                    <a:cubicBezTo>
                      <a:pt x="7352" y="10585"/>
                      <a:pt x="9606" y="6958"/>
                      <a:pt x="8919" y="5880"/>
                    </a:cubicBezTo>
                    <a:cubicBezTo>
                      <a:pt x="8234" y="4802"/>
                      <a:pt x="7155" y="3724"/>
                      <a:pt x="4999" y="3430"/>
                    </a:cubicBezTo>
                    <a:cubicBezTo>
                      <a:pt x="2843" y="3136"/>
                      <a:pt x="295" y="0"/>
                      <a:pt x="2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5469865" y="3854330"/>
                <a:ext cx="194557" cy="268473"/>
              </a:xfrm>
              <a:custGeom>
                <a:avLst/>
                <a:gdLst/>
                <a:ahLst/>
                <a:cxnLst/>
                <a:rect l="l" t="t" r="r" b="b"/>
                <a:pathLst>
                  <a:path w="9881" h="13635" extrusionOk="0">
                    <a:moveTo>
                      <a:pt x="761" y="1063"/>
                    </a:moveTo>
                    <a:cubicBezTo>
                      <a:pt x="1630" y="2006"/>
                      <a:pt x="3476" y="3801"/>
                      <a:pt x="5160" y="4029"/>
                    </a:cubicBezTo>
                    <a:cubicBezTo>
                      <a:pt x="7354" y="4327"/>
                      <a:pt x="8326" y="5493"/>
                      <a:pt x="8867" y="6342"/>
                    </a:cubicBezTo>
                    <a:cubicBezTo>
                      <a:pt x="9206" y="6873"/>
                      <a:pt x="8482" y="8572"/>
                      <a:pt x="7955" y="9813"/>
                    </a:cubicBezTo>
                    <a:cubicBezTo>
                      <a:pt x="7548" y="10771"/>
                      <a:pt x="7196" y="11598"/>
                      <a:pt x="7154" y="12136"/>
                    </a:cubicBezTo>
                    <a:cubicBezTo>
                      <a:pt x="7132" y="12436"/>
                      <a:pt x="7047" y="12821"/>
                      <a:pt x="6771" y="12966"/>
                    </a:cubicBezTo>
                    <a:cubicBezTo>
                      <a:pt x="6687" y="13010"/>
                      <a:pt x="6585" y="13032"/>
                      <a:pt x="6468" y="13032"/>
                    </a:cubicBezTo>
                    <a:cubicBezTo>
                      <a:pt x="6194" y="13032"/>
                      <a:pt x="5841" y="12913"/>
                      <a:pt x="5449" y="12685"/>
                    </a:cubicBezTo>
                    <a:cubicBezTo>
                      <a:pt x="4393" y="12069"/>
                      <a:pt x="4060" y="10338"/>
                      <a:pt x="4411" y="9107"/>
                    </a:cubicBezTo>
                    <a:cubicBezTo>
                      <a:pt x="4488" y="8840"/>
                      <a:pt x="4555" y="8610"/>
                      <a:pt x="4615" y="8413"/>
                    </a:cubicBezTo>
                    <a:cubicBezTo>
                      <a:pt x="4879" y="7532"/>
                      <a:pt x="5025" y="7049"/>
                      <a:pt x="4512" y="6877"/>
                    </a:cubicBezTo>
                    <a:cubicBezTo>
                      <a:pt x="4449" y="6856"/>
                      <a:pt x="4289" y="6810"/>
                      <a:pt x="4067" y="6746"/>
                    </a:cubicBezTo>
                    <a:cubicBezTo>
                      <a:pt x="3314" y="6528"/>
                      <a:pt x="1551" y="6018"/>
                      <a:pt x="1050" y="5734"/>
                    </a:cubicBezTo>
                    <a:cubicBezTo>
                      <a:pt x="759" y="5449"/>
                      <a:pt x="681" y="3220"/>
                      <a:pt x="761" y="1063"/>
                    </a:cubicBezTo>
                    <a:close/>
                    <a:moveTo>
                      <a:pt x="497" y="0"/>
                    </a:moveTo>
                    <a:cubicBezTo>
                      <a:pt x="349" y="0"/>
                      <a:pt x="204" y="110"/>
                      <a:pt x="195" y="286"/>
                    </a:cubicBezTo>
                    <a:cubicBezTo>
                      <a:pt x="81" y="2331"/>
                      <a:pt x="0" y="5826"/>
                      <a:pt x="738" y="6246"/>
                    </a:cubicBezTo>
                    <a:cubicBezTo>
                      <a:pt x="1244" y="6535"/>
                      <a:pt x="2556" y="6935"/>
                      <a:pt x="3899" y="7322"/>
                    </a:cubicBezTo>
                    <a:cubicBezTo>
                      <a:pt x="4054" y="7367"/>
                      <a:pt x="4176" y="7403"/>
                      <a:pt x="4254" y="7427"/>
                    </a:cubicBezTo>
                    <a:cubicBezTo>
                      <a:pt x="4239" y="7574"/>
                      <a:pt x="4141" y="7900"/>
                      <a:pt x="4039" y="8240"/>
                    </a:cubicBezTo>
                    <a:cubicBezTo>
                      <a:pt x="3979" y="8441"/>
                      <a:pt x="3909" y="8672"/>
                      <a:pt x="3832" y="8941"/>
                    </a:cubicBezTo>
                    <a:cubicBezTo>
                      <a:pt x="3421" y="10383"/>
                      <a:pt x="3806" y="12422"/>
                      <a:pt x="5146" y="13203"/>
                    </a:cubicBezTo>
                    <a:cubicBezTo>
                      <a:pt x="5636" y="13489"/>
                      <a:pt x="6081" y="13635"/>
                      <a:pt x="6467" y="13635"/>
                    </a:cubicBezTo>
                    <a:cubicBezTo>
                      <a:pt x="6681" y="13635"/>
                      <a:pt x="6878" y="13590"/>
                      <a:pt x="7050" y="13500"/>
                    </a:cubicBezTo>
                    <a:cubicBezTo>
                      <a:pt x="7336" y="13349"/>
                      <a:pt x="7690" y="12999"/>
                      <a:pt x="7753" y="12184"/>
                    </a:cubicBezTo>
                    <a:cubicBezTo>
                      <a:pt x="7786" y="11744"/>
                      <a:pt x="8136" y="10921"/>
                      <a:pt x="8507" y="10049"/>
                    </a:cubicBezTo>
                    <a:cubicBezTo>
                      <a:pt x="9182" y="8461"/>
                      <a:pt x="9880" y="6819"/>
                      <a:pt x="9373" y="6021"/>
                    </a:cubicBezTo>
                    <a:cubicBezTo>
                      <a:pt x="8768" y="5070"/>
                      <a:pt x="7681" y="3767"/>
                      <a:pt x="5240" y="3435"/>
                    </a:cubicBezTo>
                    <a:cubicBezTo>
                      <a:pt x="3228" y="3160"/>
                      <a:pt x="753" y="143"/>
                      <a:pt x="728" y="112"/>
                    </a:cubicBezTo>
                    <a:cubicBezTo>
                      <a:pt x="666" y="35"/>
                      <a:pt x="581" y="0"/>
                      <a:pt x="49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5305296" y="3778425"/>
                <a:ext cx="119361" cy="251441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12770" extrusionOk="0">
                    <a:moveTo>
                      <a:pt x="2135" y="0"/>
                    </a:moveTo>
                    <a:cubicBezTo>
                      <a:pt x="1744" y="0"/>
                      <a:pt x="1353" y="156"/>
                      <a:pt x="989" y="488"/>
                    </a:cubicBezTo>
                    <a:cubicBezTo>
                      <a:pt x="1" y="1390"/>
                      <a:pt x="598" y="3433"/>
                      <a:pt x="829" y="4526"/>
                    </a:cubicBezTo>
                    <a:cubicBezTo>
                      <a:pt x="1240" y="6472"/>
                      <a:pt x="1544" y="8442"/>
                      <a:pt x="2225" y="10320"/>
                    </a:cubicBezTo>
                    <a:cubicBezTo>
                      <a:pt x="2498" y="11072"/>
                      <a:pt x="2820" y="12512"/>
                      <a:pt x="3758" y="12710"/>
                    </a:cubicBezTo>
                    <a:cubicBezTo>
                      <a:pt x="3947" y="12750"/>
                      <a:pt x="4121" y="12769"/>
                      <a:pt x="4282" y="12769"/>
                    </a:cubicBezTo>
                    <a:cubicBezTo>
                      <a:pt x="5523" y="12769"/>
                      <a:pt x="5964" y="11637"/>
                      <a:pt x="5999" y="10114"/>
                    </a:cubicBezTo>
                    <a:cubicBezTo>
                      <a:pt x="6062" y="7350"/>
                      <a:pt x="4779" y="3301"/>
                      <a:pt x="4493" y="2425"/>
                    </a:cubicBezTo>
                    <a:cubicBezTo>
                      <a:pt x="3994" y="896"/>
                      <a:pt x="3069" y="0"/>
                      <a:pt x="21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5300767" y="3772518"/>
                <a:ext cx="129777" cy="263255"/>
              </a:xfrm>
              <a:custGeom>
                <a:avLst/>
                <a:gdLst/>
                <a:ahLst/>
                <a:cxnLst/>
                <a:rect l="l" t="t" r="r" b="b"/>
                <a:pathLst>
                  <a:path w="6591" h="13370" extrusionOk="0">
                    <a:moveTo>
                      <a:pt x="2368" y="601"/>
                    </a:moveTo>
                    <a:cubicBezTo>
                      <a:pt x="2473" y="601"/>
                      <a:pt x="2576" y="616"/>
                      <a:pt x="2677" y="643"/>
                    </a:cubicBezTo>
                    <a:cubicBezTo>
                      <a:pt x="3397" y="833"/>
                      <a:pt x="4055" y="1646"/>
                      <a:pt x="4438" y="2819"/>
                    </a:cubicBezTo>
                    <a:cubicBezTo>
                      <a:pt x="4802" y="3935"/>
                      <a:pt x="5988" y="7788"/>
                      <a:pt x="5929" y="10407"/>
                    </a:cubicBezTo>
                    <a:cubicBezTo>
                      <a:pt x="5905" y="11483"/>
                      <a:pt x="5677" y="12199"/>
                      <a:pt x="5253" y="12536"/>
                    </a:cubicBezTo>
                    <a:cubicBezTo>
                      <a:pt x="5056" y="12692"/>
                      <a:pt x="4813" y="12770"/>
                      <a:pt x="4516" y="12770"/>
                    </a:cubicBezTo>
                    <a:cubicBezTo>
                      <a:pt x="4373" y="12770"/>
                      <a:pt x="4218" y="12752"/>
                      <a:pt x="4050" y="12716"/>
                    </a:cubicBezTo>
                    <a:cubicBezTo>
                      <a:pt x="3420" y="12582"/>
                      <a:pt x="3099" y="11607"/>
                      <a:pt x="2865" y="10894"/>
                    </a:cubicBezTo>
                    <a:cubicBezTo>
                      <a:pt x="2820" y="10758"/>
                      <a:pt x="2779" y="10630"/>
                      <a:pt x="2738" y="10518"/>
                    </a:cubicBezTo>
                    <a:cubicBezTo>
                      <a:pt x="2217" y="9078"/>
                      <a:pt x="1912" y="7545"/>
                      <a:pt x="1617" y="6063"/>
                    </a:cubicBezTo>
                    <a:cubicBezTo>
                      <a:pt x="1531" y="5630"/>
                      <a:pt x="1445" y="5196"/>
                      <a:pt x="1353" y="4764"/>
                    </a:cubicBezTo>
                    <a:lnTo>
                      <a:pt x="1272" y="4394"/>
                    </a:lnTo>
                    <a:cubicBezTo>
                      <a:pt x="1030" y="3321"/>
                      <a:pt x="663" y="1702"/>
                      <a:pt x="1422" y="1009"/>
                    </a:cubicBezTo>
                    <a:cubicBezTo>
                      <a:pt x="1719" y="739"/>
                      <a:pt x="2041" y="601"/>
                      <a:pt x="2368" y="601"/>
                    </a:cubicBezTo>
                    <a:close/>
                    <a:moveTo>
                      <a:pt x="2370" y="0"/>
                    </a:moveTo>
                    <a:cubicBezTo>
                      <a:pt x="1894" y="0"/>
                      <a:pt x="1426" y="193"/>
                      <a:pt x="1017" y="565"/>
                    </a:cubicBezTo>
                    <a:cubicBezTo>
                      <a:pt x="1" y="1493"/>
                      <a:pt x="413" y="3318"/>
                      <a:pt x="685" y="4526"/>
                    </a:cubicBezTo>
                    <a:lnTo>
                      <a:pt x="765" y="4888"/>
                    </a:lnTo>
                    <a:cubicBezTo>
                      <a:pt x="857" y="5318"/>
                      <a:pt x="942" y="5748"/>
                      <a:pt x="1027" y="6180"/>
                    </a:cubicBezTo>
                    <a:cubicBezTo>
                      <a:pt x="1326" y="7683"/>
                      <a:pt x="1636" y="9239"/>
                      <a:pt x="2173" y="10722"/>
                    </a:cubicBezTo>
                    <a:cubicBezTo>
                      <a:pt x="2212" y="10829"/>
                      <a:pt x="2251" y="10951"/>
                      <a:pt x="2294" y="11081"/>
                    </a:cubicBezTo>
                    <a:cubicBezTo>
                      <a:pt x="2573" y="11933"/>
                      <a:pt x="2956" y="13099"/>
                      <a:pt x="3926" y="13305"/>
                    </a:cubicBezTo>
                    <a:cubicBezTo>
                      <a:pt x="4120" y="13346"/>
                      <a:pt x="4316" y="13367"/>
                      <a:pt x="4513" y="13370"/>
                    </a:cubicBezTo>
                    <a:cubicBezTo>
                      <a:pt x="4948" y="13370"/>
                      <a:pt x="5321" y="13249"/>
                      <a:pt x="5625" y="13007"/>
                    </a:cubicBezTo>
                    <a:cubicBezTo>
                      <a:pt x="6197" y="12554"/>
                      <a:pt x="6500" y="11684"/>
                      <a:pt x="6530" y="10421"/>
                    </a:cubicBezTo>
                    <a:cubicBezTo>
                      <a:pt x="6590" y="7705"/>
                      <a:pt x="5381" y="3772"/>
                      <a:pt x="5009" y="2631"/>
                    </a:cubicBezTo>
                    <a:cubicBezTo>
                      <a:pt x="4557" y="1244"/>
                      <a:pt x="3763" y="307"/>
                      <a:pt x="2831" y="61"/>
                    </a:cubicBezTo>
                    <a:cubicBezTo>
                      <a:pt x="2677" y="20"/>
                      <a:pt x="2523" y="0"/>
                      <a:pt x="237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2"/>
              <p:cNvSpPr/>
              <p:nvPr/>
            </p:nvSpPr>
            <p:spPr>
              <a:xfrm>
                <a:off x="5397819" y="3800183"/>
                <a:ext cx="119361" cy="251441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12770" extrusionOk="0">
                    <a:moveTo>
                      <a:pt x="2134" y="0"/>
                    </a:moveTo>
                    <a:cubicBezTo>
                      <a:pt x="1744" y="0"/>
                      <a:pt x="1352" y="156"/>
                      <a:pt x="989" y="488"/>
                    </a:cubicBezTo>
                    <a:cubicBezTo>
                      <a:pt x="0" y="1390"/>
                      <a:pt x="598" y="3432"/>
                      <a:pt x="829" y="4526"/>
                    </a:cubicBezTo>
                    <a:cubicBezTo>
                      <a:pt x="1240" y="6470"/>
                      <a:pt x="1544" y="8441"/>
                      <a:pt x="2225" y="10320"/>
                    </a:cubicBezTo>
                    <a:cubicBezTo>
                      <a:pt x="2497" y="11072"/>
                      <a:pt x="2820" y="12513"/>
                      <a:pt x="3758" y="12711"/>
                    </a:cubicBezTo>
                    <a:cubicBezTo>
                      <a:pt x="3946" y="12750"/>
                      <a:pt x="4121" y="12769"/>
                      <a:pt x="4281" y="12769"/>
                    </a:cubicBezTo>
                    <a:cubicBezTo>
                      <a:pt x="5523" y="12769"/>
                      <a:pt x="5965" y="11636"/>
                      <a:pt x="5999" y="10114"/>
                    </a:cubicBezTo>
                    <a:cubicBezTo>
                      <a:pt x="6061" y="7349"/>
                      <a:pt x="4780" y="3301"/>
                      <a:pt x="4493" y="2424"/>
                    </a:cubicBezTo>
                    <a:cubicBezTo>
                      <a:pt x="3994" y="896"/>
                      <a:pt x="3069" y="0"/>
                      <a:pt x="2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2"/>
              <p:cNvSpPr/>
              <p:nvPr/>
            </p:nvSpPr>
            <p:spPr>
              <a:xfrm>
                <a:off x="5393270" y="3794256"/>
                <a:ext cx="129796" cy="263255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13370" extrusionOk="0">
                    <a:moveTo>
                      <a:pt x="2369" y="602"/>
                    </a:moveTo>
                    <a:cubicBezTo>
                      <a:pt x="2472" y="602"/>
                      <a:pt x="2577" y="616"/>
                      <a:pt x="2676" y="643"/>
                    </a:cubicBezTo>
                    <a:cubicBezTo>
                      <a:pt x="3397" y="832"/>
                      <a:pt x="4056" y="1646"/>
                      <a:pt x="4438" y="2818"/>
                    </a:cubicBezTo>
                    <a:cubicBezTo>
                      <a:pt x="4803" y="3938"/>
                      <a:pt x="5989" y="7792"/>
                      <a:pt x="5930" y="10408"/>
                    </a:cubicBezTo>
                    <a:cubicBezTo>
                      <a:pt x="5905" y="11484"/>
                      <a:pt x="5678" y="12201"/>
                      <a:pt x="5253" y="12536"/>
                    </a:cubicBezTo>
                    <a:cubicBezTo>
                      <a:pt x="5056" y="12692"/>
                      <a:pt x="4814" y="12770"/>
                      <a:pt x="4517" y="12770"/>
                    </a:cubicBezTo>
                    <a:cubicBezTo>
                      <a:pt x="4374" y="12770"/>
                      <a:pt x="4219" y="12752"/>
                      <a:pt x="4050" y="12716"/>
                    </a:cubicBezTo>
                    <a:cubicBezTo>
                      <a:pt x="3420" y="12583"/>
                      <a:pt x="3099" y="11608"/>
                      <a:pt x="2865" y="10895"/>
                    </a:cubicBezTo>
                    <a:cubicBezTo>
                      <a:pt x="2820" y="10758"/>
                      <a:pt x="2778" y="10631"/>
                      <a:pt x="2738" y="10518"/>
                    </a:cubicBezTo>
                    <a:cubicBezTo>
                      <a:pt x="2216" y="9078"/>
                      <a:pt x="1911" y="7543"/>
                      <a:pt x="1616" y="6061"/>
                    </a:cubicBezTo>
                    <a:cubicBezTo>
                      <a:pt x="1531" y="5628"/>
                      <a:pt x="1444" y="5196"/>
                      <a:pt x="1353" y="4764"/>
                    </a:cubicBezTo>
                    <a:lnTo>
                      <a:pt x="1272" y="4397"/>
                    </a:lnTo>
                    <a:cubicBezTo>
                      <a:pt x="1029" y="3324"/>
                      <a:pt x="664" y="1703"/>
                      <a:pt x="1423" y="1010"/>
                    </a:cubicBezTo>
                    <a:cubicBezTo>
                      <a:pt x="1718" y="740"/>
                      <a:pt x="2041" y="602"/>
                      <a:pt x="2368" y="602"/>
                    </a:cubicBezTo>
                    <a:close/>
                    <a:moveTo>
                      <a:pt x="2369" y="0"/>
                    </a:moveTo>
                    <a:cubicBezTo>
                      <a:pt x="1893" y="0"/>
                      <a:pt x="1425" y="193"/>
                      <a:pt x="1017" y="566"/>
                    </a:cubicBezTo>
                    <a:cubicBezTo>
                      <a:pt x="0" y="1493"/>
                      <a:pt x="413" y="3319"/>
                      <a:pt x="685" y="4528"/>
                    </a:cubicBezTo>
                    <a:lnTo>
                      <a:pt x="765" y="4887"/>
                    </a:lnTo>
                    <a:cubicBezTo>
                      <a:pt x="856" y="5318"/>
                      <a:pt x="942" y="5747"/>
                      <a:pt x="1027" y="6177"/>
                    </a:cubicBezTo>
                    <a:cubicBezTo>
                      <a:pt x="1326" y="7682"/>
                      <a:pt x="1635" y="9238"/>
                      <a:pt x="2172" y="10722"/>
                    </a:cubicBezTo>
                    <a:cubicBezTo>
                      <a:pt x="2211" y="10830"/>
                      <a:pt x="2250" y="10951"/>
                      <a:pt x="2294" y="11081"/>
                    </a:cubicBezTo>
                    <a:cubicBezTo>
                      <a:pt x="2573" y="11934"/>
                      <a:pt x="2956" y="13100"/>
                      <a:pt x="3926" y="13304"/>
                    </a:cubicBezTo>
                    <a:cubicBezTo>
                      <a:pt x="4119" y="13347"/>
                      <a:pt x="4316" y="13368"/>
                      <a:pt x="4514" y="13370"/>
                    </a:cubicBezTo>
                    <a:cubicBezTo>
                      <a:pt x="4949" y="13370"/>
                      <a:pt x="5321" y="13249"/>
                      <a:pt x="5626" y="13007"/>
                    </a:cubicBezTo>
                    <a:cubicBezTo>
                      <a:pt x="6197" y="12554"/>
                      <a:pt x="6501" y="11684"/>
                      <a:pt x="6529" y="10421"/>
                    </a:cubicBezTo>
                    <a:cubicBezTo>
                      <a:pt x="6591" y="7709"/>
                      <a:pt x="5382" y="3773"/>
                      <a:pt x="5009" y="2631"/>
                    </a:cubicBezTo>
                    <a:cubicBezTo>
                      <a:pt x="4557" y="1244"/>
                      <a:pt x="3762" y="307"/>
                      <a:pt x="2830" y="61"/>
                    </a:cubicBezTo>
                    <a:cubicBezTo>
                      <a:pt x="2677" y="20"/>
                      <a:pt x="2522" y="0"/>
                      <a:pt x="2369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2"/>
              <p:cNvSpPr/>
              <p:nvPr/>
            </p:nvSpPr>
            <p:spPr>
              <a:xfrm>
                <a:off x="6234664" y="4064659"/>
                <a:ext cx="190245" cy="261877"/>
              </a:xfrm>
              <a:custGeom>
                <a:avLst/>
                <a:gdLst/>
                <a:ahLst/>
                <a:cxnLst/>
                <a:rect l="l" t="t" r="r" b="b"/>
                <a:pathLst>
                  <a:path w="9662" h="13300" extrusionOk="0">
                    <a:moveTo>
                      <a:pt x="7147" y="0"/>
                    </a:moveTo>
                    <a:cubicBezTo>
                      <a:pt x="6326" y="0"/>
                      <a:pt x="5413" y="557"/>
                      <a:pt x="4636" y="1636"/>
                    </a:cubicBezTo>
                    <a:cubicBezTo>
                      <a:pt x="4048" y="2451"/>
                      <a:pt x="1375" y="6237"/>
                      <a:pt x="528" y="9296"/>
                    </a:cubicBezTo>
                    <a:cubicBezTo>
                      <a:pt x="0" y="11199"/>
                      <a:pt x="179" y="12820"/>
                      <a:pt x="2006" y="13269"/>
                    </a:cubicBezTo>
                    <a:cubicBezTo>
                      <a:pt x="2091" y="13290"/>
                      <a:pt x="2175" y="13300"/>
                      <a:pt x="2257" y="13300"/>
                    </a:cubicBezTo>
                    <a:cubicBezTo>
                      <a:pt x="3180" y="13300"/>
                      <a:pt x="3905" y="12056"/>
                      <a:pt x="4394" y="11426"/>
                    </a:cubicBezTo>
                    <a:cubicBezTo>
                      <a:pt x="5723" y="9712"/>
                      <a:pt x="6691" y="7707"/>
                      <a:pt x="7763" y="5785"/>
                    </a:cubicBezTo>
                    <a:cubicBezTo>
                      <a:pt x="8364" y="4704"/>
                      <a:pt x="9662" y="2769"/>
                      <a:pt x="8928" y="1282"/>
                    </a:cubicBezTo>
                    <a:cubicBezTo>
                      <a:pt x="8503" y="420"/>
                      <a:pt x="7860" y="0"/>
                      <a:pt x="71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2"/>
              <p:cNvSpPr/>
              <p:nvPr/>
            </p:nvSpPr>
            <p:spPr>
              <a:xfrm>
                <a:off x="6231769" y="4058732"/>
                <a:ext cx="198357" cy="273750"/>
              </a:xfrm>
              <a:custGeom>
                <a:avLst/>
                <a:gdLst/>
                <a:ahLst/>
                <a:cxnLst/>
                <a:rect l="l" t="t" r="r" b="b"/>
                <a:pathLst>
                  <a:path w="10074" h="13903" extrusionOk="0">
                    <a:moveTo>
                      <a:pt x="7290" y="602"/>
                    </a:moveTo>
                    <a:cubicBezTo>
                      <a:pt x="7333" y="602"/>
                      <a:pt x="7375" y="604"/>
                      <a:pt x="7416" y="607"/>
                    </a:cubicBezTo>
                    <a:cubicBezTo>
                      <a:pt x="7991" y="655"/>
                      <a:pt x="8472" y="1039"/>
                      <a:pt x="8806" y="1716"/>
                    </a:cubicBezTo>
                    <a:cubicBezTo>
                      <a:pt x="9394" y="2906"/>
                      <a:pt x="8467" y="4514"/>
                      <a:pt x="7854" y="5578"/>
                    </a:cubicBezTo>
                    <a:cubicBezTo>
                      <a:pt x="7779" y="5707"/>
                      <a:pt x="7709" y="5829"/>
                      <a:pt x="7646" y="5941"/>
                    </a:cubicBezTo>
                    <a:cubicBezTo>
                      <a:pt x="7409" y="6367"/>
                      <a:pt x="7176" y="6798"/>
                      <a:pt x="6943" y="7228"/>
                    </a:cubicBezTo>
                    <a:cubicBezTo>
                      <a:pt x="6148" y="8703"/>
                      <a:pt x="5324" y="10228"/>
                      <a:pt x="4304" y="11543"/>
                    </a:cubicBezTo>
                    <a:cubicBezTo>
                      <a:pt x="4225" y="11646"/>
                      <a:pt x="4138" y="11764"/>
                      <a:pt x="4047" y="11891"/>
                    </a:cubicBezTo>
                    <a:cubicBezTo>
                      <a:pt x="3610" y="12495"/>
                      <a:pt x="3025" y="13299"/>
                      <a:pt x="2398" y="13299"/>
                    </a:cubicBezTo>
                    <a:cubicBezTo>
                      <a:pt x="2341" y="13299"/>
                      <a:pt x="2283" y="13293"/>
                      <a:pt x="2226" y="13279"/>
                    </a:cubicBezTo>
                    <a:cubicBezTo>
                      <a:pt x="1639" y="13135"/>
                      <a:pt x="1234" y="12862"/>
                      <a:pt x="991" y="12446"/>
                    </a:cubicBezTo>
                    <a:cubicBezTo>
                      <a:pt x="633" y="11836"/>
                      <a:pt x="624" y="10904"/>
                      <a:pt x="964" y="9678"/>
                    </a:cubicBezTo>
                    <a:cubicBezTo>
                      <a:pt x="1770" y="6773"/>
                      <a:pt x="4278" y="3153"/>
                      <a:pt x="5027" y="2112"/>
                    </a:cubicBezTo>
                    <a:cubicBezTo>
                      <a:pt x="5724" y="1145"/>
                      <a:pt x="6544" y="602"/>
                      <a:pt x="7290" y="602"/>
                    </a:cubicBezTo>
                    <a:close/>
                    <a:moveTo>
                      <a:pt x="7294" y="1"/>
                    </a:moveTo>
                    <a:cubicBezTo>
                      <a:pt x="6344" y="1"/>
                      <a:pt x="5353" y="632"/>
                      <a:pt x="4539" y="1761"/>
                    </a:cubicBezTo>
                    <a:cubicBezTo>
                      <a:pt x="3775" y="2821"/>
                      <a:pt x="1217" y="6516"/>
                      <a:pt x="384" y="9516"/>
                    </a:cubicBezTo>
                    <a:cubicBezTo>
                      <a:pt x="0" y="10905"/>
                      <a:pt x="30" y="11993"/>
                      <a:pt x="472" y="12749"/>
                    </a:cubicBezTo>
                    <a:cubicBezTo>
                      <a:pt x="798" y="13305"/>
                      <a:pt x="1339" y="13679"/>
                      <a:pt x="2082" y="13862"/>
                    </a:cubicBezTo>
                    <a:cubicBezTo>
                      <a:pt x="2188" y="13888"/>
                      <a:pt x="2297" y="13902"/>
                      <a:pt x="2406" y="13902"/>
                    </a:cubicBezTo>
                    <a:cubicBezTo>
                      <a:pt x="3333" y="13902"/>
                      <a:pt x="4046" y="12918"/>
                      <a:pt x="4534" y="12243"/>
                    </a:cubicBezTo>
                    <a:cubicBezTo>
                      <a:pt x="4621" y="12123"/>
                      <a:pt x="4702" y="12010"/>
                      <a:pt x="4778" y="11911"/>
                    </a:cubicBezTo>
                    <a:cubicBezTo>
                      <a:pt x="5829" y="10557"/>
                      <a:pt x="6665" y="9011"/>
                      <a:pt x="7472" y="7514"/>
                    </a:cubicBezTo>
                    <a:cubicBezTo>
                      <a:pt x="7704" y="7086"/>
                      <a:pt x="7934" y="6657"/>
                      <a:pt x="8172" y="6232"/>
                    </a:cubicBezTo>
                    <a:lnTo>
                      <a:pt x="8374" y="5877"/>
                    </a:lnTo>
                    <a:cubicBezTo>
                      <a:pt x="9051" y="4703"/>
                      <a:pt x="10073" y="2928"/>
                      <a:pt x="9344" y="1450"/>
                    </a:cubicBezTo>
                    <a:cubicBezTo>
                      <a:pt x="8919" y="585"/>
                      <a:pt x="8252" y="73"/>
                      <a:pt x="7466" y="8"/>
                    </a:cubicBezTo>
                    <a:cubicBezTo>
                      <a:pt x="7409" y="3"/>
                      <a:pt x="7351" y="1"/>
                      <a:pt x="729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2"/>
              <p:cNvSpPr/>
              <p:nvPr/>
            </p:nvSpPr>
            <p:spPr>
              <a:xfrm>
                <a:off x="6327029" y="4148006"/>
                <a:ext cx="142871" cy="196683"/>
              </a:xfrm>
              <a:custGeom>
                <a:avLst/>
                <a:gdLst/>
                <a:ahLst/>
                <a:cxnLst/>
                <a:rect l="l" t="t" r="r" b="b"/>
                <a:pathLst>
                  <a:path w="7256" h="9989" extrusionOk="0">
                    <a:moveTo>
                      <a:pt x="5368" y="1"/>
                    </a:moveTo>
                    <a:cubicBezTo>
                      <a:pt x="4751" y="1"/>
                      <a:pt x="4066" y="418"/>
                      <a:pt x="3482" y="1229"/>
                    </a:cubicBezTo>
                    <a:cubicBezTo>
                      <a:pt x="3041" y="1842"/>
                      <a:pt x="1033" y="4685"/>
                      <a:pt x="397" y="6981"/>
                    </a:cubicBezTo>
                    <a:cubicBezTo>
                      <a:pt x="1" y="8410"/>
                      <a:pt x="136" y="9628"/>
                      <a:pt x="1508" y="9966"/>
                    </a:cubicBezTo>
                    <a:cubicBezTo>
                      <a:pt x="1571" y="9981"/>
                      <a:pt x="1634" y="9989"/>
                      <a:pt x="1695" y="9989"/>
                    </a:cubicBezTo>
                    <a:cubicBezTo>
                      <a:pt x="2388" y="9989"/>
                      <a:pt x="2933" y="9055"/>
                      <a:pt x="3300" y="8581"/>
                    </a:cubicBezTo>
                    <a:cubicBezTo>
                      <a:pt x="4299" y="7294"/>
                      <a:pt x="5026" y="5789"/>
                      <a:pt x="5829" y="4346"/>
                    </a:cubicBezTo>
                    <a:cubicBezTo>
                      <a:pt x="6282" y="3534"/>
                      <a:pt x="7256" y="2080"/>
                      <a:pt x="6706" y="963"/>
                    </a:cubicBezTo>
                    <a:cubicBezTo>
                      <a:pt x="6386" y="316"/>
                      <a:pt x="5903" y="1"/>
                      <a:pt x="53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2"/>
              <p:cNvSpPr/>
              <p:nvPr/>
            </p:nvSpPr>
            <p:spPr>
              <a:xfrm>
                <a:off x="6323347" y="4142099"/>
                <a:ext cx="152145" cy="208517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10590" extrusionOk="0">
                    <a:moveTo>
                      <a:pt x="5548" y="601"/>
                    </a:moveTo>
                    <a:cubicBezTo>
                      <a:pt x="5579" y="601"/>
                      <a:pt x="5610" y="602"/>
                      <a:pt x="5641" y="605"/>
                    </a:cubicBezTo>
                    <a:cubicBezTo>
                      <a:pt x="6045" y="638"/>
                      <a:pt x="6385" y="912"/>
                      <a:pt x="6623" y="1396"/>
                    </a:cubicBezTo>
                    <a:cubicBezTo>
                      <a:pt x="7047" y="2253"/>
                      <a:pt x="6363" y="3440"/>
                      <a:pt x="5911" y="4225"/>
                    </a:cubicBezTo>
                    <a:lnTo>
                      <a:pt x="5754" y="4499"/>
                    </a:lnTo>
                    <a:cubicBezTo>
                      <a:pt x="5575" y="4820"/>
                      <a:pt x="5400" y="5145"/>
                      <a:pt x="5224" y="5469"/>
                    </a:cubicBezTo>
                    <a:cubicBezTo>
                      <a:pt x="4629" y="6574"/>
                      <a:pt x="4011" y="7714"/>
                      <a:pt x="3250" y="8696"/>
                    </a:cubicBezTo>
                    <a:cubicBezTo>
                      <a:pt x="3190" y="8773"/>
                      <a:pt x="3126" y="8863"/>
                      <a:pt x="3056" y="8959"/>
                    </a:cubicBezTo>
                    <a:cubicBezTo>
                      <a:pt x="2737" y="9400"/>
                      <a:pt x="2307" y="9985"/>
                      <a:pt x="1873" y="9985"/>
                    </a:cubicBezTo>
                    <a:cubicBezTo>
                      <a:pt x="1838" y="9985"/>
                      <a:pt x="1802" y="9981"/>
                      <a:pt x="1767" y="9973"/>
                    </a:cubicBezTo>
                    <a:cubicBezTo>
                      <a:pt x="1346" y="9870"/>
                      <a:pt x="1058" y="9677"/>
                      <a:pt x="886" y="9382"/>
                    </a:cubicBezTo>
                    <a:cubicBezTo>
                      <a:pt x="628" y="8941"/>
                      <a:pt x="624" y="8262"/>
                      <a:pt x="873" y="7361"/>
                    </a:cubicBezTo>
                    <a:lnTo>
                      <a:pt x="874" y="7361"/>
                    </a:lnTo>
                    <a:cubicBezTo>
                      <a:pt x="1474" y="5194"/>
                      <a:pt x="3352" y="2483"/>
                      <a:pt x="3913" y="1704"/>
                    </a:cubicBezTo>
                    <a:cubicBezTo>
                      <a:pt x="4413" y="1010"/>
                      <a:pt x="5017" y="601"/>
                      <a:pt x="5548" y="601"/>
                    </a:cubicBezTo>
                    <a:close/>
                    <a:moveTo>
                      <a:pt x="5561" y="0"/>
                    </a:moveTo>
                    <a:cubicBezTo>
                      <a:pt x="4827" y="0"/>
                      <a:pt x="4052" y="483"/>
                      <a:pt x="3425" y="1353"/>
                    </a:cubicBezTo>
                    <a:cubicBezTo>
                      <a:pt x="2850" y="2152"/>
                      <a:pt x="922" y="4937"/>
                      <a:pt x="293" y="7201"/>
                    </a:cubicBezTo>
                    <a:cubicBezTo>
                      <a:pt x="0" y="8264"/>
                      <a:pt x="24" y="9100"/>
                      <a:pt x="368" y="9687"/>
                    </a:cubicBezTo>
                    <a:cubicBezTo>
                      <a:pt x="623" y="10121"/>
                      <a:pt x="1045" y="10414"/>
                      <a:pt x="1624" y="10556"/>
                    </a:cubicBezTo>
                    <a:cubicBezTo>
                      <a:pt x="1709" y="10578"/>
                      <a:pt x="1798" y="10589"/>
                      <a:pt x="1887" y="10589"/>
                    </a:cubicBezTo>
                    <a:cubicBezTo>
                      <a:pt x="2618" y="10589"/>
                      <a:pt x="3166" y="9831"/>
                      <a:pt x="3542" y="9311"/>
                    </a:cubicBezTo>
                    <a:cubicBezTo>
                      <a:pt x="3607" y="9221"/>
                      <a:pt x="3669" y="9137"/>
                      <a:pt x="3725" y="9065"/>
                    </a:cubicBezTo>
                    <a:cubicBezTo>
                      <a:pt x="4517" y="8044"/>
                      <a:pt x="5145" y="6880"/>
                      <a:pt x="5753" y="5754"/>
                    </a:cubicBezTo>
                    <a:cubicBezTo>
                      <a:pt x="5927" y="5433"/>
                      <a:pt x="6102" y="5111"/>
                      <a:pt x="6280" y="4792"/>
                    </a:cubicBezTo>
                    <a:lnTo>
                      <a:pt x="6431" y="4525"/>
                    </a:lnTo>
                    <a:cubicBezTo>
                      <a:pt x="6947" y="3630"/>
                      <a:pt x="7726" y="2277"/>
                      <a:pt x="7162" y="1130"/>
                    </a:cubicBezTo>
                    <a:cubicBezTo>
                      <a:pt x="6830" y="456"/>
                      <a:pt x="6307" y="57"/>
                      <a:pt x="5690" y="5"/>
                    </a:cubicBezTo>
                    <a:cubicBezTo>
                      <a:pt x="5647" y="2"/>
                      <a:pt x="5604" y="0"/>
                      <a:pt x="5561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5947386" y="3986785"/>
                <a:ext cx="236378" cy="225352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445" extrusionOk="0">
                    <a:moveTo>
                      <a:pt x="12004" y="0"/>
                    </a:moveTo>
                    <a:cubicBezTo>
                      <a:pt x="12004" y="0"/>
                      <a:pt x="9345" y="1548"/>
                      <a:pt x="7107" y="1548"/>
                    </a:cubicBezTo>
                    <a:cubicBezTo>
                      <a:pt x="6708" y="1548"/>
                      <a:pt x="6323" y="1499"/>
                      <a:pt x="5968" y="1383"/>
                    </a:cubicBezTo>
                    <a:cubicBezTo>
                      <a:pt x="5227" y="1141"/>
                      <a:pt x="4573" y="1039"/>
                      <a:pt x="3990" y="1039"/>
                    </a:cubicBezTo>
                    <a:cubicBezTo>
                      <a:pt x="2729" y="1039"/>
                      <a:pt x="1805" y="1517"/>
                      <a:pt x="1071" y="2088"/>
                    </a:cubicBezTo>
                    <a:cubicBezTo>
                      <a:pt x="1" y="2922"/>
                      <a:pt x="1153" y="8031"/>
                      <a:pt x="834" y="9475"/>
                    </a:cubicBezTo>
                    <a:cubicBezTo>
                      <a:pt x="547" y="10779"/>
                      <a:pt x="1217" y="11444"/>
                      <a:pt x="2420" y="11444"/>
                    </a:cubicBezTo>
                    <a:cubicBezTo>
                      <a:pt x="2549" y="11444"/>
                      <a:pt x="2683" y="11437"/>
                      <a:pt x="2824" y="11422"/>
                    </a:cubicBezTo>
                    <a:cubicBezTo>
                      <a:pt x="4276" y="11263"/>
                      <a:pt x="5299" y="9423"/>
                      <a:pt x="5344" y="7722"/>
                    </a:cubicBezTo>
                    <a:cubicBezTo>
                      <a:pt x="5387" y="6082"/>
                      <a:pt x="5319" y="5533"/>
                      <a:pt x="5618" y="5533"/>
                    </a:cubicBezTo>
                    <a:cubicBezTo>
                      <a:pt x="5629" y="5533"/>
                      <a:pt x="5641" y="5533"/>
                      <a:pt x="5653" y="5535"/>
                    </a:cubicBezTo>
                    <a:cubicBezTo>
                      <a:pt x="5966" y="5572"/>
                      <a:pt x="8473" y="6036"/>
                      <a:pt x="9507" y="6036"/>
                    </a:cubicBezTo>
                    <a:cubicBezTo>
                      <a:pt x="9586" y="6036"/>
                      <a:pt x="9658" y="6033"/>
                      <a:pt x="9718" y="6027"/>
                    </a:cubicBezTo>
                    <a:cubicBezTo>
                      <a:pt x="10564" y="5943"/>
                      <a:pt x="12004" y="1"/>
                      <a:pt x="120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5950379" y="3980858"/>
                <a:ext cx="240080" cy="237205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2047" extrusionOk="0">
                    <a:moveTo>
                      <a:pt x="11397" y="882"/>
                    </a:moveTo>
                    <a:lnTo>
                      <a:pt x="11397" y="882"/>
                    </a:lnTo>
                    <a:cubicBezTo>
                      <a:pt x="10769" y="3323"/>
                      <a:pt x="9926" y="5837"/>
                      <a:pt x="9538" y="6028"/>
                    </a:cubicBezTo>
                    <a:cubicBezTo>
                      <a:pt x="9485" y="6033"/>
                      <a:pt x="9421" y="6036"/>
                      <a:pt x="9350" y="6036"/>
                    </a:cubicBezTo>
                    <a:cubicBezTo>
                      <a:pt x="8576" y="6036"/>
                      <a:pt x="6826" y="5746"/>
                      <a:pt x="6043" y="5617"/>
                    </a:cubicBezTo>
                    <a:cubicBezTo>
                      <a:pt x="5790" y="5575"/>
                      <a:pt x="5609" y="5545"/>
                      <a:pt x="5536" y="5537"/>
                    </a:cubicBezTo>
                    <a:cubicBezTo>
                      <a:pt x="5513" y="5534"/>
                      <a:pt x="5490" y="5533"/>
                      <a:pt x="5469" y="5533"/>
                    </a:cubicBezTo>
                    <a:cubicBezTo>
                      <a:pt x="5322" y="5533"/>
                      <a:pt x="5220" y="5591"/>
                      <a:pt x="5158" y="5645"/>
                    </a:cubicBezTo>
                    <a:cubicBezTo>
                      <a:pt x="4927" y="5847"/>
                      <a:pt x="4922" y="6201"/>
                      <a:pt x="4908" y="7150"/>
                    </a:cubicBezTo>
                    <a:cubicBezTo>
                      <a:pt x="4904" y="7395"/>
                      <a:pt x="4901" y="7682"/>
                      <a:pt x="4891" y="8015"/>
                    </a:cubicBezTo>
                    <a:cubicBezTo>
                      <a:pt x="4851" y="9547"/>
                      <a:pt x="3937" y="11283"/>
                      <a:pt x="2639" y="11424"/>
                    </a:cubicBezTo>
                    <a:cubicBezTo>
                      <a:pt x="2511" y="11438"/>
                      <a:pt x="2389" y="11444"/>
                      <a:pt x="2273" y="11444"/>
                    </a:cubicBezTo>
                    <a:cubicBezTo>
                      <a:pt x="1768" y="11444"/>
                      <a:pt x="1378" y="11315"/>
                      <a:pt x="1156" y="11069"/>
                    </a:cubicBezTo>
                    <a:cubicBezTo>
                      <a:pt x="916" y="10801"/>
                      <a:pt x="855" y="10388"/>
                      <a:pt x="975" y="9840"/>
                    </a:cubicBezTo>
                    <a:cubicBezTo>
                      <a:pt x="1108" y="9241"/>
                      <a:pt x="1015" y="8164"/>
                      <a:pt x="907" y="6917"/>
                    </a:cubicBezTo>
                    <a:cubicBezTo>
                      <a:pt x="766" y="5281"/>
                      <a:pt x="573" y="3040"/>
                      <a:pt x="1104" y="2626"/>
                    </a:cubicBezTo>
                    <a:cubicBezTo>
                      <a:pt x="1695" y="2165"/>
                      <a:pt x="2558" y="1643"/>
                      <a:pt x="3846" y="1643"/>
                    </a:cubicBezTo>
                    <a:cubicBezTo>
                      <a:pt x="4391" y="1643"/>
                      <a:pt x="5012" y="1738"/>
                      <a:pt x="5722" y="1968"/>
                    </a:cubicBezTo>
                    <a:cubicBezTo>
                      <a:pt x="6109" y="2094"/>
                      <a:pt x="6526" y="2148"/>
                      <a:pt x="6956" y="2148"/>
                    </a:cubicBezTo>
                    <a:cubicBezTo>
                      <a:pt x="8619" y="2148"/>
                      <a:pt x="10464" y="1349"/>
                      <a:pt x="11397" y="882"/>
                    </a:cubicBezTo>
                    <a:close/>
                    <a:moveTo>
                      <a:pt x="11851" y="0"/>
                    </a:moveTo>
                    <a:cubicBezTo>
                      <a:pt x="11801" y="0"/>
                      <a:pt x="11750" y="13"/>
                      <a:pt x="11700" y="42"/>
                    </a:cubicBezTo>
                    <a:cubicBezTo>
                      <a:pt x="11670" y="60"/>
                      <a:pt x="9080" y="1550"/>
                      <a:pt x="6960" y="1550"/>
                    </a:cubicBezTo>
                    <a:cubicBezTo>
                      <a:pt x="6590" y="1550"/>
                      <a:pt x="6234" y="1505"/>
                      <a:pt x="5909" y="1398"/>
                    </a:cubicBezTo>
                    <a:cubicBezTo>
                      <a:pt x="5126" y="1142"/>
                      <a:pt x="4437" y="1039"/>
                      <a:pt x="3831" y="1039"/>
                    </a:cubicBezTo>
                    <a:cubicBezTo>
                      <a:pt x="2382" y="1039"/>
                      <a:pt x="1404" y="1631"/>
                      <a:pt x="736" y="2152"/>
                    </a:cubicBezTo>
                    <a:cubicBezTo>
                      <a:pt x="0" y="2724"/>
                      <a:pt x="89" y="4431"/>
                      <a:pt x="309" y="6969"/>
                    </a:cubicBezTo>
                    <a:cubicBezTo>
                      <a:pt x="408" y="8117"/>
                      <a:pt x="501" y="9202"/>
                      <a:pt x="389" y="9711"/>
                    </a:cubicBezTo>
                    <a:cubicBezTo>
                      <a:pt x="184" y="10640"/>
                      <a:pt x="451" y="11181"/>
                      <a:pt x="709" y="11470"/>
                    </a:cubicBezTo>
                    <a:cubicBezTo>
                      <a:pt x="1051" y="11851"/>
                      <a:pt x="1583" y="12046"/>
                      <a:pt x="2266" y="12046"/>
                    </a:cubicBezTo>
                    <a:cubicBezTo>
                      <a:pt x="2412" y="12045"/>
                      <a:pt x="2558" y="12037"/>
                      <a:pt x="2704" y="12021"/>
                    </a:cubicBezTo>
                    <a:cubicBezTo>
                      <a:pt x="4366" y="11840"/>
                      <a:pt x="5446" y="9809"/>
                      <a:pt x="5492" y="8031"/>
                    </a:cubicBezTo>
                    <a:cubicBezTo>
                      <a:pt x="5501" y="7697"/>
                      <a:pt x="5505" y="7408"/>
                      <a:pt x="5509" y="7159"/>
                    </a:cubicBezTo>
                    <a:cubicBezTo>
                      <a:pt x="5515" y="6714"/>
                      <a:pt x="5521" y="6321"/>
                      <a:pt x="5553" y="6147"/>
                    </a:cubicBezTo>
                    <a:cubicBezTo>
                      <a:pt x="5642" y="6161"/>
                      <a:pt x="5777" y="6183"/>
                      <a:pt x="5944" y="6211"/>
                    </a:cubicBezTo>
                    <a:cubicBezTo>
                      <a:pt x="7309" y="6437"/>
                      <a:pt x="8650" y="6637"/>
                      <a:pt x="9368" y="6637"/>
                    </a:cubicBezTo>
                    <a:cubicBezTo>
                      <a:pt x="9453" y="6637"/>
                      <a:pt x="9529" y="6634"/>
                      <a:pt x="9596" y="6628"/>
                    </a:cubicBezTo>
                    <a:cubicBezTo>
                      <a:pt x="10470" y="6541"/>
                      <a:pt x="11463" y="3179"/>
                      <a:pt x="12144" y="372"/>
                    </a:cubicBezTo>
                    <a:cubicBezTo>
                      <a:pt x="12192" y="171"/>
                      <a:pt x="12033" y="0"/>
                      <a:pt x="11851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2"/>
              <p:cNvSpPr/>
              <p:nvPr/>
            </p:nvSpPr>
            <p:spPr>
              <a:xfrm>
                <a:off x="6193196" y="3960558"/>
                <a:ext cx="190264" cy="261897"/>
              </a:xfrm>
              <a:custGeom>
                <a:avLst/>
                <a:gdLst/>
                <a:ahLst/>
                <a:cxnLst/>
                <a:rect l="l" t="t" r="r" b="b"/>
                <a:pathLst>
                  <a:path w="9663" h="13301" extrusionOk="0">
                    <a:moveTo>
                      <a:pt x="7148" y="1"/>
                    </a:moveTo>
                    <a:cubicBezTo>
                      <a:pt x="6327" y="1"/>
                      <a:pt x="5415" y="557"/>
                      <a:pt x="4637" y="1636"/>
                    </a:cubicBezTo>
                    <a:cubicBezTo>
                      <a:pt x="4049" y="2451"/>
                      <a:pt x="1376" y="6237"/>
                      <a:pt x="528" y="9296"/>
                    </a:cubicBezTo>
                    <a:cubicBezTo>
                      <a:pt x="0" y="11198"/>
                      <a:pt x="179" y="12820"/>
                      <a:pt x="2008" y="13269"/>
                    </a:cubicBezTo>
                    <a:cubicBezTo>
                      <a:pt x="2093" y="13290"/>
                      <a:pt x="2176" y="13300"/>
                      <a:pt x="2258" y="13300"/>
                    </a:cubicBezTo>
                    <a:cubicBezTo>
                      <a:pt x="3180" y="13300"/>
                      <a:pt x="3905" y="12056"/>
                      <a:pt x="4394" y="11426"/>
                    </a:cubicBezTo>
                    <a:cubicBezTo>
                      <a:pt x="5724" y="9712"/>
                      <a:pt x="6692" y="7707"/>
                      <a:pt x="7763" y="5786"/>
                    </a:cubicBezTo>
                    <a:cubicBezTo>
                      <a:pt x="8365" y="4704"/>
                      <a:pt x="9662" y="2769"/>
                      <a:pt x="8930" y="1282"/>
                    </a:cubicBezTo>
                    <a:cubicBezTo>
                      <a:pt x="8504" y="420"/>
                      <a:pt x="7861" y="1"/>
                      <a:pt x="71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2"/>
              <p:cNvSpPr/>
              <p:nvPr/>
            </p:nvSpPr>
            <p:spPr>
              <a:xfrm>
                <a:off x="6190302" y="3954631"/>
                <a:ext cx="198377" cy="273750"/>
              </a:xfrm>
              <a:custGeom>
                <a:avLst/>
                <a:gdLst/>
                <a:ahLst/>
                <a:cxnLst/>
                <a:rect l="l" t="t" r="r" b="b"/>
                <a:pathLst>
                  <a:path w="10075" h="13903" extrusionOk="0">
                    <a:moveTo>
                      <a:pt x="7286" y="601"/>
                    </a:moveTo>
                    <a:cubicBezTo>
                      <a:pt x="7330" y="601"/>
                      <a:pt x="7373" y="603"/>
                      <a:pt x="7417" y="606"/>
                    </a:cubicBezTo>
                    <a:cubicBezTo>
                      <a:pt x="7992" y="655"/>
                      <a:pt x="8472" y="1038"/>
                      <a:pt x="8806" y="1716"/>
                    </a:cubicBezTo>
                    <a:cubicBezTo>
                      <a:pt x="9393" y="2907"/>
                      <a:pt x="8467" y="4514"/>
                      <a:pt x="7854" y="5578"/>
                    </a:cubicBezTo>
                    <a:cubicBezTo>
                      <a:pt x="7779" y="5707"/>
                      <a:pt x="7709" y="5828"/>
                      <a:pt x="7647" y="5940"/>
                    </a:cubicBezTo>
                    <a:cubicBezTo>
                      <a:pt x="7410" y="6366"/>
                      <a:pt x="7178" y="6796"/>
                      <a:pt x="6946" y="7226"/>
                    </a:cubicBezTo>
                    <a:cubicBezTo>
                      <a:pt x="6149" y="8701"/>
                      <a:pt x="5325" y="10227"/>
                      <a:pt x="4304" y="11543"/>
                    </a:cubicBezTo>
                    <a:cubicBezTo>
                      <a:pt x="4225" y="11645"/>
                      <a:pt x="4138" y="11763"/>
                      <a:pt x="4047" y="11890"/>
                    </a:cubicBezTo>
                    <a:cubicBezTo>
                      <a:pt x="3610" y="12494"/>
                      <a:pt x="3025" y="13299"/>
                      <a:pt x="2397" y="13299"/>
                    </a:cubicBezTo>
                    <a:cubicBezTo>
                      <a:pt x="2340" y="13299"/>
                      <a:pt x="2283" y="13293"/>
                      <a:pt x="2226" y="13279"/>
                    </a:cubicBezTo>
                    <a:cubicBezTo>
                      <a:pt x="1639" y="13134"/>
                      <a:pt x="1236" y="12861"/>
                      <a:pt x="992" y="12446"/>
                    </a:cubicBezTo>
                    <a:cubicBezTo>
                      <a:pt x="634" y="11835"/>
                      <a:pt x="625" y="10904"/>
                      <a:pt x="964" y="9677"/>
                    </a:cubicBezTo>
                    <a:cubicBezTo>
                      <a:pt x="1769" y="6773"/>
                      <a:pt x="4278" y="3152"/>
                      <a:pt x="5028" y="2112"/>
                    </a:cubicBezTo>
                    <a:cubicBezTo>
                      <a:pt x="5723" y="1146"/>
                      <a:pt x="6537" y="601"/>
                      <a:pt x="7286" y="601"/>
                    </a:cubicBezTo>
                    <a:close/>
                    <a:moveTo>
                      <a:pt x="7294" y="1"/>
                    </a:moveTo>
                    <a:cubicBezTo>
                      <a:pt x="6346" y="1"/>
                      <a:pt x="5353" y="632"/>
                      <a:pt x="4540" y="1761"/>
                    </a:cubicBezTo>
                    <a:cubicBezTo>
                      <a:pt x="3775" y="2821"/>
                      <a:pt x="1218" y="6516"/>
                      <a:pt x="386" y="9517"/>
                    </a:cubicBezTo>
                    <a:cubicBezTo>
                      <a:pt x="0" y="10905"/>
                      <a:pt x="30" y="11992"/>
                      <a:pt x="473" y="12749"/>
                    </a:cubicBezTo>
                    <a:cubicBezTo>
                      <a:pt x="798" y="13305"/>
                      <a:pt x="1340" y="13679"/>
                      <a:pt x="2082" y="13862"/>
                    </a:cubicBezTo>
                    <a:cubicBezTo>
                      <a:pt x="2188" y="13888"/>
                      <a:pt x="2297" y="13902"/>
                      <a:pt x="2406" y="13902"/>
                    </a:cubicBezTo>
                    <a:cubicBezTo>
                      <a:pt x="3334" y="13902"/>
                      <a:pt x="4046" y="12917"/>
                      <a:pt x="4534" y="12242"/>
                    </a:cubicBezTo>
                    <a:cubicBezTo>
                      <a:pt x="4622" y="12122"/>
                      <a:pt x="4703" y="12009"/>
                      <a:pt x="4779" y="11912"/>
                    </a:cubicBezTo>
                    <a:cubicBezTo>
                      <a:pt x="5830" y="10556"/>
                      <a:pt x="6666" y="9008"/>
                      <a:pt x="7475" y="7512"/>
                    </a:cubicBezTo>
                    <a:cubicBezTo>
                      <a:pt x="7705" y="7084"/>
                      <a:pt x="7936" y="6656"/>
                      <a:pt x="8172" y="6232"/>
                    </a:cubicBezTo>
                    <a:lnTo>
                      <a:pt x="8375" y="5878"/>
                    </a:lnTo>
                    <a:cubicBezTo>
                      <a:pt x="9052" y="4704"/>
                      <a:pt x="10075" y="2929"/>
                      <a:pt x="9346" y="1451"/>
                    </a:cubicBezTo>
                    <a:cubicBezTo>
                      <a:pt x="8919" y="586"/>
                      <a:pt x="8253" y="73"/>
                      <a:pt x="7466" y="8"/>
                    </a:cubicBezTo>
                    <a:cubicBezTo>
                      <a:pt x="7409" y="3"/>
                      <a:pt x="7352" y="1"/>
                      <a:pt x="729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2"/>
              <p:cNvSpPr/>
              <p:nvPr/>
            </p:nvSpPr>
            <p:spPr>
              <a:xfrm>
                <a:off x="6089568" y="3937697"/>
                <a:ext cx="190264" cy="261897"/>
              </a:xfrm>
              <a:custGeom>
                <a:avLst/>
                <a:gdLst/>
                <a:ahLst/>
                <a:cxnLst/>
                <a:rect l="l" t="t" r="r" b="b"/>
                <a:pathLst>
                  <a:path w="9663" h="13301" extrusionOk="0">
                    <a:moveTo>
                      <a:pt x="7147" y="0"/>
                    </a:moveTo>
                    <a:cubicBezTo>
                      <a:pt x="6326" y="0"/>
                      <a:pt x="5413" y="556"/>
                      <a:pt x="4636" y="1635"/>
                    </a:cubicBezTo>
                    <a:cubicBezTo>
                      <a:pt x="4049" y="2451"/>
                      <a:pt x="1376" y="6238"/>
                      <a:pt x="528" y="9295"/>
                    </a:cubicBezTo>
                    <a:cubicBezTo>
                      <a:pt x="0" y="11198"/>
                      <a:pt x="179" y="12819"/>
                      <a:pt x="2006" y="13270"/>
                    </a:cubicBezTo>
                    <a:cubicBezTo>
                      <a:pt x="2091" y="13290"/>
                      <a:pt x="2175" y="13300"/>
                      <a:pt x="2257" y="13300"/>
                    </a:cubicBezTo>
                    <a:cubicBezTo>
                      <a:pt x="3180" y="13300"/>
                      <a:pt x="3905" y="12055"/>
                      <a:pt x="4394" y="11425"/>
                    </a:cubicBezTo>
                    <a:cubicBezTo>
                      <a:pt x="5723" y="9713"/>
                      <a:pt x="6691" y="7708"/>
                      <a:pt x="7763" y="5785"/>
                    </a:cubicBezTo>
                    <a:cubicBezTo>
                      <a:pt x="8365" y="4704"/>
                      <a:pt x="9662" y="2769"/>
                      <a:pt x="8928" y="1281"/>
                    </a:cubicBezTo>
                    <a:cubicBezTo>
                      <a:pt x="8503" y="420"/>
                      <a:pt x="7860" y="0"/>
                      <a:pt x="71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2"/>
              <p:cNvSpPr/>
              <p:nvPr/>
            </p:nvSpPr>
            <p:spPr>
              <a:xfrm>
                <a:off x="6086674" y="3931790"/>
                <a:ext cx="198357" cy="273730"/>
              </a:xfrm>
              <a:custGeom>
                <a:avLst/>
                <a:gdLst/>
                <a:ahLst/>
                <a:cxnLst/>
                <a:rect l="l" t="t" r="r" b="b"/>
                <a:pathLst>
                  <a:path w="10074" h="13902" extrusionOk="0">
                    <a:moveTo>
                      <a:pt x="7284" y="600"/>
                    </a:moveTo>
                    <a:cubicBezTo>
                      <a:pt x="7328" y="600"/>
                      <a:pt x="7373" y="602"/>
                      <a:pt x="7417" y="606"/>
                    </a:cubicBezTo>
                    <a:cubicBezTo>
                      <a:pt x="7992" y="654"/>
                      <a:pt x="8472" y="1037"/>
                      <a:pt x="8806" y="1715"/>
                    </a:cubicBezTo>
                    <a:cubicBezTo>
                      <a:pt x="9393" y="2906"/>
                      <a:pt x="8467" y="4514"/>
                      <a:pt x="7854" y="5577"/>
                    </a:cubicBezTo>
                    <a:cubicBezTo>
                      <a:pt x="7779" y="5706"/>
                      <a:pt x="7709" y="5827"/>
                      <a:pt x="7647" y="5940"/>
                    </a:cubicBezTo>
                    <a:cubicBezTo>
                      <a:pt x="7409" y="6366"/>
                      <a:pt x="7177" y="6796"/>
                      <a:pt x="6945" y="7226"/>
                    </a:cubicBezTo>
                    <a:cubicBezTo>
                      <a:pt x="6148" y="8701"/>
                      <a:pt x="5324" y="10226"/>
                      <a:pt x="4304" y="11542"/>
                    </a:cubicBezTo>
                    <a:cubicBezTo>
                      <a:pt x="4225" y="11644"/>
                      <a:pt x="4138" y="11763"/>
                      <a:pt x="4047" y="11890"/>
                    </a:cubicBezTo>
                    <a:cubicBezTo>
                      <a:pt x="3611" y="12493"/>
                      <a:pt x="3028" y="13299"/>
                      <a:pt x="2398" y="13299"/>
                    </a:cubicBezTo>
                    <a:cubicBezTo>
                      <a:pt x="2341" y="13299"/>
                      <a:pt x="2283" y="13292"/>
                      <a:pt x="2226" y="13278"/>
                    </a:cubicBezTo>
                    <a:cubicBezTo>
                      <a:pt x="1639" y="13135"/>
                      <a:pt x="1235" y="12862"/>
                      <a:pt x="991" y="12446"/>
                    </a:cubicBezTo>
                    <a:cubicBezTo>
                      <a:pt x="633" y="11834"/>
                      <a:pt x="624" y="10903"/>
                      <a:pt x="964" y="9676"/>
                    </a:cubicBezTo>
                    <a:cubicBezTo>
                      <a:pt x="1769" y="6772"/>
                      <a:pt x="4278" y="3151"/>
                      <a:pt x="5027" y="2111"/>
                    </a:cubicBezTo>
                    <a:cubicBezTo>
                      <a:pt x="5722" y="1147"/>
                      <a:pt x="6531" y="600"/>
                      <a:pt x="7284" y="600"/>
                    </a:cubicBezTo>
                    <a:close/>
                    <a:moveTo>
                      <a:pt x="7283" y="0"/>
                    </a:moveTo>
                    <a:cubicBezTo>
                      <a:pt x="6342" y="0"/>
                      <a:pt x="5349" y="636"/>
                      <a:pt x="4540" y="1761"/>
                    </a:cubicBezTo>
                    <a:cubicBezTo>
                      <a:pt x="3775" y="2821"/>
                      <a:pt x="1217" y="6516"/>
                      <a:pt x="386" y="9516"/>
                    </a:cubicBezTo>
                    <a:cubicBezTo>
                      <a:pt x="0" y="10904"/>
                      <a:pt x="30" y="11992"/>
                      <a:pt x="473" y="12749"/>
                    </a:cubicBezTo>
                    <a:cubicBezTo>
                      <a:pt x="798" y="13305"/>
                      <a:pt x="1340" y="13680"/>
                      <a:pt x="2082" y="13861"/>
                    </a:cubicBezTo>
                    <a:cubicBezTo>
                      <a:pt x="2188" y="13887"/>
                      <a:pt x="2297" y="13902"/>
                      <a:pt x="2406" y="13902"/>
                    </a:cubicBezTo>
                    <a:cubicBezTo>
                      <a:pt x="3333" y="13902"/>
                      <a:pt x="4046" y="12916"/>
                      <a:pt x="4534" y="12243"/>
                    </a:cubicBezTo>
                    <a:cubicBezTo>
                      <a:pt x="4622" y="12122"/>
                      <a:pt x="4703" y="12009"/>
                      <a:pt x="4778" y="11911"/>
                    </a:cubicBezTo>
                    <a:cubicBezTo>
                      <a:pt x="5829" y="10557"/>
                      <a:pt x="6665" y="9010"/>
                      <a:pt x="7473" y="7512"/>
                    </a:cubicBezTo>
                    <a:cubicBezTo>
                      <a:pt x="7705" y="7084"/>
                      <a:pt x="7935" y="6657"/>
                      <a:pt x="8172" y="6233"/>
                    </a:cubicBezTo>
                    <a:lnTo>
                      <a:pt x="8375" y="5877"/>
                    </a:lnTo>
                    <a:cubicBezTo>
                      <a:pt x="9052" y="4702"/>
                      <a:pt x="10074" y="2928"/>
                      <a:pt x="9346" y="1449"/>
                    </a:cubicBezTo>
                    <a:cubicBezTo>
                      <a:pt x="8919" y="584"/>
                      <a:pt x="8251" y="72"/>
                      <a:pt x="7466" y="8"/>
                    </a:cubicBezTo>
                    <a:cubicBezTo>
                      <a:pt x="7405" y="3"/>
                      <a:pt x="7344" y="0"/>
                      <a:pt x="7283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2"/>
              <p:cNvSpPr/>
              <p:nvPr/>
            </p:nvSpPr>
            <p:spPr>
              <a:xfrm>
                <a:off x="4933785" y="3759444"/>
                <a:ext cx="1341007" cy="970638"/>
              </a:xfrm>
              <a:custGeom>
                <a:avLst/>
                <a:gdLst/>
                <a:ahLst/>
                <a:cxnLst/>
                <a:rect l="l" t="t" r="r" b="b"/>
                <a:pathLst>
                  <a:path w="68106" h="49296" extrusionOk="0">
                    <a:moveTo>
                      <a:pt x="0" y="0"/>
                    </a:moveTo>
                    <a:lnTo>
                      <a:pt x="10704" y="29265"/>
                    </a:lnTo>
                    <a:lnTo>
                      <a:pt x="68105" y="49295"/>
                    </a:lnTo>
                    <a:lnTo>
                      <a:pt x="64816" y="2134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2"/>
              <p:cNvSpPr/>
              <p:nvPr/>
            </p:nvSpPr>
            <p:spPr>
              <a:xfrm>
                <a:off x="4927444" y="3753517"/>
                <a:ext cx="1353609" cy="982492"/>
              </a:xfrm>
              <a:custGeom>
                <a:avLst/>
                <a:gdLst/>
                <a:ahLst/>
                <a:cxnLst/>
                <a:rect l="l" t="t" r="r" b="b"/>
                <a:pathLst>
                  <a:path w="68746" h="49898" extrusionOk="0">
                    <a:moveTo>
                      <a:pt x="818" y="780"/>
                    </a:moveTo>
                    <a:lnTo>
                      <a:pt x="64862" y="21868"/>
                    </a:lnTo>
                    <a:lnTo>
                      <a:pt x="68073" y="49154"/>
                    </a:lnTo>
                    <a:lnTo>
                      <a:pt x="11260" y="29329"/>
                    </a:lnTo>
                    <a:lnTo>
                      <a:pt x="818" y="780"/>
                    </a:lnTo>
                    <a:close/>
                    <a:moveTo>
                      <a:pt x="320" y="1"/>
                    </a:moveTo>
                    <a:cubicBezTo>
                      <a:pt x="240" y="1"/>
                      <a:pt x="163" y="33"/>
                      <a:pt x="106" y="93"/>
                    </a:cubicBezTo>
                    <a:cubicBezTo>
                      <a:pt x="27" y="176"/>
                      <a:pt x="1" y="297"/>
                      <a:pt x="40" y="404"/>
                    </a:cubicBezTo>
                    <a:lnTo>
                      <a:pt x="10744" y="29670"/>
                    </a:lnTo>
                    <a:cubicBezTo>
                      <a:pt x="10775" y="29754"/>
                      <a:pt x="10842" y="29821"/>
                      <a:pt x="10928" y="29849"/>
                    </a:cubicBezTo>
                    <a:lnTo>
                      <a:pt x="68327" y="49881"/>
                    </a:lnTo>
                    <a:cubicBezTo>
                      <a:pt x="68359" y="49891"/>
                      <a:pt x="68393" y="49897"/>
                      <a:pt x="68427" y="49897"/>
                    </a:cubicBezTo>
                    <a:cubicBezTo>
                      <a:pt x="68607" y="49897"/>
                      <a:pt x="68746" y="49740"/>
                      <a:pt x="68726" y="49562"/>
                    </a:cubicBezTo>
                    <a:lnTo>
                      <a:pt x="65437" y="21609"/>
                    </a:lnTo>
                    <a:cubicBezTo>
                      <a:pt x="65424" y="21493"/>
                      <a:pt x="65343" y="21394"/>
                      <a:pt x="65233" y="21359"/>
                    </a:cubicBezTo>
                    <a:lnTo>
                      <a:pt x="417" y="17"/>
                    </a:lnTo>
                    <a:cubicBezTo>
                      <a:pt x="385" y="6"/>
                      <a:pt x="352" y="1"/>
                      <a:pt x="32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32"/>
            <p:cNvGrpSpPr/>
            <p:nvPr/>
          </p:nvGrpSpPr>
          <p:grpSpPr>
            <a:xfrm>
              <a:off x="4866130" y="1140950"/>
              <a:ext cx="3577378" cy="3177375"/>
              <a:chOff x="4866130" y="1140950"/>
              <a:chExt cx="3577378" cy="3177375"/>
            </a:xfrm>
          </p:grpSpPr>
          <p:grpSp>
            <p:nvGrpSpPr>
              <p:cNvPr id="422" name="Google Shape;422;p32"/>
              <p:cNvGrpSpPr/>
              <p:nvPr/>
            </p:nvGrpSpPr>
            <p:grpSpPr>
              <a:xfrm>
                <a:off x="7218455" y="3425403"/>
                <a:ext cx="627776" cy="773482"/>
                <a:chOff x="7218455" y="3425403"/>
                <a:chExt cx="627776" cy="773482"/>
              </a:xfrm>
            </p:grpSpPr>
            <p:sp>
              <p:nvSpPr>
                <p:cNvPr id="423" name="Google Shape;423;p32"/>
                <p:cNvSpPr/>
                <p:nvPr/>
              </p:nvSpPr>
              <p:spPr>
                <a:xfrm>
                  <a:off x="7474976" y="3425403"/>
                  <a:ext cx="371255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5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8"/>
                        <a:pt x="18855" y="302"/>
                      </a:cubicBezTo>
                      <a:cubicBezTo>
                        <a:pt x="18855" y="135"/>
                        <a:pt x="18720" y="1"/>
                        <a:pt x="18554" y="1"/>
                      </a:cubicBezTo>
                      <a:cubicBezTo>
                        <a:pt x="18552" y="1"/>
                        <a:pt x="18550" y="1"/>
                        <a:pt x="18548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32"/>
                <p:cNvSpPr/>
                <p:nvPr/>
              </p:nvSpPr>
              <p:spPr>
                <a:xfrm>
                  <a:off x="7218455" y="3425403"/>
                  <a:ext cx="137279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2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9"/>
                        <a:pt x="6971" y="465"/>
                        <a:pt x="6971" y="302"/>
                      </a:cubicBezTo>
                      <a:cubicBezTo>
                        <a:pt x="6971" y="139"/>
                        <a:pt x="6841" y="5"/>
                        <a:pt x="6677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32"/>
                <p:cNvSpPr/>
                <p:nvPr/>
              </p:nvSpPr>
              <p:spPr>
                <a:xfrm>
                  <a:off x="7771389" y="3490912"/>
                  <a:ext cx="74842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1" h="603" extrusionOk="0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3494" y="602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1"/>
                      </a:cubicBezTo>
                      <a:cubicBezTo>
                        <a:pt x="3801" y="135"/>
                        <a:pt x="3666" y="1"/>
                        <a:pt x="3500" y="1"/>
                      </a:cubicBezTo>
                      <a:cubicBezTo>
                        <a:pt x="3498" y="1"/>
                        <a:pt x="3496" y="1"/>
                        <a:pt x="3494" y="1"/>
                      </a:cubicBezTo>
                      <a:lnTo>
                        <a:pt x="309" y="1"/>
                      </a:lnTo>
                      <a:cubicBezTo>
                        <a:pt x="307" y="1"/>
                        <a:pt x="305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32"/>
                <p:cNvSpPr/>
                <p:nvPr/>
              </p:nvSpPr>
              <p:spPr>
                <a:xfrm>
                  <a:off x="7594672" y="3490912"/>
                  <a:ext cx="137535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03" extrusionOk="0">
                      <a:moveTo>
                        <a:pt x="302" y="1"/>
                      </a:moveTo>
                      <a:cubicBezTo>
                        <a:pt x="136" y="1"/>
                        <a:pt x="0" y="135"/>
                        <a:pt x="0" y="301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2"/>
                      </a:cubicBezTo>
                      <a:lnTo>
                        <a:pt x="6678" y="602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1"/>
                      </a:cubicBezTo>
                      <a:cubicBezTo>
                        <a:pt x="6985" y="135"/>
                        <a:pt x="6850" y="1"/>
                        <a:pt x="6684" y="1"/>
                      </a:cubicBezTo>
                      <a:cubicBezTo>
                        <a:pt x="6682" y="1"/>
                        <a:pt x="6680" y="1"/>
                        <a:pt x="6678" y="1"/>
                      </a:cubicBezTo>
                      <a:lnTo>
                        <a:pt x="309" y="1"/>
                      </a:lnTo>
                      <a:cubicBezTo>
                        <a:pt x="306" y="1"/>
                        <a:pt x="304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2"/>
                <p:cNvSpPr/>
                <p:nvPr/>
              </p:nvSpPr>
              <p:spPr>
                <a:xfrm>
                  <a:off x="7218455" y="3490912"/>
                  <a:ext cx="30257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5073" y="602"/>
                      </a:lnTo>
                      <a:cubicBezTo>
                        <a:pt x="15236" y="599"/>
                        <a:pt x="15367" y="465"/>
                        <a:pt x="15367" y="301"/>
                      </a:cubicBezTo>
                      <a:cubicBezTo>
                        <a:pt x="15367" y="138"/>
                        <a:pt x="15236" y="5"/>
                        <a:pt x="15073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2"/>
                <p:cNvSpPr/>
                <p:nvPr/>
              </p:nvSpPr>
              <p:spPr>
                <a:xfrm>
                  <a:off x="7514868" y="3556420"/>
                  <a:ext cx="331363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9" h="603" extrusionOk="0">
                      <a:moveTo>
                        <a:pt x="300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3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16522" y="602"/>
                      </a:lnTo>
                      <a:cubicBezTo>
                        <a:pt x="16524" y="602"/>
                        <a:pt x="16526" y="602"/>
                        <a:pt x="16528" y="602"/>
                      </a:cubicBezTo>
                      <a:cubicBezTo>
                        <a:pt x="16694" y="602"/>
                        <a:pt x="16829" y="467"/>
                        <a:pt x="16829" y="301"/>
                      </a:cubicBezTo>
                      <a:cubicBezTo>
                        <a:pt x="16829" y="135"/>
                        <a:pt x="16695" y="1"/>
                        <a:pt x="16530" y="1"/>
                      </a:cubicBezTo>
                      <a:cubicBezTo>
                        <a:pt x="16527" y="1"/>
                        <a:pt x="16524" y="1"/>
                        <a:pt x="16522" y="1"/>
                      </a:cubicBezTo>
                      <a:lnTo>
                        <a:pt x="309" y="1"/>
                      </a:lnTo>
                      <a:cubicBezTo>
                        <a:pt x="306" y="1"/>
                        <a:pt x="303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32"/>
                <p:cNvSpPr/>
                <p:nvPr/>
              </p:nvSpPr>
              <p:spPr>
                <a:xfrm>
                  <a:off x="7218455" y="3556420"/>
                  <a:ext cx="239864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3" extrusionOk="0">
                      <a:moveTo>
                        <a:pt x="299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1888" y="602"/>
                      </a:lnTo>
                      <a:cubicBezTo>
                        <a:pt x="12052" y="597"/>
                        <a:pt x="12182" y="464"/>
                        <a:pt x="12182" y="301"/>
                      </a:cubicBezTo>
                      <a:cubicBezTo>
                        <a:pt x="12182" y="137"/>
                        <a:pt x="12052" y="4"/>
                        <a:pt x="11888" y="1"/>
                      </a:cubicBezTo>
                      <a:lnTo>
                        <a:pt x="308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2"/>
                <p:cNvSpPr/>
                <p:nvPr/>
              </p:nvSpPr>
              <p:spPr>
                <a:xfrm>
                  <a:off x="7697434" y="3621909"/>
                  <a:ext cx="148660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0" h="602" extrusionOk="0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7250" y="602"/>
                      </a:lnTo>
                      <a:cubicBezTo>
                        <a:pt x="7416" y="602"/>
                        <a:pt x="7550" y="467"/>
                        <a:pt x="7550" y="301"/>
                      </a:cubicBezTo>
                      <a:cubicBezTo>
                        <a:pt x="7550" y="135"/>
                        <a:pt x="7416" y="1"/>
                        <a:pt x="725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2"/>
                <p:cNvSpPr/>
                <p:nvPr/>
              </p:nvSpPr>
              <p:spPr>
                <a:xfrm>
                  <a:off x="7355399" y="3621909"/>
                  <a:ext cx="29688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78" h="602" extrusionOk="0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14777" y="602"/>
                      </a:lnTo>
                      <a:cubicBezTo>
                        <a:pt x="14943" y="602"/>
                        <a:pt x="15077" y="467"/>
                        <a:pt x="15077" y="301"/>
                      </a:cubicBezTo>
                      <a:cubicBezTo>
                        <a:pt x="15077" y="135"/>
                        <a:pt x="14943" y="1"/>
                        <a:pt x="14777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2"/>
                <p:cNvSpPr/>
                <p:nvPr/>
              </p:nvSpPr>
              <p:spPr>
                <a:xfrm>
                  <a:off x="7218593" y="3621909"/>
                  <a:ext cx="8596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02" extrusionOk="0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4064" y="602"/>
                      </a:lnTo>
                      <a:cubicBezTo>
                        <a:pt x="4230" y="602"/>
                        <a:pt x="4365" y="467"/>
                        <a:pt x="4365" y="301"/>
                      </a:cubicBezTo>
                      <a:cubicBezTo>
                        <a:pt x="4365" y="135"/>
                        <a:pt x="4230" y="1"/>
                        <a:pt x="406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2"/>
                <p:cNvSpPr/>
                <p:nvPr/>
              </p:nvSpPr>
              <p:spPr>
                <a:xfrm>
                  <a:off x="7474976" y="3679227"/>
                  <a:ext cx="371255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5" h="602" extrusionOk="0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0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7"/>
                        <a:pt x="18855" y="300"/>
                      </a:cubicBezTo>
                      <a:cubicBezTo>
                        <a:pt x="18855" y="134"/>
                        <a:pt x="18720" y="0"/>
                        <a:pt x="18554" y="0"/>
                      </a:cubicBezTo>
                      <a:cubicBezTo>
                        <a:pt x="18552" y="0"/>
                        <a:pt x="18550" y="0"/>
                        <a:pt x="18548" y="0"/>
                      </a:cubicBezTo>
                      <a:lnTo>
                        <a:pt x="308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434;p32"/>
                <p:cNvSpPr/>
                <p:nvPr/>
              </p:nvSpPr>
              <p:spPr>
                <a:xfrm>
                  <a:off x="7218455" y="3679227"/>
                  <a:ext cx="137279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2" h="602" extrusionOk="0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0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8"/>
                        <a:pt x="6971" y="464"/>
                        <a:pt x="6971" y="300"/>
                      </a:cubicBezTo>
                      <a:cubicBezTo>
                        <a:pt x="6971" y="137"/>
                        <a:pt x="6841" y="4"/>
                        <a:pt x="6677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32"/>
                <p:cNvSpPr/>
                <p:nvPr/>
              </p:nvSpPr>
              <p:spPr>
                <a:xfrm>
                  <a:off x="7771389" y="3744735"/>
                  <a:ext cx="74842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1" h="601" extrusionOk="0">
                      <a:moveTo>
                        <a:pt x="300" y="0"/>
                      </a:moveTo>
                      <a:cubicBezTo>
                        <a:pt x="135" y="0"/>
                        <a:pt x="1" y="135"/>
                        <a:pt x="1" y="300"/>
                      </a:cubicBezTo>
                      <a:cubicBezTo>
                        <a:pt x="1" y="466"/>
                        <a:pt x="135" y="600"/>
                        <a:pt x="300" y="600"/>
                      </a:cubicBezTo>
                      <a:cubicBezTo>
                        <a:pt x="303" y="600"/>
                        <a:pt x="306" y="600"/>
                        <a:pt x="309" y="600"/>
                      </a:cubicBezTo>
                      <a:lnTo>
                        <a:pt x="3494" y="600"/>
                      </a:lnTo>
                      <a:cubicBezTo>
                        <a:pt x="3496" y="600"/>
                        <a:pt x="3499" y="600"/>
                        <a:pt x="3502" y="600"/>
                      </a:cubicBezTo>
                      <a:cubicBezTo>
                        <a:pt x="3667" y="600"/>
                        <a:pt x="3801" y="466"/>
                        <a:pt x="3801" y="300"/>
                      </a:cubicBezTo>
                      <a:cubicBezTo>
                        <a:pt x="3801" y="135"/>
                        <a:pt x="3667" y="0"/>
                        <a:pt x="3502" y="0"/>
                      </a:cubicBezTo>
                      <a:cubicBezTo>
                        <a:pt x="3499" y="0"/>
                        <a:pt x="3496" y="0"/>
                        <a:pt x="3494" y="0"/>
                      </a:cubicBezTo>
                      <a:lnTo>
                        <a:pt x="309" y="0"/>
                      </a:lnTo>
                      <a:cubicBezTo>
                        <a:pt x="306" y="0"/>
                        <a:pt x="303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32"/>
                <p:cNvSpPr/>
                <p:nvPr/>
              </p:nvSpPr>
              <p:spPr>
                <a:xfrm>
                  <a:off x="7594672" y="3744735"/>
                  <a:ext cx="137535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01" extrusionOk="0">
                      <a:moveTo>
                        <a:pt x="300" y="0"/>
                      </a:moveTo>
                      <a:cubicBezTo>
                        <a:pt x="134" y="0"/>
                        <a:pt x="0" y="135"/>
                        <a:pt x="0" y="300"/>
                      </a:cubicBezTo>
                      <a:cubicBezTo>
                        <a:pt x="0" y="466"/>
                        <a:pt x="134" y="600"/>
                        <a:pt x="300" y="600"/>
                      </a:cubicBezTo>
                      <a:cubicBezTo>
                        <a:pt x="303" y="600"/>
                        <a:pt x="306" y="600"/>
                        <a:pt x="309" y="600"/>
                      </a:cubicBezTo>
                      <a:lnTo>
                        <a:pt x="6678" y="600"/>
                      </a:lnTo>
                      <a:cubicBezTo>
                        <a:pt x="6681" y="600"/>
                        <a:pt x="6684" y="600"/>
                        <a:pt x="6686" y="600"/>
                      </a:cubicBezTo>
                      <a:cubicBezTo>
                        <a:pt x="6851" y="600"/>
                        <a:pt x="6985" y="466"/>
                        <a:pt x="6985" y="300"/>
                      </a:cubicBezTo>
                      <a:cubicBezTo>
                        <a:pt x="6985" y="135"/>
                        <a:pt x="6851" y="0"/>
                        <a:pt x="6686" y="0"/>
                      </a:cubicBezTo>
                      <a:cubicBezTo>
                        <a:pt x="6684" y="0"/>
                        <a:pt x="6681" y="0"/>
                        <a:pt x="6678" y="0"/>
                      </a:cubicBezTo>
                      <a:lnTo>
                        <a:pt x="309" y="0"/>
                      </a:lnTo>
                      <a:cubicBezTo>
                        <a:pt x="306" y="0"/>
                        <a:pt x="303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32"/>
                <p:cNvSpPr/>
                <p:nvPr/>
              </p:nvSpPr>
              <p:spPr>
                <a:xfrm>
                  <a:off x="7218455" y="3744735"/>
                  <a:ext cx="302576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1" extrusionOk="0">
                      <a:moveTo>
                        <a:pt x="299" y="0"/>
                      </a:moveTo>
                      <a:cubicBezTo>
                        <a:pt x="135" y="0"/>
                        <a:pt x="1" y="135"/>
                        <a:pt x="1" y="300"/>
                      </a:cubicBezTo>
                      <a:cubicBezTo>
                        <a:pt x="1" y="466"/>
                        <a:pt x="135" y="600"/>
                        <a:pt x="299" y="600"/>
                      </a:cubicBezTo>
                      <a:cubicBezTo>
                        <a:pt x="302" y="600"/>
                        <a:pt x="305" y="600"/>
                        <a:pt x="308" y="600"/>
                      </a:cubicBezTo>
                      <a:lnTo>
                        <a:pt x="15073" y="600"/>
                      </a:lnTo>
                      <a:cubicBezTo>
                        <a:pt x="15236" y="597"/>
                        <a:pt x="15367" y="464"/>
                        <a:pt x="15367" y="300"/>
                      </a:cubicBezTo>
                      <a:cubicBezTo>
                        <a:pt x="15367" y="137"/>
                        <a:pt x="15236" y="4"/>
                        <a:pt x="15073" y="0"/>
                      </a:cubicBezTo>
                      <a:lnTo>
                        <a:pt x="308" y="0"/>
                      </a:lnTo>
                      <a:cubicBezTo>
                        <a:pt x="305" y="0"/>
                        <a:pt x="302" y="0"/>
                        <a:pt x="29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32"/>
                <p:cNvSpPr/>
                <p:nvPr/>
              </p:nvSpPr>
              <p:spPr>
                <a:xfrm>
                  <a:off x="7514868" y="3810224"/>
                  <a:ext cx="33136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9" h="602" extrusionOk="0">
                      <a:moveTo>
                        <a:pt x="303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3" y="601"/>
                      </a:cubicBezTo>
                      <a:cubicBezTo>
                        <a:pt x="305" y="601"/>
                        <a:pt x="307" y="601"/>
                        <a:pt x="309" y="601"/>
                      </a:cubicBezTo>
                      <a:lnTo>
                        <a:pt x="16522" y="601"/>
                      </a:lnTo>
                      <a:cubicBezTo>
                        <a:pt x="16524" y="601"/>
                        <a:pt x="16526" y="601"/>
                        <a:pt x="16528" y="601"/>
                      </a:cubicBezTo>
                      <a:cubicBezTo>
                        <a:pt x="16694" y="601"/>
                        <a:pt x="16829" y="467"/>
                        <a:pt x="16829" y="301"/>
                      </a:cubicBezTo>
                      <a:cubicBezTo>
                        <a:pt x="16829" y="134"/>
                        <a:pt x="16694" y="0"/>
                        <a:pt x="16528" y="0"/>
                      </a:cubicBezTo>
                      <a:cubicBezTo>
                        <a:pt x="16526" y="0"/>
                        <a:pt x="16524" y="0"/>
                        <a:pt x="16522" y="0"/>
                      </a:cubicBezTo>
                      <a:lnTo>
                        <a:pt x="309" y="0"/>
                      </a:lnTo>
                      <a:cubicBezTo>
                        <a:pt x="307" y="0"/>
                        <a:pt x="305" y="0"/>
                        <a:pt x="30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32"/>
                <p:cNvSpPr/>
                <p:nvPr/>
              </p:nvSpPr>
              <p:spPr>
                <a:xfrm>
                  <a:off x="7218455" y="3810224"/>
                  <a:ext cx="23986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2" extrusionOk="0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1" y="601"/>
                      </a:cubicBezTo>
                      <a:cubicBezTo>
                        <a:pt x="303" y="601"/>
                        <a:pt x="306" y="601"/>
                        <a:pt x="308" y="601"/>
                      </a:cubicBezTo>
                      <a:lnTo>
                        <a:pt x="11888" y="601"/>
                      </a:lnTo>
                      <a:cubicBezTo>
                        <a:pt x="12052" y="598"/>
                        <a:pt x="12182" y="464"/>
                        <a:pt x="12182" y="301"/>
                      </a:cubicBezTo>
                      <a:cubicBezTo>
                        <a:pt x="12182" y="138"/>
                        <a:pt x="12052" y="4"/>
                        <a:pt x="11888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32"/>
                <p:cNvSpPr/>
                <p:nvPr/>
              </p:nvSpPr>
              <p:spPr>
                <a:xfrm>
                  <a:off x="7771389" y="3933228"/>
                  <a:ext cx="748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1" h="602" extrusionOk="0">
                      <a:moveTo>
                        <a:pt x="302" y="0"/>
                      </a:moveTo>
                      <a:cubicBezTo>
                        <a:pt x="136" y="0"/>
                        <a:pt x="1" y="134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1"/>
                      </a:cubicBezTo>
                      <a:lnTo>
                        <a:pt x="3494" y="601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2"/>
                      </a:cubicBezTo>
                      <a:cubicBezTo>
                        <a:pt x="3801" y="134"/>
                        <a:pt x="3666" y="0"/>
                        <a:pt x="3500" y="0"/>
                      </a:cubicBezTo>
                      <a:cubicBezTo>
                        <a:pt x="3498" y="0"/>
                        <a:pt x="3496" y="0"/>
                        <a:pt x="3494" y="0"/>
                      </a:cubicBezTo>
                      <a:lnTo>
                        <a:pt x="309" y="0"/>
                      </a:lnTo>
                      <a:cubicBezTo>
                        <a:pt x="307" y="0"/>
                        <a:pt x="305" y="0"/>
                        <a:pt x="30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32"/>
                <p:cNvSpPr/>
                <p:nvPr/>
              </p:nvSpPr>
              <p:spPr>
                <a:xfrm>
                  <a:off x="7594672" y="3933228"/>
                  <a:ext cx="137535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02" extrusionOk="0">
                      <a:moveTo>
                        <a:pt x="302" y="0"/>
                      </a:moveTo>
                      <a:cubicBezTo>
                        <a:pt x="136" y="0"/>
                        <a:pt x="0" y="134"/>
                        <a:pt x="0" y="302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1"/>
                      </a:cubicBezTo>
                      <a:lnTo>
                        <a:pt x="6678" y="601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2"/>
                      </a:cubicBezTo>
                      <a:cubicBezTo>
                        <a:pt x="6985" y="134"/>
                        <a:pt x="6850" y="0"/>
                        <a:pt x="6684" y="0"/>
                      </a:cubicBezTo>
                      <a:cubicBezTo>
                        <a:pt x="6682" y="0"/>
                        <a:pt x="6680" y="0"/>
                        <a:pt x="6678" y="0"/>
                      </a:cubicBezTo>
                      <a:lnTo>
                        <a:pt x="309" y="0"/>
                      </a:lnTo>
                      <a:cubicBezTo>
                        <a:pt x="306" y="0"/>
                        <a:pt x="304" y="0"/>
                        <a:pt x="30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32"/>
                <p:cNvSpPr/>
                <p:nvPr/>
              </p:nvSpPr>
              <p:spPr>
                <a:xfrm>
                  <a:off x="7218455" y="3933228"/>
                  <a:ext cx="30257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2" extrusionOk="0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1"/>
                      </a:cubicBezTo>
                      <a:lnTo>
                        <a:pt x="15073" y="601"/>
                      </a:lnTo>
                      <a:cubicBezTo>
                        <a:pt x="15236" y="598"/>
                        <a:pt x="15367" y="464"/>
                        <a:pt x="15367" y="302"/>
                      </a:cubicBezTo>
                      <a:cubicBezTo>
                        <a:pt x="15367" y="138"/>
                        <a:pt x="15236" y="4"/>
                        <a:pt x="15073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443;p32"/>
                <p:cNvSpPr/>
                <p:nvPr/>
              </p:nvSpPr>
              <p:spPr>
                <a:xfrm>
                  <a:off x="7515006" y="3998736"/>
                  <a:ext cx="33108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" h="602" extrusionOk="0">
                      <a:moveTo>
                        <a:pt x="302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2" y="601"/>
                      </a:cubicBezTo>
                      <a:lnTo>
                        <a:pt x="16515" y="601"/>
                      </a:lnTo>
                      <a:cubicBezTo>
                        <a:pt x="16681" y="601"/>
                        <a:pt x="16815" y="467"/>
                        <a:pt x="16815" y="301"/>
                      </a:cubicBezTo>
                      <a:cubicBezTo>
                        <a:pt x="16815" y="134"/>
                        <a:pt x="16681" y="0"/>
                        <a:pt x="16515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2"/>
                <p:cNvSpPr/>
                <p:nvPr/>
              </p:nvSpPr>
              <p:spPr>
                <a:xfrm>
                  <a:off x="7218593" y="3998736"/>
                  <a:ext cx="23988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3" h="602" extrusionOk="0">
                      <a:moveTo>
                        <a:pt x="301" y="0"/>
                      </a:moveTo>
                      <a:cubicBezTo>
                        <a:pt x="135" y="0"/>
                        <a:pt x="1" y="134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11881" y="601"/>
                      </a:lnTo>
                      <a:cubicBezTo>
                        <a:pt x="12047" y="601"/>
                        <a:pt x="12182" y="467"/>
                        <a:pt x="12182" y="301"/>
                      </a:cubicBezTo>
                      <a:cubicBezTo>
                        <a:pt x="12182" y="134"/>
                        <a:pt x="12047" y="0"/>
                        <a:pt x="1188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32"/>
                <p:cNvSpPr/>
                <p:nvPr/>
              </p:nvSpPr>
              <p:spPr>
                <a:xfrm>
                  <a:off x="7697434" y="4064225"/>
                  <a:ext cx="148660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0" h="602" extrusionOk="0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7250" y="601"/>
                      </a:lnTo>
                      <a:cubicBezTo>
                        <a:pt x="7416" y="601"/>
                        <a:pt x="7550" y="467"/>
                        <a:pt x="7550" y="301"/>
                      </a:cubicBezTo>
                      <a:cubicBezTo>
                        <a:pt x="7550" y="135"/>
                        <a:pt x="7416" y="0"/>
                        <a:pt x="725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32"/>
                <p:cNvSpPr/>
                <p:nvPr/>
              </p:nvSpPr>
              <p:spPr>
                <a:xfrm>
                  <a:off x="7355399" y="4064225"/>
                  <a:ext cx="29688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78" h="602" extrusionOk="0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14777" y="601"/>
                      </a:lnTo>
                      <a:cubicBezTo>
                        <a:pt x="14943" y="601"/>
                        <a:pt x="15077" y="467"/>
                        <a:pt x="15077" y="301"/>
                      </a:cubicBezTo>
                      <a:cubicBezTo>
                        <a:pt x="15077" y="135"/>
                        <a:pt x="14943" y="0"/>
                        <a:pt x="1477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32"/>
                <p:cNvSpPr/>
                <p:nvPr/>
              </p:nvSpPr>
              <p:spPr>
                <a:xfrm>
                  <a:off x="7218593" y="4064225"/>
                  <a:ext cx="8596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02" extrusionOk="0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4064" y="601"/>
                      </a:lnTo>
                      <a:cubicBezTo>
                        <a:pt x="4230" y="601"/>
                        <a:pt x="4365" y="467"/>
                        <a:pt x="4365" y="301"/>
                      </a:cubicBezTo>
                      <a:cubicBezTo>
                        <a:pt x="4365" y="135"/>
                        <a:pt x="4230" y="0"/>
                        <a:pt x="40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32"/>
                <p:cNvSpPr/>
                <p:nvPr/>
              </p:nvSpPr>
              <p:spPr>
                <a:xfrm>
                  <a:off x="7474976" y="4121523"/>
                  <a:ext cx="371255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5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8"/>
                        <a:pt x="18855" y="302"/>
                      </a:cubicBezTo>
                      <a:cubicBezTo>
                        <a:pt x="18855" y="135"/>
                        <a:pt x="18720" y="1"/>
                        <a:pt x="18554" y="1"/>
                      </a:cubicBezTo>
                      <a:cubicBezTo>
                        <a:pt x="18552" y="1"/>
                        <a:pt x="18550" y="1"/>
                        <a:pt x="18548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32"/>
                <p:cNvSpPr/>
                <p:nvPr/>
              </p:nvSpPr>
              <p:spPr>
                <a:xfrm>
                  <a:off x="7218455" y="4121523"/>
                  <a:ext cx="137279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2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8"/>
                        <a:pt x="6971" y="464"/>
                        <a:pt x="6971" y="302"/>
                      </a:cubicBezTo>
                      <a:cubicBezTo>
                        <a:pt x="6971" y="138"/>
                        <a:pt x="6841" y="4"/>
                        <a:pt x="6677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32"/>
                <p:cNvSpPr/>
                <p:nvPr/>
              </p:nvSpPr>
              <p:spPr>
                <a:xfrm>
                  <a:off x="7771389" y="4187032"/>
                  <a:ext cx="748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1" h="602" extrusionOk="0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3494" y="602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1"/>
                      </a:cubicBezTo>
                      <a:cubicBezTo>
                        <a:pt x="3801" y="135"/>
                        <a:pt x="3666" y="1"/>
                        <a:pt x="3500" y="1"/>
                      </a:cubicBezTo>
                      <a:cubicBezTo>
                        <a:pt x="3498" y="1"/>
                        <a:pt x="3496" y="1"/>
                        <a:pt x="3494" y="1"/>
                      </a:cubicBezTo>
                      <a:lnTo>
                        <a:pt x="309" y="1"/>
                      </a:lnTo>
                      <a:cubicBezTo>
                        <a:pt x="307" y="1"/>
                        <a:pt x="305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451;p32"/>
                <p:cNvSpPr/>
                <p:nvPr/>
              </p:nvSpPr>
              <p:spPr>
                <a:xfrm>
                  <a:off x="7594672" y="4187032"/>
                  <a:ext cx="137535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02" extrusionOk="0">
                      <a:moveTo>
                        <a:pt x="302" y="1"/>
                      </a:moveTo>
                      <a:cubicBezTo>
                        <a:pt x="136" y="1"/>
                        <a:pt x="0" y="135"/>
                        <a:pt x="0" y="301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2"/>
                      </a:cubicBezTo>
                      <a:lnTo>
                        <a:pt x="6678" y="602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1"/>
                      </a:cubicBezTo>
                      <a:cubicBezTo>
                        <a:pt x="6985" y="135"/>
                        <a:pt x="6850" y="1"/>
                        <a:pt x="6684" y="1"/>
                      </a:cubicBezTo>
                      <a:cubicBezTo>
                        <a:pt x="6682" y="1"/>
                        <a:pt x="6680" y="1"/>
                        <a:pt x="6678" y="1"/>
                      </a:cubicBezTo>
                      <a:lnTo>
                        <a:pt x="309" y="1"/>
                      </a:lnTo>
                      <a:cubicBezTo>
                        <a:pt x="306" y="1"/>
                        <a:pt x="304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" name="Google Shape;452;p32"/>
                <p:cNvSpPr/>
                <p:nvPr/>
              </p:nvSpPr>
              <p:spPr>
                <a:xfrm>
                  <a:off x="7218455" y="4187032"/>
                  <a:ext cx="30257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2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5073" y="602"/>
                      </a:lnTo>
                      <a:cubicBezTo>
                        <a:pt x="15236" y="598"/>
                        <a:pt x="15367" y="464"/>
                        <a:pt x="15367" y="301"/>
                      </a:cubicBezTo>
                      <a:cubicBezTo>
                        <a:pt x="15367" y="138"/>
                        <a:pt x="15236" y="4"/>
                        <a:pt x="15073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3" name="Google Shape;453;p32"/>
              <p:cNvSpPr/>
              <p:nvPr/>
            </p:nvSpPr>
            <p:spPr>
              <a:xfrm>
                <a:off x="7908530" y="3351251"/>
                <a:ext cx="528952" cy="967074"/>
              </a:xfrm>
              <a:custGeom>
                <a:avLst/>
                <a:gdLst/>
                <a:ahLst/>
                <a:cxnLst/>
                <a:rect l="l" t="t" r="r" b="b"/>
                <a:pathLst>
                  <a:path w="26864" h="49115" extrusionOk="0">
                    <a:moveTo>
                      <a:pt x="17545" y="0"/>
                    </a:moveTo>
                    <a:cubicBezTo>
                      <a:pt x="17395" y="0"/>
                      <a:pt x="17268" y="112"/>
                      <a:pt x="17248" y="261"/>
                    </a:cubicBezTo>
                    <a:lnTo>
                      <a:pt x="12403" y="36407"/>
                    </a:lnTo>
                    <a:lnTo>
                      <a:pt x="8449" y="16283"/>
                    </a:lnTo>
                    <a:cubicBezTo>
                      <a:pt x="8421" y="16140"/>
                      <a:pt x="8309" y="16041"/>
                      <a:pt x="8153" y="16041"/>
                    </a:cubicBezTo>
                    <a:cubicBezTo>
                      <a:pt x="8149" y="16041"/>
                      <a:pt x="8146" y="16041"/>
                      <a:pt x="8142" y="16041"/>
                    </a:cubicBezTo>
                    <a:cubicBezTo>
                      <a:pt x="7994" y="16047"/>
                      <a:pt x="7873" y="16161"/>
                      <a:pt x="7856" y="16309"/>
                    </a:cubicBezTo>
                    <a:lnTo>
                      <a:pt x="4871" y="43560"/>
                    </a:lnTo>
                    <a:lnTo>
                      <a:pt x="2961" y="38151"/>
                    </a:lnTo>
                    <a:cubicBezTo>
                      <a:pt x="2920" y="38034"/>
                      <a:pt x="2825" y="37949"/>
                      <a:pt x="2691" y="37949"/>
                    </a:cubicBezTo>
                    <a:cubicBezTo>
                      <a:pt x="2681" y="37949"/>
                      <a:pt x="2670" y="37950"/>
                      <a:pt x="2660" y="37951"/>
                    </a:cubicBezTo>
                    <a:cubicBezTo>
                      <a:pt x="2526" y="37959"/>
                      <a:pt x="2413" y="38055"/>
                      <a:pt x="2385" y="38185"/>
                    </a:cubicBezTo>
                    <a:lnTo>
                      <a:pt x="37" y="48750"/>
                    </a:lnTo>
                    <a:cubicBezTo>
                      <a:pt x="0" y="48912"/>
                      <a:pt x="103" y="49072"/>
                      <a:pt x="265" y="49108"/>
                    </a:cubicBezTo>
                    <a:cubicBezTo>
                      <a:pt x="286" y="49112"/>
                      <a:pt x="308" y="49115"/>
                      <a:pt x="330" y="49115"/>
                    </a:cubicBezTo>
                    <a:cubicBezTo>
                      <a:pt x="331" y="49115"/>
                      <a:pt x="332" y="49115"/>
                      <a:pt x="332" y="49115"/>
                    </a:cubicBezTo>
                    <a:cubicBezTo>
                      <a:pt x="472" y="49115"/>
                      <a:pt x="593" y="49017"/>
                      <a:pt x="624" y="48880"/>
                    </a:cubicBezTo>
                    <a:lnTo>
                      <a:pt x="2744" y="39340"/>
                    </a:lnTo>
                    <a:lnTo>
                      <a:pt x="4743" y="45002"/>
                    </a:lnTo>
                    <a:cubicBezTo>
                      <a:pt x="4785" y="45123"/>
                      <a:pt x="4899" y="45203"/>
                      <a:pt x="5025" y="45203"/>
                    </a:cubicBezTo>
                    <a:cubicBezTo>
                      <a:pt x="5037" y="45203"/>
                      <a:pt x="5049" y="45202"/>
                      <a:pt x="5061" y="45201"/>
                    </a:cubicBezTo>
                    <a:cubicBezTo>
                      <a:pt x="5199" y="45185"/>
                      <a:pt x="5310" y="45074"/>
                      <a:pt x="5325" y="44935"/>
                    </a:cubicBezTo>
                    <a:lnTo>
                      <a:pt x="8239" y="18330"/>
                    </a:lnTo>
                    <a:lnTo>
                      <a:pt x="12164" y="38310"/>
                    </a:lnTo>
                    <a:cubicBezTo>
                      <a:pt x="12192" y="38453"/>
                      <a:pt x="12297" y="38547"/>
                      <a:pt x="12467" y="38552"/>
                    </a:cubicBezTo>
                    <a:cubicBezTo>
                      <a:pt x="12614" y="38547"/>
                      <a:pt x="12736" y="38437"/>
                      <a:pt x="12757" y="38291"/>
                    </a:cubicBezTo>
                    <a:lnTo>
                      <a:pt x="17534" y="2641"/>
                    </a:lnTo>
                    <a:lnTo>
                      <a:pt x="22723" y="44157"/>
                    </a:lnTo>
                    <a:cubicBezTo>
                      <a:pt x="22740" y="44287"/>
                      <a:pt x="22838" y="44391"/>
                      <a:pt x="22966" y="44416"/>
                    </a:cubicBezTo>
                    <a:cubicBezTo>
                      <a:pt x="22985" y="44419"/>
                      <a:pt x="23003" y="44421"/>
                      <a:pt x="23021" y="44421"/>
                    </a:cubicBezTo>
                    <a:cubicBezTo>
                      <a:pt x="23130" y="44421"/>
                      <a:pt x="23232" y="44362"/>
                      <a:pt x="23285" y="44264"/>
                    </a:cubicBezTo>
                    <a:lnTo>
                      <a:pt x="25195" y="40763"/>
                    </a:lnTo>
                    <a:lnTo>
                      <a:pt x="26246" y="48465"/>
                    </a:lnTo>
                    <a:cubicBezTo>
                      <a:pt x="26266" y="48613"/>
                      <a:pt x="26393" y="48725"/>
                      <a:pt x="26537" y="48725"/>
                    </a:cubicBezTo>
                    <a:cubicBezTo>
                      <a:pt x="26553" y="48725"/>
                      <a:pt x="26568" y="48724"/>
                      <a:pt x="26584" y="48721"/>
                    </a:cubicBezTo>
                    <a:cubicBezTo>
                      <a:pt x="26748" y="48700"/>
                      <a:pt x="26863" y="48548"/>
                      <a:pt x="26841" y="48383"/>
                    </a:cubicBezTo>
                    <a:lnTo>
                      <a:pt x="25667" y="39776"/>
                    </a:lnTo>
                    <a:cubicBezTo>
                      <a:pt x="25651" y="39647"/>
                      <a:pt x="25552" y="39544"/>
                      <a:pt x="25424" y="39520"/>
                    </a:cubicBezTo>
                    <a:cubicBezTo>
                      <a:pt x="25406" y="39517"/>
                      <a:pt x="25388" y="39515"/>
                      <a:pt x="25369" y="39515"/>
                    </a:cubicBezTo>
                    <a:cubicBezTo>
                      <a:pt x="25261" y="39515"/>
                      <a:pt x="25159" y="39575"/>
                      <a:pt x="25106" y="39672"/>
                    </a:cubicBezTo>
                    <a:lnTo>
                      <a:pt x="23205" y="43158"/>
                    </a:lnTo>
                    <a:lnTo>
                      <a:pt x="17843" y="263"/>
                    </a:lnTo>
                    <a:cubicBezTo>
                      <a:pt x="17824" y="113"/>
                      <a:pt x="17697" y="0"/>
                      <a:pt x="1754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4" name="Google Shape;454;p32"/>
              <p:cNvGrpSpPr/>
              <p:nvPr/>
            </p:nvGrpSpPr>
            <p:grpSpPr>
              <a:xfrm>
                <a:off x="7232021" y="2929018"/>
                <a:ext cx="1211486" cy="416719"/>
                <a:chOff x="7232021" y="2929018"/>
                <a:chExt cx="1211486" cy="416719"/>
              </a:xfrm>
            </p:grpSpPr>
            <p:sp>
              <p:nvSpPr>
                <p:cNvPr id="455" name="Google Shape;455;p32"/>
                <p:cNvSpPr/>
                <p:nvPr/>
              </p:nvSpPr>
              <p:spPr>
                <a:xfrm>
                  <a:off x="7265022" y="2964007"/>
                  <a:ext cx="1149108" cy="346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60" h="17609" extrusionOk="0">
                      <a:moveTo>
                        <a:pt x="58027" y="0"/>
                      </a:moveTo>
                      <a:cubicBezTo>
                        <a:pt x="57948" y="0"/>
                        <a:pt x="57868" y="32"/>
                        <a:pt x="57809" y="94"/>
                      </a:cubicBezTo>
                      <a:lnTo>
                        <a:pt x="44540" y="14115"/>
                      </a:lnTo>
                      <a:lnTo>
                        <a:pt x="32316" y="4883"/>
                      </a:lnTo>
                      <a:cubicBezTo>
                        <a:pt x="32262" y="4843"/>
                        <a:pt x="32198" y="4823"/>
                        <a:pt x="32135" y="4823"/>
                      </a:cubicBezTo>
                      <a:cubicBezTo>
                        <a:pt x="32062" y="4823"/>
                        <a:pt x="31989" y="4850"/>
                        <a:pt x="31932" y="4901"/>
                      </a:cubicBezTo>
                      <a:lnTo>
                        <a:pt x="23755" y="12335"/>
                      </a:lnTo>
                      <a:lnTo>
                        <a:pt x="14058" y="3631"/>
                      </a:lnTo>
                      <a:cubicBezTo>
                        <a:pt x="14001" y="3579"/>
                        <a:pt x="13929" y="3553"/>
                        <a:pt x="13857" y="3553"/>
                      </a:cubicBezTo>
                      <a:cubicBezTo>
                        <a:pt x="13780" y="3553"/>
                        <a:pt x="13703" y="3583"/>
                        <a:pt x="13644" y="3642"/>
                      </a:cubicBezTo>
                      <a:lnTo>
                        <a:pt x="189" y="17097"/>
                      </a:lnTo>
                      <a:cubicBezTo>
                        <a:pt x="1" y="17286"/>
                        <a:pt x="135" y="17609"/>
                        <a:pt x="402" y="17609"/>
                      </a:cubicBezTo>
                      <a:cubicBezTo>
                        <a:pt x="403" y="17609"/>
                        <a:pt x="405" y="17609"/>
                        <a:pt x="406" y="17609"/>
                      </a:cubicBezTo>
                      <a:cubicBezTo>
                        <a:pt x="485" y="17609"/>
                        <a:pt x="560" y="17577"/>
                        <a:pt x="615" y="17521"/>
                      </a:cubicBezTo>
                      <a:lnTo>
                        <a:pt x="13868" y="4268"/>
                      </a:lnTo>
                      <a:lnTo>
                        <a:pt x="23556" y="12964"/>
                      </a:lnTo>
                      <a:cubicBezTo>
                        <a:pt x="23613" y="13015"/>
                        <a:pt x="23685" y="13040"/>
                        <a:pt x="23757" y="13040"/>
                      </a:cubicBezTo>
                      <a:cubicBezTo>
                        <a:pt x="23830" y="13040"/>
                        <a:pt x="23902" y="13014"/>
                        <a:pt x="23959" y="12962"/>
                      </a:cubicBezTo>
                      <a:lnTo>
                        <a:pt x="32152" y="5514"/>
                      </a:lnTo>
                      <a:lnTo>
                        <a:pt x="44392" y="14756"/>
                      </a:lnTo>
                      <a:cubicBezTo>
                        <a:pt x="44446" y="14797"/>
                        <a:pt x="44510" y="14817"/>
                        <a:pt x="44573" y="14817"/>
                      </a:cubicBezTo>
                      <a:cubicBezTo>
                        <a:pt x="44653" y="14817"/>
                        <a:pt x="44733" y="14785"/>
                        <a:pt x="44791" y="14723"/>
                      </a:cubicBezTo>
                      <a:lnTo>
                        <a:pt x="58246" y="508"/>
                      </a:lnTo>
                      <a:cubicBezTo>
                        <a:pt x="58360" y="387"/>
                        <a:pt x="58354" y="196"/>
                        <a:pt x="58234" y="83"/>
                      </a:cubicBezTo>
                      <a:cubicBezTo>
                        <a:pt x="58176" y="28"/>
                        <a:pt x="58101" y="0"/>
                        <a:pt x="5802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32"/>
                <p:cNvSpPr/>
                <p:nvPr/>
              </p:nvSpPr>
              <p:spPr>
                <a:xfrm>
                  <a:off x="7500120" y="3004903"/>
                  <a:ext cx="72735" cy="69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4" h="3555" extrusionOk="0">
                      <a:moveTo>
                        <a:pt x="1917" y="1"/>
                      </a:moveTo>
                      <a:cubicBezTo>
                        <a:pt x="1455" y="1"/>
                        <a:pt x="1000" y="181"/>
                        <a:pt x="660" y="522"/>
                      </a:cubicBezTo>
                      <a:cubicBezTo>
                        <a:pt x="152" y="1029"/>
                        <a:pt x="0" y="1794"/>
                        <a:pt x="274" y="2458"/>
                      </a:cubicBezTo>
                      <a:cubicBezTo>
                        <a:pt x="549" y="3122"/>
                        <a:pt x="1198" y="3554"/>
                        <a:pt x="1916" y="3554"/>
                      </a:cubicBezTo>
                      <a:cubicBezTo>
                        <a:pt x="2898" y="3554"/>
                        <a:pt x="3694" y="2759"/>
                        <a:pt x="3694" y="1777"/>
                      </a:cubicBezTo>
                      <a:cubicBezTo>
                        <a:pt x="3694" y="1059"/>
                        <a:pt x="3261" y="411"/>
                        <a:pt x="2597" y="136"/>
                      </a:cubicBezTo>
                      <a:cubicBezTo>
                        <a:pt x="2377" y="45"/>
                        <a:pt x="2146" y="1"/>
                        <a:pt x="191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32"/>
                <p:cNvSpPr/>
                <p:nvPr/>
              </p:nvSpPr>
              <p:spPr>
                <a:xfrm>
                  <a:off x="7496950" y="2998977"/>
                  <a:ext cx="81812" cy="81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5" h="4157" extrusionOk="0">
                      <a:moveTo>
                        <a:pt x="2077" y="602"/>
                      </a:moveTo>
                      <a:cubicBezTo>
                        <a:pt x="2893" y="603"/>
                        <a:pt x="3552" y="1264"/>
                        <a:pt x="3554" y="2078"/>
                      </a:cubicBezTo>
                      <a:cubicBezTo>
                        <a:pt x="3554" y="2676"/>
                        <a:pt x="3194" y="3214"/>
                        <a:pt x="2643" y="3443"/>
                      </a:cubicBezTo>
                      <a:cubicBezTo>
                        <a:pt x="2460" y="3519"/>
                        <a:pt x="2268" y="3555"/>
                        <a:pt x="2078" y="3555"/>
                      </a:cubicBezTo>
                      <a:cubicBezTo>
                        <a:pt x="1694" y="3555"/>
                        <a:pt x="1316" y="3405"/>
                        <a:pt x="1033" y="3123"/>
                      </a:cubicBezTo>
                      <a:cubicBezTo>
                        <a:pt x="611" y="2701"/>
                        <a:pt x="485" y="2065"/>
                        <a:pt x="714" y="1514"/>
                      </a:cubicBezTo>
                      <a:cubicBezTo>
                        <a:pt x="942" y="961"/>
                        <a:pt x="1481" y="602"/>
                        <a:pt x="2077" y="602"/>
                      </a:cubicBezTo>
                      <a:close/>
                      <a:moveTo>
                        <a:pt x="2077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5"/>
                        <a:pt x="932" y="4157"/>
                        <a:pt x="2077" y="4157"/>
                      </a:cubicBezTo>
                      <a:cubicBezTo>
                        <a:pt x="3223" y="4157"/>
                        <a:pt x="4155" y="3223"/>
                        <a:pt x="4155" y="2078"/>
                      </a:cubicBezTo>
                      <a:cubicBezTo>
                        <a:pt x="4155" y="933"/>
                        <a:pt x="3224" y="1"/>
                        <a:pt x="2077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32"/>
                <p:cNvSpPr/>
                <p:nvPr/>
              </p:nvSpPr>
              <p:spPr>
                <a:xfrm>
                  <a:off x="7859994" y="3029890"/>
                  <a:ext cx="72755" cy="70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5" h="3556" extrusionOk="0">
                      <a:moveTo>
                        <a:pt x="1918" y="1"/>
                      </a:moveTo>
                      <a:cubicBezTo>
                        <a:pt x="1456" y="1"/>
                        <a:pt x="1001" y="182"/>
                        <a:pt x="661" y="521"/>
                      </a:cubicBezTo>
                      <a:cubicBezTo>
                        <a:pt x="152" y="1030"/>
                        <a:pt x="0" y="1793"/>
                        <a:pt x="275" y="2457"/>
                      </a:cubicBezTo>
                      <a:cubicBezTo>
                        <a:pt x="550" y="3121"/>
                        <a:pt x="1199" y="3555"/>
                        <a:pt x="1917" y="3555"/>
                      </a:cubicBezTo>
                      <a:cubicBezTo>
                        <a:pt x="2898" y="3555"/>
                        <a:pt x="3694" y="2760"/>
                        <a:pt x="3695" y="1778"/>
                      </a:cubicBezTo>
                      <a:cubicBezTo>
                        <a:pt x="3695" y="1059"/>
                        <a:pt x="3261" y="411"/>
                        <a:pt x="2597" y="136"/>
                      </a:cubicBezTo>
                      <a:cubicBezTo>
                        <a:pt x="2377" y="45"/>
                        <a:pt x="2147" y="1"/>
                        <a:pt x="191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32"/>
                <p:cNvSpPr/>
                <p:nvPr/>
              </p:nvSpPr>
              <p:spPr>
                <a:xfrm>
                  <a:off x="7856805" y="3023983"/>
                  <a:ext cx="81851" cy="81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4156" extrusionOk="0">
                      <a:moveTo>
                        <a:pt x="2079" y="601"/>
                      </a:moveTo>
                      <a:cubicBezTo>
                        <a:pt x="2894" y="602"/>
                        <a:pt x="3554" y="1263"/>
                        <a:pt x="3556" y="2078"/>
                      </a:cubicBezTo>
                      <a:cubicBezTo>
                        <a:pt x="3556" y="2676"/>
                        <a:pt x="3196" y="3214"/>
                        <a:pt x="2644" y="3443"/>
                      </a:cubicBezTo>
                      <a:cubicBezTo>
                        <a:pt x="2461" y="3518"/>
                        <a:pt x="2270" y="3555"/>
                        <a:pt x="2080" y="3555"/>
                      </a:cubicBezTo>
                      <a:cubicBezTo>
                        <a:pt x="1695" y="3555"/>
                        <a:pt x="1317" y="3405"/>
                        <a:pt x="1035" y="3123"/>
                      </a:cubicBezTo>
                      <a:cubicBezTo>
                        <a:pt x="613" y="2699"/>
                        <a:pt x="486" y="2065"/>
                        <a:pt x="715" y="1512"/>
                      </a:cubicBezTo>
                      <a:cubicBezTo>
                        <a:pt x="944" y="961"/>
                        <a:pt x="1482" y="601"/>
                        <a:pt x="2079" y="601"/>
                      </a:cubicBezTo>
                      <a:close/>
                      <a:moveTo>
                        <a:pt x="2079" y="1"/>
                      </a:moveTo>
                      <a:cubicBezTo>
                        <a:pt x="934" y="1"/>
                        <a:pt x="1" y="933"/>
                        <a:pt x="1" y="2078"/>
                      </a:cubicBezTo>
                      <a:cubicBezTo>
                        <a:pt x="1" y="3223"/>
                        <a:pt x="934" y="4155"/>
                        <a:pt x="2079" y="4155"/>
                      </a:cubicBezTo>
                      <a:cubicBezTo>
                        <a:pt x="3225" y="4155"/>
                        <a:pt x="4157" y="3223"/>
                        <a:pt x="4157" y="2078"/>
                      </a:cubicBezTo>
                      <a:cubicBezTo>
                        <a:pt x="4157" y="933"/>
                        <a:pt x="3225" y="1"/>
                        <a:pt x="207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32"/>
                <p:cNvSpPr/>
                <p:nvPr/>
              </p:nvSpPr>
              <p:spPr>
                <a:xfrm>
                  <a:off x="8107655" y="3214838"/>
                  <a:ext cx="70018" cy="69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6" h="3555" extrusionOk="0">
                      <a:moveTo>
                        <a:pt x="1778" y="0"/>
                      </a:moveTo>
                      <a:cubicBezTo>
                        <a:pt x="796" y="0"/>
                        <a:pt x="1" y="796"/>
                        <a:pt x="1" y="1778"/>
                      </a:cubicBezTo>
                      <a:cubicBezTo>
                        <a:pt x="1" y="2759"/>
                        <a:pt x="796" y="3555"/>
                        <a:pt x="1778" y="3555"/>
                      </a:cubicBezTo>
                      <a:cubicBezTo>
                        <a:pt x="2760" y="3555"/>
                        <a:pt x="3555" y="2759"/>
                        <a:pt x="3555" y="1778"/>
                      </a:cubicBezTo>
                      <a:cubicBezTo>
                        <a:pt x="3555" y="796"/>
                        <a:pt x="2760" y="0"/>
                        <a:pt x="177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32"/>
                <p:cNvSpPr/>
                <p:nvPr/>
              </p:nvSpPr>
              <p:spPr>
                <a:xfrm>
                  <a:off x="8101748" y="3208951"/>
                  <a:ext cx="81832" cy="81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6" h="4154" extrusionOk="0">
                      <a:moveTo>
                        <a:pt x="2078" y="601"/>
                      </a:moveTo>
                      <a:cubicBezTo>
                        <a:pt x="2893" y="602"/>
                        <a:pt x="3553" y="1262"/>
                        <a:pt x="3554" y="2077"/>
                      </a:cubicBezTo>
                      <a:cubicBezTo>
                        <a:pt x="3554" y="2673"/>
                        <a:pt x="3195" y="3213"/>
                        <a:pt x="2644" y="3440"/>
                      </a:cubicBezTo>
                      <a:cubicBezTo>
                        <a:pt x="2460" y="3516"/>
                        <a:pt x="2268" y="3553"/>
                        <a:pt x="2078" y="3553"/>
                      </a:cubicBezTo>
                      <a:cubicBezTo>
                        <a:pt x="1694" y="3553"/>
                        <a:pt x="1316" y="3403"/>
                        <a:pt x="1034" y="3120"/>
                      </a:cubicBezTo>
                      <a:cubicBezTo>
                        <a:pt x="611" y="2698"/>
                        <a:pt x="486" y="2064"/>
                        <a:pt x="715" y="1511"/>
                      </a:cubicBezTo>
                      <a:cubicBezTo>
                        <a:pt x="942" y="960"/>
                        <a:pt x="1482" y="601"/>
                        <a:pt x="2078" y="601"/>
                      </a:cubicBezTo>
                      <a:close/>
                      <a:moveTo>
                        <a:pt x="2078" y="1"/>
                      </a:moveTo>
                      <a:cubicBezTo>
                        <a:pt x="933" y="1"/>
                        <a:pt x="1" y="930"/>
                        <a:pt x="1" y="2077"/>
                      </a:cubicBezTo>
                      <a:cubicBezTo>
                        <a:pt x="1" y="3222"/>
                        <a:pt x="933" y="4154"/>
                        <a:pt x="2078" y="4154"/>
                      </a:cubicBezTo>
                      <a:cubicBezTo>
                        <a:pt x="3223" y="4154"/>
                        <a:pt x="4155" y="3222"/>
                        <a:pt x="4155" y="2077"/>
                      </a:cubicBezTo>
                      <a:cubicBezTo>
                        <a:pt x="4155" y="933"/>
                        <a:pt x="3225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" name="Google Shape;462;p32"/>
                <p:cNvSpPr/>
                <p:nvPr/>
              </p:nvSpPr>
              <p:spPr>
                <a:xfrm>
                  <a:off x="8364826" y="2934925"/>
                  <a:ext cx="72755" cy="70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5" h="3556" extrusionOk="0">
                      <a:moveTo>
                        <a:pt x="1919" y="0"/>
                      </a:moveTo>
                      <a:cubicBezTo>
                        <a:pt x="1456" y="0"/>
                        <a:pt x="1001" y="181"/>
                        <a:pt x="661" y="521"/>
                      </a:cubicBezTo>
                      <a:cubicBezTo>
                        <a:pt x="153" y="1030"/>
                        <a:pt x="1" y="1793"/>
                        <a:pt x="276" y="2457"/>
                      </a:cubicBezTo>
                      <a:cubicBezTo>
                        <a:pt x="551" y="3121"/>
                        <a:pt x="1198" y="3555"/>
                        <a:pt x="1918" y="3555"/>
                      </a:cubicBezTo>
                      <a:cubicBezTo>
                        <a:pt x="2899" y="3555"/>
                        <a:pt x="3694" y="2759"/>
                        <a:pt x="3694" y="1778"/>
                      </a:cubicBezTo>
                      <a:cubicBezTo>
                        <a:pt x="3694" y="1059"/>
                        <a:pt x="3261" y="411"/>
                        <a:pt x="2598" y="136"/>
                      </a:cubicBezTo>
                      <a:cubicBezTo>
                        <a:pt x="2378" y="45"/>
                        <a:pt x="2147" y="0"/>
                        <a:pt x="191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32"/>
                <p:cNvSpPr/>
                <p:nvPr/>
              </p:nvSpPr>
              <p:spPr>
                <a:xfrm>
                  <a:off x="8361656" y="2929018"/>
                  <a:ext cx="81851" cy="8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4155" extrusionOk="0">
                      <a:moveTo>
                        <a:pt x="2079" y="600"/>
                      </a:moveTo>
                      <a:cubicBezTo>
                        <a:pt x="2894" y="603"/>
                        <a:pt x="3554" y="1263"/>
                        <a:pt x="3555" y="2078"/>
                      </a:cubicBezTo>
                      <a:cubicBezTo>
                        <a:pt x="3555" y="2675"/>
                        <a:pt x="3195" y="3214"/>
                        <a:pt x="2643" y="3442"/>
                      </a:cubicBezTo>
                      <a:cubicBezTo>
                        <a:pt x="2461" y="3518"/>
                        <a:pt x="2269" y="3554"/>
                        <a:pt x="2079" y="3554"/>
                      </a:cubicBezTo>
                      <a:cubicBezTo>
                        <a:pt x="1694" y="3554"/>
                        <a:pt x="1316" y="3404"/>
                        <a:pt x="1033" y="3121"/>
                      </a:cubicBezTo>
                      <a:cubicBezTo>
                        <a:pt x="611" y="2699"/>
                        <a:pt x="486" y="2064"/>
                        <a:pt x="714" y="1512"/>
                      </a:cubicBezTo>
                      <a:cubicBezTo>
                        <a:pt x="943" y="961"/>
                        <a:pt x="1482" y="600"/>
                        <a:pt x="2079" y="600"/>
                      </a:cubicBezTo>
                      <a:close/>
                      <a:moveTo>
                        <a:pt x="2079" y="0"/>
                      </a:moveTo>
                      <a:cubicBezTo>
                        <a:pt x="933" y="0"/>
                        <a:pt x="1" y="932"/>
                        <a:pt x="1" y="2078"/>
                      </a:cubicBezTo>
                      <a:cubicBezTo>
                        <a:pt x="1" y="3223"/>
                        <a:pt x="933" y="4155"/>
                        <a:pt x="2079" y="4155"/>
                      </a:cubicBezTo>
                      <a:cubicBezTo>
                        <a:pt x="3223" y="4155"/>
                        <a:pt x="4156" y="3223"/>
                        <a:pt x="4156" y="2078"/>
                      </a:cubicBezTo>
                      <a:cubicBezTo>
                        <a:pt x="4156" y="932"/>
                        <a:pt x="3224" y="0"/>
                        <a:pt x="207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32"/>
                <p:cNvSpPr/>
                <p:nvPr/>
              </p:nvSpPr>
              <p:spPr>
                <a:xfrm>
                  <a:off x="7237948" y="3269813"/>
                  <a:ext cx="69978" cy="70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4" h="3556" extrusionOk="0">
                      <a:moveTo>
                        <a:pt x="1777" y="1"/>
                      </a:moveTo>
                      <a:cubicBezTo>
                        <a:pt x="796" y="1"/>
                        <a:pt x="1" y="796"/>
                        <a:pt x="1" y="1778"/>
                      </a:cubicBezTo>
                      <a:cubicBezTo>
                        <a:pt x="1" y="2760"/>
                        <a:pt x="796" y="3555"/>
                        <a:pt x="1777" y="3555"/>
                      </a:cubicBezTo>
                      <a:cubicBezTo>
                        <a:pt x="2758" y="3555"/>
                        <a:pt x="3554" y="2760"/>
                        <a:pt x="3554" y="1778"/>
                      </a:cubicBezTo>
                      <a:cubicBezTo>
                        <a:pt x="3554" y="796"/>
                        <a:pt x="2758" y="1"/>
                        <a:pt x="177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32"/>
                <p:cNvSpPr/>
                <p:nvPr/>
              </p:nvSpPr>
              <p:spPr>
                <a:xfrm>
                  <a:off x="7232021" y="3263906"/>
                  <a:ext cx="81851" cy="81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4156" extrusionOk="0">
                      <a:moveTo>
                        <a:pt x="2078" y="602"/>
                      </a:moveTo>
                      <a:cubicBezTo>
                        <a:pt x="2893" y="603"/>
                        <a:pt x="3554" y="1263"/>
                        <a:pt x="3555" y="2078"/>
                      </a:cubicBezTo>
                      <a:cubicBezTo>
                        <a:pt x="3555" y="2675"/>
                        <a:pt x="3196" y="3214"/>
                        <a:pt x="2643" y="3443"/>
                      </a:cubicBezTo>
                      <a:cubicBezTo>
                        <a:pt x="2461" y="3518"/>
                        <a:pt x="2269" y="3555"/>
                        <a:pt x="2079" y="3555"/>
                      </a:cubicBezTo>
                      <a:cubicBezTo>
                        <a:pt x="1695" y="3555"/>
                        <a:pt x="1317" y="3405"/>
                        <a:pt x="1034" y="3122"/>
                      </a:cubicBezTo>
                      <a:cubicBezTo>
                        <a:pt x="612" y="2700"/>
                        <a:pt x="485" y="2065"/>
                        <a:pt x="714" y="1512"/>
                      </a:cubicBezTo>
                      <a:cubicBezTo>
                        <a:pt x="943" y="961"/>
                        <a:pt x="1481" y="602"/>
                        <a:pt x="2078" y="602"/>
                      </a:cubicBezTo>
                      <a:close/>
                      <a:moveTo>
                        <a:pt x="2078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3"/>
                        <a:pt x="932" y="4155"/>
                        <a:pt x="2078" y="4155"/>
                      </a:cubicBezTo>
                      <a:cubicBezTo>
                        <a:pt x="3224" y="4155"/>
                        <a:pt x="4156" y="3224"/>
                        <a:pt x="4156" y="2078"/>
                      </a:cubicBezTo>
                      <a:cubicBezTo>
                        <a:pt x="4156" y="933"/>
                        <a:pt x="3224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466;p32"/>
                <p:cNvSpPr/>
                <p:nvPr/>
              </p:nvSpPr>
              <p:spPr>
                <a:xfrm>
                  <a:off x="7697808" y="3169847"/>
                  <a:ext cx="69978" cy="70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4" h="3556" extrusionOk="0">
                      <a:moveTo>
                        <a:pt x="1777" y="1"/>
                      </a:moveTo>
                      <a:cubicBezTo>
                        <a:pt x="796" y="1"/>
                        <a:pt x="1" y="796"/>
                        <a:pt x="1" y="1778"/>
                      </a:cubicBezTo>
                      <a:cubicBezTo>
                        <a:pt x="1" y="2760"/>
                        <a:pt x="796" y="3555"/>
                        <a:pt x="1777" y="3555"/>
                      </a:cubicBezTo>
                      <a:cubicBezTo>
                        <a:pt x="2758" y="3555"/>
                        <a:pt x="3554" y="2760"/>
                        <a:pt x="3554" y="1778"/>
                      </a:cubicBezTo>
                      <a:cubicBezTo>
                        <a:pt x="3554" y="796"/>
                        <a:pt x="2758" y="1"/>
                        <a:pt x="177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467;p32"/>
                <p:cNvSpPr/>
                <p:nvPr/>
              </p:nvSpPr>
              <p:spPr>
                <a:xfrm>
                  <a:off x="7691881" y="3163940"/>
                  <a:ext cx="81851" cy="81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4156" extrusionOk="0">
                      <a:moveTo>
                        <a:pt x="2078" y="602"/>
                      </a:moveTo>
                      <a:cubicBezTo>
                        <a:pt x="2893" y="603"/>
                        <a:pt x="3554" y="1263"/>
                        <a:pt x="3555" y="2078"/>
                      </a:cubicBezTo>
                      <a:cubicBezTo>
                        <a:pt x="3555" y="2676"/>
                        <a:pt x="3195" y="3214"/>
                        <a:pt x="2643" y="3441"/>
                      </a:cubicBezTo>
                      <a:cubicBezTo>
                        <a:pt x="2461" y="3517"/>
                        <a:pt x="2269" y="3554"/>
                        <a:pt x="2079" y="3554"/>
                      </a:cubicBezTo>
                      <a:cubicBezTo>
                        <a:pt x="1695" y="3554"/>
                        <a:pt x="1317" y="3404"/>
                        <a:pt x="1034" y="3121"/>
                      </a:cubicBezTo>
                      <a:cubicBezTo>
                        <a:pt x="612" y="2699"/>
                        <a:pt x="485" y="2065"/>
                        <a:pt x="714" y="1512"/>
                      </a:cubicBezTo>
                      <a:cubicBezTo>
                        <a:pt x="943" y="961"/>
                        <a:pt x="1481" y="602"/>
                        <a:pt x="2078" y="602"/>
                      </a:cubicBezTo>
                      <a:close/>
                      <a:moveTo>
                        <a:pt x="2078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3"/>
                        <a:pt x="932" y="4155"/>
                        <a:pt x="2078" y="4155"/>
                      </a:cubicBezTo>
                      <a:cubicBezTo>
                        <a:pt x="3224" y="4155"/>
                        <a:pt x="4156" y="3223"/>
                        <a:pt x="4156" y="2078"/>
                      </a:cubicBezTo>
                      <a:cubicBezTo>
                        <a:pt x="4156" y="933"/>
                        <a:pt x="3224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8" name="Google Shape;468;p32"/>
              <p:cNvGrpSpPr/>
              <p:nvPr/>
            </p:nvGrpSpPr>
            <p:grpSpPr>
              <a:xfrm>
                <a:off x="4866130" y="1597718"/>
                <a:ext cx="618424" cy="1349710"/>
                <a:chOff x="4866130" y="1597718"/>
                <a:chExt cx="618424" cy="1349710"/>
              </a:xfrm>
            </p:grpSpPr>
            <p:sp>
              <p:nvSpPr>
                <p:cNvPr id="469" name="Google Shape;469;p32"/>
                <p:cNvSpPr/>
                <p:nvPr/>
              </p:nvSpPr>
              <p:spPr>
                <a:xfrm>
                  <a:off x="5368540" y="2095718"/>
                  <a:ext cx="116013" cy="71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3618" extrusionOk="0">
                      <a:moveTo>
                        <a:pt x="5549" y="1"/>
                      </a:moveTo>
                      <a:cubicBezTo>
                        <a:pt x="5499" y="1"/>
                        <a:pt x="5448" y="13"/>
                        <a:pt x="5401" y="40"/>
                      </a:cubicBezTo>
                      <a:lnTo>
                        <a:pt x="176" y="3057"/>
                      </a:lnTo>
                      <a:cubicBezTo>
                        <a:pt x="57" y="3125"/>
                        <a:pt x="0" y="3264"/>
                        <a:pt x="36" y="3395"/>
                      </a:cubicBezTo>
                      <a:cubicBezTo>
                        <a:pt x="70" y="3526"/>
                        <a:pt x="189" y="3617"/>
                        <a:pt x="324" y="3617"/>
                      </a:cubicBezTo>
                      <a:cubicBezTo>
                        <a:pt x="325" y="3617"/>
                        <a:pt x="326" y="3617"/>
                        <a:pt x="327" y="3617"/>
                      </a:cubicBezTo>
                      <a:cubicBezTo>
                        <a:pt x="379" y="3617"/>
                        <a:pt x="431" y="3604"/>
                        <a:pt x="476" y="3578"/>
                      </a:cubicBezTo>
                      <a:lnTo>
                        <a:pt x="5702" y="560"/>
                      </a:lnTo>
                      <a:cubicBezTo>
                        <a:pt x="5845" y="476"/>
                        <a:pt x="5892" y="294"/>
                        <a:pt x="5810" y="151"/>
                      </a:cubicBezTo>
                      <a:cubicBezTo>
                        <a:pt x="5754" y="55"/>
                        <a:pt x="5653" y="1"/>
                        <a:pt x="554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32"/>
                <p:cNvSpPr/>
                <p:nvPr/>
              </p:nvSpPr>
              <p:spPr>
                <a:xfrm>
                  <a:off x="4866957" y="1921048"/>
                  <a:ext cx="616829" cy="710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27" h="36079" extrusionOk="0">
                      <a:moveTo>
                        <a:pt x="15663" y="648"/>
                      </a:moveTo>
                      <a:lnTo>
                        <a:pt x="30726" y="9345"/>
                      </a:lnTo>
                      <a:lnTo>
                        <a:pt x="30726" y="26736"/>
                      </a:lnTo>
                      <a:lnTo>
                        <a:pt x="15663" y="35433"/>
                      </a:lnTo>
                      <a:lnTo>
                        <a:pt x="602" y="26736"/>
                      </a:lnTo>
                      <a:lnTo>
                        <a:pt x="602" y="9345"/>
                      </a:lnTo>
                      <a:lnTo>
                        <a:pt x="15663" y="648"/>
                      </a:lnTo>
                      <a:close/>
                      <a:moveTo>
                        <a:pt x="15663" y="1"/>
                      </a:moveTo>
                      <a:cubicBezTo>
                        <a:pt x="15612" y="1"/>
                        <a:pt x="15560" y="14"/>
                        <a:pt x="15514" y="41"/>
                      </a:cubicBezTo>
                      <a:lnTo>
                        <a:pt x="151" y="8911"/>
                      </a:lnTo>
                      <a:cubicBezTo>
                        <a:pt x="58" y="8964"/>
                        <a:pt x="1" y="9064"/>
                        <a:pt x="1" y="9171"/>
                      </a:cubicBezTo>
                      <a:lnTo>
                        <a:pt x="1" y="26910"/>
                      </a:lnTo>
                      <a:cubicBezTo>
                        <a:pt x="1" y="27017"/>
                        <a:pt x="58" y="27117"/>
                        <a:pt x="151" y="27170"/>
                      </a:cubicBezTo>
                      <a:lnTo>
                        <a:pt x="15514" y="36039"/>
                      </a:lnTo>
                      <a:cubicBezTo>
                        <a:pt x="15559" y="36065"/>
                        <a:pt x="15611" y="36079"/>
                        <a:pt x="15663" y="36079"/>
                      </a:cubicBezTo>
                      <a:cubicBezTo>
                        <a:pt x="15717" y="36079"/>
                        <a:pt x="15768" y="36066"/>
                        <a:pt x="15814" y="36040"/>
                      </a:cubicBezTo>
                      <a:lnTo>
                        <a:pt x="31176" y="27170"/>
                      </a:lnTo>
                      <a:cubicBezTo>
                        <a:pt x="31269" y="27117"/>
                        <a:pt x="31327" y="27017"/>
                        <a:pt x="31327" y="26910"/>
                      </a:cubicBezTo>
                      <a:lnTo>
                        <a:pt x="31327" y="9171"/>
                      </a:lnTo>
                      <a:cubicBezTo>
                        <a:pt x="31327" y="9064"/>
                        <a:pt x="31269" y="8964"/>
                        <a:pt x="31176" y="8911"/>
                      </a:cubicBezTo>
                      <a:lnTo>
                        <a:pt x="15814" y="41"/>
                      </a:lnTo>
                      <a:cubicBezTo>
                        <a:pt x="15767" y="14"/>
                        <a:pt x="15715" y="1"/>
                        <a:pt x="15663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32"/>
                <p:cNvSpPr/>
                <p:nvPr/>
              </p:nvSpPr>
              <p:spPr>
                <a:xfrm>
                  <a:off x="4969837" y="2039877"/>
                  <a:ext cx="411048" cy="47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76" h="24011" extrusionOk="0">
                      <a:moveTo>
                        <a:pt x="10438" y="648"/>
                      </a:moveTo>
                      <a:lnTo>
                        <a:pt x="20274" y="6326"/>
                      </a:lnTo>
                      <a:lnTo>
                        <a:pt x="20274" y="17684"/>
                      </a:lnTo>
                      <a:lnTo>
                        <a:pt x="10438" y="23363"/>
                      </a:lnTo>
                      <a:lnTo>
                        <a:pt x="602" y="17684"/>
                      </a:lnTo>
                      <a:lnTo>
                        <a:pt x="602" y="6326"/>
                      </a:lnTo>
                      <a:lnTo>
                        <a:pt x="10438" y="648"/>
                      </a:lnTo>
                      <a:close/>
                      <a:moveTo>
                        <a:pt x="10438" y="0"/>
                      </a:moveTo>
                      <a:cubicBezTo>
                        <a:pt x="10387" y="0"/>
                        <a:pt x="10335" y="14"/>
                        <a:pt x="10289" y="41"/>
                      </a:cubicBezTo>
                      <a:lnTo>
                        <a:pt x="152" y="5893"/>
                      </a:lnTo>
                      <a:cubicBezTo>
                        <a:pt x="59" y="5947"/>
                        <a:pt x="1" y="6045"/>
                        <a:pt x="2" y="6153"/>
                      </a:cubicBezTo>
                      <a:lnTo>
                        <a:pt x="2" y="17858"/>
                      </a:lnTo>
                      <a:cubicBezTo>
                        <a:pt x="1" y="17965"/>
                        <a:pt x="59" y="18064"/>
                        <a:pt x="152" y="18117"/>
                      </a:cubicBezTo>
                      <a:lnTo>
                        <a:pt x="10289" y="23970"/>
                      </a:lnTo>
                      <a:cubicBezTo>
                        <a:pt x="10334" y="23997"/>
                        <a:pt x="10386" y="24010"/>
                        <a:pt x="10438" y="24010"/>
                      </a:cubicBezTo>
                      <a:cubicBezTo>
                        <a:pt x="10492" y="24010"/>
                        <a:pt x="10543" y="23997"/>
                        <a:pt x="10589" y="23970"/>
                      </a:cubicBezTo>
                      <a:lnTo>
                        <a:pt x="20725" y="18117"/>
                      </a:lnTo>
                      <a:cubicBezTo>
                        <a:pt x="20819" y="18064"/>
                        <a:pt x="20876" y="17965"/>
                        <a:pt x="20876" y="17858"/>
                      </a:cubicBezTo>
                      <a:lnTo>
                        <a:pt x="20876" y="6153"/>
                      </a:lnTo>
                      <a:cubicBezTo>
                        <a:pt x="20876" y="6045"/>
                        <a:pt x="20819" y="5947"/>
                        <a:pt x="20725" y="5893"/>
                      </a:cubicBezTo>
                      <a:lnTo>
                        <a:pt x="10589" y="41"/>
                      </a:lnTo>
                      <a:cubicBezTo>
                        <a:pt x="10542" y="14"/>
                        <a:pt x="10490" y="0"/>
                        <a:pt x="10438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32"/>
                <p:cNvSpPr/>
                <p:nvPr/>
              </p:nvSpPr>
              <p:spPr>
                <a:xfrm>
                  <a:off x="5169454" y="1661730"/>
                  <a:ext cx="11853" cy="271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" h="13772" extrusionOk="0">
                      <a:moveTo>
                        <a:pt x="300" y="0"/>
                      </a:moveTo>
                      <a:cubicBezTo>
                        <a:pt x="137" y="0"/>
                        <a:pt x="4" y="131"/>
                        <a:pt x="0" y="294"/>
                      </a:cubicBezTo>
                      <a:lnTo>
                        <a:pt x="0" y="13472"/>
                      </a:lnTo>
                      <a:cubicBezTo>
                        <a:pt x="0" y="13638"/>
                        <a:pt x="134" y="13772"/>
                        <a:pt x="300" y="13772"/>
                      </a:cubicBezTo>
                      <a:cubicBezTo>
                        <a:pt x="466" y="13772"/>
                        <a:pt x="600" y="13638"/>
                        <a:pt x="601" y="13472"/>
                      </a:cubicBezTo>
                      <a:lnTo>
                        <a:pt x="601" y="294"/>
                      </a:lnTo>
                      <a:cubicBezTo>
                        <a:pt x="598" y="131"/>
                        <a:pt x="464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32"/>
                <p:cNvSpPr/>
                <p:nvPr/>
              </p:nvSpPr>
              <p:spPr>
                <a:xfrm>
                  <a:off x="5124325" y="1603625"/>
                  <a:ext cx="102093" cy="102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5" h="5185" extrusionOk="0">
                      <a:moveTo>
                        <a:pt x="2592" y="0"/>
                      </a:moveTo>
                      <a:cubicBezTo>
                        <a:pt x="1161" y="0"/>
                        <a:pt x="0" y="1161"/>
                        <a:pt x="0" y="2592"/>
                      </a:cubicBezTo>
                      <a:cubicBezTo>
                        <a:pt x="0" y="4023"/>
                        <a:pt x="1161" y="5184"/>
                        <a:pt x="2592" y="5184"/>
                      </a:cubicBezTo>
                      <a:cubicBezTo>
                        <a:pt x="4023" y="5184"/>
                        <a:pt x="5184" y="4023"/>
                        <a:pt x="5184" y="2592"/>
                      </a:cubicBezTo>
                      <a:cubicBezTo>
                        <a:pt x="5184" y="1161"/>
                        <a:pt x="4023" y="0"/>
                        <a:pt x="25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4" name="Google Shape;474;p32"/>
                <p:cNvSpPr/>
                <p:nvPr/>
              </p:nvSpPr>
              <p:spPr>
                <a:xfrm>
                  <a:off x="5118418" y="1597718"/>
                  <a:ext cx="113926" cy="113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6" h="5786" extrusionOk="0">
                      <a:moveTo>
                        <a:pt x="2892" y="602"/>
                      </a:moveTo>
                      <a:cubicBezTo>
                        <a:pt x="4156" y="602"/>
                        <a:pt x="5184" y="1629"/>
                        <a:pt x="5184" y="2893"/>
                      </a:cubicBezTo>
                      <a:cubicBezTo>
                        <a:pt x="5184" y="4156"/>
                        <a:pt x="4156" y="5184"/>
                        <a:pt x="2892" y="5184"/>
                      </a:cubicBezTo>
                      <a:cubicBezTo>
                        <a:pt x="1630" y="5184"/>
                        <a:pt x="602" y="4156"/>
                        <a:pt x="602" y="2893"/>
                      </a:cubicBezTo>
                      <a:cubicBezTo>
                        <a:pt x="602" y="1629"/>
                        <a:pt x="1630" y="602"/>
                        <a:pt x="2892" y="602"/>
                      </a:cubicBezTo>
                      <a:close/>
                      <a:moveTo>
                        <a:pt x="2892" y="0"/>
                      </a:moveTo>
                      <a:cubicBezTo>
                        <a:pt x="1298" y="0"/>
                        <a:pt x="0" y="1299"/>
                        <a:pt x="0" y="2893"/>
                      </a:cubicBezTo>
                      <a:cubicBezTo>
                        <a:pt x="0" y="4488"/>
                        <a:pt x="1298" y="5785"/>
                        <a:pt x="2892" y="5785"/>
                      </a:cubicBezTo>
                      <a:cubicBezTo>
                        <a:pt x="4487" y="5785"/>
                        <a:pt x="5785" y="4488"/>
                        <a:pt x="5785" y="2893"/>
                      </a:cubicBezTo>
                      <a:cubicBezTo>
                        <a:pt x="5785" y="1298"/>
                        <a:pt x="4487" y="0"/>
                        <a:pt x="289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475;p32"/>
                <p:cNvSpPr/>
                <p:nvPr/>
              </p:nvSpPr>
              <p:spPr>
                <a:xfrm>
                  <a:off x="5169375" y="2612108"/>
                  <a:ext cx="11991" cy="271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13785" extrusionOk="0">
                      <a:moveTo>
                        <a:pt x="304" y="0"/>
                      </a:moveTo>
                      <a:cubicBezTo>
                        <a:pt x="136" y="0"/>
                        <a:pt x="1" y="139"/>
                        <a:pt x="4" y="307"/>
                      </a:cubicBezTo>
                      <a:lnTo>
                        <a:pt x="4" y="13485"/>
                      </a:lnTo>
                      <a:cubicBezTo>
                        <a:pt x="4" y="13651"/>
                        <a:pt x="138" y="13785"/>
                        <a:pt x="304" y="13785"/>
                      </a:cubicBezTo>
                      <a:cubicBezTo>
                        <a:pt x="470" y="13785"/>
                        <a:pt x="605" y="13651"/>
                        <a:pt x="605" y="13485"/>
                      </a:cubicBezTo>
                      <a:lnTo>
                        <a:pt x="605" y="307"/>
                      </a:lnTo>
                      <a:cubicBezTo>
                        <a:pt x="609" y="139"/>
                        <a:pt x="473" y="0"/>
                        <a:pt x="30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6" name="Google Shape;476;p32"/>
                <p:cNvSpPr/>
                <p:nvPr/>
              </p:nvSpPr>
              <p:spPr>
                <a:xfrm>
                  <a:off x="5124325" y="2839409"/>
                  <a:ext cx="106090" cy="102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8" h="5185" extrusionOk="0">
                      <a:moveTo>
                        <a:pt x="2592" y="1"/>
                      </a:moveTo>
                      <a:cubicBezTo>
                        <a:pt x="1161" y="1"/>
                        <a:pt x="0" y="1162"/>
                        <a:pt x="0" y="2593"/>
                      </a:cubicBezTo>
                      <a:cubicBezTo>
                        <a:pt x="0" y="3641"/>
                        <a:pt x="632" y="4586"/>
                        <a:pt x="1601" y="4988"/>
                      </a:cubicBezTo>
                      <a:cubicBezTo>
                        <a:pt x="1921" y="5120"/>
                        <a:pt x="2258" y="5185"/>
                        <a:pt x="2591" y="5185"/>
                      </a:cubicBezTo>
                      <a:cubicBezTo>
                        <a:pt x="3266" y="5185"/>
                        <a:pt x="3929" y="4922"/>
                        <a:pt x="4425" y="4426"/>
                      </a:cubicBezTo>
                      <a:cubicBezTo>
                        <a:pt x="5166" y="3685"/>
                        <a:pt x="5388" y="2569"/>
                        <a:pt x="4987" y="1602"/>
                      </a:cubicBezTo>
                      <a:cubicBezTo>
                        <a:pt x="4585" y="633"/>
                        <a:pt x="3640" y="1"/>
                        <a:pt x="259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477;p32"/>
                <p:cNvSpPr/>
                <p:nvPr/>
              </p:nvSpPr>
              <p:spPr>
                <a:xfrm>
                  <a:off x="5118418" y="2833502"/>
                  <a:ext cx="113926" cy="113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6" h="5786" extrusionOk="0">
                      <a:moveTo>
                        <a:pt x="2892" y="602"/>
                      </a:moveTo>
                      <a:cubicBezTo>
                        <a:pt x="4156" y="602"/>
                        <a:pt x="5184" y="1629"/>
                        <a:pt x="5184" y="2893"/>
                      </a:cubicBezTo>
                      <a:cubicBezTo>
                        <a:pt x="5184" y="4157"/>
                        <a:pt x="4156" y="5185"/>
                        <a:pt x="2892" y="5185"/>
                      </a:cubicBezTo>
                      <a:cubicBezTo>
                        <a:pt x="1630" y="5185"/>
                        <a:pt x="602" y="4157"/>
                        <a:pt x="602" y="2893"/>
                      </a:cubicBezTo>
                      <a:cubicBezTo>
                        <a:pt x="602" y="1629"/>
                        <a:pt x="1630" y="602"/>
                        <a:pt x="2892" y="602"/>
                      </a:cubicBezTo>
                      <a:close/>
                      <a:moveTo>
                        <a:pt x="2892" y="1"/>
                      </a:moveTo>
                      <a:cubicBezTo>
                        <a:pt x="1298" y="1"/>
                        <a:pt x="0" y="1298"/>
                        <a:pt x="0" y="2893"/>
                      </a:cubicBezTo>
                      <a:cubicBezTo>
                        <a:pt x="0" y="4487"/>
                        <a:pt x="1298" y="5786"/>
                        <a:pt x="2892" y="5786"/>
                      </a:cubicBezTo>
                      <a:cubicBezTo>
                        <a:pt x="4487" y="5786"/>
                        <a:pt x="5785" y="4487"/>
                        <a:pt x="5785" y="2893"/>
                      </a:cubicBezTo>
                      <a:cubicBezTo>
                        <a:pt x="5785" y="1298"/>
                        <a:pt x="4487" y="1"/>
                        <a:pt x="289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478;p32"/>
                <p:cNvSpPr/>
                <p:nvPr/>
              </p:nvSpPr>
              <p:spPr>
                <a:xfrm>
                  <a:off x="4866130" y="2095698"/>
                  <a:ext cx="116092" cy="71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6" h="3619" extrusionOk="0">
                      <a:moveTo>
                        <a:pt x="343" y="0"/>
                      </a:moveTo>
                      <a:cubicBezTo>
                        <a:pt x="240" y="0"/>
                        <a:pt x="139" y="54"/>
                        <a:pt x="83" y="151"/>
                      </a:cubicBezTo>
                      <a:cubicBezTo>
                        <a:pt x="0" y="295"/>
                        <a:pt x="49" y="478"/>
                        <a:pt x="193" y="561"/>
                      </a:cubicBezTo>
                      <a:lnTo>
                        <a:pt x="5419" y="3579"/>
                      </a:lnTo>
                      <a:cubicBezTo>
                        <a:pt x="5465" y="3605"/>
                        <a:pt x="5516" y="3618"/>
                        <a:pt x="5569" y="3618"/>
                      </a:cubicBezTo>
                      <a:cubicBezTo>
                        <a:pt x="5570" y="3618"/>
                        <a:pt x="5571" y="3618"/>
                        <a:pt x="5572" y="3618"/>
                      </a:cubicBezTo>
                      <a:cubicBezTo>
                        <a:pt x="5707" y="3618"/>
                        <a:pt x="5824" y="3527"/>
                        <a:pt x="5860" y="3396"/>
                      </a:cubicBezTo>
                      <a:cubicBezTo>
                        <a:pt x="5895" y="3265"/>
                        <a:pt x="5837" y="3126"/>
                        <a:pt x="5720" y="3058"/>
                      </a:cubicBezTo>
                      <a:lnTo>
                        <a:pt x="493" y="41"/>
                      </a:lnTo>
                      <a:cubicBezTo>
                        <a:pt x="446" y="13"/>
                        <a:pt x="394" y="0"/>
                        <a:pt x="34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2"/>
                <p:cNvSpPr/>
                <p:nvPr/>
              </p:nvSpPr>
              <p:spPr>
                <a:xfrm>
                  <a:off x="4978048" y="2272061"/>
                  <a:ext cx="403704" cy="127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3" h="6454" extrusionOk="0">
                      <a:moveTo>
                        <a:pt x="10462" y="0"/>
                      </a:moveTo>
                      <a:cubicBezTo>
                        <a:pt x="10411" y="0"/>
                        <a:pt x="10359" y="13"/>
                        <a:pt x="10313" y="40"/>
                      </a:cubicBezTo>
                      <a:lnTo>
                        <a:pt x="176" y="5893"/>
                      </a:lnTo>
                      <a:cubicBezTo>
                        <a:pt x="58" y="5961"/>
                        <a:pt x="0" y="6100"/>
                        <a:pt x="36" y="6231"/>
                      </a:cubicBezTo>
                      <a:cubicBezTo>
                        <a:pt x="71" y="6362"/>
                        <a:pt x="190" y="6454"/>
                        <a:pt x="326" y="6454"/>
                      </a:cubicBezTo>
                      <a:cubicBezTo>
                        <a:pt x="380" y="6454"/>
                        <a:pt x="431" y="6440"/>
                        <a:pt x="476" y="6414"/>
                      </a:cubicBezTo>
                      <a:lnTo>
                        <a:pt x="10460" y="650"/>
                      </a:lnTo>
                      <a:lnTo>
                        <a:pt x="20004" y="6324"/>
                      </a:lnTo>
                      <a:cubicBezTo>
                        <a:pt x="20053" y="6353"/>
                        <a:pt x="20106" y="6367"/>
                        <a:pt x="20159" y="6367"/>
                      </a:cubicBezTo>
                      <a:cubicBezTo>
                        <a:pt x="20261" y="6367"/>
                        <a:pt x="20362" y="6315"/>
                        <a:pt x="20418" y="6220"/>
                      </a:cubicBezTo>
                      <a:cubicBezTo>
                        <a:pt x="20502" y="6076"/>
                        <a:pt x="20455" y="5892"/>
                        <a:pt x="20311" y="5807"/>
                      </a:cubicBezTo>
                      <a:lnTo>
                        <a:pt x="10616" y="43"/>
                      </a:lnTo>
                      <a:cubicBezTo>
                        <a:pt x="10569" y="14"/>
                        <a:pt x="10515" y="0"/>
                        <a:pt x="1046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480;p32"/>
                <p:cNvSpPr/>
                <p:nvPr/>
              </p:nvSpPr>
              <p:spPr>
                <a:xfrm>
                  <a:off x="5178059" y="2039739"/>
                  <a:ext cx="12011" cy="244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" h="12401" extrusionOk="0">
                      <a:moveTo>
                        <a:pt x="304" y="1"/>
                      </a:moveTo>
                      <a:cubicBezTo>
                        <a:pt x="136" y="1"/>
                        <a:pt x="1" y="139"/>
                        <a:pt x="4" y="308"/>
                      </a:cubicBezTo>
                      <a:lnTo>
                        <a:pt x="4" y="12099"/>
                      </a:lnTo>
                      <a:cubicBezTo>
                        <a:pt x="4" y="12265"/>
                        <a:pt x="138" y="12400"/>
                        <a:pt x="304" y="12400"/>
                      </a:cubicBezTo>
                      <a:cubicBezTo>
                        <a:pt x="470" y="12400"/>
                        <a:pt x="604" y="12265"/>
                        <a:pt x="605" y="12100"/>
                      </a:cubicBezTo>
                      <a:lnTo>
                        <a:pt x="605" y="308"/>
                      </a:lnTo>
                      <a:cubicBezTo>
                        <a:pt x="609" y="139"/>
                        <a:pt x="473" y="1"/>
                        <a:pt x="30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1" name="Google Shape;481;p32"/>
              <p:cNvGrpSpPr/>
              <p:nvPr/>
            </p:nvGrpSpPr>
            <p:grpSpPr>
              <a:xfrm>
                <a:off x="5312187" y="1140950"/>
                <a:ext cx="627501" cy="773285"/>
                <a:chOff x="5312187" y="1140950"/>
                <a:chExt cx="627501" cy="773285"/>
              </a:xfrm>
            </p:grpSpPr>
            <p:sp>
              <p:nvSpPr>
                <p:cNvPr id="482" name="Google Shape;482;p32"/>
                <p:cNvSpPr/>
                <p:nvPr/>
              </p:nvSpPr>
              <p:spPr>
                <a:xfrm>
                  <a:off x="5791166" y="1140969"/>
                  <a:ext cx="14840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" h="602" extrusionOk="0">
                      <a:moveTo>
                        <a:pt x="294" y="0"/>
                      </a:moveTo>
                      <a:cubicBezTo>
                        <a:pt x="131" y="4"/>
                        <a:pt x="0" y="136"/>
                        <a:pt x="0" y="300"/>
                      </a:cubicBezTo>
                      <a:cubicBezTo>
                        <a:pt x="0" y="464"/>
                        <a:pt x="131" y="596"/>
                        <a:pt x="294" y="601"/>
                      </a:cubicBezTo>
                      <a:lnTo>
                        <a:pt x="7242" y="601"/>
                      </a:lnTo>
                      <a:cubicBezTo>
                        <a:pt x="7406" y="596"/>
                        <a:pt x="7536" y="464"/>
                        <a:pt x="7536" y="300"/>
                      </a:cubicBezTo>
                      <a:cubicBezTo>
                        <a:pt x="7536" y="136"/>
                        <a:pt x="7406" y="4"/>
                        <a:pt x="724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32"/>
                <p:cNvSpPr/>
                <p:nvPr/>
              </p:nvSpPr>
              <p:spPr>
                <a:xfrm>
                  <a:off x="5448875" y="1140950"/>
                  <a:ext cx="297142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1" h="603" extrusionOk="0">
                      <a:moveTo>
                        <a:pt x="299" y="1"/>
                      </a:moveTo>
                      <a:cubicBezTo>
                        <a:pt x="134" y="1"/>
                        <a:pt x="0" y="136"/>
                        <a:pt x="0" y="301"/>
                      </a:cubicBezTo>
                      <a:cubicBezTo>
                        <a:pt x="0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7"/>
                        <a:pt x="15090" y="301"/>
                      </a:cubicBezTo>
                      <a:cubicBezTo>
                        <a:pt x="15090" y="136"/>
                        <a:pt x="14956" y="1"/>
                        <a:pt x="14792" y="1"/>
                      </a:cubicBezTo>
                      <a:cubicBezTo>
                        <a:pt x="14789" y="1"/>
                        <a:pt x="14786" y="1"/>
                        <a:pt x="14783" y="1"/>
                      </a:cubicBezTo>
                      <a:lnTo>
                        <a:pt x="307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32"/>
                <p:cNvSpPr/>
                <p:nvPr/>
              </p:nvSpPr>
              <p:spPr>
                <a:xfrm>
                  <a:off x="5312305" y="1140969"/>
                  <a:ext cx="85711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602" extrusionOk="0">
                      <a:moveTo>
                        <a:pt x="294" y="0"/>
                      </a:moveTo>
                      <a:cubicBezTo>
                        <a:pt x="131" y="4"/>
                        <a:pt x="0" y="136"/>
                        <a:pt x="0" y="300"/>
                      </a:cubicBezTo>
                      <a:cubicBezTo>
                        <a:pt x="0" y="464"/>
                        <a:pt x="131" y="596"/>
                        <a:pt x="294" y="601"/>
                      </a:cubicBezTo>
                      <a:lnTo>
                        <a:pt x="4059" y="601"/>
                      </a:lnTo>
                      <a:cubicBezTo>
                        <a:pt x="4222" y="596"/>
                        <a:pt x="4353" y="464"/>
                        <a:pt x="4353" y="300"/>
                      </a:cubicBezTo>
                      <a:cubicBezTo>
                        <a:pt x="4353" y="136"/>
                        <a:pt x="4222" y="4"/>
                        <a:pt x="40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32"/>
                <p:cNvSpPr/>
                <p:nvPr/>
              </p:nvSpPr>
              <p:spPr>
                <a:xfrm>
                  <a:off x="5568590" y="1198267"/>
                  <a:ext cx="370979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41" h="603" extrusionOk="0">
                      <a:moveTo>
                        <a:pt x="301" y="1"/>
                      </a:moveTo>
                      <a:cubicBezTo>
                        <a:pt x="135" y="1"/>
                        <a:pt x="0" y="135"/>
                        <a:pt x="0" y="301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8546" y="602"/>
                      </a:lnTo>
                      <a:cubicBezTo>
                        <a:pt x="18710" y="598"/>
                        <a:pt x="18840" y="464"/>
                        <a:pt x="18840" y="301"/>
                      </a:cubicBezTo>
                      <a:cubicBezTo>
                        <a:pt x="18840" y="138"/>
                        <a:pt x="18710" y="4"/>
                        <a:pt x="18546" y="1"/>
                      </a:cubicBezTo>
                      <a:lnTo>
                        <a:pt x="307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32"/>
                <p:cNvSpPr/>
                <p:nvPr/>
              </p:nvSpPr>
              <p:spPr>
                <a:xfrm>
                  <a:off x="5312325" y="1198267"/>
                  <a:ext cx="137259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1" h="603" extrusionOk="0">
                      <a:moveTo>
                        <a:pt x="6669" y="1"/>
                      </a:moveTo>
                      <a:cubicBezTo>
                        <a:pt x="6667" y="1"/>
                        <a:pt x="6665" y="1"/>
                        <a:pt x="6663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4"/>
                        <a:pt x="131" y="598"/>
                        <a:pt x="293" y="602"/>
                      </a:cubicBezTo>
                      <a:lnTo>
                        <a:pt x="6663" y="602"/>
                      </a:lnTo>
                      <a:cubicBezTo>
                        <a:pt x="6665" y="602"/>
                        <a:pt x="6667" y="602"/>
                        <a:pt x="6669" y="602"/>
                      </a:cubicBezTo>
                      <a:cubicBezTo>
                        <a:pt x="6836" y="602"/>
                        <a:pt x="6971" y="468"/>
                        <a:pt x="6971" y="301"/>
                      </a:cubicBezTo>
                      <a:cubicBezTo>
                        <a:pt x="6971" y="135"/>
                        <a:pt x="6836" y="1"/>
                        <a:pt x="666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32"/>
                <p:cNvSpPr/>
                <p:nvPr/>
              </p:nvSpPr>
              <p:spPr>
                <a:xfrm>
                  <a:off x="5865003" y="1263776"/>
                  <a:ext cx="7456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7" h="603" extrusionOk="0">
                      <a:moveTo>
                        <a:pt x="299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3492" y="602"/>
                      </a:lnTo>
                      <a:cubicBezTo>
                        <a:pt x="3656" y="597"/>
                        <a:pt x="3786" y="464"/>
                        <a:pt x="3786" y="301"/>
                      </a:cubicBezTo>
                      <a:cubicBezTo>
                        <a:pt x="3786" y="137"/>
                        <a:pt x="3656" y="4"/>
                        <a:pt x="3492" y="1"/>
                      </a:cubicBezTo>
                      <a:lnTo>
                        <a:pt x="308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32"/>
                <p:cNvSpPr/>
                <p:nvPr/>
              </p:nvSpPr>
              <p:spPr>
                <a:xfrm>
                  <a:off x="5688542" y="1263776"/>
                  <a:ext cx="13700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602" extrusionOk="0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1"/>
                      </a:cubicBezTo>
                      <a:cubicBezTo>
                        <a:pt x="0" y="464"/>
                        <a:pt x="131" y="597"/>
                        <a:pt x="294" y="602"/>
                      </a:cubicBezTo>
                      <a:lnTo>
                        <a:pt x="6664" y="602"/>
                      </a:lnTo>
                      <a:cubicBezTo>
                        <a:pt x="6827" y="597"/>
                        <a:pt x="6958" y="464"/>
                        <a:pt x="6958" y="301"/>
                      </a:cubicBezTo>
                      <a:cubicBezTo>
                        <a:pt x="6958" y="137"/>
                        <a:pt x="6827" y="4"/>
                        <a:pt x="666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32"/>
                <p:cNvSpPr/>
                <p:nvPr/>
              </p:nvSpPr>
              <p:spPr>
                <a:xfrm>
                  <a:off x="5312325" y="1263776"/>
                  <a:ext cx="30257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3" extrusionOk="0">
                      <a:moveTo>
                        <a:pt x="15068" y="1"/>
                      </a:moveTo>
                      <a:cubicBezTo>
                        <a:pt x="15065" y="1"/>
                        <a:pt x="15062" y="1"/>
                        <a:pt x="15059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7"/>
                        <a:pt x="0" y="301"/>
                      </a:cubicBezTo>
                      <a:cubicBezTo>
                        <a:pt x="0" y="464"/>
                        <a:pt x="131" y="597"/>
                        <a:pt x="293" y="602"/>
                      </a:cubicBezTo>
                      <a:lnTo>
                        <a:pt x="15059" y="602"/>
                      </a:lnTo>
                      <a:cubicBezTo>
                        <a:pt x="15062" y="602"/>
                        <a:pt x="15064" y="602"/>
                        <a:pt x="15066" y="602"/>
                      </a:cubicBezTo>
                      <a:cubicBezTo>
                        <a:pt x="15231" y="602"/>
                        <a:pt x="15366" y="467"/>
                        <a:pt x="15366" y="301"/>
                      </a:cubicBezTo>
                      <a:cubicBezTo>
                        <a:pt x="15366" y="135"/>
                        <a:pt x="15232" y="1"/>
                        <a:pt x="1506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32"/>
                <p:cNvSpPr/>
                <p:nvPr/>
              </p:nvSpPr>
              <p:spPr>
                <a:xfrm>
                  <a:off x="5608600" y="1329265"/>
                  <a:ext cx="33108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" h="602" extrusionOk="0">
                      <a:moveTo>
                        <a:pt x="302" y="1"/>
                      </a:moveTo>
                      <a:cubicBezTo>
                        <a:pt x="136" y="1"/>
                        <a:pt x="1" y="136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lnTo>
                        <a:pt x="16514" y="602"/>
                      </a:lnTo>
                      <a:cubicBezTo>
                        <a:pt x="16680" y="602"/>
                        <a:pt x="16814" y="468"/>
                        <a:pt x="16814" y="302"/>
                      </a:cubicBezTo>
                      <a:cubicBezTo>
                        <a:pt x="16814" y="136"/>
                        <a:pt x="16680" y="1"/>
                        <a:pt x="1651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32"/>
                <p:cNvSpPr/>
                <p:nvPr/>
              </p:nvSpPr>
              <p:spPr>
                <a:xfrm>
                  <a:off x="5312187" y="1329265"/>
                  <a:ext cx="23986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2" extrusionOk="0">
                      <a:moveTo>
                        <a:pt x="300" y="1"/>
                      </a:moveTo>
                      <a:cubicBezTo>
                        <a:pt x="134" y="1"/>
                        <a:pt x="0" y="136"/>
                        <a:pt x="0" y="302"/>
                      </a:cubicBezTo>
                      <a:cubicBezTo>
                        <a:pt x="0" y="468"/>
                        <a:pt x="134" y="602"/>
                        <a:pt x="300" y="602"/>
                      </a:cubicBezTo>
                      <a:lnTo>
                        <a:pt x="11882" y="602"/>
                      </a:lnTo>
                      <a:cubicBezTo>
                        <a:pt x="12048" y="602"/>
                        <a:pt x="12182" y="468"/>
                        <a:pt x="12182" y="302"/>
                      </a:cubicBezTo>
                      <a:cubicBezTo>
                        <a:pt x="12182" y="136"/>
                        <a:pt x="12048" y="1"/>
                        <a:pt x="1188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32"/>
                <p:cNvSpPr/>
                <p:nvPr/>
              </p:nvSpPr>
              <p:spPr>
                <a:xfrm>
                  <a:off x="5791166" y="1394773"/>
                  <a:ext cx="14840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" h="602" extrusionOk="0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7242" y="602"/>
                      </a:lnTo>
                      <a:cubicBezTo>
                        <a:pt x="7406" y="598"/>
                        <a:pt x="7536" y="464"/>
                        <a:pt x="7536" y="300"/>
                      </a:cubicBezTo>
                      <a:cubicBezTo>
                        <a:pt x="7536" y="137"/>
                        <a:pt x="7406" y="4"/>
                        <a:pt x="72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32"/>
                <p:cNvSpPr/>
                <p:nvPr/>
              </p:nvSpPr>
              <p:spPr>
                <a:xfrm>
                  <a:off x="5448875" y="1394773"/>
                  <a:ext cx="2971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1" h="602" extrusionOk="0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7"/>
                        <a:pt x="15090" y="300"/>
                      </a:cubicBezTo>
                      <a:cubicBezTo>
                        <a:pt x="15090" y="134"/>
                        <a:pt x="14955" y="0"/>
                        <a:pt x="14789" y="0"/>
                      </a:cubicBezTo>
                      <a:cubicBezTo>
                        <a:pt x="14787" y="0"/>
                        <a:pt x="14785" y="0"/>
                        <a:pt x="14783" y="1"/>
                      </a:cubicBezTo>
                      <a:lnTo>
                        <a:pt x="307" y="1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32"/>
                <p:cNvSpPr/>
                <p:nvPr/>
              </p:nvSpPr>
              <p:spPr>
                <a:xfrm>
                  <a:off x="5312305" y="1394773"/>
                  <a:ext cx="85711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602" extrusionOk="0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4059" y="602"/>
                      </a:lnTo>
                      <a:cubicBezTo>
                        <a:pt x="4222" y="598"/>
                        <a:pt x="4353" y="464"/>
                        <a:pt x="4353" y="300"/>
                      </a:cubicBezTo>
                      <a:cubicBezTo>
                        <a:pt x="4353" y="137"/>
                        <a:pt x="4222" y="4"/>
                        <a:pt x="405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32"/>
                <p:cNvSpPr/>
                <p:nvPr/>
              </p:nvSpPr>
              <p:spPr>
                <a:xfrm>
                  <a:off x="5568590" y="1452091"/>
                  <a:ext cx="370979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41" h="601" extrusionOk="0">
                      <a:moveTo>
                        <a:pt x="299" y="0"/>
                      </a:moveTo>
                      <a:cubicBezTo>
                        <a:pt x="134" y="0"/>
                        <a:pt x="0" y="135"/>
                        <a:pt x="0" y="300"/>
                      </a:cubicBezTo>
                      <a:cubicBezTo>
                        <a:pt x="0" y="466"/>
                        <a:pt x="134" y="600"/>
                        <a:pt x="299" y="600"/>
                      </a:cubicBezTo>
                      <a:cubicBezTo>
                        <a:pt x="302" y="600"/>
                        <a:pt x="305" y="600"/>
                        <a:pt x="307" y="600"/>
                      </a:cubicBezTo>
                      <a:lnTo>
                        <a:pt x="18546" y="600"/>
                      </a:lnTo>
                      <a:cubicBezTo>
                        <a:pt x="18710" y="597"/>
                        <a:pt x="18840" y="464"/>
                        <a:pt x="18840" y="300"/>
                      </a:cubicBezTo>
                      <a:cubicBezTo>
                        <a:pt x="18840" y="137"/>
                        <a:pt x="18710" y="4"/>
                        <a:pt x="18546" y="0"/>
                      </a:cubicBezTo>
                      <a:lnTo>
                        <a:pt x="307" y="0"/>
                      </a:lnTo>
                      <a:cubicBezTo>
                        <a:pt x="305" y="0"/>
                        <a:pt x="302" y="0"/>
                        <a:pt x="29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32"/>
                <p:cNvSpPr/>
                <p:nvPr/>
              </p:nvSpPr>
              <p:spPr>
                <a:xfrm>
                  <a:off x="5312325" y="1452091"/>
                  <a:ext cx="137259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1" h="601" extrusionOk="0">
                      <a:moveTo>
                        <a:pt x="6671" y="0"/>
                      </a:moveTo>
                      <a:cubicBezTo>
                        <a:pt x="6668" y="0"/>
                        <a:pt x="6665" y="0"/>
                        <a:pt x="6663" y="0"/>
                      </a:cubicBezTo>
                      <a:lnTo>
                        <a:pt x="293" y="0"/>
                      </a:ln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7"/>
                        <a:pt x="293" y="600"/>
                      </a:cubicBezTo>
                      <a:lnTo>
                        <a:pt x="6663" y="600"/>
                      </a:lnTo>
                      <a:cubicBezTo>
                        <a:pt x="6665" y="600"/>
                        <a:pt x="6668" y="600"/>
                        <a:pt x="6671" y="600"/>
                      </a:cubicBezTo>
                      <a:cubicBezTo>
                        <a:pt x="6837" y="600"/>
                        <a:pt x="6971" y="466"/>
                        <a:pt x="6971" y="300"/>
                      </a:cubicBezTo>
                      <a:cubicBezTo>
                        <a:pt x="6971" y="135"/>
                        <a:pt x="6837" y="0"/>
                        <a:pt x="667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32"/>
                <p:cNvSpPr/>
                <p:nvPr/>
              </p:nvSpPr>
              <p:spPr>
                <a:xfrm>
                  <a:off x="5865003" y="1517560"/>
                  <a:ext cx="7456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7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3492" y="602"/>
                      </a:lnTo>
                      <a:cubicBezTo>
                        <a:pt x="3656" y="599"/>
                        <a:pt x="3786" y="465"/>
                        <a:pt x="3786" y="301"/>
                      </a:cubicBezTo>
                      <a:cubicBezTo>
                        <a:pt x="3786" y="139"/>
                        <a:pt x="3656" y="5"/>
                        <a:pt x="3492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32"/>
                <p:cNvSpPr/>
                <p:nvPr/>
              </p:nvSpPr>
              <p:spPr>
                <a:xfrm>
                  <a:off x="5688542" y="1517580"/>
                  <a:ext cx="13700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602" extrusionOk="0">
                      <a:moveTo>
                        <a:pt x="294" y="0"/>
                      </a:moveTo>
                      <a:cubicBezTo>
                        <a:pt x="131" y="4"/>
                        <a:pt x="0" y="138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6664" y="601"/>
                      </a:lnTo>
                      <a:cubicBezTo>
                        <a:pt x="6827" y="598"/>
                        <a:pt x="6958" y="464"/>
                        <a:pt x="6958" y="300"/>
                      </a:cubicBezTo>
                      <a:cubicBezTo>
                        <a:pt x="6958" y="138"/>
                        <a:pt x="6827" y="4"/>
                        <a:pt x="66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32"/>
                <p:cNvSpPr/>
                <p:nvPr/>
              </p:nvSpPr>
              <p:spPr>
                <a:xfrm>
                  <a:off x="5312325" y="1517560"/>
                  <a:ext cx="30257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3" extrusionOk="0">
                      <a:moveTo>
                        <a:pt x="15066" y="1"/>
                      </a:moveTo>
                      <a:cubicBezTo>
                        <a:pt x="15064" y="1"/>
                        <a:pt x="15062" y="1"/>
                        <a:pt x="15059" y="1"/>
                      </a:cubicBezTo>
                      <a:lnTo>
                        <a:pt x="293" y="1"/>
                      </a:lnTo>
                      <a:cubicBezTo>
                        <a:pt x="131" y="5"/>
                        <a:pt x="0" y="139"/>
                        <a:pt x="0" y="301"/>
                      </a:cubicBezTo>
                      <a:cubicBezTo>
                        <a:pt x="0" y="465"/>
                        <a:pt x="131" y="599"/>
                        <a:pt x="293" y="602"/>
                      </a:cubicBezTo>
                      <a:lnTo>
                        <a:pt x="15059" y="602"/>
                      </a:lnTo>
                      <a:cubicBezTo>
                        <a:pt x="15062" y="602"/>
                        <a:pt x="15064" y="602"/>
                        <a:pt x="15066" y="602"/>
                      </a:cubicBezTo>
                      <a:cubicBezTo>
                        <a:pt x="15231" y="602"/>
                        <a:pt x="15366" y="468"/>
                        <a:pt x="15366" y="301"/>
                      </a:cubicBezTo>
                      <a:cubicBezTo>
                        <a:pt x="15366" y="135"/>
                        <a:pt x="15231" y="1"/>
                        <a:pt x="15066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0" name="Google Shape;500;p32"/>
                <p:cNvSpPr/>
                <p:nvPr/>
              </p:nvSpPr>
              <p:spPr>
                <a:xfrm>
                  <a:off x="5608600" y="1583049"/>
                  <a:ext cx="33108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" h="602" extrusionOk="0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lnTo>
                        <a:pt x="16514" y="602"/>
                      </a:lnTo>
                      <a:cubicBezTo>
                        <a:pt x="16680" y="602"/>
                        <a:pt x="16814" y="468"/>
                        <a:pt x="16814" y="302"/>
                      </a:cubicBezTo>
                      <a:cubicBezTo>
                        <a:pt x="16814" y="135"/>
                        <a:pt x="16680" y="1"/>
                        <a:pt x="1651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501;p32"/>
                <p:cNvSpPr/>
                <p:nvPr/>
              </p:nvSpPr>
              <p:spPr>
                <a:xfrm>
                  <a:off x="5312187" y="1583049"/>
                  <a:ext cx="23986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2" extrusionOk="0">
                      <a:moveTo>
                        <a:pt x="300" y="1"/>
                      </a:moveTo>
                      <a:cubicBezTo>
                        <a:pt x="134" y="1"/>
                        <a:pt x="0" y="135"/>
                        <a:pt x="0" y="302"/>
                      </a:cubicBezTo>
                      <a:cubicBezTo>
                        <a:pt x="0" y="468"/>
                        <a:pt x="134" y="602"/>
                        <a:pt x="300" y="602"/>
                      </a:cubicBezTo>
                      <a:lnTo>
                        <a:pt x="11882" y="602"/>
                      </a:lnTo>
                      <a:cubicBezTo>
                        <a:pt x="12048" y="602"/>
                        <a:pt x="12182" y="468"/>
                        <a:pt x="12182" y="302"/>
                      </a:cubicBezTo>
                      <a:cubicBezTo>
                        <a:pt x="12182" y="135"/>
                        <a:pt x="12048" y="1"/>
                        <a:pt x="1188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2" name="Google Shape;502;p32"/>
                <p:cNvSpPr/>
                <p:nvPr/>
              </p:nvSpPr>
              <p:spPr>
                <a:xfrm>
                  <a:off x="5791166" y="1648558"/>
                  <a:ext cx="14840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" h="602" extrusionOk="0">
                      <a:moveTo>
                        <a:pt x="294" y="1"/>
                      </a:moveTo>
                      <a:cubicBezTo>
                        <a:pt x="131" y="4"/>
                        <a:pt x="0" y="138"/>
                        <a:pt x="0" y="302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7242" y="602"/>
                      </a:lnTo>
                      <a:cubicBezTo>
                        <a:pt x="7406" y="598"/>
                        <a:pt x="7536" y="464"/>
                        <a:pt x="7536" y="302"/>
                      </a:cubicBezTo>
                      <a:cubicBezTo>
                        <a:pt x="7536" y="138"/>
                        <a:pt x="7406" y="4"/>
                        <a:pt x="72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32"/>
                <p:cNvSpPr/>
                <p:nvPr/>
              </p:nvSpPr>
              <p:spPr>
                <a:xfrm>
                  <a:off x="5448875" y="1648558"/>
                  <a:ext cx="2971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1" h="602" extrusionOk="0">
                      <a:moveTo>
                        <a:pt x="301" y="1"/>
                      </a:moveTo>
                      <a:cubicBezTo>
                        <a:pt x="135" y="1"/>
                        <a:pt x="0" y="135"/>
                        <a:pt x="0" y="302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8"/>
                        <a:pt x="15090" y="302"/>
                      </a:cubicBezTo>
                      <a:cubicBezTo>
                        <a:pt x="15090" y="135"/>
                        <a:pt x="14955" y="1"/>
                        <a:pt x="14789" y="1"/>
                      </a:cubicBezTo>
                      <a:cubicBezTo>
                        <a:pt x="14787" y="1"/>
                        <a:pt x="14785" y="1"/>
                        <a:pt x="14783" y="1"/>
                      </a:cubicBezTo>
                      <a:lnTo>
                        <a:pt x="307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32"/>
                <p:cNvSpPr/>
                <p:nvPr/>
              </p:nvSpPr>
              <p:spPr>
                <a:xfrm>
                  <a:off x="5312305" y="1648558"/>
                  <a:ext cx="85711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602" extrusionOk="0">
                      <a:moveTo>
                        <a:pt x="294" y="1"/>
                      </a:moveTo>
                      <a:cubicBezTo>
                        <a:pt x="131" y="4"/>
                        <a:pt x="0" y="138"/>
                        <a:pt x="0" y="302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4059" y="602"/>
                      </a:lnTo>
                      <a:cubicBezTo>
                        <a:pt x="4222" y="598"/>
                        <a:pt x="4353" y="464"/>
                        <a:pt x="4353" y="302"/>
                      </a:cubicBezTo>
                      <a:cubicBezTo>
                        <a:pt x="4353" y="138"/>
                        <a:pt x="4222" y="4"/>
                        <a:pt x="405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32"/>
                <p:cNvSpPr/>
                <p:nvPr/>
              </p:nvSpPr>
              <p:spPr>
                <a:xfrm>
                  <a:off x="5568590" y="1705875"/>
                  <a:ext cx="370979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41" h="602" extrusionOk="0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8546" y="602"/>
                      </a:lnTo>
                      <a:cubicBezTo>
                        <a:pt x="18710" y="598"/>
                        <a:pt x="18840" y="464"/>
                        <a:pt x="18840" y="300"/>
                      </a:cubicBezTo>
                      <a:cubicBezTo>
                        <a:pt x="18840" y="138"/>
                        <a:pt x="18710" y="4"/>
                        <a:pt x="18546" y="1"/>
                      </a:cubicBezTo>
                      <a:lnTo>
                        <a:pt x="307" y="1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32"/>
                <p:cNvSpPr/>
                <p:nvPr/>
              </p:nvSpPr>
              <p:spPr>
                <a:xfrm>
                  <a:off x="5312325" y="1705875"/>
                  <a:ext cx="137259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1" h="602" extrusionOk="0">
                      <a:moveTo>
                        <a:pt x="6669" y="0"/>
                      </a:moveTo>
                      <a:cubicBezTo>
                        <a:pt x="6667" y="0"/>
                        <a:pt x="6665" y="0"/>
                        <a:pt x="6663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8"/>
                        <a:pt x="0" y="300"/>
                      </a:cubicBezTo>
                      <a:cubicBezTo>
                        <a:pt x="0" y="464"/>
                        <a:pt x="131" y="598"/>
                        <a:pt x="293" y="602"/>
                      </a:cubicBezTo>
                      <a:lnTo>
                        <a:pt x="6663" y="602"/>
                      </a:lnTo>
                      <a:cubicBezTo>
                        <a:pt x="6665" y="602"/>
                        <a:pt x="6667" y="602"/>
                        <a:pt x="6669" y="602"/>
                      </a:cubicBezTo>
                      <a:cubicBezTo>
                        <a:pt x="6836" y="602"/>
                        <a:pt x="6971" y="468"/>
                        <a:pt x="6971" y="300"/>
                      </a:cubicBezTo>
                      <a:cubicBezTo>
                        <a:pt x="6971" y="134"/>
                        <a:pt x="6836" y="0"/>
                        <a:pt x="666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32"/>
                <p:cNvSpPr/>
                <p:nvPr/>
              </p:nvSpPr>
              <p:spPr>
                <a:xfrm>
                  <a:off x="5865003" y="1771364"/>
                  <a:ext cx="7456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7" h="602" extrusionOk="0">
                      <a:moveTo>
                        <a:pt x="301" y="0"/>
                      </a:moveTo>
                      <a:cubicBezTo>
                        <a:pt x="136" y="0"/>
                        <a:pt x="1" y="135"/>
                        <a:pt x="1" y="301"/>
                      </a:cubicBezTo>
                      <a:cubicBezTo>
                        <a:pt x="1" y="468"/>
                        <a:pt x="136" y="601"/>
                        <a:pt x="301" y="601"/>
                      </a:cubicBezTo>
                      <a:cubicBezTo>
                        <a:pt x="303" y="601"/>
                        <a:pt x="305" y="601"/>
                        <a:pt x="308" y="601"/>
                      </a:cubicBezTo>
                      <a:lnTo>
                        <a:pt x="3492" y="601"/>
                      </a:lnTo>
                      <a:cubicBezTo>
                        <a:pt x="3656" y="598"/>
                        <a:pt x="3786" y="465"/>
                        <a:pt x="3786" y="301"/>
                      </a:cubicBezTo>
                      <a:cubicBezTo>
                        <a:pt x="3786" y="138"/>
                        <a:pt x="3656" y="4"/>
                        <a:pt x="3492" y="0"/>
                      </a:cubicBezTo>
                      <a:lnTo>
                        <a:pt x="308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32"/>
                <p:cNvSpPr/>
                <p:nvPr/>
              </p:nvSpPr>
              <p:spPr>
                <a:xfrm>
                  <a:off x="5688542" y="1771364"/>
                  <a:ext cx="13700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602" extrusionOk="0">
                      <a:moveTo>
                        <a:pt x="294" y="0"/>
                      </a:move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5"/>
                        <a:pt x="131" y="598"/>
                        <a:pt x="294" y="601"/>
                      </a:cubicBezTo>
                      <a:lnTo>
                        <a:pt x="6664" y="601"/>
                      </a:lnTo>
                      <a:cubicBezTo>
                        <a:pt x="6827" y="598"/>
                        <a:pt x="6958" y="465"/>
                        <a:pt x="6958" y="301"/>
                      </a:cubicBezTo>
                      <a:cubicBezTo>
                        <a:pt x="6958" y="138"/>
                        <a:pt x="6827" y="4"/>
                        <a:pt x="66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32"/>
                <p:cNvSpPr/>
                <p:nvPr/>
              </p:nvSpPr>
              <p:spPr>
                <a:xfrm>
                  <a:off x="5312325" y="1771364"/>
                  <a:ext cx="30257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2" extrusionOk="0">
                      <a:moveTo>
                        <a:pt x="15066" y="0"/>
                      </a:moveTo>
                      <a:cubicBezTo>
                        <a:pt x="15064" y="0"/>
                        <a:pt x="15062" y="0"/>
                        <a:pt x="15059" y="0"/>
                      </a:cubicBezTo>
                      <a:lnTo>
                        <a:pt x="293" y="0"/>
                      </a:ln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5"/>
                        <a:pt x="131" y="598"/>
                        <a:pt x="293" y="601"/>
                      </a:cubicBezTo>
                      <a:lnTo>
                        <a:pt x="15059" y="601"/>
                      </a:lnTo>
                      <a:cubicBezTo>
                        <a:pt x="15062" y="601"/>
                        <a:pt x="15064" y="601"/>
                        <a:pt x="15066" y="601"/>
                      </a:cubicBezTo>
                      <a:cubicBezTo>
                        <a:pt x="15231" y="601"/>
                        <a:pt x="15366" y="468"/>
                        <a:pt x="15366" y="301"/>
                      </a:cubicBezTo>
                      <a:cubicBezTo>
                        <a:pt x="15366" y="135"/>
                        <a:pt x="15231" y="0"/>
                        <a:pt x="15066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32"/>
                <p:cNvSpPr/>
                <p:nvPr/>
              </p:nvSpPr>
              <p:spPr>
                <a:xfrm>
                  <a:off x="5608600" y="1836873"/>
                  <a:ext cx="33108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" h="602" extrusionOk="0">
                      <a:moveTo>
                        <a:pt x="302" y="0"/>
                      </a:moveTo>
                      <a:cubicBezTo>
                        <a:pt x="136" y="0"/>
                        <a:pt x="1" y="135"/>
                        <a:pt x="1" y="301"/>
                      </a:cubicBezTo>
                      <a:cubicBezTo>
                        <a:pt x="1" y="467"/>
                        <a:pt x="136" y="601"/>
                        <a:pt x="302" y="601"/>
                      </a:cubicBezTo>
                      <a:lnTo>
                        <a:pt x="16514" y="601"/>
                      </a:lnTo>
                      <a:cubicBezTo>
                        <a:pt x="16680" y="601"/>
                        <a:pt x="16814" y="467"/>
                        <a:pt x="16814" y="301"/>
                      </a:cubicBezTo>
                      <a:cubicBezTo>
                        <a:pt x="16814" y="135"/>
                        <a:pt x="16680" y="0"/>
                        <a:pt x="1651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511;p32"/>
                <p:cNvSpPr/>
                <p:nvPr/>
              </p:nvSpPr>
              <p:spPr>
                <a:xfrm>
                  <a:off x="5312187" y="1836873"/>
                  <a:ext cx="23986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2" extrusionOk="0">
                      <a:moveTo>
                        <a:pt x="300" y="0"/>
                      </a:moveTo>
                      <a:cubicBezTo>
                        <a:pt x="134" y="0"/>
                        <a:pt x="0" y="135"/>
                        <a:pt x="0" y="301"/>
                      </a:cubicBezTo>
                      <a:cubicBezTo>
                        <a:pt x="0" y="467"/>
                        <a:pt x="134" y="601"/>
                        <a:pt x="300" y="601"/>
                      </a:cubicBezTo>
                      <a:lnTo>
                        <a:pt x="11882" y="601"/>
                      </a:lnTo>
                      <a:cubicBezTo>
                        <a:pt x="12048" y="601"/>
                        <a:pt x="12182" y="467"/>
                        <a:pt x="12182" y="301"/>
                      </a:cubicBezTo>
                      <a:cubicBezTo>
                        <a:pt x="12182" y="135"/>
                        <a:pt x="12048" y="0"/>
                        <a:pt x="1188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512;p32"/>
                <p:cNvSpPr/>
                <p:nvPr/>
              </p:nvSpPr>
              <p:spPr>
                <a:xfrm>
                  <a:off x="5791166" y="1902382"/>
                  <a:ext cx="14840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" h="602" extrusionOk="0">
                      <a:moveTo>
                        <a:pt x="294" y="0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7242" y="601"/>
                      </a:lnTo>
                      <a:cubicBezTo>
                        <a:pt x="7406" y="598"/>
                        <a:pt x="7536" y="464"/>
                        <a:pt x="7536" y="300"/>
                      </a:cubicBezTo>
                      <a:cubicBezTo>
                        <a:pt x="7536" y="137"/>
                        <a:pt x="7406" y="4"/>
                        <a:pt x="724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32"/>
                <p:cNvSpPr/>
                <p:nvPr/>
              </p:nvSpPr>
              <p:spPr>
                <a:xfrm>
                  <a:off x="5448875" y="1902382"/>
                  <a:ext cx="2971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1" h="602" extrusionOk="0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6"/>
                        <a:pt x="136" y="601"/>
                        <a:pt x="301" y="601"/>
                      </a:cubicBezTo>
                      <a:cubicBezTo>
                        <a:pt x="303" y="601"/>
                        <a:pt x="305" y="601"/>
                        <a:pt x="307" y="601"/>
                      </a:cubicBezTo>
                      <a:lnTo>
                        <a:pt x="14783" y="601"/>
                      </a:lnTo>
                      <a:cubicBezTo>
                        <a:pt x="14785" y="601"/>
                        <a:pt x="14787" y="601"/>
                        <a:pt x="14789" y="601"/>
                      </a:cubicBezTo>
                      <a:cubicBezTo>
                        <a:pt x="14955" y="601"/>
                        <a:pt x="15090" y="466"/>
                        <a:pt x="15090" y="300"/>
                      </a:cubicBezTo>
                      <a:cubicBezTo>
                        <a:pt x="15090" y="134"/>
                        <a:pt x="14955" y="0"/>
                        <a:pt x="14789" y="0"/>
                      </a:cubicBezTo>
                      <a:cubicBezTo>
                        <a:pt x="14787" y="0"/>
                        <a:pt x="14785" y="0"/>
                        <a:pt x="14783" y="0"/>
                      </a:cubicBezTo>
                      <a:lnTo>
                        <a:pt x="307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32"/>
                <p:cNvSpPr/>
                <p:nvPr/>
              </p:nvSpPr>
              <p:spPr>
                <a:xfrm>
                  <a:off x="5312305" y="1902382"/>
                  <a:ext cx="85711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602" extrusionOk="0">
                      <a:moveTo>
                        <a:pt x="294" y="0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4059" y="601"/>
                      </a:lnTo>
                      <a:cubicBezTo>
                        <a:pt x="4222" y="598"/>
                        <a:pt x="4353" y="464"/>
                        <a:pt x="4353" y="300"/>
                      </a:cubicBezTo>
                      <a:cubicBezTo>
                        <a:pt x="4353" y="137"/>
                        <a:pt x="4222" y="4"/>
                        <a:pt x="40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4"/>
          <p:cNvSpPr txBox="1">
            <a:spLocks noGrp="1"/>
          </p:cNvSpPr>
          <p:nvPr>
            <p:ph type="title"/>
          </p:nvPr>
        </p:nvSpPr>
        <p:spPr>
          <a:xfrm>
            <a:off x="876325" y="1458974"/>
            <a:ext cx="4559100" cy="21469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Pourquoi se préoccuper des risques ?</a:t>
            </a:r>
            <a:endParaRPr dirty="0"/>
          </a:p>
        </p:txBody>
      </p:sp>
      <p:sp>
        <p:nvSpPr>
          <p:cNvPr id="530" name="Google Shape;530;p34"/>
          <p:cNvSpPr/>
          <p:nvPr/>
        </p:nvSpPr>
        <p:spPr>
          <a:xfrm>
            <a:off x="4852595" y="1019964"/>
            <a:ext cx="4096109" cy="3188437"/>
          </a:xfrm>
          <a:custGeom>
            <a:avLst/>
            <a:gdLst/>
            <a:ahLst/>
            <a:cxnLst/>
            <a:rect l="l" t="t" r="r" b="b"/>
            <a:pathLst>
              <a:path w="209681" h="163217" extrusionOk="0">
                <a:moveTo>
                  <a:pt x="126215" y="0"/>
                </a:moveTo>
                <a:cubicBezTo>
                  <a:pt x="125383" y="0"/>
                  <a:pt x="124543" y="14"/>
                  <a:pt x="123697" y="42"/>
                </a:cubicBezTo>
                <a:cubicBezTo>
                  <a:pt x="87871" y="1241"/>
                  <a:pt x="57324" y="25234"/>
                  <a:pt x="32056" y="44028"/>
                </a:cubicBezTo>
                <a:cubicBezTo>
                  <a:pt x="6790" y="62820"/>
                  <a:pt x="0" y="92011"/>
                  <a:pt x="14709" y="114804"/>
                </a:cubicBezTo>
                <a:cubicBezTo>
                  <a:pt x="29416" y="137597"/>
                  <a:pt x="52798" y="127999"/>
                  <a:pt x="82590" y="142793"/>
                </a:cubicBezTo>
                <a:cubicBezTo>
                  <a:pt x="107746" y="155286"/>
                  <a:pt x="115695" y="163217"/>
                  <a:pt x="137537" y="163217"/>
                </a:cubicBezTo>
                <a:cubicBezTo>
                  <a:pt x="141563" y="163217"/>
                  <a:pt x="146062" y="162947"/>
                  <a:pt x="151227" y="162387"/>
                </a:cubicBezTo>
                <a:cubicBezTo>
                  <a:pt x="184414" y="158788"/>
                  <a:pt x="209680" y="122000"/>
                  <a:pt x="205910" y="82814"/>
                </a:cubicBezTo>
                <a:cubicBezTo>
                  <a:pt x="202138" y="43628"/>
                  <a:pt x="182150" y="23634"/>
                  <a:pt x="182150" y="23634"/>
                </a:cubicBezTo>
                <a:cubicBezTo>
                  <a:pt x="182150" y="23634"/>
                  <a:pt x="160581" y="0"/>
                  <a:pt x="1262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1" name="Google Shape;531;p34"/>
          <p:cNvGrpSpPr/>
          <p:nvPr/>
        </p:nvGrpSpPr>
        <p:grpSpPr>
          <a:xfrm>
            <a:off x="6838496" y="1220575"/>
            <a:ext cx="1429179" cy="2999824"/>
            <a:chOff x="5431588" y="1307171"/>
            <a:chExt cx="1423580" cy="2988072"/>
          </a:xfrm>
        </p:grpSpPr>
        <p:sp>
          <p:nvSpPr>
            <p:cNvPr id="532" name="Google Shape;532;p34"/>
            <p:cNvSpPr/>
            <p:nvPr/>
          </p:nvSpPr>
          <p:spPr>
            <a:xfrm>
              <a:off x="5536047" y="1312545"/>
              <a:ext cx="1313785" cy="2977344"/>
            </a:xfrm>
            <a:custGeom>
              <a:avLst/>
              <a:gdLst/>
              <a:ahLst/>
              <a:cxnLst/>
              <a:rect l="l" t="t" r="r" b="b"/>
              <a:pathLst>
                <a:path w="68947" h="156250" extrusionOk="0">
                  <a:moveTo>
                    <a:pt x="145" y="0"/>
                  </a:moveTo>
                  <a:cubicBezTo>
                    <a:pt x="65" y="0"/>
                    <a:pt x="0" y="64"/>
                    <a:pt x="0" y="145"/>
                  </a:cubicBezTo>
                  <a:lnTo>
                    <a:pt x="0" y="156105"/>
                  </a:lnTo>
                  <a:cubicBezTo>
                    <a:pt x="0" y="156185"/>
                    <a:pt x="65" y="156249"/>
                    <a:pt x="145" y="156249"/>
                  </a:cubicBezTo>
                  <a:lnTo>
                    <a:pt x="63378" y="156249"/>
                  </a:lnTo>
                  <a:cubicBezTo>
                    <a:pt x="66452" y="156249"/>
                    <a:pt x="68946" y="153757"/>
                    <a:pt x="68946" y="150682"/>
                  </a:cubicBezTo>
                  <a:lnTo>
                    <a:pt x="68946" y="5305"/>
                  </a:lnTo>
                  <a:cubicBezTo>
                    <a:pt x="68946" y="2375"/>
                    <a:pt x="66570" y="0"/>
                    <a:pt x="63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5530674" y="1307171"/>
              <a:ext cx="1324494" cy="2988072"/>
            </a:xfrm>
            <a:custGeom>
              <a:avLst/>
              <a:gdLst/>
              <a:ahLst/>
              <a:cxnLst/>
              <a:rect l="l" t="t" r="r" b="b"/>
              <a:pathLst>
                <a:path w="69509" h="156813" extrusionOk="0">
                  <a:moveTo>
                    <a:pt x="64778" y="564"/>
                  </a:moveTo>
                  <a:cubicBezTo>
                    <a:pt x="67077" y="564"/>
                    <a:pt x="68947" y="2433"/>
                    <a:pt x="68947" y="4732"/>
                  </a:cubicBezTo>
                  <a:lnTo>
                    <a:pt x="68947" y="152083"/>
                  </a:lnTo>
                  <a:cubicBezTo>
                    <a:pt x="68947" y="154380"/>
                    <a:pt x="67077" y="156250"/>
                    <a:pt x="64778" y="156250"/>
                  </a:cubicBezTo>
                  <a:lnTo>
                    <a:pt x="4731" y="156250"/>
                  </a:lnTo>
                  <a:cubicBezTo>
                    <a:pt x="2432" y="156250"/>
                    <a:pt x="562" y="154380"/>
                    <a:pt x="562" y="152083"/>
                  </a:cubicBezTo>
                  <a:lnTo>
                    <a:pt x="562" y="4732"/>
                  </a:lnTo>
                  <a:cubicBezTo>
                    <a:pt x="562" y="2433"/>
                    <a:pt x="2432" y="564"/>
                    <a:pt x="4731" y="564"/>
                  </a:cubicBezTo>
                  <a:close/>
                  <a:moveTo>
                    <a:pt x="4731" y="1"/>
                  </a:moveTo>
                  <a:cubicBezTo>
                    <a:pt x="2123" y="1"/>
                    <a:pt x="1" y="2123"/>
                    <a:pt x="1" y="4732"/>
                  </a:cubicBezTo>
                  <a:lnTo>
                    <a:pt x="1" y="152083"/>
                  </a:lnTo>
                  <a:cubicBezTo>
                    <a:pt x="1" y="154691"/>
                    <a:pt x="2123" y="156813"/>
                    <a:pt x="4731" y="156813"/>
                  </a:cubicBezTo>
                  <a:lnTo>
                    <a:pt x="64778" y="156813"/>
                  </a:lnTo>
                  <a:cubicBezTo>
                    <a:pt x="67386" y="156813"/>
                    <a:pt x="69508" y="154691"/>
                    <a:pt x="69508" y="152083"/>
                  </a:cubicBezTo>
                  <a:lnTo>
                    <a:pt x="69508" y="4732"/>
                  </a:lnTo>
                  <a:cubicBezTo>
                    <a:pt x="69508" y="2123"/>
                    <a:pt x="67386" y="1"/>
                    <a:pt x="6477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6788418" y="1565043"/>
              <a:ext cx="35004" cy="268733"/>
            </a:xfrm>
            <a:custGeom>
              <a:avLst/>
              <a:gdLst/>
              <a:ahLst/>
              <a:cxnLst/>
              <a:rect l="l" t="t" r="r" b="b"/>
              <a:pathLst>
                <a:path w="1837" h="14103" extrusionOk="0">
                  <a:moveTo>
                    <a:pt x="919" y="1"/>
                  </a:moveTo>
                  <a:cubicBezTo>
                    <a:pt x="416" y="1"/>
                    <a:pt x="8" y="403"/>
                    <a:pt x="0" y="906"/>
                  </a:cubicBezTo>
                  <a:lnTo>
                    <a:pt x="0" y="13185"/>
                  </a:lnTo>
                  <a:cubicBezTo>
                    <a:pt x="0" y="13691"/>
                    <a:pt x="412" y="14103"/>
                    <a:pt x="919" y="14103"/>
                  </a:cubicBezTo>
                  <a:cubicBezTo>
                    <a:pt x="1425" y="14103"/>
                    <a:pt x="1837" y="13691"/>
                    <a:pt x="1837" y="13184"/>
                  </a:cubicBezTo>
                  <a:lnTo>
                    <a:pt x="1837" y="906"/>
                  </a:lnTo>
                  <a:cubicBezTo>
                    <a:pt x="1829" y="403"/>
                    <a:pt x="1421" y="1"/>
                    <a:pt x="91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6788418" y="1885033"/>
              <a:ext cx="35004" cy="165512"/>
            </a:xfrm>
            <a:custGeom>
              <a:avLst/>
              <a:gdLst/>
              <a:ahLst/>
              <a:cxnLst/>
              <a:rect l="l" t="t" r="r" b="b"/>
              <a:pathLst>
                <a:path w="1837" h="8686" extrusionOk="0">
                  <a:moveTo>
                    <a:pt x="919" y="0"/>
                  </a:moveTo>
                  <a:cubicBezTo>
                    <a:pt x="416" y="0"/>
                    <a:pt x="8" y="403"/>
                    <a:pt x="0" y="906"/>
                  </a:cubicBezTo>
                  <a:lnTo>
                    <a:pt x="0" y="7767"/>
                  </a:lnTo>
                  <a:cubicBezTo>
                    <a:pt x="0" y="8274"/>
                    <a:pt x="412" y="8686"/>
                    <a:pt x="919" y="8686"/>
                  </a:cubicBezTo>
                  <a:cubicBezTo>
                    <a:pt x="1425" y="8684"/>
                    <a:pt x="1837" y="8274"/>
                    <a:pt x="1837" y="7767"/>
                  </a:cubicBezTo>
                  <a:lnTo>
                    <a:pt x="1837" y="906"/>
                  </a:lnTo>
                  <a:cubicBezTo>
                    <a:pt x="1829" y="403"/>
                    <a:pt x="1421" y="0"/>
                    <a:pt x="919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5436923" y="1312545"/>
              <a:ext cx="1313766" cy="2977344"/>
            </a:xfrm>
            <a:custGeom>
              <a:avLst/>
              <a:gdLst/>
              <a:ahLst/>
              <a:cxnLst/>
              <a:rect l="l" t="t" r="r" b="b"/>
              <a:pathLst>
                <a:path w="68946" h="156250" extrusionOk="0">
                  <a:moveTo>
                    <a:pt x="4728" y="0"/>
                  </a:moveTo>
                  <a:cubicBezTo>
                    <a:pt x="2118" y="0"/>
                    <a:pt x="0" y="2118"/>
                    <a:pt x="0" y="4730"/>
                  </a:cubicBezTo>
                  <a:lnTo>
                    <a:pt x="0" y="151516"/>
                  </a:lnTo>
                  <a:cubicBezTo>
                    <a:pt x="0" y="154130"/>
                    <a:pt x="2119" y="156249"/>
                    <a:pt x="4734" y="156249"/>
                  </a:cubicBezTo>
                  <a:lnTo>
                    <a:pt x="63850" y="156249"/>
                  </a:lnTo>
                  <a:cubicBezTo>
                    <a:pt x="66663" y="156249"/>
                    <a:pt x="68946" y="153968"/>
                    <a:pt x="68946" y="151153"/>
                  </a:cubicBezTo>
                  <a:lnTo>
                    <a:pt x="68946" y="4485"/>
                  </a:lnTo>
                  <a:cubicBezTo>
                    <a:pt x="68946" y="2009"/>
                    <a:pt x="66938" y="0"/>
                    <a:pt x="6446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5431588" y="1307171"/>
              <a:ext cx="1324475" cy="2988072"/>
            </a:xfrm>
            <a:custGeom>
              <a:avLst/>
              <a:gdLst/>
              <a:ahLst/>
              <a:cxnLst/>
              <a:rect l="l" t="t" r="r" b="b"/>
              <a:pathLst>
                <a:path w="69508" h="156813" extrusionOk="0">
                  <a:moveTo>
                    <a:pt x="64778" y="564"/>
                  </a:moveTo>
                  <a:cubicBezTo>
                    <a:pt x="67075" y="564"/>
                    <a:pt x="68944" y="2433"/>
                    <a:pt x="68944" y="4732"/>
                  </a:cubicBezTo>
                  <a:lnTo>
                    <a:pt x="68944" y="152083"/>
                  </a:lnTo>
                  <a:cubicBezTo>
                    <a:pt x="68944" y="154380"/>
                    <a:pt x="67075" y="156250"/>
                    <a:pt x="64778" y="156250"/>
                  </a:cubicBezTo>
                  <a:lnTo>
                    <a:pt x="4730" y="156250"/>
                  </a:lnTo>
                  <a:cubicBezTo>
                    <a:pt x="2431" y="156250"/>
                    <a:pt x="562" y="154380"/>
                    <a:pt x="562" y="152083"/>
                  </a:cubicBezTo>
                  <a:lnTo>
                    <a:pt x="562" y="4732"/>
                  </a:lnTo>
                  <a:cubicBezTo>
                    <a:pt x="562" y="2433"/>
                    <a:pt x="2431" y="564"/>
                    <a:pt x="4730" y="564"/>
                  </a:cubicBezTo>
                  <a:close/>
                  <a:moveTo>
                    <a:pt x="4730" y="1"/>
                  </a:moveTo>
                  <a:cubicBezTo>
                    <a:pt x="2121" y="1"/>
                    <a:pt x="0" y="2123"/>
                    <a:pt x="0" y="4732"/>
                  </a:cubicBezTo>
                  <a:lnTo>
                    <a:pt x="0" y="152083"/>
                  </a:lnTo>
                  <a:cubicBezTo>
                    <a:pt x="0" y="154691"/>
                    <a:pt x="2121" y="156813"/>
                    <a:pt x="4730" y="156813"/>
                  </a:cubicBezTo>
                  <a:lnTo>
                    <a:pt x="64778" y="156813"/>
                  </a:lnTo>
                  <a:cubicBezTo>
                    <a:pt x="67385" y="156813"/>
                    <a:pt x="69507" y="154691"/>
                    <a:pt x="69507" y="152083"/>
                  </a:cubicBezTo>
                  <a:lnTo>
                    <a:pt x="69507" y="4732"/>
                  </a:lnTo>
                  <a:cubicBezTo>
                    <a:pt x="69507" y="2123"/>
                    <a:pt x="67385" y="1"/>
                    <a:pt x="6477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5524405" y="1510774"/>
              <a:ext cx="1138841" cy="2553675"/>
            </a:xfrm>
            <a:custGeom>
              <a:avLst/>
              <a:gdLst/>
              <a:ahLst/>
              <a:cxnLst/>
              <a:rect l="l" t="t" r="r" b="b"/>
              <a:pathLst>
                <a:path w="59766" h="134016" extrusionOk="0">
                  <a:moveTo>
                    <a:pt x="0" y="0"/>
                  </a:moveTo>
                  <a:lnTo>
                    <a:pt x="0" y="134015"/>
                  </a:lnTo>
                  <a:lnTo>
                    <a:pt x="59765" y="134015"/>
                  </a:lnTo>
                  <a:lnTo>
                    <a:pt x="5976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5908897" y="1413079"/>
              <a:ext cx="334834" cy="32146"/>
            </a:xfrm>
            <a:custGeom>
              <a:avLst/>
              <a:gdLst/>
              <a:ahLst/>
              <a:cxnLst/>
              <a:rect l="l" t="t" r="r" b="b"/>
              <a:pathLst>
                <a:path w="17572" h="1687" extrusionOk="0">
                  <a:moveTo>
                    <a:pt x="831" y="1"/>
                  </a:moveTo>
                  <a:cubicBezTo>
                    <a:pt x="371" y="8"/>
                    <a:pt x="0" y="383"/>
                    <a:pt x="0" y="844"/>
                  </a:cubicBezTo>
                  <a:cubicBezTo>
                    <a:pt x="0" y="1305"/>
                    <a:pt x="371" y="1680"/>
                    <a:pt x="831" y="1687"/>
                  </a:cubicBezTo>
                  <a:lnTo>
                    <a:pt x="16742" y="1687"/>
                  </a:lnTo>
                  <a:cubicBezTo>
                    <a:pt x="17203" y="1680"/>
                    <a:pt x="17572" y="1305"/>
                    <a:pt x="17572" y="844"/>
                  </a:cubicBezTo>
                  <a:cubicBezTo>
                    <a:pt x="17572" y="383"/>
                    <a:pt x="17203" y="8"/>
                    <a:pt x="16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5994701" y="4116888"/>
              <a:ext cx="58308" cy="75839"/>
            </a:xfrm>
            <a:custGeom>
              <a:avLst/>
              <a:gdLst/>
              <a:ahLst/>
              <a:cxnLst/>
              <a:rect l="l" t="t" r="r" b="b"/>
              <a:pathLst>
                <a:path w="3060" h="3980" extrusionOk="0">
                  <a:moveTo>
                    <a:pt x="1531" y="1"/>
                  </a:moveTo>
                  <a:cubicBezTo>
                    <a:pt x="685" y="1"/>
                    <a:pt x="1" y="892"/>
                    <a:pt x="1" y="1990"/>
                  </a:cubicBezTo>
                  <a:cubicBezTo>
                    <a:pt x="1" y="3088"/>
                    <a:pt x="685" y="3979"/>
                    <a:pt x="1529" y="3979"/>
                  </a:cubicBezTo>
                  <a:cubicBezTo>
                    <a:pt x="2374" y="3979"/>
                    <a:pt x="3059" y="3088"/>
                    <a:pt x="3059" y="1990"/>
                  </a:cubicBezTo>
                  <a:cubicBezTo>
                    <a:pt x="3059" y="892"/>
                    <a:pt x="2375" y="1"/>
                    <a:pt x="1531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5896301" y="1685680"/>
              <a:ext cx="395010" cy="460597"/>
            </a:xfrm>
            <a:custGeom>
              <a:avLst/>
              <a:gdLst/>
              <a:ahLst/>
              <a:cxnLst/>
              <a:rect l="l" t="t" r="r" b="b"/>
              <a:pathLst>
                <a:path w="20730" h="24172" extrusionOk="0">
                  <a:moveTo>
                    <a:pt x="10366" y="1"/>
                  </a:moveTo>
                  <a:cubicBezTo>
                    <a:pt x="7617" y="1"/>
                    <a:pt x="4980" y="1274"/>
                    <a:pt x="3036" y="3541"/>
                  </a:cubicBezTo>
                  <a:cubicBezTo>
                    <a:pt x="1093" y="5807"/>
                    <a:pt x="0" y="8881"/>
                    <a:pt x="0" y="12086"/>
                  </a:cubicBezTo>
                  <a:cubicBezTo>
                    <a:pt x="0" y="15291"/>
                    <a:pt x="1093" y="18366"/>
                    <a:pt x="3036" y="20632"/>
                  </a:cubicBezTo>
                  <a:cubicBezTo>
                    <a:pt x="4980" y="22899"/>
                    <a:pt x="7617" y="24172"/>
                    <a:pt x="10366" y="24172"/>
                  </a:cubicBezTo>
                  <a:cubicBezTo>
                    <a:pt x="13113" y="24172"/>
                    <a:pt x="15750" y="22899"/>
                    <a:pt x="17694" y="20632"/>
                  </a:cubicBezTo>
                  <a:cubicBezTo>
                    <a:pt x="19639" y="18366"/>
                    <a:pt x="20730" y="15291"/>
                    <a:pt x="20730" y="12086"/>
                  </a:cubicBezTo>
                  <a:cubicBezTo>
                    <a:pt x="20730" y="8881"/>
                    <a:pt x="19639" y="5807"/>
                    <a:pt x="17694" y="3541"/>
                  </a:cubicBezTo>
                  <a:cubicBezTo>
                    <a:pt x="15750" y="1274"/>
                    <a:pt x="13113" y="1"/>
                    <a:pt x="103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6018806" y="1738157"/>
              <a:ext cx="150001" cy="174906"/>
            </a:xfrm>
            <a:custGeom>
              <a:avLst/>
              <a:gdLst/>
              <a:ahLst/>
              <a:cxnLst/>
              <a:rect l="l" t="t" r="r" b="b"/>
              <a:pathLst>
                <a:path w="7872" h="9179" extrusionOk="0">
                  <a:moveTo>
                    <a:pt x="3937" y="1"/>
                  </a:moveTo>
                  <a:cubicBezTo>
                    <a:pt x="1762" y="1"/>
                    <a:pt x="0" y="2055"/>
                    <a:pt x="0" y="4590"/>
                  </a:cubicBezTo>
                  <a:cubicBezTo>
                    <a:pt x="0" y="7125"/>
                    <a:pt x="1762" y="9179"/>
                    <a:pt x="3937" y="9179"/>
                  </a:cubicBezTo>
                  <a:cubicBezTo>
                    <a:pt x="6110" y="9179"/>
                    <a:pt x="7872" y="7125"/>
                    <a:pt x="7872" y="4590"/>
                  </a:cubicBezTo>
                  <a:cubicBezTo>
                    <a:pt x="7872" y="2055"/>
                    <a:pt x="6110" y="1"/>
                    <a:pt x="3937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6013432" y="1732803"/>
              <a:ext cx="160748" cy="185634"/>
            </a:xfrm>
            <a:custGeom>
              <a:avLst/>
              <a:gdLst/>
              <a:ahLst/>
              <a:cxnLst/>
              <a:rect l="l" t="t" r="r" b="b"/>
              <a:pathLst>
                <a:path w="8436" h="9742" extrusionOk="0">
                  <a:moveTo>
                    <a:pt x="4219" y="562"/>
                  </a:moveTo>
                  <a:cubicBezTo>
                    <a:pt x="6234" y="562"/>
                    <a:pt x="7874" y="2494"/>
                    <a:pt x="7874" y="4871"/>
                  </a:cubicBezTo>
                  <a:cubicBezTo>
                    <a:pt x="7874" y="7247"/>
                    <a:pt x="6234" y="9180"/>
                    <a:pt x="4219" y="9180"/>
                  </a:cubicBezTo>
                  <a:cubicBezTo>
                    <a:pt x="2203" y="9180"/>
                    <a:pt x="562" y="7247"/>
                    <a:pt x="562" y="4871"/>
                  </a:cubicBezTo>
                  <a:cubicBezTo>
                    <a:pt x="562" y="2494"/>
                    <a:pt x="2203" y="562"/>
                    <a:pt x="4219" y="562"/>
                  </a:cubicBezTo>
                  <a:close/>
                  <a:moveTo>
                    <a:pt x="4219" y="0"/>
                  </a:moveTo>
                  <a:cubicBezTo>
                    <a:pt x="1892" y="0"/>
                    <a:pt x="1" y="2185"/>
                    <a:pt x="1" y="4871"/>
                  </a:cubicBezTo>
                  <a:cubicBezTo>
                    <a:pt x="1" y="7556"/>
                    <a:pt x="1892" y="9741"/>
                    <a:pt x="4219" y="9741"/>
                  </a:cubicBezTo>
                  <a:cubicBezTo>
                    <a:pt x="6544" y="9741"/>
                    <a:pt x="8435" y="7556"/>
                    <a:pt x="8435" y="4871"/>
                  </a:cubicBezTo>
                  <a:cubicBezTo>
                    <a:pt x="8435" y="2185"/>
                    <a:pt x="6544" y="0"/>
                    <a:pt x="4219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5957544" y="1936386"/>
              <a:ext cx="272525" cy="209891"/>
            </a:xfrm>
            <a:custGeom>
              <a:avLst/>
              <a:gdLst/>
              <a:ahLst/>
              <a:cxnLst/>
              <a:rect l="l" t="t" r="r" b="b"/>
              <a:pathLst>
                <a:path w="14302" h="11015" extrusionOk="0">
                  <a:moveTo>
                    <a:pt x="7152" y="1"/>
                  </a:moveTo>
                  <a:cubicBezTo>
                    <a:pt x="3202" y="1"/>
                    <a:pt x="1" y="3014"/>
                    <a:pt x="1" y="6731"/>
                  </a:cubicBezTo>
                  <a:cubicBezTo>
                    <a:pt x="4" y="7077"/>
                    <a:pt x="34" y="7421"/>
                    <a:pt x="93" y="7763"/>
                  </a:cubicBezTo>
                  <a:cubicBezTo>
                    <a:pt x="1945" y="9775"/>
                    <a:pt x="4421" y="11015"/>
                    <a:pt x="7152" y="11015"/>
                  </a:cubicBezTo>
                  <a:cubicBezTo>
                    <a:pt x="9882" y="11015"/>
                    <a:pt x="12358" y="9775"/>
                    <a:pt x="14209" y="7763"/>
                  </a:cubicBezTo>
                  <a:cubicBezTo>
                    <a:pt x="14268" y="7421"/>
                    <a:pt x="14298" y="7077"/>
                    <a:pt x="14301" y="6731"/>
                  </a:cubicBezTo>
                  <a:cubicBezTo>
                    <a:pt x="14301" y="3014"/>
                    <a:pt x="11100" y="1"/>
                    <a:pt x="715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5952190" y="1931032"/>
              <a:ext cx="283234" cy="220619"/>
            </a:xfrm>
            <a:custGeom>
              <a:avLst/>
              <a:gdLst/>
              <a:ahLst/>
              <a:cxnLst/>
              <a:rect l="l" t="t" r="r" b="b"/>
              <a:pathLst>
                <a:path w="14864" h="11578" extrusionOk="0">
                  <a:moveTo>
                    <a:pt x="7433" y="562"/>
                  </a:moveTo>
                  <a:cubicBezTo>
                    <a:pt x="11220" y="562"/>
                    <a:pt x="14302" y="3455"/>
                    <a:pt x="14302" y="7012"/>
                  </a:cubicBezTo>
                  <a:cubicBezTo>
                    <a:pt x="14299" y="7314"/>
                    <a:pt x="14274" y="7616"/>
                    <a:pt x="14226" y="7915"/>
                  </a:cubicBezTo>
                  <a:cubicBezTo>
                    <a:pt x="12358" y="9913"/>
                    <a:pt x="9949" y="11014"/>
                    <a:pt x="7433" y="11014"/>
                  </a:cubicBezTo>
                  <a:cubicBezTo>
                    <a:pt x="4917" y="11014"/>
                    <a:pt x="2506" y="9915"/>
                    <a:pt x="638" y="7915"/>
                  </a:cubicBezTo>
                  <a:cubicBezTo>
                    <a:pt x="590" y="7616"/>
                    <a:pt x="565" y="7314"/>
                    <a:pt x="563" y="7012"/>
                  </a:cubicBezTo>
                  <a:cubicBezTo>
                    <a:pt x="563" y="3455"/>
                    <a:pt x="3644" y="562"/>
                    <a:pt x="7433" y="562"/>
                  </a:cubicBezTo>
                  <a:close/>
                  <a:moveTo>
                    <a:pt x="7433" y="0"/>
                  </a:moveTo>
                  <a:cubicBezTo>
                    <a:pt x="3334" y="0"/>
                    <a:pt x="0" y="3146"/>
                    <a:pt x="0" y="7012"/>
                  </a:cubicBezTo>
                  <a:cubicBezTo>
                    <a:pt x="0" y="7345"/>
                    <a:pt x="31" y="7688"/>
                    <a:pt x="97" y="8089"/>
                  </a:cubicBezTo>
                  <a:cubicBezTo>
                    <a:pt x="105" y="8143"/>
                    <a:pt x="130" y="8194"/>
                    <a:pt x="167" y="8235"/>
                  </a:cubicBezTo>
                  <a:cubicBezTo>
                    <a:pt x="2152" y="10390"/>
                    <a:pt x="4732" y="11577"/>
                    <a:pt x="7433" y="11577"/>
                  </a:cubicBezTo>
                  <a:cubicBezTo>
                    <a:pt x="10134" y="11577"/>
                    <a:pt x="12714" y="10390"/>
                    <a:pt x="14697" y="8235"/>
                  </a:cubicBezTo>
                  <a:cubicBezTo>
                    <a:pt x="14734" y="8194"/>
                    <a:pt x="14759" y="8143"/>
                    <a:pt x="14767" y="8089"/>
                  </a:cubicBezTo>
                  <a:cubicBezTo>
                    <a:pt x="14833" y="7688"/>
                    <a:pt x="14864" y="7345"/>
                    <a:pt x="14864" y="7012"/>
                  </a:cubicBezTo>
                  <a:cubicBezTo>
                    <a:pt x="14864" y="3146"/>
                    <a:pt x="11530" y="0"/>
                    <a:pt x="7433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5807695" y="2262875"/>
              <a:ext cx="572222" cy="655835"/>
            </a:xfrm>
            <a:custGeom>
              <a:avLst/>
              <a:gdLst/>
              <a:ahLst/>
              <a:cxnLst/>
              <a:rect l="l" t="t" r="r" b="b"/>
              <a:pathLst>
                <a:path w="30030" h="34418" extrusionOk="0">
                  <a:moveTo>
                    <a:pt x="15016" y="5228"/>
                  </a:moveTo>
                  <a:cubicBezTo>
                    <a:pt x="20632" y="5228"/>
                    <a:pt x="25203" y="10176"/>
                    <a:pt x="25203" y="16261"/>
                  </a:cubicBezTo>
                  <a:lnTo>
                    <a:pt x="25203" y="29190"/>
                  </a:lnTo>
                  <a:lnTo>
                    <a:pt x="4827" y="29190"/>
                  </a:lnTo>
                  <a:lnTo>
                    <a:pt x="4827" y="16261"/>
                  </a:lnTo>
                  <a:cubicBezTo>
                    <a:pt x="4827" y="10176"/>
                    <a:pt x="9398" y="5228"/>
                    <a:pt x="15016" y="5228"/>
                  </a:cubicBezTo>
                  <a:close/>
                  <a:moveTo>
                    <a:pt x="15016" y="1"/>
                  </a:moveTo>
                  <a:cubicBezTo>
                    <a:pt x="6736" y="1"/>
                    <a:pt x="1" y="7294"/>
                    <a:pt x="1" y="16261"/>
                  </a:cubicBezTo>
                  <a:lnTo>
                    <a:pt x="1" y="31804"/>
                  </a:lnTo>
                  <a:cubicBezTo>
                    <a:pt x="1" y="33248"/>
                    <a:pt x="1082" y="34417"/>
                    <a:pt x="2415" y="34417"/>
                  </a:cubicBezTo>
                  <a:lnTo>
                    <a:pt x="27617" y="34417"/>
                  </a:lnTo>
                  <a:cubicBezTo>
                    <a:pt x="28950" y="34417"/>
                    <a:pt x="30029" y="33248"/>
                    <a:pt x="30029" y="31804"/>
                  </a:cubicBezTo>
                  <a:lnTo>
                    <a:pt x="30029" y="16261"/>
                  </a:lnTo>
                  <a:cubicBezTo>
                    <a:pt x="30029" y="7294"/>
                    <a:pt x="23294" y="1"/>
                    <a:pt x="1501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5760458" y="2716555"/>
              <a:ext cx="666715" cy="630778"/>
            </a:xfrm>
            <a:custGeom>
              <a:avLst/>
              <a:gdLst/>
              <a:ahLst/>
              <a:cxnLst/>
              <a:rect l="l" t="t" r="r" b="b"/>
              <a:pathLst>
                <a:path w="34989" h="33103" extrusionOk="0">
                  <a:moveTo>
                    <a:pt x="1" y="1"/>
                  </a:moveTo>
                  <a:lnTo>
                    <a:pt x="1" y="33102"/>
                  </a:lnTo>
                  <a:lnTo>
                    <a:pt x="34989" y="33102"/>
                  </a:lnTo>
                  <a:lnTo>
                    <a:pt x="34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6003181" y="2875188"/>
              <a:ext cx="187806" cy="275745"/>
            </a:xfrm>
            <a:custGeom>
              <a:avLst/>
              <a:gdLst/>
              <a:ahLst/>
              <a:cxnLst/>
              <a:rect l="l" t="t" r="r" b="b"/>
              <a:pathLst>
                <a:path w="9856" h="14471" extrusionOk="0">
                  <a:moveTo>
                    <a:pt x="4927" y="1"/>
                  </a:moveTo>
                  <a:cubicBezTo>
                    <a:pt x="2633" y="1"/>
                    <a:pt x="772" y="2016"/>
                    <a:pt x="772" y="4502"/>
                  </a:cubicBezTo>
                  <a:cubicBezTo>
                    <a:pt x="772" y="6052"/>
                    <a:pt x="1496" y="7417"/>
                    <a:pt x="2595" y="8227"/>
                  </a:cubicBezTo>
                  <a:lnTo>
                    <a:pt x="1" y="14470"/>
                  </a:lnTo>
                  <a:lnTo>
                    <a:pt x="9856" y="14470"/>
                  </a:lnTo>
                  <a:lnTo>
                    <a:pt x="7261" y="8227"/>
                  </a:lnTo>
                  <a:cubicBezTo>
                    <a:pt x="8361" y="7417"/>
                    <a:pt x="9084" y="6050"/>
                    <a:pt x="9084" y="4502"/>
                  </a:cubicBezTo>
                  <a:cubicBezTo>
                    <a:pt x="9084" y="2016"/>
                    <a:pt x="7223" y="1"/>
                    <a:pt x="4927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5996759" y="2869853"/>
              <a:ext cx="200611" cy="286435"/>
            </a:xfrm>
            <a:custGeom>
              <a:avLst/>
              <a:gdLst/>
              <a:ahLst/>
              <a:cxnLst/>
              <a:rect l="l" t="t" r="r" b="b"/>
              <a:pathLst>
                <a:path w="10528" h="15032" extrusionOk="0">
                  <a:moveTo>
                    <a:pt x="5264" y="562"/>
                  </a:moveTo>
                  <a:cubicBezTo>
                    <a:pt x="7401" y="562"/>
                    <a:pt x="9139" y="2455"/>
                    <a:pt x="9139" y="4782"/>
                  </a:cubicBezTo>
                  <a:cubicBezTo>
                    <a:pt x="9139" y="6185"/>
                    <a:pt x="8501" y="7493"/>
                    <a:pt x="7430" y="8280"/>
                  </a:cubicBezTo>
                  <a:cubicBezTo>
                    <a:pt x="7327" y="8356"/>
                    <a:pt x="7287" y="8495"/>
                    <a:pt x="7337" y="8614"/>
                  </a:cubicBezTo>
                  <a:lnTo>
                    <a:pt x="9771" y="14469"/>
                  </a:lnTo>
                  <a:lnTo>
                    <a:pt x="759" y="14469"/>
                  </a:lnTo>
                  <a:lnTo>
                    <a:pt x="3192" y="8614"/>
                  </a:lnTo>
                  <a:cubicBezTo>
                    <a:pt x="3241" y="8495"/>
                    <a:pt x="3204" y="8356"/>
                    <a:pt x="3099" y="8280"/>
                  </a:cubicBezTo>
                  <a:cubicBezTo>
                    <a:pt x="2028" y="7493"/>
                    <a:pt x="1391" y="6185"/>
                    <a:pt x="1391" y="4782"/>
                  </a:cubicBezTo>
                  <a:cubicBezTo>
                    <a:pt x="1391" y="2455"/>
                    <a:pt x="3129" y="562"/>
                    <a:pt x="5264" y="562"/>
                  </a:cubicBezTo>
                  <a:close/>
                  <a:moveTo>
                    <a:pt x="5264" y="1"/>
                  </a:moveTo>
                  <a:cubicBezTo>
                    <a:pt x="2819" y="1"/>
                    <a:pt x="828" y="2146"/>
                    <a:pt x="828" y="4782"/>
                  </a:cubicBezTo>
                  <a:cubicBezTo>
                    <a:pt x="828" y="6285"/>
                    <a:pt x="1483" y="7696"/>
                    <a:pt x="2591" y="8598"/>
                  </a:cubicBezTo>
                  <a:lnTo>
                    <a:pt x="78" y="14642"/>
                  </a:lnTo>
                  <a:cubicBezTo>
                    <a:pt x="1" y="14827"/>
                    <a:pt x="136" y="15030"/>
                    <a:pt x="338" y="15032"/>
                  </a:cubicBezTo>
                  <a:lnTo>
                    <a:pt x="10193" y="15032"/>
                  </a:lnTo>
                  <a:cubicBezTo>
                    <a:pt x="10392" y="15032"/>
                    <a:pt x="10528" y="14827"/>
                    <a:pt x="10452" y="14642"/>
                  </a:cubicBezTo>
                  <a:lnTo>
                    <a:pt x="7939" y="8598"/>
                  </a:lnTo>
                  <a:cubicBezTo>
                    <a:pt x="9046" y="7696"/>
                    <a:pt x="9701" y="6285"/>
                    <a:pt x="9701" y="4782"/>
                  </a:cubicBezTo>
                  <a:cubicBezTo>
                    <a:pt x="9701" y="2146"/>
                    <a:pt x="7712" y="1"/>
                    <a:pt x="5264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5887574" y="2853485"/>
              <a:ext cx="775672" cy="1061878"/>
            </a:xfrm>
            <a:custGeom>
              <a:avLst/>
              <a:gdLst/>
              <a:ahLst/>
              <a:cxnLst/>
              <a:rect l="l" t="t" r="r" b="b"/>
              <a:pathLst>
                <a:path w="40707" h="55727" extrusionOk="0">
                  <a:moveTo>
                    <a:pt x="40706" y="1"/>
                  </a:moveTo>
                  <a:lnTo>
                    <a:pt x="100" y="55240"/>
                  </a:lnTo>
                  <a:cubicBezTo>
                    <a:pt x="1" y="55375"/>
                    <a:pt x="30" y="55568"/>
                    <a:pt x="165" y="55667"/>
                  </a:cubicBezTo>
                  <a:cubicBezTo>
                    <a:pt x="220" y="55707"/>
                    <a:pt x="283" y="55727"/>
                    <a:pt x="346" y="55727"/>
                  </a:cubicBezTo>
                  <a:cubicBezTo>
                    <a:pt x="441" y="55727"/>
                    <a:pt x="534" y="55683"/>
                    <a:pt x="594" y="55601"/>
                  </a:cubicBezTo>
                  <a:lnTo>
                    <a:pt x="40706" y="1035"/>
                  </a:lnTo>
                  <a:lnTo>
                    <a:pt x="407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6507643" y="1676190"/>
              <a:ext cx="155603" cy="218351"/>
            </a:xfrm>
            <a:custGeom>
              <a:avLst/>
              <a:gdLst/>
              <a:ahLst/>
              <a:cxnLst/>
              <a:rect l="l" t="t" r="r" b="b"/>
              <a:pathLst>
                <a:path w="8166" h="11459" extrusionOk="0">
                  <a:moveTo>
                    <a:pt x="8165" y="0"/>
                  </a:moveTo>
                  <a:lnTo>
                    <a:pt x="95" y="10977"/>
                  </a:lnTo>
                  <a:cubicBezTo>
                    <a:pt x="1" y="11112"/>
                    <a:pt x="31" y="11300"/>
                    <a:pt x="165" y="11398"/>
                  </a:cubicBezTo>
                  <a:cubicBezTo>
                    <a:pt x="220" y="11438"/>
                    <a:pt x="284" y="11458"/>
                    <a:pt x="347" y="11458"/>
                  </a:cubicBezTo>
                  <a:cubicBezTo>
                    <a:pt x="439" y="11458"/>
                    <a:pt x="529" y="11417"/>
                    <a:pt x="590" y="11338"/>
                  </a:cubicBezTo>
                  <a:lnTo>
                    <a:pt x="8165" y="1034"/>
                  </a:lnTo>
                  <a:lnTo>
                    <a:pt x="81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5524405" y="1952545"/>
              <a:ext cx="945204" cy="1292558"/>
            </a:xfrm>
            <a:custGeom>
              <a:avLst/>
              <a:gdLst/>
              <a:ahLst/>
              <a:cxnLst/>
              <a:rect l="l" t="t" r="r" b="b"/>
              <a:pathLst>
                <a:path w="49604" h="67833" extrusionOk="0">
                  <a:moveTo>
                    <a:pt x="49258" y="0"/>
                  </a:moveTo>
                  <a:cubicBezTo>
                    <a:pt x="49164" y="0"/>
                    <a:pt x="49071" y="44"/>
                    <a:pt x="49010" y="125"/>
                  </a:cubicBezTo>
                  <a:lnTo>
                    <a:pt x="0" y="66799"/>
                  </a:lnTo>
                  <a:lnTo>
                    <a:pt x="0" y="67833"/>
                  </a:lnTo>
                  <a:lnTo>
                    <a:pt x="49505" y="489"/>
                  </a:lnTo>
                  <a:cubicBezTo>
                    <a:pt x="49604" y="352"/>
                    <a:pt x="49575" y="160"/>
                    <a:pt x="49439" y="60"/>
                  </a:cubicBezTo>
                  <a:cubicBezTo>
                    <a:pt x="49384" y="20"/>
                    <a:pt x="49321" y="0"/>
                    <a:pt x="49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5795367" y="3956807"/>
              <a:ext cx="66388" cy="83975"/>
            </a:xfrm>
            <a:custGeom>
              <a:avLst/>
              <a:gdLst/>
              <a:ahLst/>
              <a:cxnLst/>
              <a:rect l="l" t="t" r="r" b="b"/>
              <a:pathLst>
                <a:path w="3484" h="4407" extrusionOk="0">
                  <a:moveTo>
                    <a:pt x="3136" y="0"/>
                  </a:moveTo>
                  <a:cubicBezTo>
                    <a:pt x="3042" y="0"/>
                    <a:pt x="2949" y="44"/>
                    <a:pt x="2890" y="125"/>
                  </a:cubicBezTo>
                  <a:lnTo>
                    <a:pt x="100" y="3920"/>
                  </a:lnTo>
                  <a:cubicBezTo>
                    <a:pt x="0" y="4057"/>
                    <a:pt x="30" y="4248"/>
                    <a:pt x="165" y="4349"/>
                  </a:cubicBezTo>
                  <a:cubicBezTo>
                    <a:pt x="218" y="4387"/>
                    <a:pt x="282" y="4407"/>
                    <a:pt x="347" y="4407"/>
                  </a:cubicBezTo>
                  <a:cubicBezTo>
                    <a:pt x="444" y="4407"/>
                    <a:pt x="536" y="4360"/>
                    <a:pt x="594" y="4283"/>
                  </a:cubicBezTo>
                  <a:lnTo>
                    <a:pt x="3383" y="488"/>
                  </a:lnTo>
                  <a:cubicBezTo>
                    <a:pt x="3483" y="351"/>
                    <a:pt x="3454" y="160"/>
                    <a:pt x="3317" y="59"/>
                  </a:cubicBezTo>
                  <a:cubicBezTo>
                    <a:pt x="3263" y="20"/>
                    <a:pt x="3199" y="0"/>
                    <a:pt x="3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6033802" y="3081344"/>
              <a:ext cx="629444" cy="862906"/>
            </a:xfrm>
            <a:custGeom>
              <a:avLst/>
              <a:gdLst/>
              <a:ahLst/>
              <a:cxnLst/>
              <a:rect l="l" t="t" r="r" b="b"/>
              <a:pathLst>
                <a:path w="33033" h="45285" extrusionOk="0">
                  <a:moveTo>
                    <a:pt x="33032" y="1"/>
                  </a:moveTo>
                  <a:lnTo>
                    <a:pt x="102" y="44797"/>
                  </a:lnTo>
                  <a:cubicBezTo>
                    <a:pt x="1" y="44934"/>
                    <a:pt x="32" y="45125"/>
                    <a:pt x="167" y="45224"/>
                  </a:cubicBezTo>
                  <a:cubicBezTo>
                    <a:pt x="222" y="45265"/>
                    <a:pt x="286" y="45284"/>
                    <a:pt x="349" y="45284"/>
                  </a:cubicBezTo>
                  <a:cubicBezTo>
                    <a:pt x="443" y="45284"/>
                    <a:pt x="535" y="45241"/>
                    <a:pt x="595" y="45159"/>
                  </a:cubicBezTo>
                  <a:lnTo>
                    <a:pt x="33032" y="1036"/>
                  </a:lnTo>
                  <a:lnTo>
                    <a:pt x="330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" name="Google Shape;555;p34"/>
          <p:cNvGrpSpPr/>
          <p:nvPr/>
        </p:nvGrpSpPr>
        <p:grpSpPr>
          <a:xfrm>
            <a:off x="5531692" y="1584414"/>
            <a:ext cx="1794502" cy="2739793"/>
            <a:chOff x="3605604" y="1716301"/>
            <a:chExt cx="1765941" cy="2696187"/>
          </a:xfrm>
        </p:grpSpPr>
        <p:sp>
          <p:nvSpPr>
            <p:cNvPr id="556" name="Google Shape;556;p34"/>
            <p:cNvSpPr/>
            <p:nvPr/>
          </p:nvSpPr>
          <p:spPr>
            <a:xfrm>
              <a:off x="3611854" y="1721637"/>
              <a:ext cx="862372" cy="1070872"/>
            </a:xfrm>
            <a:custGeom>
              <a:avLst/>
              <a:gdLst/>
              <a:ahLst/>
              <a:cxnLst/>
              <a:rect l="l" t="t" r="r" b="b"/>
              <a:pathLst>
                <a:path w="45257" h="56199" extrusionOk="0">
                  <a:moveTo>
                    <a:pt x="37476" y="1"/>
                  </a:moveTo>
                  <a:cubicBezTo>
                    <a:pt x="34727" y="1"/>
                    <a:pt x="33541" y="1233"/>
                    <a:pt x="34009" y="2053"/>
                  </a:cubicBezTo>
                  <a:cubicBezTo>
                    <a:pt x="34538" y="2979"/>
                    <a:pt x="35994" y="4038"/>
                    <a:pt x="35994" y="4038"/>
                  </a:cubicBezTo>
                  <a:cubicBezTo>
                    <a:pt x="35994" y="4038"/>
                    <a:pt x="34170" y="3024"/>
                    <a:pt x="32260" y="3024"/>
                  </a:cubicBezTo>
                  <a:cubicBezTo>
                    <a:pt x="31497" y="3024"/>
                    <a:pt x="30719" y="3186"/>
                    <a:pt x="30039" y="3640"/>
                  </a:cubicBezTo>
                  <a:cubicBezTo>
                    <a:pt x="27657" y="5228"/>
                    <a:pt x="31098" y="4566"/>
                    <a:pt x="30436" y="6154"/>
                  </a:cubicBezTo>
                  <a:cubicBezTo>
                    <a:pt x="29774" y="7743"/>
                    <a:pt x="26069" y="7081"/>
                    <a:pt x="25143" y="11316"/>
                  </a:cubicBezTo>
                  <a:cubicBezTo>
                    <a:pt x="24217" y="15550"/>
                    <a:pt x="26864" y="19785"/>
                    <a:pt x="24481" y="21637"/>
                  </a:cubicBezTo>
                  <a:cubicBezTo>
                    <a:pt x="22099" y="23490"/>
                    <a:pt x="14954" y="20975"/>
                    <a:pt x="12837" y="25607"/>
                  </a:cubicBezTo>
                  <a:cubicBezTo>
                    <a:pt x="10719" y="30239"/>
                    <a:pt x="13712" y="32291"/>
                    <a:pt x="8684" y="35202"/>
                  </a:cubicBezTo>
                  <a:cubicBezTo>
                    <a:pt x="3657" y="38112"/>
                    <a:pt x="1" y="40958"/>
                    <a:pt x="1456" y="48103"/>
                  </a:cubicBezTo>
                  <a:cubicBezTo>
                    <a:pt x="2544" y="53444"/>
                    <a:pt x="5480" y="56198"/>
                    <a:pt x="10818" y="56198"/>
                  </a:cubicBezTo>
                  <a:cubicBezTo>
                    <a:pt x="12621" y="56198"/>
                    <a:pt x="14698" y="55884"/>
                    <a:pt x="17070" y="55249"/>
                  </a:cubicBezTo>
                  <a:cubicBezTo>
                    <a:pt x="26466" y="52736"/>
                    <a:pt x="25805" y="47045"/>
                    <a:pt x="28848" y="41223"/>
                  </a:cubicBezTo>
                  <a:cubicBezTo>
                    <a:pt x="31891" y="35399"/>
                    <a:pt x="36655" y="36591"/>
                    <a:pt x="38112" y="33283"/>
                  </a:cubicBezTo>
                  <a:cubicBezTo>
                    <a:pt x="39567" y="29974"/>
                    <a:pt x="37714" y="26004"/>
                    <a:pt x="37846" y="22962"/>
                  </a:cubicBezTo>
                  <a:cubicBezTo>
                    <a:pt x="37979" y="19918"/>
                    <a:pt x="41023" y="19256"/>
                    <a:pt x="42213" y="15683"/>
                  </a:cubicBezTo>
                  <a:cubicBezTo>
                    <a:pt x="43404" y="12111"/>
                    <a:pt x="44471" y="8399"/>
                    <a:pt x="44471" y="8399"/>
                  </a:cubicBezTo>
                  <a:cubicBezTo>
                    <a:pt x="44471" y="8399"/>
                    <a:pt x="45257" y="6949"/>
                    <a:pt x="45257" y="4435"/>
                  </a:cubicBezTo>
                  <a:cubicBezTo>
                    <a:pt x="45257" y="1921"/>
                    <a:pt x="42213" y="465"/>
                    <a:pt x="38640" y="68"/>
                  </a:cubicBezTo>
                  <a:cubicBezTo>
                    <a:pt x="38225" y="22"/>
                    <a:pt x="37837" y="1"/>
                    <a:pt x="3747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3605604" y="1716301"/>
              <a:ext cx="873958" cy="1081600"/>
            </a:xfrm>
            <a:custGeom>
              <a:avLst/>
              <a:gdLst/>
              <a:ahLst/>
              <a:cxnLst/>
              <a:rect l="l" t="t" r="r" b="b"/>
              <a:pathLst>
                <a:path w="45865" h="56762" extrusionOk="0">
                  <a:moveTo>
                    <a:pt x="37811" y="562"/>
                  </a:moveTo>
                  <a:cubicBezTo>
                    <a:pt x="38161" y="562"/>
                    <a:pt x="38537" y="582"/>
                    <a:pt x="38937" y="627"/>
                  </a:cubicBezTo>
                  <a:cubicBezTo>
                    <a:pt x="42014" y="968"/>
                    <a:pt x="45303" y="2222"/>
                    <a:pt x="45303" y="4715"/>
                  </a:cubicBezTo>
                  <a:cubicBezTo>
                    <a:pt x="45303" y="7117"/>
                    <a:pt x="44558" y="8530"/>
                    <a:pt x="44551" y="8545"/>
                  </a:cubicBezTo>
                  <a:cubicBezTo>
                    <a:pt x="44540" y="8562"/>
                    <a:pt x="44533" y="8581"/>
                    <a:pt x="44527" y="8600"/>
                  </a:cubicBezTo>
                  <a:cubicBezTo>
                    <a:pt x="44516" y="8638"/>
                    <a:pt x="43449" y="12347"/>
                    <a:pt x="42274" y="15874"/>
                  </a:cubicBezTo>
                  <a:cubicBezTo>
                    <a:pt x="41733" y="17498"/>
                    <a:pt x="40810" y="18483"/>
                    <a:pt x="39917" y="19435"/>
                  </a:cubicBezTo>
                  <a:cubicBezTo>
                    <a:pt x="38914" y="20504"/>
                    <a:pt x="37967" y="21515"/>
                    <a:pt x="37893" y="23229"/>
                  </a:cubicBezTo>
                  <a:cubicBezTo>
                    <a:pt x="37845" y="24365"/>
                    <a:pt x="38059" y="25596"/>
                    <a:pt x="38285" y="26899"/>
                  </a:cubicBezTo>
                  <a:cubicBezTo>
                    <a:pt x="38673" y="29122"/>
                    <a:pt x="39074" y="31421"/>
                    <a:pt x="38182" y="33449"/>
                  </a:cubicBezTo>
                  <a:cubicBezTo>
                    <a:pt x="37589" y="34794"/>
                    <a:pt x="36424" y="35337"/>
                    <a:pt x="34948" y="36022"/>
                  </a:cubicBezTo>
                  <a:cubicBezTo>
                    <a:pt x="33049" y="36906"/>
                    <a:pt x="30688" y="38003"/>
                    <a:pt x="28926" y="41372"/>
                  </a:cubicBezTo>
                  <a:cubicBezTo>
                    <a:pt x="28171" y="42819"/>
                    <a:pt x="27644" y="44246"/>
                    <a:pt x="27135" y="45628"/>
                  </a:cubicBezTo>
                  <a:cubicBezTo>
                    <a:pt x="25599" y="49797"/>
                    <a:pt x="24272" y="53398"/>
                    <a:pt x="17326" y="55258"/>
                  </a:cubicBezTo>
                  <a:cubicBezTo>
                    <a:pt x="14977" y="55886"/>
                    <a:pt x="12922" y="56201"/>
                    <a:pt x="11140" y="56201"/>
                  </a:cubicBezTo>
                  <a:cubicBezTo>
                    <a:pt x="9077" y="56201"/>
                    <a:pt x="7379" y="55779"/>
                    <a:pt x="6015" y="54935"/>
                  </a:cubicBezTo>
                  <a:cubicBezTo>
                    <a:pt x="4005" y="53691"/>
                    <a:pt x="2712" y="51530"/>
                    <a:pt x="2058" y="48329"/>
                  </a:cubicBezTo>
                  <a:cubicBezTo>
                    <a:pt x="625" y="41289"/>
                    <a:pt x="4256" y="38561"/>
                    <a:pt x="9152" y="35726"/>
                  </a:cubicBezTo>
                  <a:cubicBezTo>
                    <a:pt x="12377" y="33859"/>
                    <a:pt x="12441" y="32288"/>
                    <a:pt x="12523" y="30301"/>
                  </a:cubicBezTo>
                  <a:cubicBezTo>
                    <a:pt x="12571" y="29100"/>
                    <a:pt x="12626" y="27740"/>
                    <a:pt x="13420" y="26005"/>
                  </a:cubicBezTo>
                  <a:cubicBezTo>
                    <a:pt x="14654" y="23303"/>
                    <a:pt x="17779" y="23170"/>
                    <a:pt x="20537" y="23052"/>
                  </a:cubicBezTo>
                  <a:cubicBezTo>
                    <a:pt x="22318" y="22976"/>
                    <a:pt x="23998" y="22903"/>
                    <a:pt x="24982" y="22139"/>
                  </a:cubicBezTo>
                  <a:cubicBezTo>
                    <a:pt x="26461" y="20988"/>
                    <a:pt x="26181" y="19076"/>
                    <a:pt x="25858" y="16862"/>
                  </a:cubicBezTo>
                  <a:cubicBezTo>
                    <a:pt x="25621" y="15258"/>
                    <a:pt x="25354" y="13439"/>
                    <a:pt x="25745" y="11656"/>
                  </a:cubicBezTo>
                  <a:cubicBezTo>
                    <a:pt x="26299" y="9122"/>
                    <a:pt x="27905" y="8438"/>
                    <a:pt x="29195" y="7890"/>
                  </a:cubicBezTo>
                  <a:cubicBezTo>
                    <a:pt x="30021" y="7537"/>
                    <a:pt x="30736" y="7234"/>
                    <a:pt x="31023" y="6542"/>
                  </a:cubicBezTo>
                  <a:cubicBezTo>
                    <a:pt x="31429" y="5570"/>
                    <a:pt x="30609" y="5189"/>
                    <a:pt x="30169" y="4985"/>
                  </a:cubicBezTo>
                  <a:cubicBezTo>
                    <a:pt x="30032" y="4921"/>
                    <a:pt x="29825" y="4824"/>
                    <a:pt x="29797" y="4794"/>
                  </a:cubicBezTo>
                  <a:cubicBezTo>
                    <a:pt x="29800" y="4776"/>
                    <a:pt x="29846" y="4606"/>
                    <a:pt x="30523" y="4155"/>
                  </a:cubicBezTo>
                  <a:cubicBezTo>
                    <a:pt x="31147" y="3738"/>
                    <a:pt x="31871" y="3588"/>
                    <a:pt x="32585" y="3588"/>
                  </a:cubicBezTo>
                  <a:cubicBezTo>
                    <a:pt x="34395" y="3588"/>
                    <a:pt x="36160" y="4550"/>
                    <a:pt x="36185" y="4562"/>
                  </a:cubicBezTo>
                  <a:cubicBezTo>
                    <a:pt x="36228" y="4586"/>
                    <a:pt x="36276" y="4598"/>
                    <a:pt x="36322" y="4598"/>
                  </a:cubicBezTo>
                  <a:cubicBezTo>
                    <a:pt x="36415" y="4598"/>
                    <a:pt x="36505" y="4552"/>
                    <a:pt x="36558" y="4468"/>
                  </a:cubicBezTo>
                  <a:cubicBezTo>
                    <a:pt x="36638" y="4343"/>
                    <a:pt x="36606" y="4177"/>
                    <a:pt x="36487" y="4089"/>
                  </a:cubicBezTo>
                  <a:cubicBezTo>
                    <a:pt x="36472" y="4080"/>
                    <a:pt x="35074" y="3057"/>
                    <a:pt x="34581" y="2193"/>
                  </a:cubicBezTo>
                  <a:cubicBezTo>
                    <a:pt x="34455" y="1974"/>
                    <a:pt x="34543" y="1756"/>
                    <a:pt x="34637" y="1611"/>
                  </a:cubicBezTo>
                  <a:cubicBezTo>
                    <a:pt x="35008" y="1048"/>
                    <a:pt x="36104" y="562"/>
                    <a:pt x="37811" y="562"/>
                  </a:cubicBezTo>
                  <a:close/>
                  <a:moveTo>
                    <a:pt x="37814" y="0"/>
                  </a:moveTo>
                  <a:cubicBezTo>
                    <a:pt x="35780" y="0"/>
                    <a:pt x="34592" y="659"/>
                    <a:pt x="34168" y="1304"/>
                  </a:cubicBezTo>
                  <a:cubicBezTo>
                    <a:pt x="33916" y="1689"/>
                    <a:pt x="33888" y="2114"/>
                    <a:pt x="34092" y="2473"/>
                  </a:cubicBezTo>
                  <a:cubicBezTo>
                    <a:pt x="34268" y="2782"/>
                    <a:pt x="34537" y="3100"/>
                    <a:pt x="34823" y="3392"/>
                  </a:cubicBezTo>
                  <a:cubicBezTo>
                    <a:pt x="34176" y="3190"/>
                    <a:pt x="33397" y="3021"/>
                    <a:pt x="32598" y="3021"/>
                  </a:cubicBezTo>
                  <a:cubicBezTo>
                    <a:pt x="31784" y="3021"/>
                    <a:pt x="30949" y="3196"/>
                    <a:pt x="30211" y="3688"/>
                  </a:cubicBezTo>
                  <a:cubicBezTo>
                    <a:pt x="29492" y="4167"/>
                    <a:pt x="29209" y="4498"/>
                    <a:pt x="29235" y="4830"/>
                  </a:cubicBezTo>
                  <a:cubicBezTo>
                    <a:pt x="29262" y="5183"/>
                    <a:pt x="29603" y="5342"/>
                    <a:pt x="29931" y="5495"/>
                  </a:cubicBezTo>
                  <a:cubicBezTo>
                    <a:pt x="30491" y="5753"/>
                    <a:pt x="30685" y="5893"/>
                    <a:pt x="30504" y="6326"/>
                  </a:cubicBezTo>
                  <a:cubicBezTo>
                    <a:pt x="30304" y="6806"/>
                    <a:pt x="29717" y="7056"/>
                    <a:pt x="28974" y="7374"/>
                  </a:cubicBezTo>
                  <a:cubicBezTo>
                    <a:pt x="27638" y="7941"/>
                    <a:pt x="25811" y="8720"/>
                    <a:pt x="25195" y="11536"/>
                  </a:cubicBezTo>
                  <a:cubicBezTo>
                    <a:pt x="24784" y="13419"/>
                    <a:pt x="25058" y="15292"/>
                    <a:pt x="25300" y="16944"/>
                  </a:cubicBezTo>
                  <a:cubicBezTo>
                    <a:pt x="25611" y="19069"/>
                    <a:pt x="25858" y="20746"/>
                    <a:pt x="24635" y="21696"/>
                  </a:cubicBezTo>
                  <a:cubicBezTo>
                    <a:pt x="23794" y="22351"/>
                    <a:pt x="22200" y="22418"/>
                    <a:pt x="20512" y="22491"/>
                  </a:cubicBezTo>
                  <a:cubicBezTo>
                    <a:pt x="17594" y="22616"/>
                    <a:pt x="14286" y="22757"/>
                    <a:pt x="12908" y="25771"/>
                  </a:cubicBezTo>
                  <a:cubicBezTo>
                    <a:pt x="12069" y="27605"/>
                    <a:pt x="12011" y="29026"/>
                    <a:pt x="11960" y="30279"/>
                  </a:cubicBezTo>
                  <a:cubicBezTo>
                    <a:pt x="11883" y="32165"/>
                    <a:pt x="11827" y="33527"/>
                    <a:pt x="8871" y="35240"/>
                  </a:cubicBezTo>
                  <a:cubicBezTo>
                    <a:pt x="3950" y="38087"/>
                    <a:pt x="1" y="41047"/>
                    <a:pt x="1507" y="48439"/>
                  </a:cubicBezTo>
                  <a:cubicBezTo>
                    <a:pt x="2193" y="51803"/>
                    <a:pt x="3569" y="54082"/>
                    <a:pt x="5719" y="55412"/>
                  </a:cubicBezTo>
                  <a:cubicBezTo>
                    <a:pt x="7173" y="56312"/>
                    <a:pt x="8969" y="56761"/>
                    <a:pt x="11142" y="56761"/>
                  </a:cubicBezTo>
                  <a:cubicBezTo>
                    <a:pt x="12975" y="56761"/>
                    <a:pt x="15078" y="56441"/>
                    <a:pt x="17471" y="55800"/>
                  </a:cubicBezTo>
                  <a:cubicBezTo>
                    <a:pt x="24698" y="53866"/>
                    <a:pt x="26138" y="49959"/>
                    <a:pt x="27662" y="45821"/>
                  </a:cubicBezTo>
                  <a:cubicBezTo>
                    <a:pt x="28165" y="44458"/>
                    <a:pt x="28684" y="43048"/>
                    <a:pt x="29423" y="41633"/>
                  </a:cubicBezTo>
                  <a:cubicBezTo>
                    <a:pt x="31098" y="38433"/>
                    <a:pt x="33269" y="37422"/>
                    <a:pt x="35184" y="36533"/>
                  </a:cubicBezTo>
                  <a:cubicBezTo>
                    <a:pt x="36706" y="35825"/>
                    <a:pt x="38020" y="35214"/>
                    <a:pt x="38696" y="33675"/>
                  </a:cubicBezTo>
                  <a:cubicBezTo>
                    <a:pt x="39657" y="31492"/>
                    <a:pt x="39240" y="29108"/>
                    <a:pt x="38839" y="26803"/>
                  </a:cubicBezTo>
                  <a:cubicBezTo>
                    <a:pt x="38618" y="25531"/>
                    <a:pt x="38409" y="24328"/>
                    <a:pt x="38454" y="23253"/>
                  </a:cubicBezTo>
                  <a:cubicBezTo>
                    <a:pt x="38520" y="21747"/>
                    <a:pt x="39359" y="20854"/>
                    <a:pt x="40327" y="19820"/>
                  </a:cubicBezTo>
                  <a:cubicBezTo>
                    <a:pt x="41217" y="18869"/>
                    <a:pt x="42227" y="17793"/>
                    <a:pt x="42806" y="16051"/>
                  </a:cubicBezTo>
                  <a:cubicBezTo>
                    <a:pt x="43932" y="12675"/>
                    <a:pt x="44960" y="9130"/>
                    <a:pt x="45060" y="8784"/>
                  </a:cubicBezTo>
                  <a:cubicBezTo>
                    <a:pt x="45175" y="8558"/>
                    <a:pt x="45865" y="7111"/>
                    <a:pt x="45865" y="4715"/>
                  </a:cubicBezTo>
                  <a:cubicBezTo>
                    <a:pt x="45865" y="2320"/>
                    <a:pt x="43234" y="539"/>
                    <a:pt x="38998" y="68"/>
                  </a:cubicBezTo>
                  <a:cubicBezTo>
                    <a:pt x="38576" y="21"/>
                    <a:pt x="38181" y="0"/>
                    <a:pt x="37814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3675879" y="1804945"/>
              <a:ext cx="751834" cy="809971"/>
            </a:xfrm>
            <a:custGeom>
              <a:avLst/>
              <a:gdLst/>
              <a:ahLst/>
              <a:cxnLst/>
              <a:rect l="l" t="t" r="r" b="b"/>
              <a:pathLst>
                <a:path w="39456" h="42507" extrusionOk="0">
                  <a:moveTo>
                    <a:pt x="36226" y="0"/>
                  </a:moveTo>
                  <a:cubicBezTo>
                    <a:pt x="35872" y="0"/>
                    <a:pt x="35644" y="89"/>
                    <a:pt x="35530" y="269"/>
                  </a:cubicBezTo>
                  <a:cubicBezTo>
                    <a:pt x="35258" y="700"/>
                    <a:pt x="35854" y="1411"/>
                    <a:pt x="35924" y="1491"/>
                  </a:cubicBezTo>
                  <a:cubicBezTo>
                    <a:pt x="35951" y="1522"/>
                    <a:pt x="35990" y="1539"/>
                    <a:pt x="36029" y="1539"/>
                  </a:cubicBezTo>
                  <a:cubicBezTo>
                    <a:pt x="36061" y="1539"/>
                    <a:pt x="36095" y="1527"/>
                    <a:pt x="36121" y="1504"/>
                  </a:cubicBezTo>
                  <a:cubicBezTo>
                    <a:pt x="36181" y="1454"/>
                    <a:pt x="36187" y="1365"/>
                    <a:pt x="36136" y="1307"/>
                  </a:cubicBezTo>
                  <a:cubicBezTo>
                    <a:pt x="35961" y="1104"/>
                    <a:pt x="35641" y="620"/>
                    <a:pt x="35768" y="419"/>
                  </a:cubicBezTo>
                  <a:cubicBezTo>
                    <a:pt x="35803" y="364"/>
                    <a:pt x="35909" y="281"/>
                    <a:pt x="36224" y="281"/>
                  </a:cubicBezTo>
                  <a:cubicBezTo>
                    <a:pt x="36486" y="281"/>
                    <a:pt x="36892" y="338"/>
                    <a:pt x="37521" y="514"/>
                  </a:cubicBezTo>
                  <a:cubicBezTo>
                    <a:pt x="38426" y="767"/>
                    <a:pt x="38917" y="1221"/>
                    <a:pt x="38983" y="1861"/>
                  </a:cubicBezTo>
                  <a:cubicBezTo>
                    <a:pt x="39161" y="3622"/>
                    <a:pt x="36257" y="6288"/>
                    <a:pt x="34984" y="6942"/>
                  </a:cubicBezTo>
                  <a:cubicBezTo>
                    <a:pt x="33616" y="7645"/>
                    <a:pt x="32046" y="8003"/>
                    <a:pt x="30529" y="8348"/>
                  </a:cubicBezTo>
                  <a:cubicBezTo>
                    <a:pt x="28040" y="8914"/>
                    <a:pt x="25464" y="9501"/>
                    <a:pt x="23691" y="11628"/>
                  </a:cubicBezTo>
                  <a:cubicBezTo>
                    <a:pt x="22232" y="13380"/>
                    <a:pt x="22683" y="15200"/>
                    <a:pt x="23080" y="16807"/>
                  </a:cubicBezTo>
                  <a:cubicBezTo>
                    <a:pt x="23395" y="18079"/>
                    <a:pt x="23692" y="19281"/>
                    <a:pt x="23043" y="20308"/>
                  </a:cubicBezTo>
                  <a:cubicBezTo>
                    <a:pt x="22346" y="21410"/>
                    <a:pt x="20602" y="21689"/>
                    <a:pt x="18755" y="21985"/>
                  </a:cubicBezTo>
                  <a:cubicBezTo>
                    <a:pt x="16645" y="22323"/>
                    <a:pt x="14463" y="22672"/>
                    <a:pt x="13363" y="24253"/>
                  </a:cubicBezTo>
                  <a:cubicBezTo>
                    <a:pt x="12532" y="25446"/>
                    <a:pt x="12932" y="27145"/>
                    <a:pt x="13355" y="28942"/>
                  </a:cubicBezTo>
                  <a:cubicBezTo>
                    <a:pt x="13998" y="31678"/>
                    <a:pt x="14727" y="34779"/>
                    <a:pt x="11241" y="36825"/>
                  </a:cubicBezTo>
                  <a:cubicBezTo>
                    <a:pt x="9299" y="37964"/>
                    <a:pt x="7241" y="38794"/>
                    <a:pt x="5426" y="39526"/>
                  </a:cubicBezTo>
                  <a:cubicBezTo>
                    <a:pt x="3227" y="40413"/>
                    <a:pt x="1327" y="41178"/>
                    <a:pt x="97" y="42262"/>
                  </a:cubicBezTo>
                  <a:cubicBezTo>
                    <a:pt x="1" y="42346"/>
                    <a:pt x="61" y="42507"/>
                    <a:pt x="191" y="42507"/>
                  </a:cubicBezTo>
                  <a:cubicBezTo>
                    <a:pt x="226" y="42507"/>
                    <a:pt x="258" y="42494"/>
                    <a:pt x="284" y="42472"/>
                  </a:cubicBezTo>
                  <a:cubicBezTo>
                    <a:pt x="1475" y="41420"/>
                    <a:pt x="3355" y="40662"/>
                    <a:pt x="5530" y="39785"/>
                  </a:cubicBezTo>
                  <a:cubicBezTo>
                    <a:pt x="7356" y="39050"/>
                    <a:pt x="9423" y="38218"/>
                    <a:pt x="11383" y="37067"/>
                  </a:cubicBezTo>
                  <a:cubicBezTo>
                    <a:pt x="15046" y="34916"/>
                    <a:pt x="14292" y="31708"/>
                    <a:pt x="13627" y="28878"/>
                  </a:cubicBezTo>
                  <a:cubicBezTo>
                    <a:pt x="13219" y="27142"/>
                    <a:pt x="12834" y="25503"/>
                    <a:pt x="13592" y="24412"/>
                  </a:cubicBezTo>
                  <a:cubicBezTo>
                    <a:pt x="14623" y="22930"/>
                    <a:pt x="16746" y="22590"/>
                    <a:pt x="18798" y="22262"/>
                  </a:cubicBezTo>
                  <a:cubicBezTo>
                    <a:pt x="20710" y="21956"/>
                    <a:pt x="22515" y="21667"/>
                    <a:pt x="23279" y="20456"/>
                  </a:cubicBezTo>
                  <a:cubicBezTo>
                    <a:pt x="23993" y="19328"/>
                    <a:pt x="23681" y="18070"/>
                    <a:pt x="23351" y="16739"/>
                  </a:cubicBezTo>
                  <a:cubicBezTo>
                    <a:pt x="22951" y="15121"/>
                    <a:pt x="22537" y="13450"/>
                    <a:pt x="23907" y="11808"/>
                  </a:cubicBezTo>
                  <a:cubicBezTo>
                    <a:pt x="25619" y="9751"/>
                    <a:pt x="28034" y="9203"/>
                    <a:pt x="30591" y="8621"/>
                  </a:cubicBezTo>
                  <a:cubicBezTo>
                    <a:pt x="32126" y="8273"/>
                    <a:pt x="33713" y="7912"/>
                    <a:pt x="35112" y="7192"/>
                  </a:cubicBezTo>
                  <a:cubicBezTo>
                    <a:pt x="36474" y="6492"/>
                    <a:pt x="39455" y="3741"/>
                    <a:pt x="39261" y="1832"/>
                  </a:cubicBezTo>
                  <a:cubicBezTo>
                    <a:pt x="39184" y="1065"/>
                    <a:pt x="38624" y="531"/>
                    <a:pt x="37597" y="244"/>
                  </a:cubicBezTo>
                  <a:cubicBezTo>
                    <a:pt x="37017" y="81"/>
                    <a:pt x="36564" y="0"/>
                    <a:pt x="36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3755434" y="2044505"/>
              <a:ext cx="476127" cy="739029"/>
            </a:xfrm>
            <a:custGeom>
              <a:avLst/>
              <a:gdLst/>
              <a:ahLst/>
              <a:cxnLst/>
              <a:rect l="l" t="t" r="r" b="b"/>
              <a:pathLst>
                <a:path w="24987" h="38784" extrusionOk="0">
                  <a:moveTo>
                    <a:pt x="22347" y="0"/>
                  </a:moveTo>
                  <a:cubicBezTo>
                    <a:pt x="22292" y="0"/>
                    <a:pt x="22239" y="33"/>
                    <a:pt x="22217" y="88"/>
                  </a:cubicBezTo>
                  <a:cubicBezTo>
                    <a:pt x="21838" y="1113"/>
                    <a:pt x="21734" y="2007"/>
                    <a:pt x="21908" y="2745"/>
                  </a:cubicBezTo>
                  <a:cubicBezTo>
                    <a:pt x="22037" y="3298"/>
                    <a:pt x="22322" y="3974"/>
                    <a:pt x="22624" y="4689"/>
                  </a:cubicBezTo>
                  <a:cubicBezTo>
                    <a:pt x="23525" y="6829"/>
                    <a:pt x="24647" y="9489"/>
                    <a:pt x="22717" y="11143"/>
                  </a:cubicBezTo>
                  <a:cubicBezTo>
                    <a:pt x="21595" y="12105"/>
                    <a:pt x="20143" y="12629"/>
                    <a:pt x="18740" y="13136"/>
                  </a:cubicBezTo>
                  <a:cubicBezTo>
                    <a:pt x="16872" y="13812"/>
                    <a:pt x="15105" y="14449"/>
                    <a:pt x="14647" y="16053"/>
                  </a:cubicBezTo>
                  <a:cubicBezTo>
                    <a:pt x="14369" y="17028"/>
                    <a:pt x="14388" y="18575"/>
                    <a:pt x="14410" y="20366"/>
                  </a:cubicBezTo>
                  <a:cubicBezTo>
                    <a:pt x="14449" y="23472"/>
                    <a:pt x="14496" y="27340"/>
                    <a:pt x="12886" y="29513"/>
                  </a:cubicBezTo>
                  <a:cubicBezTo>
                    <a:pt x="11443" y="31460"/>
                    <a:pt x="9206" y="32204"/>
                    <a:pt x="7042" y="32925"/>
                  </a:cubicBezTo>
                  <a:cubicBezTo>
                    <a:pt x="5410" y="33467"/>
                    <a:pt x="3869" y="33979"/>
                    <a:pt x="2714" y="34969"/>
                  </a:cubicBezTo>
                  <a:cubicBezTo>
                    <a:pt x="0" y="37296"/>
                    <a:pt x="360" y="38630"/>
                    <a:pt x="378" y="38684"/>
                  </a:cubicBezTo>
                  <a:cubicBezTo>
                    <a:pt x="395" y="38744"/>
                    <a:pt x="449" y="38783"/>
                    <a:pt x="512" y="38783"/>
                  </a:cubicBezTo>
                  <a:cubicBezTo>
                    <a:pt x="524" y="38783"/>
                    <a:pt x="537" y="38782"/>
                    <a:pt x="550" y="38778"/>
                  </a:cubicBezTo>
                  <a:cubicBezTo>
                    <a:pt x="624" y="38756"/>
                    <a:pt x="667" y="38678"/>
                    <a:pt x="646" y="38604"/>
                  </a:cubicBezTo>
                  <a:cubicBezTo>
                    <a:pt x="643" y="38592"/>
                    <a:pt x="347" y="37367"/>
                    <a:pt x="2897" y="35182"/>
                  </a:cubicBezTo>
                  <a:cubicBezTo>
                    <a:pt x="4009" y="34229"/>
                    <a:pt x="5525" y="33724"/>
                    <a:pt x="7129" y="33190"/>
                  </a:cubicBezTo>
                  <a:cubicBezTo>
                    <a:pt x="9336" y="32457"/>
                    <a:pt x="11615" y="31698"/>
                    <a:pt x="13110" y="29681"/>
                  </a:cubicBezTo>
                  <a:cubicBezTo>
                    <a:pt x="14777" y="27431"/>
                    <a:pt x="14729" y="23510"/>
                    <a:pt x="14690" y="20362"/>
                  </a:cubicBezTo>
                  <a:cubicBezTo>
                    <a:pt x="14668" y="18592"/>
                    <a:pt x="14649" y="17065"/>
                    <a:pt x="14917" y="16131"/>
                  </a:cubicBezTo>
                  <a:cubicBezTo>
                    <a:pt x="15336" y="14665"/>
                    <a:pt x="16958" y="14079"/>
                    <a:pt x="18835" y="13400"/>
                  </a:cubicBezTo>
                  <a:cubicBezTo>
                    <a:pt x="20262" y="12884"/>
                    <a:pt x="21740" y="12352"/>
                    <a:pt x="22901" y="11357"/>
                  </a:cubicBezTo>
                  <a:cubicBezTo>
                    <a:pt x="24986" y="9569"/>
                    <a:pt x="23820" y="6802"/>
                    <a:pt x="22883" y="4581"/>
                  </a:cubicBezTo>
                  <a:cubicBezTo>
                    <a:pt x="22586" y="3877"/>
                    <a:pt x="22306" y="3210"/>
                    <a:pt x="22180" y="2681"/>
                  </a:cubicBezTo>
                  <a:cubicBezTo>
                    <a:pt x="22020" y="1998"/>
                    <a:pt x="22121" y="1158"/>
                    <a:pt x="22481" y="185"/>
                  </a:cubicBezTo>
                  <a:cubicBezTo>
                    <a:pt x="22506" y="114"/>
                    <a:pt x="22468" y="35"/>
                    <a:pt x="22396" y="9"/>
                  </a:cubicBezTo>
                  <a:cubicBezTo>
                    <a:pt x="22380" y="3"/>
                    <a:pt x="22364" y="0"/>
                    <a:pt x="22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4191431" y="1996448"/>
              <a:ext cx="18617" cy="24695"/>
            </a:xfrm>
            <a:custGeom>
              <a:avLst/>
              <a:gdLst/>
              <a:ahLst/>
              <a:cxnLst/>
              <a:rect l="l" t="t" r="r" b="b"/>
              <a:pathLst>
                <a:path w="977" h="1296" extrusionOk="0">
                  <a:moveTo>
                    <a:pt x="818" y="1"/>
                  </a:moveTo>
                  <a:cubicBezTo>
                    <a:pt x="775" y="1"/>
                    <a:pt x="734" y="20"/>
                    <a:pt x="707" y="56"/>
                  </a:cubicBezTo>
                  <a:cubicBezTo>
                    <a:pt x="694" y="73"/>
                    <a:pt x="402" y="471"/>
                    <a:pt x="53" y="1086"/>
                  </a:cubicBezTo>
                  <a:cubicBezTo>
                    <a:pt x="1" y="1179"/>
                    <a:pt x="68" y="1296"/>
                    <a:pt x="176" y="1296"/>
                  </a:cubicBezTo>
                  <a:cubicBezTo>
                    <a:pt x="227" y="1296"/>
                    <a:pt x="274" y="1268"/>
                    <a:pt x="298" y="1224"/>
                  </a:cubicBezTo>
                  <a:cubicBezTo>
                    <a:pt x="491" y="878"/>
                    <a:pt x="702" y="544"/>
                    <a:pt x="933" y="224"/>
                  </a:cubicBezTo>
                  <a:cubicBezTo>
                    <a:pt x="977" y="161"/>
                    <a:pt x="963" y="73"/>
                    <a:pt x="902" y="28"/>
                  </a:cubicBezTo>
                  <a:cubicBezTo>
                    <a:pt x="877" y="10"/>
                    <a:pt x="847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4"/>
            <p:cNvSpPr/>
            <p:nvPr/>
          </p:nvSpPr>
          <p:spPr>
            <a:xfrm>
              <a:off x="4388670" y="2630732"/>
              <a:ext cx="395296" cy="343219"/>
            </a:xfrm>
            <a:custGeom>
              <a:avLst/>
              <a:gdLst/>
              <a:ahLst/>
              <a:cxnLst/>
              <a:rect l="l" t="t" r="r" b="b"/>
              <a:pathLst>
                <a:path w="20745" h="18012" extrusionOk="0">
                  <a:moveTo>
                    <a:pt x="5074" y="0"/>
                  </a:moveTo>
                  <a:cubicBezTo>
                    <a:pt x="3271" y="0"/>
                    <a:pt x="0" y="5987"/>
                    <a:pt x="609" y="6838"/>
                  </a:cubicBezTo>
                  <a:cubicBezTo>
                    <a:pt x="1258" y="7749"/>
                    <a:pt x="2817" y="10735"/>
                    <a:pt x="4895" y="11256"/>
                  </a:cubicBezTo>
                  <a:cubicBezTo>
                    <a:pt x="6975" y="11777"/>
                    <a:pt x="17496" y="18012"/>
                    <a:pt x="17496" y="18012"/>
                  </a:cubicBezTo>
                  <a:lnTo>
                    <a:pt x="20744" y="17102"/>
                  </a:lnTo>
                  <a:cubicBezTo>
                    <a:pt x="20744" y="17102"/>
                    <a:pt x="14378" y="12685"/>
                    <a:pt x="11910" y="10606"/>
                  </a:cubicBezTo>
                  <a:cubicBezTo>
                    <a:pt x="9443" y="8527"/>
                    <a:pt x="6065" y="5150"/>
                    <a:pt x="6065" y="5150"/>
                  </a:cubicBezTo>
                  <a:lnTo>
                    <a:pt x="5416" y="84"/>
                  </a:lnTo>
                  <a:cubicBezTo>
                    <a:pt x="5310" y="27"/>
                    <a:pt x="5195" y="0"/>
                    <a:pt x="5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4384249" y="2625301"/>
              <a:ext cx="406500" cy="353985"/>
            </a:xfrm>
            <a:custGeom>
              <a:avLst/>
              <a:gdLst/>
              <a:ahLst/>
              <a:cxnLst/>
              <a:rect l="l" t="t" r="r" b="b"/>
              <a:pathLst>
                <a:path w="21333" h="18577" extrusionOk="0">
                  <a:moveTo>
                    <a:pt x="5320" y="567"/>
                  </a:moveTo>
                  <a:cubicBezTo>
                    <a:pt x="5344" y="567"/>
                    <a:pt x="5367" y="570"/>
                    <a:pt x="5390" y="574"/>
                  </a:cubicBezTo>
                  <a:lnTo>
                    <a:pt x="6018" y="5471"/>
                  </a:lnTo>
                  <a:cubicBezTo>
                    <a:pt x="6026" y="5532"/>
                    <a:pt x="6053" y="5591"/>
                    <a:pt x="6098" y="5634"/>
                  </a:cubicBezTo>
                  <a:cubicBezTo>
                    <a:pt x="6132" y="5668"/>
                    <a:pt x="9513" y="9044"/>
                    <a:pt x="11961" y="11107"/>
                  </a:cubicBezTo>
                  <a:cubicBezTo>
                    <a:pt x="14012" y="12833"/>
                    <a:pt x="18786" y="16198"/>
                    <a:pt x="20327" y="17276"/>
                  </a:cubicBezTo>
                  <a:lnTo>
                    <a:pt x="17768" y="17993"/>
                  </a:lnTo>
                  <a:cubicBezTo>
                    <a:pt x="16608" y="17308"/>
                    <a:pt x="7203" y="11770"/>
                    <a:pt x="5196" y="11268"/>
                  </a:cubicBezTo>
                  <a:cubicBezTo>
                    <a:pt x="3571" y="10861"/>
                    <a:pt x="2207" y="8726"/>
                    <a:pt x="1475" y="7577"/>
                  </a:cubicBezTo>
                  <a:cubicBezTo>
                    <a:pt x="1315" y="7328"/>
                    <a:pt x="1179" y="7115"/>
                    <a:pt x="1070" y="6962"/>
                  </a:cubicBezTo>
                  <a:cubicBezTo>
                    <a:pt x="806" y="6558"/>
                    <a:pt x="2134" y="3419"/>
                    <a:pt x="3858" y="1542"/>
                  </a:cubicBezTo>
                  <a:cubicBezTo>
                    <a:pt x="4440" y="908"/>
                    <a:pt x="4952" y="568"/>
                    <a:pt x="5305" y="568"/>
                  </a:cubicBezTo>
                  <a:cubicBezTo>
                    <a:pt x="5310" y="567"/>
                    <a:pt x="5315" y="567"/>
                    <a:pt x="5320" y="567"/>
                  </a:cubicBezTo>
                  <a:close/>
                  <a:moveTo>
                    <a:pt x="5302" y="1"/>
                  </a:moveTo>
                  <a:cubicBezTo>
                    <a:pt x="4746" y="1"/>
                    <a:pt x="4084" y="433"/>
                    <a:pt x="3326" y="1293"/>
                  </a:cubicBezTo>
                  <a:cubicBezTo>
                    <a:pt x="1870" y="2945"/>
                    <a:pt x="1" y="6431"/>
                    <a:pt x="612" y="7288"/>
                  </a:cubicBezTo>
                  <a:cubicBezTo>
                    <a:pt x="718" y="7436"/>
                    <a:pt x="848" y="7640"/>
                    <a:pt x="1001" y="7880"/>
                  </a:cubicBezTo>
                  <a:cubicBezTo>
                    <a:pt x="1831" y="9178"/>
                    <a:pt x="3218" y="11353"/>
                    <a:pt x="5060" y="11814"/>
                  </a:cubicBezTo>
                  <a:cubicBezTo>
                    <a:pt x="7076" y="12317"/>
                    <a:pt x="17480" y="18476"/>
                    <a:pt x="17585" y="18537"/>
                  </a:cubicBezTo>
                  <a:cubicBezTo>
                    <a:pt x="17629" y="18564"/>
                    <a:pt x="17679" y="18577"/>
                    <a:pt x="17728" y="18577"/>
                  </a:cubicBezTo>
                  <a:cubicBezTo>
                    <a:pt x="17754" y="18577"/>
                    <a:pt x="17781" y="18574"/>
                    <a:pt x="17805" y="18567"/>
                  </a:cubicBezTo>
                  <a:lnTo>
                    <a:pt x="21052" y="17656"/>
                  </a:lnTo>
                  <a:cubicBezTo>
                    <a:pt x="21281" y="17592"/>
                    <a:pt x="21332" y="17292"/>
                    <a:pt x="21137" y="17156"/>
                  </a:cubicBezTo>
                  <a:cubicBezTo>
                    <a:pt x="21074" y="17112"/>
                    <a:pt x="14754" y="12722"/>
                    <a:pt x="12325" y="10676"/>
                  </a:cubicBezTo>
                  <a:cubicBezTo>
                    <a:pt x="10084" y="8790"/>
                    <a:pt x="7054" y="5792"/>
                    <a:pt x="6564" y="5305"/>
                  </a:cubicBezTo>
                  <a:lnTo>
                    <a:pt x="5926" y="333"/>
                  </a:lnTo>
                  <a:cubicBezTo>
                    <a:pt x="5915" y="244"/>
                    <a:pt x="5861" y="164"/>
                    <a:pt x="5781" y="121"/>
                  </a:cubicBezTo>
                  <a:cubicBezTo>
                    <a:pt x="5631" y="41"/>
                    <a:pt x="5471" y="1"/>
                    <a:pt x="530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4508811" y="4188573"/>
              <a:ext cx="245352" cy="128126"/>
            </a:xfrm>
            <a:custGeom>
              <a:avLst/>
              <a:gdLst/>
              <a:ahLst/>
              <a:cxnLst/>
              <a:rect l="l" t="t" r="r" b="b"/>
              <a:pathLst>
                <a:path w="12876" h="6724" extrusionOk="0">
                  <a:moveTo>
                    <a:pt x="1681" y="0"/>
                  </a:moveTo>
                  <a:cubicBezTo>
                    <a:pt x="1681" y="0"/>
                    <a:pt x="0" y="3882"/>
                    <a:pt x="1061" y="4534"/>
                  </a:cubicBezTo>
                  <a:cubicBezTo>
                    <a:pt x="1589" y="4860"/>
                    <a:pt x="2199" y="4921"/>
                    <a:pt x="2749" y="4921"/>
                  </a:cubicBezTo>
                  <a:cubicBezTo>
                    <a:pt x="3080" y="4921"/>
                    <a:pt x="3389" y="4899"/>
                    <a:pt x="3645" y="4899"/>
                  </a:cubicBezTo>
                  <a:cubicBezTo>
                    <a:pt x="3815" y="4899"/>
                    <a:pt x="3961" y="4909"/>
                    <a:pt x="4075" y="4941"/>
                  </a:cubicBezTo>
                  <a:cubicBezTo>
                    <a:pt x="4646" y="5105"/>
                    <a:pt x="5543" y="6163"/>
                    <a:pt x="8639" y="6572"/>
                  </a:cubicBezTo>
                  <a:cubicBezTo>
                    <a:pt x="9448" y="6678"/>
                    <a:pt x="10090" y="6723"/>
                    <a:pt x="10602" y="6723"/>
                  </a:cubicBezTo>
                  <a:cubicBezTo>
                    <a:pt x="12048" y="6723"/>
                    <a:pt x="12450" y="6362"/>
                    <a:pt x="12631" y="6002"/>
                  </a:cubicBezTo>
                  <a:cubicBezTo>
                    <a:pt x="12876" y="5512"/>
                    <a:pt x="11328" y="5105"/>
                    <a:pt x="10024" y="4208"/>
                  </a:cubicBezTo>
                  <a:cubicBezTo>
                    <a:pt x="8721" y="3312"/>
                    <a:pt x="5543" y="623"/>
                    <a:pt x="5543" y="623"/>
                  </a:cubicBezTo>
                  <a:cubicBezTo>
                    <a:pt x="4966" y="952"/>
                    <a:pt x="4433" y="1076"/>
                    <a:pt x="3960" y="1076"/>
                  </a:cubicBezTo>
                  <a:cubicBezTo>
                    <a:pt x="2562" y="1076"/>
                    <a:pt x="1681" y="0"/>
                    <a:pt x="16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4503228" y="4183200"/>
              <a:ext cx="256366" cy="138854"/>
            </a:xfrm>
            <a:custGeom>
              <a:avLst/>
              <a:gdLst/>
              <a:ahLst/>
              <a:cxnLst/>
              <a:rect l="l" t="t" r="r" b="b"/>
              <a:pathLst>
                <a:path w="13454" h="7287" extrusionOk="0">
                  <a:moveTo>
                    <a:pt x="2076" y="772"/>
                  </a:moveTo>
                  <a:cubicBezTo>
                    <a:pt x="2481" y="1121"/>
                    <a:pt x="3252" y="1636"/>
                    <a:pt x="4264" y="1636"/>
                  </a:cubicBezTo>
                  <a:cubicBezTo>
                    <a:pt x="4729" y="1636"/>
                    <a:pt x="5245" y="1527"/>
                    <a:pt x="5801" y="1243"/>
                  </a:cubicBezTo>
                  <a:cubicBezTo>
                    <a:pt x="6448" y="1787"/>
                    <a:pt x="9002" y="3928"/>
                    <a:pt x="10158" y="4722"/>
                  </a:cubicBezTo>
                  <a:cubicBezTo>
                    <a:pt x="10672" y="5074"/>
                    <a:pt x="11206" y="5346"/>
                    <a:pt x="11677" y="5585"/>
                  </a:cubicBezTo>
                  <a:cubicBezTo>
                    <a:pt x="12075" y="5786"/>
                    <a:pt x="12617" y="6063"/>
                    <a:pt x="12673" y="6157"/>
                  </a:cubicBezTo>
                  <a:cubicBezTo>
                    <a:pt x="12586" y="6331"/>
                    <a:pt x="12390" y="6724"/>
                    <a:pt x="10903" y="6724"/>
                  </a:cubicBezTo>
                  <a:cubicBezTo>
                    <a:pt x="10413" y="6724"/>
                    <a:pt x="9782" y="6681"/>
                    <a:pt x="8968" y="6574"/>
                  </a:cubicBezTo>
                  <a:cubicBezTo>
                    <a:pt x="6737" y="6281"/>
                    <a:pt x="5687" y="5645"/>
                    <a:pt x="5060" y="5266"/>
                  </a:cubicBezTo>
                  <a:cubicBezTo>
                    <a:pt x="4821" y="5121"/>
                    <a:pt x="4631" y="5006"/>
                    <a:pt x="4446" y="4953"/>
                  </a:cubicBezTo>
                  <a:cubicBezTo>
                    <a:pt x="4301" y="4913"/>
                    <a:pt x="4129" y="4899"/>
                    <a:pt x="3937" y="4899"/>
                  </a:cubicBezTo>
                  <a:cubicBezTo>
                    <a:pt x="3813" y="4899"/>
                    <a:pt x="3679" y="4905"/>
                    <a:pt x="3537" y="4910"/>
                  </a:cubicBezTo>
                  <a:cubicBezTo>
                    <a:pt x="3379" y="4916"/>
                    <a:pt x="3212" y="4922"/>
                    <a:pt x="3040" y="4922"/>
                  </a:cubicBezTo>
                  <a:cubicBezTo>
                    <a:pt x="2526" y="4922"/>
                    <a:pt x="1969" y="4865"/>
                    <a:pt x="1501" y="4577"/>
                  </a:cubicBezTo>
                  <a:cubicBezTo>
                    <a:pt x="967" y="4249"/>
                    <a:pt x="1492" y="2241"/>
                    <a:pt x="2076" y="772"/>
                  </a:cubicBezTo>
                  <a:close/>
                  <a:moveTo>
                    <a:pt x="1977" y="0"/>
                  </a:moveTo>
                  <a:cubicBezTo>
                    <a:pt x="1963" y="0"/>
                    <a:pt x="1949" y="1"/>
                    <a:pt x="1936" y="3"/>
                  </a:cubicBezTo>
                  <a:cubicBezTo>
                    <a:pt x="1838" y="17"/>
                    <a:pt x="1756" y="81"/>
                    <a:pt x="1717" y="170"/>
                  </a:cubicBezTo>
                  <a:cubicBezTo>
                    <a:pt x="1419" y="855"/>
                    <a:pt x="0" y="4313"/>
                    <a:pt x="1206" y="5056"/>
                  </a:cubicBezTo>
                  <a:cubicBezTo>
                    <a:pt x="1796" y="5419"/>
                    <a:pt x="2469" y="5484"/>
                    <a:pt x="3052" y="5484"/>
                  </a:cubicBezTo>
                  <a:cubicBezTo>
                    <a:pt x="3231" y="5484"/>
                    <a:pt x="3401" y="5478"/>
                    <a:pt x="3557" y="5473"/>
                  </a:cubicBezTo>
                  <a:cubicBezTo>
                    <a:pt x="3690" y="5467"/>
                    <a:pt x="3820" y="5463"/>
                    <a:pt x="3937" y="5463"/>
                  </a:cubicBezTo>
                  <a:cubicBezTo>
                    <a:pt x="4082" y="5463"/>
                    <a:pt x="4207" y="5470"/>
                    <a:pt x="4291" y="5495"/>
                  </a:cubicBezTo>
                  <a:cubicBezTo>
                    <a:pt x="4405" y="5527"/>
                    <a:pt x="4565" y="5623"/>
                    <a:pt x="4769" y="5747"/>
                  </a:cubicBezTo>
                  <a:cubicBezTo>
                    <a:pt x="5435" y="6149"/>
                    <a:pt x="6547" y="6822"/>
                    <a:pt x="8895" y="7132"/>
                  </a:cubicBezTo>
                  <a:cubicBezTo>
                    <a:pt x="9712" y="7240"/>
                    <a:pt x="10370" y="7287"/>
                    <a:pt x="10902" y="7287"/>
                  </a:cubicBezTo>
                  <a:cubicBezTo>
                    <a:pt x="12472" y="7287"/>
                    <a:pt x="12941" y="6877"/>
                    <a:pt x="13177" y="6409"/>
                  </a:cubicBezTo>
                  <a:cubicBezTo>
                    <a:pt x="13453" y="5856"/>
                    <a:pt x="12782" y="5516"/>
                    <a:pt x="11932" y="5085"/>
                  </a:cubicBezTo>
                  <a:cubicBezTo>
                    <a:pt x="11477" y="4853"/>
                    <a:pt x="10959" y="4590"/>
                    <a:pt x="10476" y="4259"/>
                  </a:cubicBezTo>
                  <a:cubicBezTo>
                    <a:pt x="9200" y="3381"/>
                    <a:pt x="6049" y="717"/>
                    <a:pt x="6018" y="690"/>
                  </a:cubicBezTo>
                  <a:cubicBezTo>
                    <a:pt x="5966" y="647"/>
                    <a:pt x="5901" y="624"/>
                    <a:pt x="5836" y="624"/>
                  </a:cubicBezTo>
                  <a:cubicBezTo>
                    <a:pt x="5788" y="624"/>
                    <a:pt x="5740" y="636"/>
                    <a:pt x="5697" y="661"/>
                  </a:cubicBezTo>
                  <a:cubicBezTo>
                    <a:pt x="5168" y="964"/>
                    <a:pt x="4681" y="1077"/>
                    <a:pt x="4250" y="1077"/>
                  </a:cubicBezTo>
                  <a:cubicBezTo>
                    <a:pt x="3017" y="1077"/>
                    <a:pt x="2236" y="154"/>
                    <a:pt x="2192" y="103"/>
                  </a:cubicBezTo>
                  <a:cubicBezTo>
                    <a:pt x="2139" y="38"/>
                    <a:pt x="2059" y="0"/>
                    <a:pt x="1977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4521483" y="4255837"/>
              <a:ext cx="228431" cy="60843"/>
            </a:xfrm>
            <a:custGeom>
              <a:avLst/>
              <a:gdLst/>
              <a:ahLst/>
              <a:cxnLst/>
              <a:rect l="l" t="t" r="r" b="b"/>
              <a:pathLst>
                <a:path w="11988" h="3193" extrusionOk="0">
                  <a:moveTo>
                    <a:pt x="1" y="1"/>
                  </a:moveTo>
                  <a:lnTo>
                    <a:pt x="1" y="1"/>
                  </a:lnTo>
                  <a:cubicBezTo>
                    <a:pt x="11" y="457"/>
                    <a:pt x="117" y="834"/>
                    <a:pt x="396" y="1003"/>
                  </a:cubicBezTo>
                  <a:cubicBezTo>
                    <a:pt x="926" y="1329"/>
                    <a:pt x="1538" y="1390"/>
                    <a:pt x="2089" y="1390"/>
                  </a:cubicBezTo>
                  <a:cubicBezTo>
                    <a:pt x="2417" y="1390"/>
                    <a:pt x="2723" y="1369"/>
                    <a:pt x="2977" y="1369"/>
                  </a:cubicBezTo>
                  <a:cubicBezTo>
                    <a:pt x="3148" y="1369"/>
                    <a:pt x="3296" y="1378"/>
                    <a:pt x="3410" y="1411"/>
                  </a:cubicBezTo>
                  <a:cubicBezTo>
                    <a:pt x="3981" y="1573"/>
                    <a:pt x="4878" y="2633"/>
                    <a:pt x="7974" y="3040"/>
                  </a:cubicBezTo>
                  <a:cubicBezTo>
                    <a:pt x="8784" y="3147"/>
                    <a:pt x="9427" y="3192"/>
                    <a:pt x="9940" y="3192"/>
                  </a:cubicBezTo>
                  <a:cubicBezTo>
                    <a:pt x="11384" y="3192"/>
                    <a:pt x="11786" y="2832"/>
                    <a:pt x="11967" y="2472"/>
                  </a:cubicBezTo>
                  <a:cubicBezTo>
                    <a:pt x="11977" y="2447"/>
                    <a:pt x="11985" y="2422"/>
                    <a:pt x="11988" y="2396"/>
                  </a:cubicBezTo>
                  <a:lnTo>
                    <a:pt x="11988" y="2396"/>
                  </a:lnTo>
                  <a:cubicBezTo>
                    <a:pt x="11557" y="2454"/>
                    <a:pt x="11130" y="2480"/>
                    <a:pt x="10710" y="2480"/>
                  </a:cubicBezTo>
                  <a:cubicBezTo>
                    <a:pt x="9291" y="2480"/>
                    <a:pt x="7936" y="2190"/>
                    <a:pt x="6676" y="1893"/>
                  </a:cubicBezTo>
                  <a:cubicBezTo>
                    <a:pt x="4670" y="1421"/>
                    <a:pt x="4081" y="360"/>
                    <a:pt x="2195" y="360"/>
                  </a:cubicBezTo>
                  <a:cubicBezTo>
                    <a:pt x="1242" y="360"/>
                    <a:pt x="501" y="179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4516052" y="4250483"/>
              <a:ext cx="239426" cy="71571"/>
            </a:xfrm>
            <a:custGeom>
              <a:avLst/>
              <a:gdLst/>
              <a:ahLst/>
              <a:cxnLst/>
              <a:rect l="l" t="t" r="r" b="b"/>
              <a:pathLst>
                <a:path w="12565" h="3756" extrusionOk="0">
                  <a:moveTo>
                    <a:pt x="612" y="679"/>
                  </a:moveTo>
                  <a:cubicBezTo>
                    <a:pt x="1196" y="841"/>
                    <a:pt x="1821" y="922"/>
                    <a:pt x="2480" y="922"/>
                  </a:cubicBezTo>
                  <a:cubicBezTo>
                    <a:pt x="3481" y="922"/>
                    <a:pt x="4092" y="1242"/>
                    <a:pt x="4801" y="1612"/>
                  </a:cubicBezTo>
                  <a:cubicBezTo>
                    <a:pt x="5359" y="1904"/>
                    <a:pt x="5994" y="2235"/>
                    <a:pt x="6895" y="2446"/>
                  </a:cubicBezTo>
                  <a:cubicBezTo>
                    <a:pt x="8194" y="2753"/>
                    <a:pt x="9561" y="3041"/>
                    <a:pt x="10990" y="3041"/>
                  </a:cubicBezTo>
                  <a:cubicBezTo>
                    <a:pt x="11164" y="3041"/>
                    <a:pt x="11338" y="3037"/>
                    <a:pt x="11514" y="3028"/>
                  </a:cubicBezTo>
                  <a:lnTo>
                    <a:pt x="11514" y="3028"/>
                  </a:lnTo>
                  <a:cubicBezTo>
                    <a:pt x="11258" y="3122"/>
                    <a:pt x="10860" y="3193"/>
                    <a:pt x="10231" y="3193"/>
                  </a:cubicBezTo>
                  <a:cubicBezTo>
                    <a:pt x="9740" y="3193"/>
                    <a:pt x="9109" y="3150"/>
                    <a:pt x="8295" y="3043"/>
                  </a:cubicBezTo>
                  <a:cubicBezTo>
                    <a:pt x="6064" y="2750"/>
                    <a:pt x="5014" y="2114"/>
                    <a:pt x="4387" y="1735"/>
                  </a:cubicBezTo>
                  <a:cubicBezTo>
                    <a:pt x="4148" y="1590"/>
                    <a:pt x="3958" y="1475"/>
                    <a:pt x="3773" y="1422"/>
                  </a:cubicBezTo>
                  <a:cubicBezTo>
                    <a:pt x="3628" y="1382"/>
                    <a:pt x="3456" y="1368"/>
                    <a:pt x="3264" y="1368"/>
                  </a:cubicBezTo>
                  <a:cubicBezTo>
                    <a:pt x="3140" y="1368"/>
                    <a:pt x="3006" y="1374"/>
                    <a:pt x="2864" y="1379"/>
                  </a:cubicBezTo>
                  <a:cubicBezTo>
                    <a:pt x="2706" y="1385"/>
                    <a:pt x="2538" y="1391"/>
                    <a:pt x="2366" y="1391"/>
                  </a:cubicBezTo>
                  <a:cubicBezTo>
                    <a:pt x="1852" y="1391"/>
                    <a:pt x="1296" y="1334"/>
                    <a:pt x="828" y="1046"/>
                  </a:cubicBezTo>
                  <a:cubicBezTo>
                    <a:pt x="716" y="976"/>
                    <a:pt x="650" y="838"/>
                    <a:pt x="612" y="679"/>
                  </a:cubicBezTo>
                  <a:close/>
                  <a:moveTo>
                    <a:pt x="286" y="0"/>
                  </a:moveTo>
                  <a:cubicBezTo>
                    <a:pt x="134" y="0"/>
                    <a:pt x="0" y="124"/>
                    <a:pt x="4" y="288"/>
                  </a:cubicBezTo>
                  <a:cubicBezTo>
                    <a:pt x="19" y="900"/>
                    <a:pt x="197" y="1316"/>
                    <a:pt x="533" y="1525"/>
                  </a:cubicBezTo>
                  <a:cubicBezTo>
                    <a:pt x="1123" y="1888"/>
                    <a:pt x="1796" y="1953"/>
                    <a:pt x="2379" y="1953"/>
                  </a:cubicBezTo>
                  <a:cubicBezTo>
                    <a:pt x="2558" y="1953"/>
                    <a:pt x="2728" y="1947"/>
                    <a:pt x="2884" y="1942"/>
                  </a:cubicBezTo>
                  <a:cubicBezTo>
                    <a:pt x="3017" y="1936"/>
                    <a:pt x="3147" y="1932"/>
                    <a:pt x="3264" y="1932"/>
                  </a:cubicBezTo>
                  <a:cubicBezTo>
                    <a:pt x="3409" y="1932"/>
                    <a:pt x="3534" y="1939"/>
                    <a:pt x="3618" y="1964"/>
                  </a:cubicBezTo>
                  <a:cubicBezTo>
                    <a:pt x="3732" y="1996"/>
                    <a:pt x="3892" y="2092"/>
                    <a:pt x="4096" y="2216"/>
                  </a:cubicBezTo>
                  <a:cubicBezTo>
                    <a:pt x="4762" y="2618"/>
                    <a:pt x="5874" y="3291"/>
                    <a:pt x="8222" y="3601"/>
                  </a:cubicBezTo>
                  <a:cubicBezTo>
                    <a:pt x="9039" y="3709"/>
                    <a:pt x="9697" y="3756"/>
                    <a:pt x="10229" y="3756"/>
                  </a:cubicBezTo>
                  <a:cubicBezTo>
                    <a:pt x="11799" y="3756"/>
                    <a:pt x="12268" y="3346"/>
                    <a:pt x="12504" y="2879"/>
                  </a:cubicBezTo>
                  <a:cubicBezTo>
                    <a:pt x="12529" y="2827"/>
                    <a:pt x="12545" y="2772"/>
                    <a:pt x="12553" y="2715"/>
                  </a:cubicBezTo>
                  <a:cubicBezTo>
                    <a:pt x="12564" y="2627"/>
                    <a:pt x="12535" y="2540"/>
                    <a:pt x="12472" y="2478"/>
                  </a:cubicBezTo>
                  <a:cubicBezTo>
                    <a:pt x="12418" y="2425"/>
                    <a:pt x="12346" y="2396"/>
                    <a:pt x="12270" y="2396"/>
                  </a:cubicBezTo>
                  <a:cubicBezTo>
                    <a:pt x="12259" y="2396"/>
                    <a:pt x="12248" y="2397"/>
                    <a:pt x="12236" y="2398"/>
                  </a:cubicBezTo>
                  <a:cubicBezTo>
                    <a:pt x="11822" y="2454"/>
                    <a:pt x="11410" y="2479"/>
                    <a:pt x="11003" y="2479"/>
                  </a:cubicBezTo>
                  <a:cubicBezTo>
                    <a:pt x="9627" y="2479"/>
                    <a:pt x="8293" y="2199"/>
                    <a:pt x="7025" y="1899"/>
                  </a:cubicBezTo>
                  <a:cubicBezTo>
                    <a:pt x="6192" y="1704"/>
                    <a:pt x="5618" y="1403"/>
                    <a:pt x="5062" y="1115"/>
                  </a:cubicBezTo>
                  <a:cubicBezTo>
                    <a:pt x="4321" y="727"/>
                    <a:pt x="3620" y="361"/>
                    <a:pt x="2482" y="361"/>
                  </a:cubicBezTo>
                  <a:cubicBezTo>
                    <a:pt x="1540" y="361"/>
                    <a:pt x="819" y="174"/>
                    <a:pt x="380" y="16"/>
                  </a:cubicBezTo>
                  <a:cubicBezTo>
                    <a:pt x="349" y="5"/>
                    <a:pt x="317" y="0"/>
                    <a:pt x="286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3818982" y="2130728"/>
              <a:ext cx="867593" cy="2102071"/>
            </a:xfrm>
            <a:custGeom>
              <a:avLst/>
              <a:gdLst/>
              <a:ahLst/>
              <a:cxnLst/>
              <a:rect l="l" t="t" r="r" b="b"/>
              <a:pathLst>
                <a:path w="45531" h="110316" extrusionOk="0">
                  <a:moveTo>
                    <a:pt x="25090" y="1"/>
                  </a:moveTo>
                  <a:cubicBezTo>
                    <a:pt x="25090" y="1"/>
                    <a:pt x="25704" y="4124"/>
                    <a:pt x="24915" y="5791"/>
                  </a:cubicBezTo>
                  <a:cubicBezTo>
                    <a:pt x="24125" y="7458"/>
                    <a:pt x="21670" y="7631"/>
                    <a:pt x="19564" y="7984"/>
                  </a:cubicBezTo>
                  <a:cubicBezTo>
                    <a:pt x="17458" y="8336"/>
                    <a:pt x="12634" y="10176"/>
                    <a:pt x="13160" y="14913"/>
                  </a:cubicBezTo>
                  <a:cubicBezTo>
                    <a:pt x="13687" y="19650"/>
                    <a:pt x="19739" y="29915"/>
                    <a:pt x="19739" y="32810"/>
                  </a:cubicBezTo>
                  <a:cubicBezTo>
                    <a:pt x="19739" y="35705"/>
                    <a:pt x="17897" y="37196"/>
                    <a:pt x="15879" y="42811"/>
                  </a:cubicBezTo>
                  <a:cubicBezTo>
                    <a:pt x="13862" y="48426"/>
                    <a:pt x="14124" y="58864"/>
                    <a:pt x="14738" y="65620"/>
                  </a:cubicBezTo>
                  <a:cubicBezTo>
                    <a:pt x="15352" y="72374"/>
                    <a:pt x="17371" y="78778"/>
                    <a:pt x="17371" y="78778"/>
                  </a:cubicBezTo>
                  <a:cubicBezTo>
                    <a:pt x="17371" y="78778"/>
                    <a:pt x="12282" y="86936"/>
                    <a:pt x="10090" y="90445"/>
                  </a:cubicBezTo>
                  <a:cubicBezTo>
                    <a:pt x="7897" y="93956"/>
                    <a:pt x="1" y="109219"/>
                    <a:pt x="1" y="109219"/>
                  </a:cubicBezTo>
                  <a:cubicBezTo>
                    <a:pt x="1" y="109219"/>
                    <a:pt x="1" y="109745"/>
                    <a:pt x="1229" y="110097"/>
                  </a:cubicBezTo>
                  <a:cubicBezTo>
                    <a:pt x="1841" y="110272"/>
                    <a:pt x="2498" y="110316"/>
                    <a:pt x="3002" y="110316"/>
                  </a:cubicBezTo>
                  <a:cubicBezTo>
                    <a:pt x="3509" y="110316"/>
                    <a:pt x="3861" y="110272"/>
                    <a:pt x="3861" y="110272"/>
                  </a:cubicBezTo>
                  <a:cubicBezTo>
                    <a:pt x="3861" y="110272"/>
                    <a:pt x="18950" y="92112"/>
                    <a:pt x="21756" y="89042"/>
                  </a:cubicBezTo>
                  <a:cubicBezTo>
                    <a:pt x="24564" y="85972"/>
                    <a:pt x="27196" y="80621"/>
                    <a:pt x="27546" y="78164"/>
                  </a:cubicBezTo>
                  <a:cubicBezTo>
                    <a:pt x="27898" y="75706"/>
                    <a:pt x="27459" y="60707"/>
                    <a:pt x="27459" y="60706"/>
                  </a:cubicBezTo>
                  <a:lnTo>
                    <a:pt x="27459" y="60706"/>
                  </a:lnTo>
                  <a:cubicBezTo>
                    <a:pt x="27459" y="60706"/>
                    <a:pt x="30618" y="68251"/>
                    <a:pt x="33074" y="72111"/>
                  </a:cubicBezTo>
                  <a:cubicBezTo>
                    <a:pt x="35532" y="75972"/>
                    <a:pt x="37191" y="79392"/>
                    <a:pt x="37191" y="79392"/>
                  </a:cubicBezTo>
                  <a:cubicBezTo>
                    <a:pt x="37191" y="79392"/>
                    <a:pt x="36583" y="84568"/>
                    <a:pt x="37197" y="88955"/>
                  </a:cubicBezTo>
                  <a:cubicBezTo>
                    <a:pt x="37811" y="93340"/>
                    <a:pt x="37293" y="107423"/>
                    <a:pt x="37907" y="108564"/>
                  </a:cubicBezTo>
                  <a:cubicBezTo>
                    <a:pt x="38185" y="109079"/>
                    <a:pt x="38821" y="109264"/>
                    <a:pt x="39484" y="109264"/>
                  </a:cubicBezTo>
                  <a:cubicBezTo>
                    <a:pt x="40288" y="109264"/>
                    <a:pt x="41132" y="108991"/>
                    <a:pt x="41421" y="108702"/>
                  </a:cubicBezTo>
                  <a:cubicBezTo>
                    <a:pt x="41947" y="108176"/>
                    <a:pt x="42198" y="104746"/>
                    <a:pt x="42198" y="104746"/>
                  </a:cubicBezTo>
                  <a:cubicBezTo>
                    <a:pt x="42198" y="104746"/>
                    <a:pt x="43250" y="94043"/>
                    <a:pt x="43864" y="89042"/>
                  </a:cubicBezTo>
                  <a:cubicBezTo>
                    <a:pt x="44479" y="84043"/>
                    <a:pt x="45531" y="79743"/>
                    <a:pt x="45181" y="78603"/>
                  </a:cubicBezTo>
                  <a:cubicBezTo>
                    <a:pt x="44829" y="77462"/>
                    <a:pt x="42636" y="65270"/>
                    <a:pt x="40969" y="59479"/>
                  </a:cubicBezTo>
                  <a:cubicBezTo>
                    <a:pt x="39302" y="53689"/>
                    <a:pt x="34215" y="42900"/>
                    <a:pt x="33074" y="40092"/>
                  </a:cubicBezTo>
                  <a:cubicBezTo>
                    <a:pt x="31934" y="37285"/>
                    <a:pt x="31320" y="34741"/>
                    <a:pt x="31495" y="33863"/>
                  </a:cubicBezTo>
                  <a:cubicBezTo>
                    <a:pt x="31670" y="32987"/>
                    <a:pt x="35091" y="27723"/>
                    <a:pt x="35969" y="26319"/>
                  </a:cubicBezTo>
                  <a:cubicBezTo>
                    <a:pt x="36846" y="24915"/>
                    <a:pt x="37197" y="22372"/>
                    <a:pt x="36144" y="20091"/>
                  </a:cubicBezTo>
                  <a:cubicBezTo>
                    <a:pt x="35091" y="17810"/>
                    <a:pt x="36144" y="14740"/>
                    <a:pt x="35969" y="12898"/>
                  </a:cubicBezTo>
                  <a:cubicBezTo>
                    <a:pt x="35793" y="11054"/>
                    <a:pt x="33074" y="10265"/>
                    <a:pt x="31670" y="9564"/>
                  </a:cubicBezTo>
                  <a:cubicBezTo>
                    <a:pt x="30267" y="8862"/>
                    <a:pt x="29740" y="7281"/>
                    <a:pt x="29740" y="5967"/>
                  </a:cubicBezTo>
                  <a:cubicBezTo>
                    <a:pt x="29740" y="4652"/>
                    <a:pt x="30529" y="2808"/>
                    <a:pt x="30529" y="2808"/>
                  </a:cubicBezTo>
                  <a:cubicBezTo>
                    <a:pt x="30529" y="2808"/>
                    <a:pt x="26231" y="1"/>
                    <a:pt x="250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3813647" y="2125393"/>
              <a:ext cx="875825" cy="2112780"/>
            </a:xfrm>
            <a:custGeom>
              <a:avLst/>
              <a:gdLst/>
              <a:ahLst/>
              <a:cxnLst/>
              <a:rect l="l" t="t" r="r" b="b"/>
              <a:pathLst>
                <a:path w="45963" h="110878" extrusionOk="0">
                  <a:moveTo>
                    <a:pt x="25697" y="619"/>
                  </a:moveTo>
                  <a:lnTo>
                    <a:pt x="25697" y="619"/>
                  </a:lnTo>
                  <a:cubicBezTo>
                    <a:pt x="26709" y="908"/>
                    <a:pt x="28945" y="2219"/>
                    <a:pt x="30460" y="3196"/>
                  </a:cubicBezTo>
                  <a:cubicBezTo>
                    <a:pt x="30248" y="3736"/>
                    <a:pt x="29737" y="5146"/>
                    <a:pt x="29737" y="6246"/>
                  </a:cubicBezTo>
                  <a:cubicBezTo>
                    <a:pt x="29737" y="7602"/>
                    <a:pt x="30285" y="9325"/>
                    <a:pt x="31823" y="10093"/>
                  </a:cubicBezTo>
                  <a:cubicBezTo>
                    <a:pt x="32084" y="10224"/>
                    <a:pt x="32390" y="10359"/>
                    <a:pt x="32718" y="10502"/>
                  </a:cubicBezTo>
                  <a:cubicBezTo>
                    <a:pt x="34110" y="11108"/>
                    <a:pt x="35839" y="11864"/>
                    <a:pt x="35968" y="13203"/>
                  </a:cubicBezTo>
                  <a:cubicBezTo>
                    <a:pt x="36026" y="13820"/>
                    <a:pt x="35937" y="14611"/>
                    <a:pt x="35842" y="15450"/>
                  </a:cubicBezTo>
                  <a:cubicBezTo>
                    <a:pt x="35658" y="17084"/>
                    <a:pt x="35451" y="18936"/>
                    <a:pt x="36167" y="20488"/>
                  </a:cubicBezTo>
                  <a:cubicBezTo>
                    <a:pt x="37209" y="22742"/>
                    <a:pt x="36815" y="25159"/>
                    <a:pt x="36008" y="26448"/>
                  </a:cubicBezTo>
                  <a:cubicBezTo>
                    <a:pt x="35864" y="26680"/>
                    <a:pt x="35651" y="27016"/>
                    <a:pt x="35394" y="27418"/>
                  </a:cubicBezTo>
                  <a:cubicBezTo>
                    <a:pt x="33584" y="30265"/>
                    <a:pt x="31642" y="33363"/>
                    <a:pt x="31497" y="34086"/>
                  </a:cubicBezTo>
                  <a:cubicBezTo>
                    <a:pt x="31303" y="35059"/>
                    <a:pt x="31958" y="37687"/>
                    <a:pt x="33092" y="40476"/>
                  </a:cubicBezTo>
                  <a:cubicBezTo>
                    <a:pt x="33383" y="41192"/>
                    <a:pt x="33923" y="42408"/>
                    <a:pt x="34605" y="43947"/>
                  </a:cubicBezTo>
                  <a:cubicBezTo>
                    <a:pt x="36649" y="48560"/>
                    <a:pt x="39738" y="55531"/>
                    <a:pt x="40977" y="59835"/>
                  </a:cubicBezTo>
                  <a:cubicBezTo>
                    <a:pt x="42093" y="63707"/>
                    <a:pt x="43435" y="70406"/>
                    <a:pt x="44322" y="74838"/>
                  </a:cubicBezTo>
                  <a:cubicBezTo>
                    <a:pt x="44756" y="77007"/>
                    <a:pt x="45070" y="78576"/>
                    <a:pt x="45189" y="78964"/>
                  </a:cubicBezTo>
                  <a:cubicBezTo>
                    <a:pt x="45386" y="79602"/>
                    <a:pt x="45054" y="81609"/>
                    <a:pt x="44669" y="83932"/>
                  </a:cubicBezTo>
                  <a:cubicBezTo>
                    <a:pt x="44403" y="85533"/>
                    <a:pt x="44101" y="87349"/>
                    <a:pt x="43864" y="89287"/>
                  </a:cubicBezTo>
                  <a:cubicBezTo>
                    <a:pt x="43257" y="94233"/>
                    <a:pt x="42207" y="104890"/>
                    <a:pt x="42197" y="105004"/>
                  </a:cubicBezTo>
                  <a:cubicBezTo>
                    <a:pt x="42076" y="106639"/>
                    <a:pt x="41784" y="108498"/>
                    <a:pt x="41501" y="108783"/>
                  </a:cubicBezTo>
                  <a:cubicBezTo>
                    <a:pt x="41278" y="109004"/>
                    <a:pt x="40505" y="109262"/>
                    <a:pt x="39761" y="109262"/>
                  </a:cubicBezTo>
                  <a:cubicBezTo>
                    <a:pt x="39623" y="109262"/>
                    <a:pt x="39486" y="109253"/>
                    <a:pt x="39354" y="109233"/>
                  </a:cubicBezTo>
                  <a:cubicBezTo>
                    <a:pt x="39038" y="109187"/>
                    <a:pt x="38621" y="109058"/>
                    <a:pt x="38434" y="108710"/>
                  </a:cubicBezTo>
                  <a:cubicBezTo>
                    <a:pt x="38157" y="108196"/>
                    <a:pt x="38132" y="103924"/>
                    <a:pt x="38112" y="100156"/>
                  </a:cubicBezTo>
                  <a:cubicBezTo>
                    <a:pt x="38088" y="96047"/>
                    <a:pt x="38062" y="91389"/>
                    <a:pt x="37754" y="89195"/>
                  </a:cubicBezTo>
                  <a:cubicBezTo>
                    <a:pt x="37152" y="84896"/>
                    <a:pt x="37743" y="79755"/>
                    <a:pt x="37748" y="79704"/>
                  </a:cubicBezTo>
                  <a:cubicBezTo>
                    <a:pt x="37756" y="79651"/>
                    <a:pt x="37747" y="79597"/>
                    <a:pt x="37722" y="79548"/>
                  </a:cubicBezTo>
                  <a:cubicBezTo>
                    <a:pt x="37706" y="79514"/>
                    <a:pt x="36027" y="76068"/>
                    <a:pt x="33590" y="72239"/>
                  </a:cubicBezTo>
                  <a:cubicBezTo>
                    <a:pt x="31175" y="68445"/>
                    <a:pt x="28029" y="60952"/>
                    <a:pt x="27999" y="60878"/>
                  </a:cubicBezTo>
                  <a:cubicBezTo>
                    <a:pt x="27953" y="60772"/>
                    <a:pt x="27850" y="60705"/>
                    <a:pt x="27739" y="60705"/>
                  </a:cubicBezTo>
                  <a:cubicBezTo>
                    <a:pt x="27720" y="60705"/>
                    <a:pt x="27699" y="60707"/>
                    <a:pt x="27679" y="60712"/>
                  </a:cubicBezTo>
                  <a:cubicBezTo>
                    <a:pt x="27546" y="60741"/>
                    <a:pt x="27453" y="60859"/>
                    <a:pt x="27458" y="60995"/>
                  </a:cubicBezTo>
                  <a:cubicBezTo>
                    <a:pt x="27463" y="61145"/>
                    <a:pt x="27892" y="75999"/>
                    <a:pt x="27549" y="78404"/>
                  </a:cubicBezTo>
                  <a:cubicBezTo>
                    <a:pt x="27205" y="80805"/>
                    <a:pt x="24579" y="86127"/>
                    <a:pt x="21829" y="89133"/>
                  </a:cubicBezTo>
                  <a:cubicBezTo>
                    <a:pt x="19152" y="92063"/>
                    <a:pt x="5143" y="108907"/>
                    <a:pt x="3998" y="110283"/>
                  </a:cubicBezTo>
                  <a:cubicBezTo>
                    <a:pt x="3861" y="110296"/>
                    <a:pt x="3604" y="110314"/>
                    <a:pt x="3282" y="110314"/>
                  </a:cubicBezTo>
                  <a:cubicBezTo>
                    <a:pt x="2798" y="110314"/>
                    <a:pt x="2169" y="110272"/>
                    <a:pt x="1586" y="110107"/>
                  </a:cubicBezTo>
                  <a:cubicBezTo>
                    <a:pt x="835" y="109891"/>
                    <a:pt x="632" y="109628"/>
                    <a:pt x="580" y="109534"/>
                  </a:cubicBezTo>
                  <a:cubicBezTo>
                    <a:pt x="1249" y="108243"/>
                    <a:pt x="8535" y="94192"/>
                    <a:pt x="10606" y="90874"/>
                  </a:cubicBezTo>
                  <a:cubicBezTo>
                    <a:pt x="12799" y="87365"/>
                    <a:pt x="17887" y="79207"/>
                    <a:pt x="17887" y="79207"/>
                  </a:cubicBezTo>
                  <a:cubicBezTo>
                    <a:pt x="17931" y="79137"/>
                    <a:pt x="17943" y="79050"/>
                    <a:pt x="17918" y="78973"/>
                  </a:cubicBezTo>
                  <a:cubicBezTo>
                    <a:pt x="17897" y="78909"/>
                    <a:pt x="15902" y="72521"/>
                    <a:pt x="15297" y="65873"/>
                  </a:cubicBezTo>
                  <a:cubicBezTo>
                    <a:pt x="14611" y="58327"/>
                    <a:pt x="14546" y="48404"/>
                    <a:pt x="16423" y="43186"/>
                  </a:cubicBezTo>
                  <a:cubicBezTo>
                    <a:pt x="17279" y="40801"/>
                    <a:pt x="18106" y="39163"/>
                    <a:pt x="18769" y="37845"/>
                  </a:cubicBezTo>
                  <a:cubicBezTo>
                    <a:pt x="19658" y="36086"/>
                    <a:pt x="20299" y="34814"/>
                    <a:pt x="20299" y="33089"/>
                  </a:cubicBezTo>
                  <a:cubicBezTo>
                    <a:pt x="20299" y="31656"/>
                    <a:pt x="18968" y="28694"/>
                    <a:pt x="17428" y="25264"/>
                  </a:cubicBezTo>
                  <a:cubicBezTo>
                    <a:pt x="15816" y="21676"/>
                    <a:pt x="13990" y="17610"/>
                    <a:pt x="13717" y="15163"/>
                  </a:cubicBezTo>
                  <a:cubicBezTo>
                    <a:pt x="13235" y="10819"/>
                    <a:pt x="17543" y="8931"/>
                    <a:pt x="19888" y="8540"/>
                  </a:cubicBezTo>
                  <a:cubicBezTo>
                    <a:pt x="20132" y="8499"/>
                    <a:pt x="20380" y="8461"/>
                    <a:pt x="20629" y="8423"/>
                  </a:cubicBezTo>
                  <a:cubicBezTo>
                    <a:pt x="22624" y="8116"/>
                    <a:pt x="24686" y="7798"/>
                    <a:pt x="25448" y="6190"/>
                  </a:cubicBezTo>
                  <a:cubicBezTo>
                    <a:pt x="26129" y="4754"/>
                    <a:pt x="25830" y="1697"/>
                    <a:pt x="25697" y="619"/>
                  </a:cubicBezTo>
                  <a:close/>
                  <a:moveTo>
                    <a:pt x="25368" y="1"/>
                  </a:moveTo>
                  <a:cubicBezTo>
                    <a:pt x="25197" y="1"/>
                    <a:pt x="25067" y="153"/>
                    <a:pt x="25092" y="323"/>
                  </a:cubicBezTo>
                  <a:cubicBezTo>
                    <a:pt x="25099" y="362"/>
                    <a:pt x="25685" y="4379"/>
                    <a:pt x="24942" y="5951"/>
                  </a:cubicBezTo>
                  <a:cubicBezTo>
                    <a:pt x="24307" y="7289"/>
                    <a:pt x="22395" y="7585"/>
                    <a:pt x="20546" y="7869"/>
                  </a:cubicBezTo>
                  <a:cubicBezTo>
                    <a:pt x="20294" y="7907"/>
                    <a:pt x="20044" y="7946"/>
                    <a:pt x="19798" y="7987"/>
                  </a:cubicBezTo>
                  <a:cubicBezTo>
                    <a:pt x="17270" y="8409"/>
                    <a:pt x="12632" y="10464"/>
                    <a:pt x="13160" y="15225"/>
                  </a:cubicBezTo>
                  <a:cubicBezTo>
                    <a:pt x="13442" y="17762"/>
                    <a:pt x="15288" y="21870"/>
                    <a:pt x="16916" y="25496"/>
                  </a:cubicBezTo>
                  <a:cubicBezTo>
                    <a:pt x="18367" y="28726"/>
                    <a:pt x="19738" y="31778"/>
                    <a:pt x="19738" y="33090"/>
                  </a:cubicBezTo>
                  <a:cubicBezTo>
                    <a:pt x="19738" y="34681"/>
                    <a:pt x="19154" y="35839"/>
                    <a:pt x="18269" y="37594"/>
                  </a:cubicBezTo>
                  <a:cubicBezTo>
                    <a:pt x="17598" y="38924"/>
                    <a:pt x="16763" y="40581"/>
                    <a:pt x="15895" y="42996"/>
                  </a:cubicBezTo>
                  <a:cubicBezTo>
                    <a:pt x="13496" y="49673"/>
                    <a:pt x="14403" y="62234"/>
                    <a:pt x="14738" y="65926"/>
                  </a:cubicBezTo>
                  <a:cubicBezTo>
                    <a:pt x="15303" y="72120"/>
                    <a:pt x="17062" y="78089"/>
                    <a:pt x="17345" y="79018"/>
                  </a:cubicBezTo>
                  <a:cubicBezTo>
                    <a:pt x="16735" y="79996"/>
                    <a:pt x="12176" y="87305"/>
                    <a:pt x="10131" y="90577"/>
                  </a:cubicBezTo>
                  <a:cubicBezTo>
                    <a:pt x="7956" y="94055"/>
                    <a:pt x="110" y="109217"/>
                    <a:pt x="31" y="109370"/>
                  </a:cubicBezTo>
                  <a:cubicBezTo>
                    <a:pt x="11" y="109410"/>
                    <a:pt x="1" y="109455"/>
                    <a:pt x="1" y="109499"/>
                  </a:cubicBezTo>
                  <a:cubicBezTo>
                    <a:pt x="1" y="109623"/>
                    <a:pt x="69" y="110257"/>
                    <a:pt x="1431" y="110646"/>
                  </a:cubicBezTo>
                  <a:cubicBezTo>
                    <a:pt x="2079" y="110832"/>
                    <a:pt x="2763" y="110877"/>
                    <a:pt x="3286" y="110877"/>
                  </a:cubicBezTo>
                  <a:cubicBezTo>
                    <a:pt x="3311" y="110877"/>
                    <a:pt x="3336" y="110877"/>
                    <a:pt x="3361" y="110877"/>
                  </a:cubicBezTo>
                  <a:cubicBezTo>
                    <a:pt x="3633" y="110877"/>
                    <a:pt x="3905" y="110863"/>
                    <a:pt x="4176" y="110833"/>
                  </a:cubicBezTo>
                  <a:cubicBezTo>
                    <a:pt x="4248" y="110824"/>
                    <a:pt x="4312" y="110788"/>
                    <a:pt x="4358" y="110734"/>
                  </a:cubicBezTo>
                  <a:cubicBezTo>
                    <a:pt x="4509" y="110552"/>
                    <a:pt x="19474" y="92544"/>
                    <a:pt x="22245" y="89513"/>
                  </a:cubicBezTo>
                  <a:cubicBezTo>
                    <a:pt x="25105" y="86385"/>
                    <a:pt x="27745" y="81016"/>
                    <a:pt x="28107" y="78486"/>
                  </a:cubicBezTo>
                  <a:cubicBezTo>
                    <a:pt x="28395" y="76466"/>
                    <a:pt x="28162" y="66301"/>
                    <a:pt x="28061" y="62446"/>
                  </a:cubicBezTo>
                  <a:lnTo>
                    <a:pt x="28061" y="62446"/>
                  </a:lnTo>
                  <a:cubicBezTo>
                    <a:pt x="29092" y="64804"/>
                    <a:pt x="31305" y="69694"/>
                    <a:pt x="33118" y="72544"/>
                  </a:cubicBezTo>
                  <a:cubicBezTo>
                    <a:pt x="35342" y="76039"/>
                    <a:pt x="36929" y="79211"/>
                    <a:pt x="37183" y="79724"/>
                  </a:cubicBezTo>
                  <a:cubicBezTo>
                    <a:pt x="37110" y="80411"/>
                    <a:pt x="36630" y="85207"/>
                    <a:pt x="37199" y="89276"/>
                  </a:cubicBezTo>
                  <a:cubicBezTo>
                    <a:pt x="37500" y="91433"/>
                    <a:pt x="37527" y="96071"/>
                    <a:pt x="37550" y="100162"/>
                  </a:cubicBezTo>
                  <a:cubicBezTo>
                    <a:pt x="37579" y="105234"/>
                    <a:pt x="37614" y="108373"/>
                    <a:pt x="37939" y="108978"/>
                  </a:cubicBezTo>
                  <a:cubicBezTo>
                    <a:pt x="38176" y="109418"/>
                    <a:pt x="38638" y="109700"/>
                    <a:pt x="39274" y="109793"/>
                  </a:cubicBezTo>
                  <a:cubicBezTo>
                    <a:pt x="39434" y="109816"/>
                    <a:pt x="39599" y="109827"/>
                    <a:pt x="39765" y="109827"/>
                  </a:cubicBezTo>
                  <a:cubicBezTo>
                    <a:pt x="40643" y="109827"/>
                    <a:pt x="41554" y="109527"/>
                    <a:pt x="41899" y="109182"/>
                  </a:cubicBezTo>
                  <a:cubicBezTo>
                    <a:pt x="42469" y="108610"/>
                    <a:pt x="42713" y="105638"/>
                    <a:pt x="42755" y="105055"/>
                  </a:cubicBezTo>
                  <a:cubicBezTo>
                    <a:pt x="42765" y="104947"/>
                    <a:pt x="43816" y="94297"/>
                    <a:pt x="44422" y="89357"/>
                  </a:cubicBezTo>
                  <a:cubicBezTo>
                    <a:pt x="44659" y="87431"/>
                    <a:pt x="44958" y="85622"/>
                    <a:pt x="45223" y="84027"/>
                  </a:cubicBezTo>
                  <a:cubicBezTo>
                    <a:pt x="45652" y="81436"/>
                    <a:pt x="45962" y="79564"/>
                    <a:pt x="45728" y="78803"/>
                  </a:cubicBezTo>
                  <a:cubicBezTo>
                    <a:pt x="45615" y="78439"/>
                    <a:pt x="45289" y="76803"/>
                    <a:pt x="44873" y="74729"/>
                  </a:cubicBezTo>
                  <a:cubicBezTo>
                    <a:pt x="43983" y="70288"/>
                    <a:pt x="42640" y="63576"/>
                    <a:pt x="41519" y="59682"/>
                  </a:cubicBezTo>
                  <a:cubicBezTo>
                    <a:pt x="40270" y="55342"/>
                    <a:pt x="37169" y="48350"/>
                    <a:pt x="35119" y="43722"/>
                  </a:cubicBezTo>
                  <a:cubicBezTo>
                    <a:pt x="34439" y="42187"/>
                    <a:pt x="33901" y="40975"/>
                    <a:pt x="33614" y="40267"/>
                  </a:cubicBezTo>
                  <a:cubicBezTo>
                    <a:pt x="32405" y="37290"/>
                    <a:pt x="31906" y="34919"/>
                    <a:pt x="32050" y="34199"/>
                  </a:cubicBezTo>
                  <a:cubicBezTo>
                    <a:pt x="32186" y="33517"/>
                    <a:pt x="34767" y="29457"/>
                    <a:pt x="35870" y="27723"/>
                  </a:cubicBezTo>
                  <a:cubicBezTo>
                    <a:pt x="36128" y="27318"/>
                    <a:pt x="36342" y="26981"/>
                    <a:pt x="36487" y="26749"/>
                  </a:cubicBezTo>
                  <a:cubicBezTo>
                    <a:pt x="37371" y="25334"/>
                    <a:pt x="37808" y="22699"/>
                    <a:pt x="36679" y="20253"/>
                  </a:cubicBezTo>
                  <a:cubicBezTo>
                    <a:pt x="36029" y="18844"/>
                    <a:pt x="36227" y="17075"/>
                    <a:pt x="36402" y="15516"/>
                  </a:cubicBezTo>
                  <a:cubicBezTo>
                    <a:pt x="36500" y="14646"/>
                    <a:pt x="36592" y="13827"/>
                    <a:pt x="36528" y="13152"/>
                  </a:cubicBezTo>
                  <a:cubicBezTo>
                    <a:pt x="36370" y="11483"/>
                    <a:pt x="34390" y="10618"/>
                    <a:pt x="32944" y="9988"/>
                  </a:cubicBezTo>
                  <a:cubicBezTo>
                    <a:pt x="32626" y="9850"/>
                    <a:pt x="32329" y="9720"/>
                    <a:pt x="32075" y="9593"/>
                  </a:cubicBezTo>
                  <a:cubicBezTo>
                    <a:pt x="30767" y="8938"/>
                    <a:pt x="30301" y="7436"/>
                    <a:pt x="30301" y="6247"/>
                  </a:cubicBezTo>
                  <a:cubicBezTo>
                    <a:pt x="30301" y="5006"/>
                    <a:pt x="31060" y="3218"/>
                    <a:pt x="31067" y="3199"/>
                  </a:cubicBezTo>
                  <a:cubicBezTo>
                    <a:pt x="31121" y="3074"/>
                    <a:pt x="31077" y="2928"/>
                    <a:pt x="30964" y="2853"/>
                  </a:cubicBezTo>
                  <a:cubicBezTo>
                    <a:pt x="30516" y="2562"/>
                    <a:pt x="26561" y="1"/>
                    <a:pt x="25370" y="1"/>
                  </a:cubicBezTo>
                  <a:cubicBezTo>
                    <a:pt x="25370" y="1"/>
                    <a:pt x="25369" y="1"/>
                    <a:pt x="2536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4"/>
            <p:cNvSpPr/>
            <p:nvPr/>
          </p:nvSpPr>
          <p:spPr>
            <a:xfrm>
              <a:off x="4471959" y="2414229"/>
              <a:ext cx="34032" cy="79383"/>
            </a:xfrm>
            <a:custGeom>
              <a:avLst/>
              <a:gdLst/>
              <a:ahLst/>
              <a:cxnLst/>
              <a:rect l="l" t="t" r="r" b="b"/>
              <a:pathLst>
                <a:path w="1786" h="4166" extrusionOk="0">
                  <a:moveTo>
                    <a:pt x="303" y="0"/>
                  </a:moveTo>
                  <a:cubicBezTo>
                    <a:pt x="289" y="0"/>
                    <a:pt x="274" y="1"/>
                    <a:pt x="260" y="3"/>
                  </a:cubicBezTo>
                  <a:cubicBezTo>
                    <a:pt x="107" y="28"/>
                    <a:pt x="1" y="172"/>
                    <a:pt x="27" y="327"/>
                  </a:cubicBezTo>
                  <a:cubicBezTo>
                    <a:pt x="181" y="1341"/>
                    <a:pt x="1150" y="3878"/>
                    <a:pt x="1191" y="3985"/>
                  </a:cubicBezTo>
                  <a:cubicBezTo>
                    <a:pt x="1231" y="4094"/>
                    <a:pt x="1336" y="4166"/>
                    <a:pt x="1453" y="4166"/>
                  </a:cubicBezTo>
                  <a:cubicBezTo>
                    <a:pt x="1650" y="4166"/>
                    <a:pt x="1786" y="3969"/>
                    <a:pt x="1716" y="3785"/>
                  </a:cubicBezTo>
                  <a:cubicBezTo>
                    <a:pt x="1705" y="3759"/>
                    <a:pt x="728" y="1196"/>
                    <a:pt x="581" y="241"/>
                  </a:cubicBezTo>
                  <a:cubicBezTo>
                    <a:pt x="561" y="101"/>
                    <a:pt x="440" y="0"/>
                    <a:pt x="3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4276817" y="2645537"/>
              <a:ext cx="102554" cy="34871"/>
            </a:xfrm>
            <a:custGeom>
              <a:avLst/>
              <a:gdLst/>
              <a:ahLst/>
              <a:cxnLst/>
              <a:rect l="l" t="t" r="r" b="b"/>
              <a:pathLst>
                <a:path w="5382" h="1830" extrusionOk="0">
                  <a:moveTo>
                    <a:pt x="5061" y="1"/>
                  </a:moveTo>
                  <a:cubicBezTo>
                    <a:pt x="5020" y="1"/>
                    <a:pt x="4979" y="9"/>
                    <a:pt x="4940" y="28"/>
                  </a:cubicBezTo>
                  <a:cubicBezTo>
                    <a:pt x="2779" y="1110"/>
                    <a:pt x="1374" y="1265"/>
                    <a:pt x="744" y="1265"/>
                  </a:cubicBezTo>
                  <a:cubicBezTo>
                    <a:pt x="497" y="1265"/>
                    <a:pt x="369" y="1241"/>
                    <a:pt x="362" y="1240"/>
                  </a:cubicBezTo>
                  <a:cubicBezTo>
                    <a:pt x="344" y="1236"/>
                    <a:pt x="326" y="1235"/>
                    <a:pt x="308" y="1235"/>
                  </a:cubicBezTo>
                  <a:cubicBezTo>
                    <a:pt x="178" y="1235"/>
                    <a:pt x="62" y="1325"/>
                    <a:pt x="32" y="1456"/>
                  </a:cubicBezTo>
                  <a:cubicBezTo>
                    <a:pt x="0" y="1604"/>
                    <a:pt x="94" y="1753"/>
                    <a:pt x="241" y="1790"/>
                  </a:cubicBezTo>
                  <a:cubicBezTo>
                    <a:pt x="263" y="1794"/>
                    <a:pt x="433" y="1829"/>
                    <a:pt x="753" y="1829"/>
                  </a:cubicBezTo>
                  <a:cubicBezTo>
                    <a:pt x="1475" y="1829"/>
                    <a:pt x="2955" y="1648"/>
                    <a:pt x="5192" y="531"/>
                  </a:cubicBezTo>
                  <a:cubicBezTo>
                    <a:pt x="5328" y="460"/>
                    <a:pt x="5382" y="293"/>
                    <a:pt x="5313" y="156"/>
                  </a:cubicBezTo>
                  <a:cubicBezTo>
                    <a:pt x="5264" y="58"/>
                    <a:pt x="5164" y="1"/>
                    <a:pt x="5061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3818982" y="2883248"/>
              <a:ext cx="867593" cy="1349551"/>
            </a:xfrm>
            <a:custGeom>
              <a:avLst/>
              <a:gdLst/>
              <a:ahLst/>
              <a:cxnLst/>
              <a:rect l="l" t="t" r="r" b="b"/>
              <a:pathLst>
                <a:path w="45531" h="70824" extrusionOk="0">
                  <a:moveTo>
                    <a:pt x="17240" y="1"/>
                  </a:moveTo>
                  <a:cubicBezTo>
                    <a:pt x="16809" y="931"/>
                    <a:pt x="16350" y="2009"/>
                    <a:pt x="15879" y="3319"/>
                  </a:cubicBezTo>
                  <a:cubicBezTo>
                    <a:pt x="13862" y="8934"/>
                    <a:pt x="14124" y="19372"/>
                    <a:pt x="14738" y="26128"/>
                  </a:cubicBezTo>
                  <a:cubicBezTo>
                    <a:pt x="15352" y="32882"/>
                    <a:pt x="17371" y="39286"/>
                    <a:pt x="17371" y="39286"/>
                  </a:cubicBezTo>
                  <a:cubicBezTo>
                    <a:pt x="17371" y="39286"/>
                    <a:pt x="12282" y="47444"/>
                    <a:pt x="10090" y="50953"/>
                  </a:cubicBezTo>
                  <a:cubicBezTo>
                    <a:pt x="7897" y="54462"/>
                    <a:pt x="1" y="69727"/>
                    <a:pt x="1" y="69727"/>
                  </a:cubicBezTo>
                  <a:cubicBezTo>
                    <a:pt x="1" y="69727"/>
                    <a:pt x="1" y="70253"/>
                    <a:pt x="1229" y="70605"/>
                  </a:cubicBezTo>
                  <a:cubicBezTo>
                    <a:pt x="1843" y="70780"/>
                    <a:pt x="2501" y="70823"/>
                    <a:pt x="3006" y="70823"/>
                  </a:cubicBezTo>
                  <a:cubicBezTo>
                    <a:pt x="3510" y="70823"/>
                    <a:pt x="3861" y="70780"/>
                    <a:pt x="3861" y="70780"/>
                  </a:cubicBezTo>
                  <a:cubicBezTo>
                    <a:pt x="3861" y="70780"/>
                    <a:pt x="18950" y="52620"/>
                    <a:pt x="21756" y="49550"/>
                  </a:cubicBezTo>
                  <a:cubicBezTo>
                    <a:pt x="24564" y="46479"/>
                    <a:pt x="27196" y="41129"/>
                    <a:pt x="27546" y="38672"/>
                  </a:cubicBezTo>
                  <a:cubicBezTo>
                    <a:pt x="27898" y="36214"/>
                    <a:pt x="27459" y="21215"/>
                    <a:pt x="27459" y="21214"/>
                  </a:cubicBezTo>
                  <a:lnTo>
                    <a:pt x="27459" y="21214"/>
                  </a:lnTo>
                  <a:cubicBezTo>
                    <a:pt x="27459" y="21214"/>
                    <a:pt x="30618" y="28759"/>
                    <a:pt x="33074" y="32619"/>
                  </a:cubicBezTo>
                  <a:cubicBezTo>
                    <a:pt x="35532" y="36478"/>
                    <a:pt x="37191" y="39900"/>
                    <a:pt x="37191" y="39900"/>
                  </a:cubicBezTo>
                  <a:cubicBezTo>
                    <a:pt x="37191" y="39900"/>
                    <a:pt x="36583" y="45076"/>
                    <a:pt x="37197" y="49463"/>
                  </a:cubicBezTo>
                  <a:cubicBezTo>
                    <a:pt x="37811" y="53848"/>
                    <a:pt x="37293" y="67931"/>
                    <a:pt x="37907" y="69072"/>
                  </a:cubicBezTo>
                  <a:cubicBezTo>
                    <a:pt x="38185" y="69587"/>
                    <a:pt x="38821" y="69772"/>
                    <a:pt x="39484" y="69772"/>
                  </a:cubicBezTo>
                  <a:cubicBezTo>
                    <a:pt x="40288" y="69772"/>
                    <a:pt x="41132" y="69499"/>
                    <a:pt x="41421" y="69210"/>
                  </a:cubicBezTo>
                  <a:cubicBezTo>
                    <a:pt x="41947" y="68684"/>
                    <a:pt x="42198" y="65254"/>
                    <a:pt x="42198" y="65254"/>
                  </a:cubicBezTo>
                  <a:cubicBezTo>
                    <a:pt x="42198" y="65254"/>
                    <a:pt x="43250" y="54551"/>
                    <a:pt x="43864" y="49550"/>
                  </a:cubicBezTo>
                  <a:cubicBezTo>
                    <a:pt x="44479" y="44551"/>
                    <a:pt x="45531" y="40251"/>
                    <a:pt x="45181" y="39111"/>
                  </a:cubicBezTo>
                  <a:cubicBezTo>
                    <a:pt x="44829" y="37970"/>
                    <a:pt x="42636" y="25776"/>
                    <a:pt x="40969" y="19986"/>
                  </a:cubicBezTo>
                  <a:cubicBezTo>
                    <a:pt x="39376" y="14453"/>
                    <a:pt x="34661" y="4357"/>
                    <a:pt x="33251" y="1023"/>
                  </a:cubicBezTo>
                  <a:cubicBezTo>
                    <a:pt x="30986" y="1871"/>
                    <a:pt x="28774" y="2193"/>
                    <a:pt x="26723" y="2193"/>
                  </a:cubicBezTo>
                  <a:cubicBezTo>
                    <a:pt x="22649" y="2193"/>
                    <a:pt x="19208" y="926"/>
                    <a:pt x="17240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3813647" y="2877894"/>
              <a:ext cx="875844" cy="1360260"/>
            </a:xfrm>
            <a:custGeom>
              <a:avLst/>
              <a:gdLst/>
              <a:ahLst/>
              <a:cxnLst/>
              <a:rect l="l" t="t" r="r" b="b"/>
              <a:pathLst>
                <a:path w="45964" h="71386" extrusionOk="0">
                  <a:moveTo>
                    <a:pt x="17657" y="654"/>
                  </a:moveTo>
                  <a:cubicBezTo>
                    <a:pt x="19756" y="1609"/>
                    <a:pt x="23090" y="2759"/>
                    <a:pt x="26989" y="2759"/>
                  </a:cubicBezTo>
                  <a:cubicBezTo>
                    <a:pt x="28999" y="2759"/>
                    <a:pt x="31158" y="2453"/>
                    <a:pt x="33376" y="1659"/>
                  </a:cubicBezTo>
                  <a:cubicBezTo>
                    <a:pt x="33681" y="2372"/>
                    <a:pt x="34108" y="3334"/>
                    <a:pt x="34607" y="4460"/>
                  </a:cubicBezTo>
                  <a:cubicBezTo>
                    <a:pt x="36650" y="9072"/>
                    <a:pt x="39739" y="16040"/>
                    <a:pt x="40979" y="20344"/>
                  </a:cubicBezTo>
                  <a:cubicBezTo>
                    <a:pt x="42093" y="24216"/>
                    <a:pt x="43435" y="30915"/>
                    <a:pt x="44322" y="35347"/>
                  </a:cubicBezTo>
                  <a:cubicBezTo>
                    <a:pt x="44756" y="37516"/>
                    <a:pt x="45071" y="39085"/>
                    <a:pt x="45191" y="39473"/>
                  </a:cubicBezTo>
                  <a:cubicBezTo>
                    <a:pt x="45386" y="40111"/>
                    <a:pt x="45054" y="42118"/>
                    <a:pt x="44669" y="44441"/>
                  </a:cubicBezTo>
                  <a:cubicBezTo>
                    <a:pt x="44403" y="46042"/>
                    <a:pt x="44101" y="47858"/>
                    <a:pt x="43864" y="49796"/>
                  </a:cubicBezTo>
                  <a:cubicBezTo>
                    <a:pt x="43257" y="54742"/>
                    <a:pt x="42207" y="65399"/>
                    <a:pt x="42197" y="65513"/>
                  </a:cubicBezTo>
                  <a:cubicBezTo>
                    <a:pt x="42077" y="67148"/>
                    <a:pt x="41784" y="69007"/>
                    <a:pt x="41501" y="69292"/>
                  </a:cubicBezTo>
                  <a:cubicBezTo>
                    <a:pt x="41278" y="69513"/>
                    <a:pt x="40505" y="69771"/>
                    <a:pt x="39761" y="69771"/>
                  </a:cubicBezTo>
                  <a:cubicBezTo>
                    <a:pt x="39623" y="69771"/>
                    <a:pt x="39486" y="69762"/>
                    <a:pt x="39354" y="69742"/>
                  </a:cubicBezTo>
                  <a:cubicBezTo>
                    <a:pt x="39038" y="69696"/>
                    <a:pt x="38622" y="69567"/>
                    <a:pt x="38434" y="69219"/>
                  </a:cubicBezTo>
                  <a:cubicBezTo>
                    <a:pt x="38157" y="68705"/>
                    <a:pt x="38133" y="64433"/>
                    <a:pt x="38112" y="60665"/>
                  </a:cubicBezTo>
                  <a:cubicBezTo>
                    <a:pt x="38088" y="56556"/>
                    <a:pt x="38062" y="51898"/>
                    <a:pt x="37754" y="49704"/>
                  </a:cubicBezTo>
                  <a:cubicBezTo>
                    <a:pt x="37153" y="45405"/>
                    <a:pt x="37743" y="40264"/>
                    <a:pt x="37750" y="40213"/>
                  </a:cubicBezTo>
                  <a:cubicBezTo>
                    <a:pt x="37756" y="40160"/>
                    <a:pt x="37747" y="40106"/>
                    <a:pt x="37724" y="40057"/>
                  </a:cubicBezTo>
                  <a:cubicBezTo>
                    <a:pt x="37706" y="40023"/>
                    <a:pt x="36027" y="36577"/>
                    <a:pt x="33590" y="32748"/>
                  </a:cubicBezTo>
                  <a:cubicBezTo>
                    <a:pt x="31175" y="28954"/>
                    <a:pt x="28029" y="21461"/>
                    <a:pt x="27999" y="21387"/>
                  </a:cubicBezTo>
                  <a:cubicBezTo>
                    <a:pt x="27953" y="21281"/>
                    <a:pt x="27850" y="21214"/>
                    <a:pt x="27739" y="21214"/>
                  </a:cubicBezTo>
                  <a:cubicBezTo>
                    <a:pt x="27720" y="21214"/>
                    <a:pt x="27699" y="21216"/>
                    <a:pt x="27679" y="21221"/>
                  </a:cubicBezTo>
                  <a:cubicBezTo>
                    <a:pt x="27546" y="21250"/>
                    <a:pt x="27453" y="21368"/>
                    <a:pt x="27458" y="21504"/>
                  </a:cubicBezTo>
                  <a:cubicBezTo>
                    <a:pt x="27462" y="21654"/>
                    <a:pt x="27892" y="36508"/>
                    <a:pt x="27549" y="38913"/>
                  </a:cubicBezTo>
                  <a:cubicBezTo>
                    <a:pt x="27205" y="41314"/>
                    <a:pt x="24579" y="46636"/>
                    <a:pt x="21829" y="49642"/>
                  </a:cubicBezTo>
                  <a:cubicBezTo>
                    <a:pt x="19152" y="52572"/>
                    <a:pt x="5143" y="69416"/>
                    <a:pt x="3998" y="70792"/>
                  </a:cubicBezTo>
                  <a:cubicBezTo>
                    <a:pt x="3861" y="70805"/>
                    <a:pt x="3604" y="70823"/>
                    <a:pt x="3282" y="70823"/>
                  </a:cubicBezTo>
                  <a:cubicBezTo>
                    <a:pt x="2798" y="70823"/>
                    <a:pt x="2169" y="70781"/>
                    <a:pt x="1586" y="70616"/>
                  </a:cubicBezTo>
                  <a:cubicBezTo>
                    <a:pt x="835" y="70400"/>
                    <a:pt x="632" y="70137"/>
                    <a:pt x="580" y="70043"/>
                  </a:cubicBezTo>
                  <a:cubicBezTo>
                    <a:pt x="1249" y="68752"/>
                    <a:pt x="8535" y="54701"/>
                    <a:pt x="10606" y="51383"/>
                  </a:cubicBezTo>
                  <a:cubicBezTo>
                    <a:pt x="12800" y="47873"/>
                    <a:pt x="17889" y="39716"/>
                    <a:pt x="17889" y="39716"/>
                  </a:cubicBezTo>
                  <a:cubicBezTo>
                    <a:pt x="17932" y="39646"/>
                    <a:pt x="17943" y="39559"/>
                    <a:pt x="17918" y="39482"/>
                  </a:cubicBezTo>
                  <a:cubicBezTo>
                    <a:pt x="17897" y="39418"/>
                    <a:pt x="15902" y="33030"/>
                    <a:pt x="15298" y="26382"/>
                  </a:cubicBezTo>
                  <a:cubicBezTo>
                    <a:pt x="14613" y="18836"/>
                    <a:pt x="14547" y="8913"/>
                    <a:pt x="16423" y="3693"/>
                  </a:cubicBezTo>
                  <a:cubicBezTo>
                    <a:pt x="16796" y="2655"/>
                    <a:pt x="17202" y="1657"/>
                    <a:pt x="17657" y="654"/>
                  </a:cubicBezTo>
                  <a:close/>
                  <a:moveTo>
                    <a:pt x="17519" y="1"/>
                  </a:moveTo>
                  <a:cubicBezTo>
                    <a:pt x="17486" y="1"/>
                    <a:pt x="17454" y="6"/>
                    <a:pt x="17423" y="18"/>
                  </a:cubicBezTo>
                  <a:cubicBezTo>
                    <a:pt x="17353" y="44"/>
                    <a:pt x="17296" y="97"/>
                    <a:pt x="17264" y="164"/>
                  </a:cubicBezTo>
                  <a:cubicBezTo>
                    <a:pt x="16754" y="1269"/>
                    <a:pt x="16306" y="2363"/>
                    <a:pt x="15895" y="3505"/>
                  </a:cubicBezTo>
                  <a:cubicBezTo>
                    <a:pt x="13496" y="10182"/>
                    <a:pt x="14403" y="22743"/>
                    <a:pt x="14738" y="26435"/>
                  </a:cubicBezTo>
                  <a:cubicBezTo>
                    <a:pt x="15303" y="32629"/>
                    <a:pt x="17062" y="38598"/>
                    <a:pt x="17345" y="39527"/>
                  </a:cubicBezTo>
                  <a:cubicBezTo>
                    <a:pt x="16735" y="40505"/>
                    <a:pt x="12176" y="47814"/>
                    <a:pt x="10131" y="51086"/>
                  </a:cubicBezTo>
                  <a:cubicBezTo>
                    <a:pt x="7956" y="54564"/>
                    <a:pt x="110" y="69726"/>
                    <a:pt x="31" y="69879"/>
                  </a:cubicBezTo>
                  <a:cubicBezTo>
                    <a:pt x="11" y="69919"/>
                    <a:pt x="1" y="69964"/>
                    <a:pt x="1" y="70008"/>
                  </a:cubicBezTo>
                  <a:cubicBezTo>
                    <a:pt x="1" y="70132"/>
                    <a:pt x="69" y="70766"/>
                    <a:pt x="1433" y="71155"/>
                  </a:cubicBezTo>
                  <a:cubicBezTo>
                    <a:pt x="2079" y="71341"/>
                    <a:pt x="2763" y="71386"/>
                    <a:pt x="3286" y="71386"/>
                  </a:cubicBezTo>
                  <a:cubicBezTo>
                    <a:pt x="3300" y="71386"/>
                    <a:pt x="3313" y="71386"/>
                    <a:pt x="3327" y="71386"/>
                  </a:cubicBezTo>
                  <a:cubicBezTo>
                    <a:pt x="3611" y="71386"/>
                    <a:pt x="3895" y="71371"/>
                    <a:pt x="4178" y="71341"/>
                  </a:cubicBezTo>
                  <a:cubicBezTo>
                    <a:pt x="4249" y="71332"/>
                    <a:pt x="4315" y="71295"/>
                    <a:pt x="4360" y="71242"/>
                  </a:cubicBezTo>
                  <a:cubicBezTo>
                    <a:pt x="4510" y="71059"/>
                    <a:pt x="19477" y="53052"/>
                    <a:pt x="22248" y="50021"/>
                  </a:cubicBezTo>
                  <a:cubicBezTo>
                    <a:pt x="25108" y="46893"/>
                    <a:pt x="27746" y="41524"/>
                    <a:pt x="28108" y="38994"/>
                  </a:cubicBezTo>
                  <a:cubicBezTo>
                    <a:pt x="28397" y="36972"/>
                    <a:pt x="28163" y="26808"/>
                    <a:pt x="28063" y="22953"/>
                  </a:cubicBezTo>
                  <a:lnTo>
                    <a:pt x="28063" y="22953"/>
                  </a:lnTo>
                  <a:cubicBezTo>
                    <a:pt x="29094" y="25312"/>
                    <a:pt x="31306" y="30202"/>
                    <a:pt x="33119" y="33052"/>
                  </a:cubicBezTo>
                  <a:cubicBezTo>
                    <a:pt x="35343" y="36546"/>
                    <a:pt x="36932" y="39718"/>
                    <a:pt x="37185" y="40232"/>
                  </a:cubicBezTo>
                  <a:cubicBezTo>
                    <a:pt x="37111" y="40919"/>
                    <a:pt x="36631" y="45714"/>
                    <a:pt x="37201" y="49783"/>
                  </a:cubicBezTo>
                  <a:cubicBezTo>
                    <a:pt x="37503" y="51940"/>
                    <a:pt x="37530" y="56578"/>
                    <a:pt x="37553" y="60669"/>
                  </a:cubicBezTo>
                  <a:cubicBezTo>
                    <a:pt x="37581" y="65742"/>
                    <a:pt x="37616" y="68880"/>
                    <a:pt x="37941" y="69486"/>
                  </a:cubicBezTo>
                  <a:cubicBezTo>
                    <a:pt x="38179" y="69926"/>
                    <a:pt x="38640" y="70207"/>
                    <a:pt x="39275" y="70301"/>
                  </a:cubicBezTo>
                  <a:cubicBezTo>
                    <a:pt x="39435" y="70324"/>
                    <a:pt x="39600" y="70335"/>
                    <a:pt x="39767" y="70335"/>
                  </a:cubicBezTo>
                  <a:cubicBezTo>
                    <a:pt x="40646" y="70335"/>
                    <a:pt x="41556" y="70034"/>
                    <a:pt x="41901" y="69690"/>
                  </a:cubicBezTo>
                  <a:cubicBezTo>
                    <a:pt x="42471" y="69118"/>
                    <a:pt x="42714" y="66146"/>
                    <a:pt x="42757" y="65562"/>
                  </a:cubicBezTo>
                  <a:cubicBezTo>
                    <a:pt x="42768" y="65454"/>
                    <a:pt x="43817" y="54805"/>
                    <a:pt x="44424" y="49865"/>
                  </a:cubicBezTo>
                  <a:cubicBezTo>
                    <a:pt x="44660" y="47938"/>
                    <a:pt x="44960" y="46130"/>
                    <a:pt x="45224" y="44534"/>
                  </a:cubicBezTo>
                  <a:cubicBezTo>
                    <a:pt x="45653" y="41944"/>
                    <a:pt x="45964" y="40071"/>
                    <a:pt x="45729" y="39310"/>
                  </a:cubicBezTo>
                  <a:cubicBezTo>
                    <a:pt x="45618" y="38947"/>
                    <a:pt x="45290" y="37311"/>
                    <a:pt x="44874" y="35237"/>
                  </a:cubicBezTo>
                  <a:cubicBezTo>
                    <a:pt x="43985" y="30796"/>
                    <a:pt x="42642" y="24084"/>
                    <a:pt x="41520" y="20190"/>
                  </a:cubicBezTo>
                  <a:cubicBezTo>
                    <a:pt x="40270" y="15849"/>
                    <a:pt x="37171" y="8859"/>
                    <a:pt x="35120" y="4234"/>
                  </a:cubicBezTo>
                  <a:cubicBezTo>
                    <a:pt x="34563" y="2977"/>
                    <a:pt x="34096" y="1924"/>
                    <a:pt x="33789" y="1195"/>
                  </a:cubicBezTo>
                  <a:cubicBezTo>
                    <a:pt x="33744" y="1088"/>
                    <a:pt x="33640" y="1023"/>
                    <a:pt x="33531" y="1023"/>
                  </a:cubicBezTo>
                  <a:cubicBezTo>
                    <a:pt x="33498" y="1023"/>
                    <a:pt x="33464" y="1029"/>
                    <a:pt x="33431" y="1042"/>
                  </a:cubicBezTo>
                  <a:cubicBezTo>
                    <a:pt x="31195" y="1879"/>
                    <a:pt x="29014" y="2198"/>
                    <a:pt x="26988" y="2198"/>
                  </a:cubicBezTo>
                  <a:cubicBezTo>
                    <a:pt x="23030" y="2198"/>
                    <a:pt x="19665" y="980"/>
                    <a:pt x="17639" y="28"/>
                  </a:cubicBezTo>
                  <a:cubicBezTo>
                    <a:pt x="17601" y="10"/>
                    <a:pt x="17560" y="1"/>
                    <a:pt x="1751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5055175" y="2964518"/>
              <a:ext cx="217551" cy="233233"/>
            </a:xfrm>
            <a:custGeom>
              <a:avLst/>
              <a:gdLst/>
              <a:ahLst/>
              <a:cxnLst/>
              <a:rect l="l" t="t" r="r" b="b"/>
              <a:pathLst>
                <a:path w="11417" h="12240" extrusionOk="0">
                  <a:moveTo>
                    <a:pt x="4" y="0"/>
                  </a:moveTo>
                  <a:lnTo>
                    <a:pt x="4" y="9002"/>
                  </a:lnTo>
                  <a:lnTo>
                    <a:pt x="968" y="9002"/>
                  </a:lnTo>
                  <a:lnTo>
                    <a:pt x="968" y="10150"/>
                  </a:lnTo>
                  <a:lnTo>
                    <a:pt x="1" y="10150"/>
                  </a:lnTo>
                  <a:lnTo>
                    <a:pt x="1" y="12240"/>
                  </a:lnTo>
                  <a:lnTo>
                    <a:pt x="3704" y="12240"/>
                  </a:lnTo>
                  <a:lnTo>
                    <a:pt x="3704" y="11538"/>
                  </a:lnTo>
                  <a:lnTo>
                    <a:pt x="7713" y="11538"/>
                  </a:lnTo>
                  <a:lnTo>
                    <a:pt x="7713" y="12240"/>
                  </a:lnTo>
                  <a:lnTo>
                    <a:pt x="11416" y="12240"/>
                  </a:lnTo>
                  <a:lnTo>
                    <a:pt x="11416" y="10150"/>
                  </a:lnTo>
                  <a:lnTo>
                    <a:pt x="10451" y="10150"/>
                  </a:lnTo>
                  <a:lnTo>
                    <a:pt x="10451" y="9002"/>
                  </a:lnTo>
                  <a:lnTo>
                    <a:pt x="11415" y="9002"/>
                  </a:lnTo>
                  <a:lnTo>
                    <a:pt x="114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5049840" y="2959183"/>
              <a:ext cx="228241" cy="243904"/>
            </a:xfrm>
            <a:custGeom>
              <a:avLst/>
              <a:gdLst/>
              <a:ahLst/>
              <a:cxnLst/>
              <a:rect l="l" t="t" r="r" b="b"/>
              <a:pathLst>
                <a:path w="11978" h="12800" extrusionOk="0">
                  <a:moveTo>
                    <a:pt x="11415" y="562"/>
                  </a:moveTo>
                  <a:lnTo>
                    <a:pt x="11415" y="9000"/>
                  </a:lnTo>
                  <a:lnTo>
                    <a:pt x="10732" y="9000"/>
                  </a:lnTo>
                  <a:cubicBezTo>
                    <a:pt x="10576" y="9000"/>
                    <a:pt x="10451" y="9126"/>
                    <a:pt x="10451" y="9282"/>
                  </a:cubicBezTo>
                  <a:lnTo>
                    <a:pt x="10451" y="10430"/>
                  </a:lnTo>
                  <a:cubicBezTo>
                    <a:pt x="10451" y="10584"/>
                    <a:pt x="10576" y="10711"/>
                    <a:pt x="10732" y="10711"/>
                  </a:cubicBezTo>
                  <a:lnTo>
                    <a:pt x="11416" y="10711"/>
                  </a:lnTo>
                  <a:lnTo>
                    <a:pt x="11416" y="12238"/>
                  </a:lnTo>
                  <a:lnTo>
                    <a:pt x="8276" y="12238"/>
                  </a:lnTo>
                  <a:lnTo>
                    <a:pt x="8275" y="11817"/>
                  </a:lnTo>
                  <a:cubicBezTo>
                    <a:pt x="8275" y="11662"/>
                    <a:pt x="8149" y="11537"/>
                    <a:pt x="7993" y="11537"/>
                  </a:cubicBezTo>
                  <a:lnTo>
                    <a:pt x="3984" y="11537"/>
                  </a:lnTo>
                  <a:cubicBezTo>
                    <a:pt x="3829" y="11537"/>
                    <a:pt x="3702" y="11662"/>
                    <a:pt x="3704" y="11817"/>
                  </a:cubicBezTo>
                  <a:lnTo>
                    <a:pt x="3704" y="12238"/>
                  </a:lnTo>
                  <a:lnTo>
                    <a:pt x="562" y="12238"/>
                  </a:lnTo>
                  <a:lnTo>
                    <a:pt x="562" y="10711"/>
                  </a:lnTo>
                  <a:lnTo>
                    <a:pt x="1248" y="10711"/>
                  </a:lnTo>
                  <a:cubicBezTo>
                    <a:pt x="1402" y="10711"/>
                    <a:pt x="1528" y="10584"/>
                    <a:pt x="1528" y="10430"/>
                  </a:cubicBezTo>
                  <a:lnTo>
                    <a:pt x="1528" y="9282"/>
                  </a:lnTo>
                  <a:cubicBezTo>
                    <a:pt x="1528" y="9126"/>
                    <a:pt x="1402" y="9000"/>
                    <a:pt x="1248" y="9000"/>
                  </a:cubicBezTo>
                  <a:lnTo>
                    <a:pt x="564" y="9000"/>
                  </a:lnTo>
                  <a:lnTo>
                    <a:pt x="564" y="562"/>
                  </a:lnTo>
                  <a:close/>
                  <a:moveTo>
                    <a:pt x="284" y="0"/>
                  </a:moveTo>
                  <a:cubicBezTo>
                    <a:pt x="128" y="0"/>
                    <a:pt x="2" y="126"/>
                    <a:pt x="2" y="280"/>
                  </a:cubicBezTo>
                  <a:lnTo>
                    <a:pt x="2" y="9282"/>
                  </a:lnTo>
                  <a:cubicBezTo>
                    <a:pt x="2" y="9436"/>
                    <a:pt x="128" y="9563"/>
                    <a:pt x="284" y="9563"/>
                  </a:cubicBezTo>
                  <a:lnTo>
                    <a:pt x="966" y="9563"/>
                  </a:lnTo>
                  <a:lnTo>
                    <a:pt x="966" y="10148"/>
                  </a:lnTo>
                  <a:lnTo>
                    <a:pt x="281" y="10148"/>
                  </a:lnTo>
                  <a:cubicBezTo>
                    <a:pt x="126" y="10148"/>
                    <a:pt x="1" y="10275"/>
                    <a:pt x="1" y="10430"/>
                  </a:cubicBezTo>
                  <a:lnTo>
                    <a:pt x="1" y="12520"/>
                  </a:lnTo>
                  <a:cubicBezTo>
                    <a:pt x="1" y="12674"/>
                    <a:pt x="126" y="12800"/>
                    <a:pt x="281" y="12800"/>
                  </a:cubicBezTo>
                  <a:lnTo>
                    <a:pt x="3984" y="12800"/>
                  </a:lnTo>
                  <a:cubicBezTo>
                    <a:pt x="4138" y="12800"/>
                    <a:pt x="4265" y="12674"/>
                    <a:pt x="4265" y="12520"/>
                  </a:cubicBezTo>
                  <a:lnTo>
                    <a:pt x="4265" y="12098"/>
                  </a:lnTo>
                  <a:lnTo>
                    <a:pt x="7713" y="12098"/>
                  </a:lnTo>
                  <a:lnTo>
                    <a:pt x="7713" y="12520"/>
                  </a:lnTo>
                  <a:cubicBezTo>
                    <a:pt x="7713" y="12674"/>
                    <a:pt x="7838" y="12800"/>
                    <a:pt x="7993" y="12800"/>
                  </a:cubicBezTo>
                  <a:lnTo>
                    <a:pt x="11696" y="12800"/>
                  </a:lnTo>
                  <a:cubicBezTo>
                    <a:pt x="11852" y="12800"/>
                    <a:pt x="11978" y="12674"/>
                    <a:pt x="11978" y="12520"/>
                  </a:cubicBezTo>
                  <a:lnTo>
                    <a:pt x="11978" y="10430"/>
                  </a:lnTo>
                  <a:cubicBezTo>
                    <a:pt x="11978" y="10275"/>
                    <a:pt x="11852" y="10148"/>
                    <a:pt x="11696" y="10148"/>
                  </a:cubicBezTo>
                  <a:lnTo>
                    <a:pt x="11012" y="10148"/>
                  </a:lnTo>
                  <a:lnTo>
                    <a:pt x="11012" y="9563"/>
                  </a:lnTo>
                  <a:lnTo>
                    <a:pt x="11696" y="9563"/>
                  </a:lnTo>
                  <a:cubicBezTo>
                    <a:pt x="11851" y="9563"/>
                    <a:pt x="11976" y="9436"/>
                    <a:pt x="11976" y="9282"/>
                  </a:cubicBezTo>
                  <a:lnTo>
                    <a:pt x="11976" y="280"/>
                  </a:lnTo>
                  <a:cubicBezTo>
                    <a:pt x="11976" y="126"/>
                    <a:pt x="11851" y="0"/>
                    <a:pt x="116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4"/>
            <p:cNvSpPr/>
            <p:nvPr/>
          </p:nvSpPr>
          <p:spPr>
            <a:xfrm>
              <a:off x="4085943" y="2913203"/>
              <a:ext cx="1280229" cy="76601"/>
            </a:xfrm>
            <a:custGeom>
              <a:avLst/>
              <a:gdLst/>
              <a:ahLst/>
              <a:cxnLst/>
              <a:rect l="l" t="t" r="r" b="b"/>
              <a:pathLst>
                <a:path w="67186" h="4020" extrusionOk="0">
                  <a:moveTo>
                    <a:pt x="1" y="1"/>
                  </a:moveTo>
                  <a:lnTo>
                    <a:pt x="1" y="4019"/>
                  </a:lnTo>
                  <a:lnTo>
                    <a:pt x="67154" y="4019"/>
                  </a:lnTo>
                  <a:cubicBezTo>
                    <a:pt x="67171" y="4019"/>
                    <a:pt x="67186" y="4006"/>
                    <a:pt x="67186" y="3987"/>
                  </a:cubicBezTo>
                  <a:lnTo>
                    <a:pt x="67186" y="35"/>
                  </a:lnTo>
                  <a:cubicBezTo>
                    <a:pt x="67186" y="16"/>
                    <a:pt x="67171" y="1"/>
                    <a:pt x="67154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4"/>
            <p:cNvSpPr/>
            <p:nvPr/>
          </p:nvSpPr>
          <p:spPr>
            <a:xfrm>
              <a:off x="4080588" y="2907868"/>
              <a:ext cx="1290957" cy="87291"/>
            </a:xfrm>
            <a:custGeom>
              <a:avLst/>
              <a:gdLst/>
              <a:ahLst/>
              <a:cxnLst/>
              <a:rect l="l" t="t" r="r" b="b"/>
              <a:pathLst>
                <a:path w="67749" h="4581" extrusionOk="0">
                  <a:moveTo>
                    <a:pt x="66465" y="562"/>
                  </a:moveTo>
                  <a:cubicBezTo>
                    <a:pt x="66863" y="562"/>
                    <a:pt x="67185" y="886"/>
                    <a:pt x="67185" y="1284"/>
                  </a:cubicBezTo>
                  <a:lnTo>
                    <a:pt x="67185" y="3297"/>
                  </a:lnTo>
                  <a:cubicBezTo>
                    <a:pt x="67185" y="3695"/>
                    <a:pt x="66863" y="4018"/>
                    <a:pt x="66465" y="4019"/>
                  </a:cubicBezTo>
                  <a:lnTo>
                    <a:pt x="563" y="4019"/>
                  </a:lnTo>
                  <a:lnTo>
                    <a:pt x="563" y="562"/>
                  </a:lnTo>
                  <a:close/>
                  <a:moveTo>
                    <a:pt x="282" y="1"/>
                  </a:moveTo>
                  <a:cubicBezTo>
                    <a:pt x="127" y="1"/>
                    <a:pt x="0" y="126"/>
                    <a:pt x="0" y="282"/>
                  </a:cubicBezTo>
                  <a:lnTo>
                    <a:pt x="0" y="4299"/>
                  </a:lnTo>
                  <a:cubicBezTo>
                    <a:pt x="0" y="4455"/>
                    <a:pt x="127" y="4581"/>
                    <a:pt x="282" y="4581"/>
                  </a:cubicBezTo>
                  <a:lnTo>
                    <a:pt x="66465" y="4581"/>
                  </a:lnTo>
                  <a:cubicBezTo>
                    <a:pt x="67174" y="4581"/>
                    <a:pt x="67747" y="4006"/>
                    <a:pt x="67748" y="3297"/>
                  </a:cubicBezTo>
                  <a:lnTo>
                    <a:pt x="67748" y="1284"/>
                  </a:lnTo>
                  <a:cubicBezTo>
                    <a:pt x="67747" y="576"/>
                    <a:pt x="67174" y="1"/>
                    <a:pt x="66465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4"/>
            <p:cNvSpPr/>
            <p:nvPr/>
          </p:nvSpPr>
          <p:spPr>
            <a:xfrm>
              <a:off x="4903783" y="2901732"/>
              <a:ext cx="98000" cy="99562"/>
            </a:xfrm>
            <a:custGeom>
              <a:avLst/>
              <a:gdLst/>
              <a:ahLst/>
              <a:cxnLst/>
              <a:rect l="l" t="t" r="r" b="b"/>
              <a:pathLst>
                <a:path w="5143" h="5225" extrusionOk="0">
                  <a:moveTo>
                    <a:pt x="18" y="1"/>
                  </a:moveTo>
                  <a:cubicBezTo>
                    <a:pt x="7" y="1"/>
                    <a:pt x="0" y="9"/>
                    <a:pt x="0" y="18"/>
                  </a:cubicBezTo>
                  <a:lnTo>
                    <a:pt x="0" y="5206"/>
                  </a:lnTo>
                  <a:cubicBezTo>
                    <a:pt x="0" y="5216"/>
                    <a:pt x="7" y="5225"/>
                    <a:pt x="18" y="5225"/>
                  </a:cubicBezTo>
                  <a:lnTo>
                    <a:pt x="5125" y="5225"/>
                  </a:lnTo>
                  <a:cubicBezTo>
                    <a:pt x="5135" y="5225"/>
                    <a:pt x="5143" y="5216"/>
                    <a:pt x="5143" y="5206"/>
                  </a:cubicBezTo>
                  <a:lnTo>
                    <a:pt x="5143" y="18"/>
                  </a:lnTo>
                  <a:cubicBezTo>
                    <a:pt x="5143" y="9"/>
                    <a:pt x="5135" y="1"/>
                    <a:pt x="5125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4898391" y="2896396"/>
              <a:ext cx="108766" cy="110271"/>
            </a:xfrm>
            <a:custGeom>
              <a:avLst/>
              <a:gdLst/>
              <a:ahLst/>
              <a:cxnLst/>
              <a:rect l="l" t="t" r="r" b="b"/>
              <a:pathLst>
                <a:path w="5708" h="5787" extrusionOk="0">
                  <a:moveTo>
                    <a:pt x="4871" y="562"/>
                  </a:moveTo>
                  <a:cubicBezTo>
                    <a:pt x="5022" y="562"/>
                    <a:pt x="5144" y="685"/>
                    <a:pt x="5144" y="836"/>
                  </a:cubicBezTo>
                  <a:lnTo>
                    <a:pt x="5144" y="4949"/>
                  </a:lnTo>
                  <a:cubicBezTo>
                    <a:pt x="5144" y="5101"/>
                    <a:pt x="5022" y="5223"/>
                    <a:pt x="4871" y="5223"/>
                  </a:cubicBezTo>
                  <a:lnTo>
                    <a:pt x="837" y="5223"/>
                  </a:lnTo>
                  <a:cubicBezTo>
                    <a:pt x="686" y="5223"/>
                    <a:pt x="563" y="5101"/>
                    <a:pt x="563" y="4949"/>
                  </a:cubicBezTo>
                  <a:lnTo>
                    <a:pt x="563" y="835"/>
                  </a:lnTo>
                  <a:cubicBezTo>
                    <a:pt x="563" y="685"/>
                    <a:pt x="686" y="562"/>
                    <a:pt x="837" y="562"/>
                  </a:cubicBezTo>
                  <a:close/>
                  <a:moveTo>
                    <a:pt x="837" y="1"/>
                  </a:moveTo>
                  <a:cubicBezTo>
                    <a:pt x="375" y="1"/>
                    <a:pt x="2" y="374"/>
                    <a:pt x="0" y="836"/>
                  </a:cubicBezTo>
                  <a:lnTo>
                    <a:pt x="0" y="4951"/>
                  </a:lnTo>
                  <a:cubicBezTo>
                    <a:pt x="2" y="5411"/>
                    <a:pt x="375" y="5785"/>
                    <a:pt x="837" y="5786"/>
                  </a:cubicBezTo>
                  <a:lnTo>
                    <a:pt x="4871" y="5786"/>
                  </a:lnTo>
                  <a:cubicBezTo>
                    <a:pt x="5332" y="5785"/>
                    <a:pt x="5707" y="5411"/>
                    <a:pt x="5707" y="4951"/>
                  </a:cubicBezTo>
                  <a:lnTo>
                    <a:pt x="5707" y="836"/>
                  </a:lnTo>
                  <a:cubicBezTo>
                    <a:pt x="5707" y="374"/>
                    <a:pt x="5332" y="1"/>
                    <a:pt x="48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3729919" y="2752436"/>
              <a:ext cx="398154" cy="398154"/>
            </a:xfrm>
            <a:custGeom>
              <a:avLst/>
              <a:gdLst/>
              <a:ahLst/>
              <a:cxnLst/>
              <a:rect l="l" t="t" r="r" b="b"/>
              <a:pathLst>
                <a:path w="20895" h="20895" extrusionOk="0">
                  <a:moveTo>
                    <a:pt x="10447" y="1"/>
                  </a:moveTo>
                  <a:cubicBezTo>
                    <a:pt x="7676" y="1"/>
                    <a:pt x="5019" y="1100"/>
                    <a:pt x="3060" y="3061"/>
                  </a:cubicBezTo>
                  <a:cubicBezTo>
                    <a:pt x="1100" y="5019"/>
                    <a:pt x="0" y="7677"/>
                    <a:pt x="0" y="10448"/>
                  </a:cubicBezTo>
                  <a:cubicBezTo>
                    <a:pt x="0" y="13219"/>
                    <a:pt x="1100" y="15876"/>
                    <a:pt x="3060" y="17835"/>
                  </a:cubicBezTo>
                  <a:cubicBezTo>
                    <a:pt x="5019" y="19795"/>
                    <a:pt x="7676" y="20895"/>
                    <a:pt x="10447" y="20895"/>
                  </a:cubicBezTo>
                  <a:cubicBezTo>
                    <a:pt x="13218" y="20895"/>
                    <a:pt x="15876" y="19795"/>
                    <a:pt x="17834" y="17835"/>
                  </a:cubicBezTo>
                  <a:cubicBezTo>
                    <a:pt x="19794" y="15876"/>
                    <a:pt x="20894" y="13219"/>
                    <a:pt x="20894" y="10448"/>
                  </a:cubicBezTo>
                  <a:cubicBezTo>
                    <a:pt x="20894" y="7677"/>
                    <a:pt x="19794" y="5019"/>
                    <a:pt x="17834" y="3061"/>
                  </a:cubicBezTo>
                  <a:cubicBezTo>
                    <a:pt x="15876" y="1100"/>
                    <a:pt x="13218" y="1"/>
                    <a:pt x="1044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3724546" y="2747101"/>
              <a:ext cx="408882" cy="408882"/>
            </a:xfrm>
            <a:custGeom>
              <a:avLst/>
              <a:gdLst/>
              <a:ahLst/>
              <a:cxnLst/>
              <a:rect l="l" t="t" r="r" b="b"/>
              <a:pathLst>
                <a:path w="21458" h="21458" extrusionOk="0">
                  <a:moveTo>
                    <a:pt x="10729" y="561"/>
                  </a:moveTo>
                  <a:cubicBezTo>
                    <a:pt x="16335" y="561"/>
                    <a:pt x="20896" y="5123"/>
                    <a:pt x="20896" y="10729"/>
                  </a:cubicBezTo>
                  <a:cubicBezTo>
                    <a:pt x="20896" y="16334"/>
                    <a:pt x="16335" y="20895"/>
                    <a:pt x="10729" y="20895"/>
                  </a:cubicBezTo>
                  <a:cubicBezTo>
                    <a:pt x="5123" y="20895"/>
                    <a:pt x="562" y="16334"/>
                    <a:pt x="562" y="10729"/>
                  </a:cubicBezTo>
                  <a:cubicBezTo>
                    <a:pt x="562" y="5123"/>
                    <a:pt x="5123" y="562"/>
                    <a:pt x="10729" y="562"/>
                  </a:cubicBezTo>
                  <a:lnTo>
                    <a:pt x="10729" y="561"/>
                  </a:lnTo>
                  <a:close/>
                  <a:moveTo>
                    <a:pt x="10729" y="1"/>
                  </a:moveTo>
                  <a:cubicBezTo>
                    <a:pt x="4814" y="1"/>
                    <a:pt x="1" y="4814"/>
                    <a:pt x="1" y="10729"/>
                  </a:cubicBezTo>
                  <a:cubicBezTo>
                    <a:pt x="1" y="16645"/>
                    <a:pt x="4814" y="21458"/>
                    <a:pt x="10729" y="21458"/>
                  </a:cubicBezTo>
                  <a:cubicBezTo>
                    <a:pt x="16645" y="21458"/>
                    <a:pt x="21458" y="16643"/>
                    <a:pt x="21458" y="10728"/>
                  </a:cubicBezTo>
                  <a:cubicBezTo>
                    <a:pt x="21458" y="4812"/>
                    <a:pt x="16645" y="1"/>
                    <a:pt x="1072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3848575" y="2819814"/>
              <a:ext cx="160824" cy="263416"/>
            </a:xfrm>
            <a:custGeom>
              <a:avLst/>
              <a:gdLst/>
              <a:ahLst/>
              <a:cxnLst/>
              <a:rect l="l" t="t" r="r" b="b"/>
              <a:pathLst>
                <a:path w="8440" h="13824" extrusionOk="0">
                  <a:moveTo>
                    <a:pt x="4220" y="0"/>
                  </a:moveTo>
                  <a:cubicBezTo>
                    <a:pt x="1890" y="0"/>
                    <a:pt x="1" y="1664"/>
                    <a:pt x="1" y="3716"/>
                  </a:cubicBezTo>
                  <a:cubicBezTo>
                    <a:pt x="1" y="5077"/>
                    <a:pt x="834" y="6264"/>
                    <a:pt x="2072" y="6912"/>
                  </a:cubicBezTo>
                  <a:cubicBezTo>
                    <a:pt x="834" y="7559"/>
                    <a:pt x="1" y="8745"/>
                    <a:pt x="1" y="10106"/>
                  </a:cubicBezTo>
                  <a:cubicBezTo>
                    <a:pt x="1" y="12159"/>
                    <a:pt x="1890" y="13823"/>
                    <a:pt x="4220" y="13823"/>
                  </a:cubicBezTo>
                  <a:cubicBezTo>
                    <a:pt x="6551" y="13823"/>
                    <a:pt x="8439" y="12159"/>
                    <a:pt x="8439" y="10107"/>
                  </a:cubicBezTo>
                  <a:cubicBezTo>
                    <a:pt x="8439" y="8746"/>
                    <a:pt x="7607" y="7559"/>
                    <a:pt x="6368" y="6912"/>
                  </a:cubicBezTo>
                  <a:cubicBezTo>
                    <a:pt x="7607" y="6266"/>
                    <a:pt x="8439" y="5077"/>
                    <a:pt x="8439" y="3716"/>
                  </a:cubicBezTo>
                  <a:cubicBezTo>
                    <a:pt x="8439" y="1664"/>
                    <a:pt x="6551" y="0"/>
                    <a:pt x="4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3843220" y="2814441"/>
              <a:ext cx="171533" cy="274144"/>
            </a:xfrm>
            <a:custGeom>
              <a:avLst/>
              <a:gdLst/>
              <a:ahLst/>
              <a:cxnLst/>
              <a:rect l="l" t="t" r="r" b="b"/>
              <a:pathLst>
                <a:path w="9002" h="14387" extrusionOk="0">
                  <a:moveTo>
                    <a:pt x="4501" y="564"/>
                  </a:moveTo>
                  <a:cubicBezTo>
                    <a:pt x="6673" y="564"/>
                    <a:pt x="8439" y="2104"/>
                    <a:pt x="8439" y="3998"/>
                  </a:cubicBezTo>
                  <a:cubicBezTo>
                    <a:pt x="8439" y="5215"/>
                    <a:pt x="7721" y="6316"/>
                    <a:pt x="6518" y="6944"/>
                  </a:cubicBezTo>
                  <a:cubicBezTo>
                    <a:pt x="6317" y="7049"/>
                    <a:pt x="6317" y="7338"/>
                    <a:pt x="6518" y="7443"/>
                  </a:cubicBezTo>
                  <a:cubicBezTo>
                    <a:pt x="7721" y="8072"/>
                    <a:pt x="8439" y="9173"/>
                    <a:pt x="8439" y="10389"/>
                  </a:cubicBezTo>
                  <a:cubicBezTo>
                    <a:pt x="8439" y="12282"/>
                    <a:pt x="6673" y="13824"/>
                    <a:pt x="4501" y="13824"/>
                  </a:cubicBezTo>
                  <a:cubicBezTo>
                    <a:pt x="2330" y="13824"/>
                    <a:pt x="563" y="12282"/>
                    <a:pt x="563" y="10389"/>
                  </a:cubicBezTo>
                  <a:cubicBezTo>
                    <a:pt x="563" y="9173"/>
                    <a:pt x="1281" y="8072"/>
                    <a:pt x="2484" y="7443"/>
                  </a:cubicBezTo>
                  <a:cubicBezTo>
                    <a:pt x="2685" y="7338"/>
                    <a:pt x="2685" y="7049"/>
                    <a:pt x="2484" y="6944"/>
                  </a:cubicBezTo>
                  <a:cubicBezTo>
                    <a:pt x="1281" y="6316"/>
                    <a:pt x="563" y="5215"/>
                    <a:pt x="563" y="3998"/>
                  </a:cubicBezTo>
                  <a:cubicBezTo>
                    <a:pt x="563" y="2104"/>
                    <a:pt x="2330" y="564"/>
                    <a:pt x="4501" y="564"/>
                  </a:cubicBezTo>
                  <a:close/>
                  <a:moveTo>
                    <a:pt x="4501" y="1"/>
                  </a:moveTo>
                  <a:cubicBezTo>
                    <a:pt x="2020" y="1"/>
                    <a:pt x="0" y="1795"/>
                    <a:pt x="0" y="3998"/>
                  </a:cubicBezTo>
                  <a:cubicBezTo>
                    <a:pt x="0" y="5257"/>
                    <a:pt x="681" y="6444"/>
                    <a:pt x="1803" y="7194"/>
                  </a:cubicBezTo>
                  <a:cubicBezTo>
                    <a:pt x="681" y="7943"/>
                    <a:pt x="0" y="9131"/>
                    <a:pt x="0" y="10389"/>
                  </a:cubicBezTo>
                  <a:cubicBezTo>
                    <a:pt x="0" y="12593"/>
                    <a:pt x="2020" y="14387"/>
                    <a:pt x="4501" y="14387"/>
                  </a:cubicBezTo>
                  <a:cubicBezTo>
                    <a:pt x="6982" y="14387"/>
                    <a:pt x="9002" y="12593"/>
                    <a:pt x="9002" y="10389"/>
                  </a:cubicBezTo>
                  <a:cubicBezTo>
                    <a:pt x="9002" y="9131"/>
                    <a:pt x="8322" y="7943"/>
                    <a:pt x="7199" y="7194"/>
                  </a:cubicBezTo>
                  <a:cubicBezTo>
                    <a:pt x="8322" y="6444"/>
                    <a:pt x="9002" y="5257"/>
                    <a:pt x="9002" y="3998"/>
                  </a:cubicBezTo>
                  <a:cubicBezTo>
                    <a:pt x="9002" y="1795"/>
                    <a:pt x="6982" y="1"/>
                    <a:pt x="4501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4744636" y="2935878"/>
              <a:ext cx="144913" cy="81841"/>
            </a:xfrm>
            <a:custGeom>
              <a:avLst/>
              <a:gdLst/>
              <a:ahLst/>
              <a:cxnLst/>
              <a:rect l="l" t="t" r="r" b="b"/>
              <a:pathLst>
                <a:path w="7605" h="4295" extrusionOk="0">
                  <a:moveTo>
                    <a:pt x="6557" y="1"/>
                  </a:moveTo>
                  <a:cubicBezTo>
                    <a:pt x="6528" y="1"/>
                    <a:pt x="6495" y="5"/>
                    <a:pt x="6459" y="13"/>
                  </a:cubicBezTo>
                  <a:cubicBezTo>
                    <a:pt x="5806" y="157"/>
                    <a:pt x="5444" y="883"/>
                    <a:pt x="5444" y="883"/>
                  </a:cubicBezTo>
                  <a:cubicBezTo>
                    <a:pt x="5444" y="883"/>
                    <a:pt x="5396" y="168"/>
                    <a:pt x="5069" y="168"/>
                  </a:cubicBezTo>
                  <a:cubicBezTo>
                    <a:pt x="4992" y="168"/>
                    <a:pt x="4900" y="207"/>
                    <a:pt x="4791" y="303"/>
                  </a:cubicBezTo>
                  <a:cubicBezTo>
                    <a:pt x="4210" y="811"/>
                    <a:pt x="3774" y="1464"/>
                    <a:pt x="3774" y="1464"/>
                  </a:cubicBezTo>
                  <a:cubicBezTo>
                    <a:pt x="3774" y="1464"/>
                    <a:pt x="3717" y="387"/>
                    <a:pt x="3454" y="387"/>
                  </a:cubicBezTo>
                  <a:cubicBezTo>
                    <a:pt x="3419" y="387"/>
                    <a:pt x="3381" y="405"/>
                    <a:pt x="3339" y="447"/>
                  </a:cubicBezTo>
                  <a:cubicBezTo>
                    <a:pt x="2976" y="811"/>
                    <a:pt x="1598" y="2771"/>
                    <a:pt x="1598" y="2771"/>
                  </a:cubicBezTo>
                  <a:lnTo>
                    <a:pt x="1" y="2917"/>
                  </a:lnTo>
                  <a:cubicBezTo>
                    <a:pt x="1" y="2917"/>
                    <a:pt x="3266" y="4295"/>
                    <a:pt x="4283" y="4295"/>
                  </a:cubicBezTo>
                  <a:cubicBezTo>
                    <a:pt x="5300" y="4295"/>
                    <a:pt x="6460" y="3278"/>
                    <a:pt x="7041" y="2044"/>
                  </a:cubicBezTo>
                  <a:cubicBezTo>
                    <a:pt x="7523" y="1021"/>
                    <a:pt x="7605" y="447"/>
                    <a:pt x="7411" y="447"/>
                  </a:cubicBezTo>
                  <a:cubicBezTo>
                    <a:pt x="7371" y="447"/>
                    <a:pt x="7320" y="471"/>
                    <a:pt x="7258" y="520"/>
                  </a:cubicBezTo>
                  <a:lnTo>
                    <a:pt x="6532" y="1101"/>
                  </a:lnTo>
                  <a:cubicBezTo>
                    <a:pt x="6532" y="1101"/>
                    <a:pt x="7049" y="1"/>
                    <a:pt x="65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4738977" y="2930543"/>
              <a:ext cx="158976" cy="92550"/>
            </a:xfrm>
            <a:custGeom>
              <a:avLst/>
              <a:gdLst/>
              <a:ahLst/>
              <a:cxnLst/>
              <a:rect l="l" t="t" r="r" b="b"/>
              <a:pathLst>
                <a:path w="8343" h="4857" extrusionOk="0">
                  <a:moveTo>
                    <a:pt x="6787" y="580"/>
                  </a:moveTo>
                  <a:cubicBezTo>
                    <a:pt x="6776" y="730"/>
                    <a:pt x="6689" y="1021"/>
                    <a:pt x="6575" y="1261"/>
                  </a:cubicBezTo>
                  <a:cubicBezTo>
                    <a:pt x="6520" y="1381"/>
                    <a:pt x="6553" y="1521"/>
                    <a:pt x="6655" y="1602"/>
                  </a:cubicBezTo>
                  <a:cubicBezTo>
                    <a:pt x="6707" y="1642"/>
                    <a:pt x="6769" y="1662"/>
                    <a:pt x="6830" y="1662"/>
                  </a:cubicBezTo>
                  <a:cubicBezTo>
                    <a:pt x="6892" y="1662"/>
                    <a:pt x="6954" y="1642"/>
                    <a:pt x="7005" y="1601"/>
                  </a:cubicBezTo>
                  <a:lnTo>
                    <a:pt x="7465" y="1235"/>
                  </a:lnTo>
                  <a:lnTo>
                    <a:pt x="7465" y="1235"/>
                  </a:lnTo>
                  <a:cubicBezTo>
                    <a:pt x="7404" y="1451"/>
                    <a:pt x="7290" y="1766"/>
                    <a:pt x="7083" y="2205"/>
                  </a:cubicBezTo>
                  <a:cubicBezTo>
                    <a:pt x="6523" y="3396"/>
                    <a:pt x="5446" y="4293"/>
                    <a:pt x="4580" y="4293"/>
                  </a:cubicBezTo>
                  <a:cubicBezTo>
                    <a:pt x="4017" y="4293"/>
                    <a:pt x="2583" y="3793"/>
                    <a:pt x="1485" y="3370"/>
                  </a:cubicBezTo>
                  <a:lnTo>
                    <a:pt x="1920" y="3331"/>
                  </a:lnTo>
                  <a:cubicBezTo>
                    <a:pt x="2001" y="3323"/>
                    <a:pt x="2077" y="3280"/>
                    <a:pt x="2124" y="3213"/>
                  </a:cubicBezTo>
                  <a:cubicBezTo>
                    <a:pt x="2456" y="2740"/>
                    <a:pt x="3299" y="1562"/>
                    <a:pt x="3698" y="1082"/>
                  </a:cubicBezTo>
                  <a:cubicBezTo>
                    <a:pt x="3749" y="1305"/>
                    <a:pt x="3779" y="1531"/>
                    <a:pt x="3791" y="1758"/>
                  </a:cubicBezTo>
                  <a:cubicBezTo>
                    <a:pt x="3800" y="1925"/>
                    <a:pt x="3936" y="2026"/>
                    <a:pt x="4074" y="2026"/>
                  </a:cubicBezTo>
                  <a:cubicBezTo>
                    <a:pt x="4161" y="2026"/>
                    <a:pt x="4248" y="1986"/>
                    <a:pt x="4306" y="1900"/>
                  </a:cubicBezTo>
                  <a:cubicBezTo>
                    <a:pt x="4310" y="1894"/>
                    <a:pt x="4726" y="1273"/>
                    <a:pt x="5273" y="794"/>
                  </a:cubicBezTo>
                  <a:cubicBezTo>
                    <a:pt x="5309" y="764"/>
                    <a:pt x="5335" y="746"/>
                    <a:pt x="5344" y="736"/>
                  </a:cubicBezTo>
                  <a:cubicBezTo>
                    <a:pt x="5394" y="808"/>
                    <a:pt x="5449" y="1010"/>
                    <a:pt x="5461" y="1182"/>
                  </a:cubicBezTo>
                  <a:cubicBezTo>
                    <a:pt x="5470" y="1309"/>
                    <a:pt x="5562" y="1414"/>
                    <a:pt x="5685" y="1439"/>
                  </a:cubicBezTo>
                  <a:cubicBezTo>
                    <a:pt x="5704" y="1443"/>
                    <a:pt x="5722" y="1445"/>
                    <a:pt x="5741" y="1445"/>
                  </a:cubicBezTo>
                  <a:cubicBezTo>
                    <a:pt x="5845" y="1445"/>
                    <a:pt x="5943" y="1386"/>
                    <a:pt x="5992" y="1289"/>
                  </a:cubicBezTo>
                  <a:cubicBezTo>
                    <a:pt x="5995" y="1283"/>
                    <a:pt x="6283" y="732"/>
                    <a:pt x="6787" y="580"/>
                  </a:cubicBezTo>
                  <a:close/>
                  <a:moveTo>
                    <a:pt x="6854" y="1"/>
                  </a:moveTo>
                  <a:cubicBezTo>
                    <a:pt x="6807" y="1"/>
                    <a:pt x="6755" y="6"/>
                    <a:pt x="6698" y="19"/>
                  </a:cubicBezTo>
                  <a:cubicBezTo>
                    <a:pt x="6345" y="97"/>
                    <a:pt x="6066" y="309"/>
                    <a:pt x="5866" y="519"/>
                  </a:cubicBezTo>
                  <a:cubicBezTo>
                    <a:pt x="5796" y="383"/>
                    <a:pt x="5697" y="265"/>
                    <a:pt x="5556" y="205"/>
                  </a:cubicBezTo>
                  <a:cubicBezTo>
                    <a:pt x="5504" y="183"/>
                    <a:pt x="5440" y="166"/>
                    <a:pt x="5367" y="166"/>
                  </a:cubicBezTo>
                  <a:cubicBezTo>
                    <a:pt x="5240" y="166"/>
                    <a:pt x="5083" y="216"/>
                    <a:pt x="4904" y="373"/>
                  </a:cubicBezTo>
                  <a:cubicBezTo>
                    <a:pt x="4675" y="574"/>
                    <a:pt x="4462" y="794"/>
                    <a:pt x="4266" y="1029"/>
                  </a:cubicBezTo>
                  <a:cubicBezTo>
                    <a:pt x="4150" y="512"/>
                    <a:pt x="3959" y="440"/>
                    <a:pt x="3887" y="411"/>
                  </a:cubicBezTo>
                  <a:cubicBezTo>
                    <a:pt x="3858" y="400"/>
                    <a:pt x="3810" y="386"/>
                    <a:pt x="3751" y="386"/>
                  </a:cubicBezTo>
                  <a:cubicBezTo>
                    <a:pt x="3664" y="386"/>
                    <a:pt x="3551" y="416"/>
                    <a:pt x="3438" y="529"/>
                  </a:cubicBezTo>
                  <a:cubicBezTo>
                    <a:pt x="3105" y="862"/>
                    <a:pt x="2052" y="2340"/>
                    <a:pt x="1740" y="2782"/>
                  </a:cubicBezTo>
                  <a:lnTo>
                    <a:pt x="273" y="2917"/>
                  </a:lnTo>
                  <a:cubicBezTo>
                    <a:pt x="143" y="2927"/>
                    <a:pt x="40" y="3024"/>
                    <a:pt x="19" y="3153"/>
                  </a:cubicBezTo>
                  <a:cubicBezTo>
                    <a:pt x="0" y="3280"/>
                    <a:pt x="69" y="3405"/>
                    <a:pt x="189" y="3455"/>
                  </a:cubicBezTo>
                  <a:cubicBezTo>
                    <a:pt x="528" y="3598"/>
                    <a:pt x="3537" y="4856"/>
                    <a:pt x="4580" y="4856"/>
                  </a:cubicBezTo>
                  <a:cubicBezTo>
                    <a:pt x="5668" y="4856"/>
                    <a:pt x="6934" y="3841"/>
                    <a:pt x="7592" y="2445"/>
                  </a:cubicBezTo>
                  <a:cubicBezTo>
                    <a:pt x="8343" y="848"/>
                    <a:pt x="8042" y="612"/>
                    <a:pt x="7930" y="523"/>
                  </a:cubicBezTo>
                  <a:cubicBezTo>
                    <a:pt x="7890" y="492"/>
                    <a:pt x="7814" y="446"/>
                    <a:pt x="7708" y="446"/>
                  </a:cubicBezTo>
                  <a:cubicBezTo>
                    <a:pt x="7618" y="446"/>
                    <a:pt x="7508" y="479"/>
                    <a:pt x="7380" y="582"/>
                  </a:cubicBezTo>
                  <a:lnTo>
                    <a:pt x="7348" y="608"/>
                  </a:lnTo>
                  <a:cubicBezTo>
                    <a:pt x="7355" y="442"/>
                    <a:pt x="7325" y="287"/>
                    <a:pt x="7234" y="173"/>
                  </a:cubicBezTo>
                  <a:cubicBezTo>
                    <a:pt x="7177" y="102"/>
                    <a:pt x="7061" y="1"/>
                    <a:pt x="6854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4"/>
            <p:cNvSpPr/>
            <p:nvPr/>
          </p:nvSpPr>
          <p:spPr>
            <a:xfrm>
              <a:off x="4791664" y="2963756"/>
              <a:ext cx="24924" cy="38758"/>
            </a:xfrm>
            <a:custGeom>
              <a:avLst/>
              <a:gdLst/>
              <a:ahLst/>
              <a:cxnLst/>
              <a:rect l="l" t="t" r="r" b="b"/>
              <a:pathLst>
                <a:path w="1308" h="2034" extrusionOk="0">
                  <a:moveTo>
                    <a:pt x="1307" y="1"/>
                  </a:moveTo>
                  <a:lnTo>
                    <a:pt x="1" y="2034"/>
                  </a:lnTo>
                  <a:cubicBezTo>
                    <a:pt x="1089" y="1744"/>
                    <a:pt x="1307" y="1"/>
                    <a:pt x="13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4"/>
            <p:cNvSpPr/>
            <p:nvPr/>
          </p:nvSpPr>
          <p:spPr>
            <a:xfrm>
              <a:off x="4785966" y="2958306"/>
              <a:ext cx="36338" cy="49562"/>
            </a:xfrm>
            <a:custGeom>
              <a:avLst/>
              <a:gdLst/>
              <a:ahLst/>
              <a:cxnLst/>
              <a:rect l="l" t="t" r="r" b="b"/>
              <a:pathLst>
                <a:path w="1907" h="2601" extrusionOk="0">
                  <a:moveTo>
                    <a:pt x="1606" y="0"/>
                  </a:moveTo>
                  <a:cubicBezTo>
                    <a:pt x="1464" y="0"/>
                    <a:pt x="1341" y="108"/>
                    <a:pt x="1326" y="253"/>
                  </a:cubicBezTo>
                  <a:cubicBezTo>
                    <a:pt x="1325" y="268"/>
                    <a:pt x="1108" y="1812"/>
                    <a:pt x="227" y="2047"/>
                  </a:cubicBezTo>
                  <a:cubicBezTo>
                    <a:pt x="90" y="2084"/>
                    <a:pt x="1" y="2216"/>
                    <a:pt x="20" y="2356"/>
                  </a:cubicBezTo>
                  <a:cubicBezTo>
                    <a:pt x="38" y="2496"/>
                    <a:pt x="157" y="2600"/>
                    <a:pt x="297" y="2600"/>
                  </a:cubicBezTo>
                  <a:cubicBezTo>
                    <a:pt x="298" y="2600"/>
                    <a:pt x="299" y="2600"/>
                    <a:pt x="300" y="2600"/>
                  </a:cubicBezTo>
                  <a:cubicBezTo>
                    <a:pt x="323" y="2600"/>
                    <a:pt x="348" y="2597"/>
                    <a:pt x="371" y="2591"/>
                  </a:cubicBezTo>
                  <a:cubicBezTo>
                    <a:pt x="1628" y="2256"/>
                    <a:pt x="1873" y="401"/>
                    <a:pt x="1884" y="322"/>
                  </a:cubicBezTo>
                  <a:cubicBezTo>
                    <a:pt x="1907" y="166"/>
                    <a:pt x="1796" y="23"/>
                    <a:pt x="1640" y="3"/>
                  </a:cubicBezTo>
                  <a:cubicBezTo>
                    <a:pt x="1628" y="1"/>
                    <a:pt x="1617" y="0"/>
                    <a:pt x="1606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4820704" y="2952704"/>
              <a:ext cx="27668" cy="60881"/>
            </a:xfrm>
            <a:custGeom>
              <a:avLst/>
              <a:gdLst/>
              <a:ahLst/>
              <a:cxnLst/>
              <a:rect l="l" t="t" r="r" b="b"/>
              <a:pathLst>
                <a:path w="1452" h="3195" extrusionOk="0">
                  <a:moveTo>
                    <a:pt x="1452" y="0"/>
                  </a:moveTo>
                  <a:lnTo>
                    <a:pt x="1" y="3194"/>
                  </a:lnTo>
                  <a:cubicBezTo>
                    <a:pt x="871" y="2758"/>
                    <a:pt x="1452" y="1"/>
                    <a:pt x="1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4814930" y="2947464"/>
              <a:ext cx="39234" cy="71475"/>
            </a:xfrm>
            <a:custGeom>
              <a:avLst/>
              <a:gdLst/>
              <a:ahLst/>
              <a:cxnLst/>
              <a:rect l="l" t="t" r="r" b="b"/>
              <a:pathLst>
                <a:path w="2059" h="3751" extrusionOk="0">
                  <a:moveTo>
                    <a:pt x="1752" y="1"/>
                  </a:moveTo>
                  <a:cubicBezTo>
                    <a:pt x="1625" y="1"/>
                    <a:pt x="1511" y="88"/>
                    <a:pt x="1481" y="217"/>
                  </a:cubicBezTo>
                  <a:cubicBezTo>
                    <a:pt x="1266" y="1232"/>
                    <a:pt x="724" y="2944"/>
                    <a:pt x="178" y="3219"/>
                  </a:cubicBezTo>
                  <a:cubicBezTo>
                    <a:pt x="62" y="3275"/>
                    <a:pt x="0" y="3407"/>
                    <a:pt x="30" y="3534"/>
                  </a:cubicBezTo>
                  <a:cubicBezTo>
                    <a:pt x="60" y="3661"/>
                    <a:pt x="174" y="3751"/>
                    <a:pt x="304" y="3751"/>
                  </a:cubicBezTo>
                  <a:cubicBezTo>
                    <a:pt x="347" y="3751"/>
                    <a:pt x="390" y="3741"/>
                    <a:pt x="429" y="3720"/>
                  </a:cubicBezTo>
                  <a:cubicBezTo>
                    <a:pt x="1393" y="3238"/>
                    <a:pt x="1968" y="630"/>
                    <a:pt x="2031" y="334"/>
                  </a:cubicBezTo>
                  <a:cubicBezTo>
                    <a:pt x="2058" y="184"/>
                    <a:pt x="1961" y="38"/>
                    <a:pt x="1812" y="7"/>
                  </a:cubicBezTo>
                  <a:cubicBezTo>
                    <a:pt x="1792" y="3"/>
                    <a:pt x="1772" y="1"/>
                    <a:pt x="175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4846961" y="2956877"/>
              <a:ext cx="22180" cy="55317"/>
            </a:xfrm>
            <a:custGeom>
              <a:avLst/>
              <a:gdLst/>
              <a:ahLst/>
              <a:cxnLst/>
              <a:rect l="l" t="t" r="r" b="b"/>
              <a:pathLst>
                <a:path w="1164" h="2903" extrusionOk="0">
                  <a:moveTo>
                    <a:pt x="1163" y="0"/>
                  </a:moveTo>
                  <a:lnTo>
                    <a:pt x="1" y="2903"/>
                  </a:lnTo>
                  <a:cubicBezTo>
                    <a:pt x="510" y="2176"/>
                    <a:pt x="1163" y="1"/>
                    <a:pt x="1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4840883" y="2951504"/>
              <a:ext cx="34223" cy="66026"/>
            </a:xfrm>
            <a:custGeom>
              <a:avLst/>
              <a:gdLst/>
              <a:ahLst/>
              <a:cxnLst/>
              <a:rect l="l" t="t" r="r" b="b"/>
              <a:pathLst>
                <a:path w="1796" h="3465" extrusionOk="0">
                  <a:moveTo>
                    <a:pt x="1481" y="0"/>
                  </a:moveTo>
                  <a:cubicBezTo>
                    <a:pt x="1360" y="0"/>
                    <a:pt x="1248" y="79"/>
                    <a:pt x="1213" y="201"/>
                  </a:cubicBezTo>
                  <a:cubicBezTo>
                    <a:pt x="1207" y="222"/>
                    <a:pt x="566" y="2343"/>
                    <a:pt x="90" y="3023"/>
                  </a:cubicBezTo>
                  <a:cubicBezTo>
                    <a:pt x="1" y="3150"/>
                    <a:pt x="31" y="3325"/>
                    <a:pt x="160" y="3414"/>
                  </a:cubicBezTo>
                  <a:cubicBezTo>
                    <a:pt x="206" y="3447"/>
                    <a:pt x="263" y="3465"/>
                    <a:pt x="320" y="3465"/>
                  </a:cubicBezTo>
                  <a:cubicBezTo>
                    <a:pt x="412" y="3465"/>
                    <a:pt x="498" y="3421"/>
                    <a:pt x="550" y="3345"/>
                  </a:cubicBezTo>
                  <a:cubicBezTo>
                    <a:pt x="1078" y="2591"/>
                    <a:pt x="1723" y="453"/>
                    <a:pt x="1751" y="362"/>
                  </a:cubicBezTo>
                  <a:cubicBezTo>
                    <a:pt x="1796" y="214"/>
                    <a:pt x="1711" y="56"/>
                    <a:pt x="1563" y="12"/>
                  </a:cubicBezTo>
                  <a:cubicBezTo>
                    <a:pt x="1535" y="4"/>
                    <a:pt x="1508" y="0"/>
                    <a:pt x="148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4270967" y="2130728"/>
              <a:ext cx="148038" cy="292799"/>
            </a:xfrm>
            <a:custGeom>
              <a:avLst/>
              <a:gdLst/>
              <a:ahLst/>
              <a:cxnLst/>
              <a:rect l="l" t="t" r="r" b="b"/>
              <a:pathLst>
                <a:path w="7769" h="15366" extrusionOk="0">
                  <a:moveTo>
                    <a:pt x="1370" y="1"/>
                  </a:moveTo>
                  <a:cubicBezTo>
                    <a:pt x="1370" y="1"/>
                    <a:pt x="1984" y="4124"/>
                    <a:pt x="1195" y="5791"/>
                  </a:cubicBezTo>
                  <a:cubicBezTo>
                    <a:pt x="945" y="6320"/>
                    <a:pt x="523" y="6698"/>
                    <a:pt x="1" y="6979"/>
                  </a:cubicBezTo>
                  <a:cubicBezTo>
                    <a:pt x="576" y="8931"/>
                    <a:pt x="2912" y="13287"/>
                    <a:pt x="4185" y="14855"/>
                  </a:cubicBezTo>
                  <a:cubicBezTo>
                    <a:pt x="4473" y="15209"/>
                    <a:pt x="4733" y="15365"/>
                    <a:pt x="4975" y="15365"/>
                  </a:cubicBezTo>
                  <a:cubicBezTo>
                    <a:pt x="6081" y="15365"/>
                    <a:pt x="6780" y="12079"/>
                    <a:pt x="7769" y="9450"/>
                  </a:cubicBezTo>
                  <a:cubicBezTo>
                    <a:pt x="6509" y="8706"/>
                    <a:pt x="6020" y="7220"/>
                    <a:pt x="6020" y="5966"/>
                  </a:cubicBezTo>
                  <a:cubicBezTo>
                    <a:pt x="6020" y="4650"/>
                    <a:pt x="6809" y="2808"/>
                    <a:pt x="6809" y="2808"/>
                  </a:cubicBezTo>
                  <a:cubicBezTo>
                    <a:pt x="6809" y="2808"/>
                    <a:pt x="2511" y="1"/>
                    <a:pt x="13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4265117" y="2125393"/>
              <a:ext cx="159833" cy="303489"/>
            </a:xfrm>
            <a:custGeom>
              <a:avLst/>
              <a:gdLst/>
              <a:ahLst/>
              <a:cxnLst/>
              <a:rect l="l" t="t" r="r" b="b"/>
              <a:pathLst>
                <a:path w="8388" h="15927" extrusionOk="0">
                  <a:moveTo>
                    <a:pt x="2006" y="618"/>
                  </a:moveTo>
                  <a:lnTo>
                    <a:pt x="2006" y="618"/>
                  </a:lnTo>
                  <a:cubicBezTo>
                    <a:pt x="3018" y="908"/>
                    <a:pt x="5254" y="2218"/>
                    <a:pt x="6769" y="3196"/>
                  </a:cubicBezTo>
                  <a:cubicBezTo>
                    <a:pt x="6556" y="3734"/>
                    <a:pt x="6046" y="5146"/>
                    <a:pt x="6046" y="6244"/>
                  </a:cubicBezTo>
                  <a:cubicBezTo>
                    <a:pt x="6046" y="7445"/>
                    <a:pt x="6495" y="8988"/>
                    <a:pt x="7734" y="9844"/>
                  </a:cubicBezTo>
                  <a:cubicBezTo>
                    <a:pt x="7510" y="10455"/>
                    <a:pt x="7301" y="11092"/>
                    <a:pt x="7097" y="11712"/>
                  </a:cubicBezTo>
                  <a:cubicBezTo>
                    <a:pt x="6556" y="13369"/>
                    <a:pt x="5941" y="15246"/>
                    <a:pt x="5332" y="15358"/>
                  </a:cubicBezTo>
                  <a:cubicBezTo>
                    <a:pt x="5317" y="15361"/>
                    <a:pt x="5302" y="15362"/>
                    <a:pt x="5286" y="15362"/>
                  </a:cubicBezTo>
                  <a:cubicBezTo>
                    <a:pt x="5082" y="15362"/>
                    <a:pt x="4864" y="15148"/>
                    <a:pt x="4711" y="14957"/>
                  </a:cubicBezTo>
                  <a:cubicBezTo>
                    <a:pt x="3487" y="13453"/>
                    <a:pt x="1289" y="9346"/>
                    <a:pt x="643" y="7392"/>
                  </a:cubicBezTo>
                  <a:cubicBezTo>
                    <a:pt x="1160" y="7073"/>
                    <a:pt x="1526" y="6679"/>
                    <a:pt x="1756" y="6189"/>
                  </a:cubicBezTo>
                  <a:cubicBezTo>
                    <a:pt x="2437" y="4752"/>
                    <a:pt x="2140" y="1695"/>
                    <a:pt x="2006" y="618"/>
                  </a:cubicBezTo>
                  <a:close/>
                  <a:moveTo>
                    <a:pt x="1675" y="1"/>
                  </a:moveTo>
                  <a:cubicBezTo>
                    <a:pt x="1504" y="1"/>
                    <a:pt x="1374" y="153"/>
                    <a:pt x="1400" y="323"/>
                  </a:cubicBezTo>
                  <a:cubicBezTo>
                    <a:pt x="1406" y="362"/>
                    <a:pt x="1992" y="4380"/>
                    <a:pt x="1249" y="5951"/>
                  </a:cubicBezTo>
                  <a:cubicBezTo>
                    <a:pt x="1040" y="6389"/>
                    <a:pt x="690" y="6736"/>
                    <a:pt x="174" y="7014"/>
                  </a:cubicBezTo>
                  <a:cubicBezTo>
                    <a:pt x="57" y="7077"/>
                    <a:pt x="0" y="7213"/>
                    <a:pt x="38" y="7341"/>
                  </a:cubicBezTo>
                  <a:cubicBezTo>
                    <a:pt x="611" y="9282"/>
                    <a:pt x="2946" y="13680"/>
                    <a:pt x="4274" y="15313"/>
                  </a:cubicBezTo>
                  <a:cubicBezTo>
                    <a:pt x="4606" y="15721"/>
                    <a:pt x="4944" y="15927"/>
                    <a:pt x="5281" y="15927"/>
                  </a:cubicBezTo>
                  <a:cubicBezTo>
                    <a:pt x="5332" y="15927"/>
                    <a:pt x="5383" y="15923"/>
                    <a:pt x="5434" y="15914"/>
                  </a:cubicBezTo>
                  <a:cubicBezTo>
                    <a:pt x="6371" y="15740"/>
                    <a:pt x="6928" y="14041"/>
                    <a:pt x="7632" y="11890"/>
                  </a:cubicBezTo>
                  <a:cubicBezTo>
                    <a:pt x="7857" y="11205"/>
                    <a:pt x="8089" y="10494"/>
                    <a:pt x="8340" y="9831"/>
                  </a:cubicBezTo>
                  <a:cubicBezTo>
                    <a:pt x="8388" y="9702"/>
                    <a:pt x="8337" y="9559"/>
                    <a:pt x="8219" y="9489"/>
                  </a:cubicBezTo>
                  <a:cubicBezTo>
                    <a:pt x="7031" y="8788"/>
                    <a:pt x="6608" y="7354"/>
                    <a:pt x="6608" y="6247"/>
                  </a:cubicBezTo>
                  <a:cubicBezTo>
                    <a:pt x="6608" y="5006"/>
                    <a:pt x="7367" y="3218"/>
                    <a:pt x="7374" y="3199"/>
                  </a:cubicBezTo>
                  <a:cubicBezTo>
                    <a:pt x="7430" y="3074"/>
                    <a:pt x="7384" y="2928"/>
                    <a:pt x="7271" y="2853"/>
                  </a:cubicBezTo>
                  <a:cubicBezTo>
                    <a:pt x="6823" y="2560"/>
                    <a:pt x="2868" y="1"/>
                    <a:pt x="1677" y="1"/>
                  </a:cubicBezTo>
                  <a:cubicBezTo>
                    <a:pt x="1677" y="1"/>
                    <a:pt x="1676" y="1"/>
                    <a:pt x="1675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3892630" y="2293668"/>
              <a:ext cx="561932" cy="719231"/>
            </a:xfrm>
            <a:custGeom>
              <a:avLst/>
              <a:gdLst/>
              <a:ahLst/>
              <a:cxnLst/>
              <a:rect l="l" t="t" r="r" b="b"/>
              <a:pathLst>
                <a:path w="29490" h="37745" extrusionOk="0">
                  <a:moveTo>
                    <a:pt x="14359" y="1"/>
                  </a:moveTo>
                  <a:cubicBezTo>
                    <a:pt x="14359" y="1"/>
                    <a:pt x="11024" y="371"/>
                    <a:pt x="9291" y="3708"/>
                  </a:cubicBezTo>
                  <a:cubicBezTo>
                    <a:pt x="7560" y="7046"/>
                    <a:pt x="0" y="22197"/>
                    <a:pt x="645" y="23103"/>
                  </a:cubicBezTo>
                  <a:cubicBezTo>
                    <a:pt x="4320" y="28273"/>
                    <a:pt x="17690" y="31992"/>
                    <a:pt x="19051" y="33351"/>
                  </a:cubicBezTo>
                  <a:cubicBezTo>
                    <a:pt x="20410" y="34710"/>
                    <a:pt x="22146" y="36337"/>
                    <a:pt x="23505" y="37203"/>
                  </a:cubicBezTo>
                  <a:cubicBezTo>
                    <a:pt x="24148" y="37612"/>
                    <a:pt x="25097" y="37745"/>
                    <a:pt x="25970" y="37745"/>
                  </a:cubicBezTo>
                  <a:cubicBezTo>
                    <a:pt x="26941" y="37745"/>
                    <a:pt x="27819" y="37581"/>
                    <a:pt x="28079" y="37451"/>
                  </a:cubicBezTo>
                  <a:cubicBezTo>
                    <a:pt x="28572" y="37203"/>
                    <a:pt x="28944" y="36090"/>
                    <a:pt x="28079" y="36090"/>
                  </a:cubicBezTo>
                  <a:cubicBezTo>
                    <a:pt x="27214" y="36090"/>
                    <a:pt x="26771" y="35466"/>
                    <a:pt x="26647" y="34971"/>
                  </a:cubicBezTo>
                  <a:cubicBezTo>
                    <a:pt x="26621" y="34869"/>
                    <a:pt x="26665" y="34830"/>
                    <a:pt x="26757" y="34830"/>
                  </a:cubicBezTo>
                  <a:cubicBezTo>
                    <a:pt x="27035" y="34830"/>
                    <a:pt x="27753" y="35181"/>
                    <a:pt x="28332" y="35181"/>
                  </a:cubicBezTo>
                  <a:cubicBezTo>
                    <a:pt x="28484" y="35181"/>
                    <a:pt x="28626" y="35156"/>
                    <a:pt x="28748" y="35095"/>
                  </a:cubicBezTo>
                  <a:cubicBezTo>
                    <a:pt x="29489" y="34725"/>
                    <a:pt x="27088" y="33372"/>
                    <a:pt x="26348" y="32753"/>
                  </a:cubicBezTo>
                  <a:cubicBezTo>
                    <a:pt x="25607" y="32136"/>
                    <a:pt x="24988" y="31270"/>
                    <a:pt x="23999" y="31270"/>
                  </a:cubicBezTo>
                  <a:cubicBezTo>
                    <a:pt x="23011" y="31270"/>
                    <a:pt x="21154" y="31248"/>
                    <a:pt x="21154" y="31248"/>
                  </a:cubicBezTo>
                  <a:cubicBezTo>
                    <a:pt x="21154" y="31248"/>
                    <a:pt x="16599" y="27949"/>
                    <a:pt x="13849" y="25493"/>
                  </a:cubicBezTo>
                  <a:cubicBezTo>
                    <a:pt x="10143" y="22185"/>
                    <a:pt x="6876" y="20401"/>
                    <a:pt x="6876" y="20401"/>
                  </a:cubicBezTo>
                  <a:lnTo>
                    <a:pt x="15225" y="6675"/>
                  </a:lnTo>
                  <a:lnTo>
                    <a:pt x="143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3890801" y="2288332"/>
              <a:ext cx="558273" cy="729845"/>
            </a:xfrm>
            <a:custGeom>
              <a:avLst/>
              <a:gdLst/>
              <a:ahLst/>
              <a:cxnLst/>
              <a:rect l="l" t="t" r="r" b="b"/>
              <a:pathLst>
                <a:path w="29298" h="38302" extrusionOk="0">
                  <a:moveTo>
                    <a:pt x="14455" y="0"/>
                  </a:moveTo>
                  <a:cubicBezTo>
                    <a:pt x="14444" y="0"/>
                    <a:pt x="14434" y="1"/>
                    <a:pt x="14423" y="2"/>
                  </a:cubicBezTo>
                  <a:cubicBezTo>
                    <a:pt x="14281" y="18"/>
                    <a:pt x="10917" y="428"/>
                    <a:pt x="9137" y="3860"/>
                  </a:cubicBezTo>
                  <a:cubicBezTo>
                    <a:pt x="8325" y="5426"/>
                    <a:pt x="5981" y="10083"/>
                    <a:pt x="3919" y="14477"/>
                  </a:cubicBezTo>
                  <a:cubicBezTo>
                    <a:pt x="0" y="22828"/>
                    <a:pt x="333" y="23295"/>
                    <a:pt x="511" y="23546"/>
                  </a:cubicBezTo>
                  <a:cubicBezTo>
                    <a:pt x="3062" y="27132"/>
                    <a:pt x="10112" y="30001"/>
                    <a:pt x="14776" y="31900"/>
                  </a:cubicBezTo>
                  <a:cubicBezTo>
                    <a:pt x="16803" y="32724"/>
                    <a:pt x="18553" y="33437"/>
                    <a:pt x="18947" y="33831"/>
                  </a:cubicBezTo>
                  <a:cubicBezTo>
                    <a:pt x="20817" y="35699"/>
                    <a:pt x="22331" y="37007"/>
                    <a:pt x="23451" y="37721"/>
                  </a:cubicBezTo>
                  <a:cubicBezTo>
                    <a:pt x="24142" y="38160"/>
                    <a:pt x="25135" y="38301"/>
                    <a:pt x="26050" y="38301"/>
                  </a:cubicBezTo>
                  <a:cubicBezTo>
                    <a:pt x="27090" y="38301"/>
                    <a:pt x="28026" y="38119"/>
                    <a:pt x="28299" y="37982"/>
                  </a:cubicBezTo>
                  <a:cubicBezTo>
                    <a:pt x="28745" y="37760"/>
                    <a:pt x="29061" y="37107"/>
                    <a:pt x="28951" y="36638"/>
                  </a:cubicBezTo>
                  <a:cubicBezTo>
                    <a:pt x="28870" y="36296"/>
                    <a:pt x="28580" y="36090"/>
                    <a:pt x="28173" y="36090"/>
                  </a:cubicBezTo>
                  <a:cubicBezTo>
                    <a:pt x="27631" y="36090"/>
                    <a:pt x="27288" y="35785"/>
                    <a:pt x="27116" y="35451"/>
                  </a:cubicBezTo>
                  <a:lnTo>
                    <a:pt x="27116" y="35451"/>
                  </a:lnTo>
                  <a:cubicBezTo>
                    <a:pt x="27176" y="35469"/>
                    <a:pt x="27237" y="35489"/>
                    <a:pt x="27292" y="35505"/>
                  </a:cubicBezTo>
                  <a:cubicBezTo>
                    <a:pt x="27625" y="35610"/>
                    <a:pt x="28041" y="35740"/>
                    <a:pt x="28429" y="35740"/>
                  </a:cubicBezTo>
                  <a:cubicBezTo>
                    <a:pt x="28620" y="35740"/>
                    <a:pt x="28805" y="35708"/>
                    <a:pt x="28970" y="35626"/>
                  </a:cubicBezTo>
                  <a:cubicBezTo>
                    <a:pt x="29209" y="35507"/>
                    <a:pt x="29257" y="35319"/>
                    <a:pt x="29263" y="35216"/>
                  </a:cubicBezTo>
                  <a:cubicBezTo>
                    <a:pt x="29298" y="34728"/>
                    <a:pt x="28590" y="34203"/>
                    <a:pt x="27422" y="33395"/>
                  </a:cubicBezTo>
                  <a:cubicBezTo>
                    <a:pt x="27104" y="33175"/>
                    <a:pt x="26804" y="32968"/>
                    <a:pt x="26623" y="32817"/>
                  </a:cubicBezTo>
                  <a:cubicBezTo>
                    <a:pt x="26457" y="32679"/>
                    <a:pt x="26298" y="32527"/>
                    <a:pt x="26137" y="32377"/>
                  </a:cubicBezTo>
                  <a:cubicBezTo>
                    <a:pt x="25564" y="31831"/>
                    <a:pt x="24969" y="31268"/>
                    <a:pt x="24095" y="31268"/>
                  </a:cubicBezTo>
                  <a:cubicBezTo>
                    <a:pt x="23239" y="31268"/>
                    <a:pt x="21725" y="31254"/>
                    <a:pt x="21343" y="31249"/>
                  </a:cubicBezTo>
                  <a:cubicBezTo>
                    <a:pt x="20750" y="30816"/>
                    <a:pt x="16653" y="27813"/>
                    <a:pt x="14133" y="25564"/>
                  </a:cubicBezTo>
                  <a:cubicBezTo>
                    <a:pt x="11035" y="22799"/>
                    <a:pt x="8208" y="21074"/>
                    <a:pt x="7363" y="20581"/>
                  </a:cubicBezTo>
                  <a:lnTo>
                    <a:pt x="15562" y="7100"/>
                  </a:lnTo>
                  <a:cubicBezTo>
                    <a:pt x="15641" y="6968"/>
                    <a:pt x="15597" y="6797"/>
                    <a:pt x="15466" y="6717"/>
                  </a:cubicBezTo>
                  <a:cubicBezTo>
                    <a:pt x="15420" y="6689"/>
                    <a:pt x="15370" y="6676"/>
                    <a:pt x="15320" y="6676"/>
                  </a:cubicBezTo>
                  <a:cubicBezTo>
                    <a:pt x="15226" y="6676"/>
                    <a:pt x="15134" y="6723"/>
                    <a:pt x="15081" y="6809"/>
                  </a:cubicBezTo>
                  <a:lnTo>
                    <a:pt x="6732" y="20537"/>
                  </a:lnTo>
                  <a:cubicBezTo>
                    <a:pt x="6649" y="20674"/>
                    <a:pt x="6697" y="20852"/>
                    <a:pt x="6837" y="20929"/>
                  </a:cubicBezTo>
                  <a:cubicBezTo>
                    <a:pt x="6871" y="20947"/>
                    <a:pt x="10122" y="22738"/>
                    <a:pt x="13758" y="25983"/>
                  </a:cubicBezTo>
                  <a:cubicBezTo>
                    <a:pt x="16488" y="28420"/>
                    <a:pt x="21040" y="31723"/>
                    <a:pt x="21085" y="31757"/>
                  </a:cubicBezTo>
                  <a:cubicBezTo>
                    <a:pt x="21132" y="31791"/>
                    <a:pt x="21189" y="31810"/>
                    <a:pt x="21247" y="31811"/>
                  </a:cubicBezTo>
                  <a:cubicBezTo>
                    <a:pt x="21247" y="31811"/>
                    <a:pt x="23107" y="31831"/>
                    <a:pt x="24097" y="31831"/>
                  </a:cubicBezTo>
                  <a:cubicBezTo>
                    <a:pt x="24746" y="31831"/>
                    <a:pt x="25234" y="32295"/>
                    <a:pt x="25752" y="32785"/>
                  </a:cubicBezTo>
                  <a:cubicBezTo>
                    <a:pt x="25921" y="32944"/>
                    <a:pt x="26089" y="33103"/>
                    <a:pt x="26264" y="33249"/>
                  </a:cubicBezTo>
                  <a:cubicBezTo>
                    <a:pt x="26465" y="33417"/>
                    <a:pt x="26775" y="33631"/>
                    <a:pt x="27103" y="33859"/>
                  </a:cubicBezTo>
                  <a:cubicBezTo>
                    <a:pt x="27577" y="34185"/>
                    <a:pt x="28534" y="34846"/>
                    <a:pt x="28685" y="35138"/>
                  </a:cubicBezTo>
                  <a:cubicBezTo>
                    <a:pt x="28611" y="35168"/>
                    <a:pt x="28523" y="35180"/>
                    <a:pt x="28426" y="35180"/>
                  </a:cubicBezTo>
                  <a:cubicBezTo>
                    <a:pt x="28130" y="35180"/>
                    <a:pt x="27756" y="35062"/>
                    <a:pt x="27460" y="34970"/>
                  </a:cubicBezTo>
                  <a:cubicBezTo>
                    <a:pt x="27210" y="34891"/>
                    <a:pt x="27010" y="34828"/>
                    <a:pt x="26848" y="34828"/>
                  </a:cubicBezTo>
                  <a:cubicBezTo>
                    <a:pt x="26737" y="34828"/>
                    <a:pt x="26644" y="34858"/>
                    <a:pt x="26566" y="34932"/>
                  </a:cubicBezTo>
                  <a:cubicBezTo>
                    <a:pt x="26508" y="34987"/>
                    <a:pt x="26417" y="35110"/>
                    <a:pt x="26470" y="35320"/>
                  </a:cubicBezTo>
                  <a:cubicBezTo>
                    <a:pt x="26624" y="35934"/>
                    <a:pt x="27163" y="36652"/>
                    <a:pt x="28175" y="36652"/>
                  </a:cubicBezTo>
                  <a:cubicBezTo>
                    <a:pt x="28377" y="36652"/>
                    <a:pt x="28395" y="36727"/>
                    <a:pt x="28405" y="36767"/>
                  </a:cubicBezTo>
                  <a:cubicBezTo>
                    <a:pt x="28455" y="36981"/>
                    <a:pt x="28259" y="37374"/>
                    <a:pt x="28048" y="37479"/>
                  </a:cubicBezTo>
                  <a:cubicBezTo>
                    <a:pt x="27823" y="37591"/>
                    <a:pt x="26986" y="37744"/>
                    <a:pt x="26061" y="37744"/>
                  </a:cubicBezTo>
                  <a:cubicBezTo>
                    <a:pt x="25238" y="37744"/>
                    <a:pt x="24345" y="37623"/>
                    <a:pt x="23753" y="37245"/>
                  </a:cubicBezTo>
                  <a:cubicBezTo>
                    <a:pt x="22668" y="36555"/>
                    <a:pt x="21184" y="35272"/>
                    <a:pt x="19345" y="33433"/>
                  </a:cubicBezTo>
                  <a:cubicBezTo>
                    <a:pt x="18871" y="32959"/>
                    <a:pt x="17242" y="32297"/>
                    <a:pt x="14989" y="31379"/>
                  </a:cubicBezTo>
                  <a:cubicBezTo>
                    <a:pt x="10383" y="29505"/>
                    <a:pt x="3425" y="26674"/>
                    <a:pt x="986" y="23253"/>
                  </a:cubicBezTo>
                  <a:cubicBezTo>
                    <a:pt x="713" y="22192"/>
                    <a:pt x="6557" y="10057"/>
                    <a:pt x="9636" y="4118"/>
                  </a:cubicBezTo>
                  <a:cubicBezTo>
                    <a:pt x="11274" y="962"/>
                    <a:pt x="14454" y="564"/>
                    <a:pt x="14486" y="561"/>
                  </a:cubicBezTo>
                  <a:cubicBezTo>
                    <a:pt x="14640" y="543"/>
                    <a:pt x="14751" y="403"/>
                    <a:pt x="14734" y="250"/>
                  </a:cubicBezTo>
                  <a:cubicBezTo>
                    <a:pt x="14719" y="106"/>
                    <a:pt x="14596" y="0"/>
                    <a:pt x="14455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3898308" y="2547004"/>
              <a:ext cx="556254" cy="465895"/>
            </a:xfrm>
            <a:custGeom>
              <a:avLst/>
              <a:gdLst/>
              <a:ahLst/>
              <a:cxnLst/>
              <a:rect l="l" t="t" r="r" b="b"/>
              <a:pathLst>
                <a:path w="29192" h="24450" extrusionOk="0">
                  <a:moveTo>
                    <a:pt x="4262" y="1"/>
                  </a:moveTo>
                  <a:cubicBezTo>
                    <a:pt x="2037" y="4688"/>
                    <a:pt x="0" y="9319"/>
                    <a:pt x="347" y="9808"/>
                  </a:cubicBezTo>
                  <a:cubicBezTo>
                    <a:pt x="4022" y="14978"/>
                    <a:pt x="17392" y="18697"/>
                    <a:pt x="18753" y="20056"/>
                  </a:cubicBezTo>
                  <a:cubicBezTo>
                    <a:pt x="20112" y="21415"/>
                    <a:pt x="21848" y="23042"/>
                    <a:pt x="23207" y="23908"/>
                  </a:cubicBezTo>
                  <a:cubicBezTo>
                    <a:pt x="23850" y="24317"/>
                    <a:pt x="24799" y="24450"/>
                    <a:pt x="25672" y="24450"/>
                  </a:cubicBezTo>
                  <a:cubicBezTo>
                    <a:pt x="26643" y="24450"/>
                    <a:pt x="27521" y="24286"/>
                    <a:pt x="27781" y="24156"/>
                  </a:cubicBezTo>
                  <a:cubicBezTo>
                    <a:pt x="28274" y="23908"/>
                    <a:pt x="28646" y="22795"/>
                    <a:pt x="27781" y="22795"/>
                  </a:cubicBezTo>
                  <a:cubicBezTo>
                    <a:pt x="26916" y="22795"/>
                    <a:pt x="26473" y="22171"/>
                    <a:pt x="26349" y="21676"/>
                  </a:cubicBezTo>
                  <a:cubicBezTo>
                    <a:pt x="26323" y="21574"/>
                    <a:pt x="26367" y="21535"/>
                    <a:pt x="26459" y="21535"/>
                  </a:cubicBezTo>
                  <a:cubicBezTo>
                    <a:pt x="26737" y="21535"/>
                    <a:pt x="27455" y="21886"/>
                    <a:pt x="28034" y="21886"/>
                  </a:cubicBezTo>
                  <a:cubicBezTo>
                    <a:pt x="28186" y="21886"/>
                    <a:pt x="28328" y="21861"/>
                    <a:pt x="28450" y="21800"/>
                  </a:cubicBezTo>
                  <a:cubicBezTo>
                    <a:pt x="29191" y="21429"/>
                    <a:pt x="26792" y="20077"/>
                    <a:pt x="26050" y="19458"/>
                  </a:cubicBezTo>
                  <a:cubicBezTo>
                    <a:pt x="25309" y="18840"/>
                    <a:pt x="24690" y="17975"/>
                    <a:pt x="23701" y="17975"/>
                  </a:cubicBezTo>
                  <a:cubicBezTo>
                    <a:pt x="22713" y="17975"/>
                    <a:pt x="20856" y="17953"/>
                    <a:pt x="20856" y="17953"/>
                  </a:cubicBezTo>
                  <a:cubicBezTo>
                    <a:pt x="20856" y="17953"/>
                    <a:pt x="16301" y="14654"/>
                    <a:pt x="13551" y="12198"/>
                  </a:cubicBezTo>
                  <a:cubicBezTo>
                    <a:pt x="9845" y="8890"/>
                    <a:pt x="6578" y="7106"/>
                    <a:pt x="6578" y="7106"/>
                  </a:cubicBezTo>
                  <a:lnTo>
                    <a:pt x="9919" y="1614"/>
                  </a:lnTo>
                  <a:cubicBezTo>
                    <a:pt x="7727" y="240"/>
                    <a:pt x="5424" y="15"/>
                    <a:pt x="4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3890286" y="2541669"/>
              <a:ext cx="558788" cy="476508"/>
            </a:xfrm>
            <a:custGeom>
              <a:avLst/>
              <a:gdLst/>
              <a:ahLst/>
              <a:cxnLst/>
              <a:rect l="l" t="t" r="r" b="b"/>
              <a:pathLst>
                <a:path w="29325" h="25007" extrusionOk="0">
                  <a:moveTo>
                    <a:pt x="4859" y="567"/>
                  </a:moveTo>
                  <a:cubicBezTo>
                    <a:pt x="6001" y="600"/>
                    <a:pt x="8006" y="845"/>
                    <a:pt x="9955" y="1989"/>
                  </a:cubicBezTo>
                  <a:lnTo>
                    <a:pt x="6761" y="7242"/>
                  </a:lnTo>
                  <a:cubicBezTo>
                    <a:pt x="6676" y="7379"/>
                    <a:pt x="6724" y="7557"/>
                    <a:pt x="6866" y="7634"/>
                  </a:cubicBezTo>
                  <a:cubicBezTo>
                    <a:pt x="6898" y="7652"/>
                    <a:pt x="10146" y="9440"/>
                    <a:pt x="13786" y="12688"/>
                  </a:cubicBezTo>
                  <a:cubicBezTo>
                    <a:pt x="16517" y="15125"/>
                    <a:pt x="21067" y="18428"/>
                    <a:pt x="21112" y="18462"/>
                  </a:cubicBezTo>
                  <a:cubicBezTo>
                    <a:pt x="21160" y="18496"/>
                    <a:pt x="21217" y="18515"/>
                    <a:pt x="21276" y="18516"/>
                  </a:cubicBezTo>
                  <a:cubicBezTo>
                    <a:pt x="21276" y="18516"/>
                    <a:pt x="23134" y="18536"/>
                    <a:pt x="24124" y="18536"/>
                  </a:cubicBezTo>
                  <a:cubicBezTo>
                    <a:pt x="24773" y="18536"/>
                    <a:pt x="25261" y="18999"/>
                    <a:pt x="25781" y="19489"/>
                  </a:cubicBezTo>
                  <a:cubicBezTo>
                    <a:pt x="25948" y="19649"/>
                    <a:pt x="26118" y="19808"/>
                    <a:pt x="26293" y="19954"/>
                  </a:cubicBezTo>
                  <a:cubicBezTo>
                    <a:pt x="26492" y="20122"/>
                    <a:pt x="26803" y="20336"/>
                    <a:pt x="27131" y="20564"/>
                  </a:cubicBezTo>
                  <a:cubicBezTo>
                    <a:pt x="27605" y="20890"/>
                    <a:pt x="28561" y="21551"/>
                    <a:pt x="28712" y="21843"/>
                  </a:cubicBezTo>
                  <a:cubicBezTo>
                    <a:pt x="28638" y="21873"/>
                    <a:pt x="28550" y="21885"/>
                    <a:pt x="28453" y="21885"/>
                  </a:cubicBezTo>
                  <a:cubicBezTo>
                    <a:pt x="28158" y="21885"/>
                    <a:pt x="27783" y="21767"/>
                    <a:pt x="27489" y="21675"/>
                  </a:cubicBezTo>
                  <a:cubicBezTo>
                    <a:pt x="27238" y="21596"/>
                    <a:pt x="27037" y="21533"/>
                    <a:pt x="26876" y="21533"/>
                  </a:cubicBezTo>
                  <a:cubicBezTo>
                    <a:pt x="26765" y="21533"/>
                    <a:pt x="26672" y="21563"/>
                    <a:pt x="26593" y="21637"/>
                  </a:cubicBezTo>
                  <a:cubicBezTo>
                    <a:pt x="26536" y="21692"/>
                    <a:pt x="26446" y="21815"/>
                    <a:pt x="26498" y="22025"/>
                  </a:cubicBezTo>
                  <a:cubicBezTo>
                    <a:pt x="26653" y="22639"/>
                    <a:pt x="27191" y="23357"/>
                    <a:pt x="28202" y="23357"/>
                  </a:cubicBezTo>
                  <a:cubicBezTo>
                    <a:pt x="28406" y="23357"/>
                    <a:pt x="28423" y="23432"/>
                    <a:pt x="28432" y="23472"/>
                  </a:cubicBezTo>
                  <a:cubicBezTo>
                    <a:pt x="28483" y="23686"/>
                    <a:pt x="28286" y="24079"/>
                    <a:pt x="28076" y="24184"/>
                  </a:cubicBezTo>
                  <a:cubicBezTo>
                    <a:pt x="27851" y="24296"/>
                    <a:pt x="27014" y="24449"/>
                    <a:pt x="26089" y="24449"/>
                  </a:cubicBezTo>
                  <a:cubicBezTo>
                    <a:pt x="25266" y="24449"/>
                    <a:pt x="24373" y="24328"/>
                    <a:pt x="23780" y="23950"/>
                  </a:cubicBezTo>
                  <a:cubicBezTo>
                    <a:pt x="22696" y="23260"/>
                    <a:pt x="21213" y="21977"/>
                    <a:pt x="19374" y="20138"/>
                  </a:cubicBezTo>
                  <a:cubicBezTo>
                    <a:pt x="18900" y="19664"/>
                    <a:pt x="17271" y="19002"/>
                    <a:pt x="15016" y="18084"/>
                  </a:cubicBezTo>
                  <a:cubicBezTo>
                    <a:pt x="10411" y="16210"/>
                    <a:pt x="3452" y="13379"/>
                    <a:pt x="1013" y="9958"/>
                  </a:cubicBezTo>
                  <a:cubicBezTo>
                    <a:pt x="964" y="9762"/>
                    <a:pt x="1096" y="8511"/>
                    <a:pt x="4859" y="567"/>
                  </a:cubicBezTo>
                  <a:close/>
                  <a:moveTo>
                    <a:pt x="4686" y="1"/>
                  </a:moveTo>
                  <a:cubicBezTo>
                    <a:pt x="4562" y="13"/>
                    <a:pt x="4476" y="62"/>
                    <a:pt x="4429" y="161"/>
                  </a:cubicBezTo>
                  <a:cubicBezTo>
                    <a:pt x="1" y="9494"/>
                    <a:pt x="350" y="9987"/>
                    <a:pt x="538" y="10251"/>
                  </a:cubicBezTo>
                  <a:cubicBezTo>
                    <a:pt x="3089" y="13837"/>
                    <a:pt x="10139" y="16706"/>
                    <a:pt x="14803" y="18605"/>
                  </a:cubicBezTo>
                  <a:cubicBezTo>
                    <a:pt x="16830" y="19429"/>
                    <a:pt x="18580" y="20142"/>
                    <a:pt x="18974" y="20536"/>
                  </a:cubicBezTo>
                  <a:cubicBezTo>
                    <a:pt x="20844" y="22404"/>
                    <a:pt x="22358" y="23712"/>
                    <a:pt x="23478" y="24426"/>
                  </a:cubicBezTo>
                  <a:cubicBezTo>
                    <a:pt x="24169" y="24865"/>
                    <a:pt x="25162" y="25006"/>
                    <a:pt x="26077" y="25006"/>
                  </a:cubicBezTo>
                  <a:cubicBezTo>
                    <a:pt x="27117" y="25006"/>
                    <a:pt x="28053" y="24824"/>
                    <a:pt x="28326" y="24687"/>
                  </a:cubicBezTo>
                  <a:cubicBezTo>
                    <a:pt x="28772" y="24465"/>
                    <a:pt x="29088" y="23812"/>
                    <a:pt x="28978" y="23343"/>
                  </a:cubicBezTo>
                  <a:cubicBezTo>
                    <a:pt x="28897" y="23001"/>
                    <a:pt x="28606" y="22795"/>
                    <a:pt x="28200" y="22795"/>
                  </a:cubicBezTo>
                  <a:cubicBezTo>
                    <a:pt x="27658" y="22795"/>
                    <a:pt x="27315" y="22490"/>
                    <a:pt x="27143" y="22156"/>
                  </a:cubicBezTo>
                  <a:lnTo>
                    <a:pt x="27143" y="22156"/>
                  </a:lnTo>
                  <a:cubicBezTo>
                    <a:pt x="27203" y="22174"/>
                    <a:pt x="27264" y="22194"/>
                    <a:pt x="27318" y="22210"/>
                  </a:cubicBezTo>
                  <a:cubicBezTo>
                    <a:pt x="27652" y="22315"/>
                    <a:pt x="28068" y="22445"/>
                    <a:pt x="28455" y="22445"/>
                  </a:cubicBezTo>
                  <a:cubicBezTo>
                    <a:pt x="28647" y="22445"/>
                    <a:pt x="28831" y="22413"/>
                    <a:pt x="28995" y="22331"/>
                  </a:cubicBezTo>
                  <a:cubicBezTo>
                    <a:pt x="29236" y="22212"/>
                    <a:pt x="29282" y="22024"/>
                    <a:pt x="29290" y="21921"/>
                  </a:cubicBezTo>
                  <a:cubicBezTo>
                    <a:pt x="29325" y="21433"/>
                    <a:pt x="28617" y="20908"/>
                    <a:pt x="27449" y="20100"/>
                  </a:cubicBezTo>
                  <a:cubicBezTo>
                    <a:pt x="27131" y="19881"/>
                    <a:pt x="26831" y="19673"/>
                    <a:pt x="26650" y="19522"/>
                  </a:cubicBezTo>
                  <a:cubicBezTo>
                    <a:pt x="26484" y="19384"/>
                    <a:pt x="26323" y="19232"/>
                    <a:pt x="26164" y="19080"/>
                  </a:cubicBezTo>
                  <a:cubicBezTo>
                    <a:pt x="25590" y="18536"/>
                    <a:pt x="24995" y="17973"/>
                    <a:pt x="24122" y="17973"/>
                  </a:cubicBezTo>
                  <a:cubicBezTo>
                    <a:pt x="23266" y="17973"/>
                    <a:pt x="21752" y="17957"/>
                    <a:pt x="21369" y="17954"/>
                  </a:cubicBezTo>
                  <a:cubicBezTo>
                    <a:pt x="20777" y="17521"/>
                    <a:pt x="16680" y="14518"/>
                    <a:pt x="14160" y="12268"/>
                  </a:cubicBezTo>
                  <a:cubicBezTo>
                    <a:pt x="11062" y="9504"/>
                    <a:pt x="8235" y="7779"/>
                    <a:pt x="7390" y="7286"/>
                  </a:cubicBezTo>
                  <a:lnTo>
                    <a:pt x="10581" y="2040"/>
                  </a:lnTo>
                  <a:cubicBezTo>
                    <a:pt x="10659" y="1909"/>
                    <a:pt x="10619" y="1736"/>
                    <a:pt x="10489" y="1655"/>
                  </a:cubicBezTo>
                  <a:cubicBezTo>
                    <a:pt x="8246" y="250"/>
                    <a:pt x="5889" y="15"/>
                    <a:pt x="468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4220147" y="1881641"/>
              <a:ext cx="299278" cy="334987"/>
            </a:xfrm>
            <a:custGeom>
              <a:avLst/>
              <a:gdLst/>
              <a:ahLst/>
              <a:cxnLst/>
              <a:rect l="l" t="t" r="r" b="b"/>
              <a:pathLst>
                <a:path w="15706" h="17580" extrusionOk="0">
                  <a:moveTo>
                    <a:pt x="12548" y="1"/>
                  </a:moveTo>
                  <a:lnTo>
                    <a:pt x="12532" y="12"/>
                  </a:lnTo>
                  <a:cubicBezTo>
                    <a:pt x="11458" y="1872"/>
                    <a:pt x="8354" y="2973"/>
                    <a:pt x="6979" y="3396"/>
                  </a:cubicBezTo>
                  <a:cubicBezTo>
                    <a:pt x="5468" y="3861"/>
                    <a:pt x="7676" y="4907"/>
                    <a:pt x="7444" y="6303"/>
                  </a:cubicBezTo>
                  <a:cubicBezTo>
                    <a:pt x="7211" y="7698"/>
                    <a:pt x="4189" y="8512"/>
                    <a:pt x="4189" y="8512"/>
                  </a:cubicBezTo>
                  <a:cubicBezTo>
                    <a:pt x="4189" y="8512"/>
                    <a:pt x="3324" y="6653"/>
                    <a:pt x="2096" y="6653"/>
                  </a:cubicBezTo>
                  <a:cubicBezTo>
                    <a:pt x="868" y="6653"/>
                    <a:pt x="0" y="9462"/>
                    <a:pt x="702" y="10955"/>
                  </a:cubicBezTo>
                  <a:cubicBezTo>
                    <a:pt x="1184" y="11981"/>
                    <a:pt x="2041" y="12142"/>
                    <a:pt x="2530" y="12142"/>
                  </a:cubicBezTo>
                  <a:cubicBezTo>
                    <a:pt x="2751" y="12142"/>
                    <a:pt x="2897" y="12109"/>
                    <a:pt x="2897" y="12109"/>
                  </a:cubicBezTo>
                  <a:lnTo>
                    <a:pt x="2897" y="12109"/>
                  </a:lnTo>
                  <a:cubicBezTo>
                    <a:pt x="2897" y="12109"/>
                    <a:pt x="2809" y="14740"/>
                    <a:pt x="4476" y="15529"/>
                  </a:cubicBezTo>
                  <a:cubicBezTo>
                    <a:pt x="6143" y="16319"/>
                    <a:pt x="8951" y="17372"/>
                    <a:pt x="10003" y="17547"/>
                  </a:cubicBezTo>
                  <a:cubicBezTo>
                    <a:pt x="10130" y="17568"/>
                    <a:pt x="10258" y="17579"/>
                    <a:pt x="10384" y="17579"/>
                  </a:cubicBezTo>
                  <a:cubicBezTo>
                    <a:pt x="11302" y="17579"/>
                    <a:pt x="12162" y="17005"/>
                    <a:pt x="12548" y="15618"/>
                  </a:cubicBezTo>
                  <a:cubicBezTo>
                    <a:pt x="12985" y="14038"/>
                    <a:pt x="13249" y="10792"/>
                    <a:pt x="13249" y="10792"/>
                  </a:cubicBezTo>
                  <a:cubicBezTo>
                    <a:pt x="13249" y="10792"/>
                    <a:pt x="14829" y="9740"/>
                    <a:pt x="15266" y="9126"/>
                  </a:cubicBezTo>
                  <a:cubicBezTo>
                    <a:pt x="15705" y="8512"/>
                    <a:pt x="14126" y="7897"/>
                    <a:pt x="13688" y="7020"/>
                  </a:cubicBezTo>
                  <a:cubicBezTo>
                    <a:pt x="13249" y="6142"/>
                    <a:pt x="13249" y="5441"/>
                    <a:pt x="13424" y="4211"/>
                  </a:cubicBezTo>
                  <a:cubicBezTo>
                    <a:pt x="13601" y="2983"/>
                    <a:pt x="12548" y="1"/>
                    <a:pt x="125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4218337" y="1876439"/>
              <a:ext cx="304842" cy="345581"/>
            </a:xfrm>
            <a:custGeom>
              <a:avLst/>
              <a:gdLst/>
              <a:ahLst/>
              <a:cxnLst/>
              <a:rect l="l" t="t" r="r" b="b"/>
              <a:pathLst>
                <a:path w="15998" h="18136" extrusionOk="0">
                  <a:moveTo>
                    <a:pt x="12552" y="892"/>
                  </a:moveTo>
                  <a:cubicBezTo>
                    <a:pt x="12880" y="1920"/>
                    <a:pt x="13354" y="3654"/>
                    <a:pt x="13242" y="4446"/>
                  </a:cubicBezTo>
                  <a:cubicBezTo>
                    <a:pt x="13061" y="5706"/>
                    <a:pt x="13058" y="6473"/>
                    <a:pt x="13532" y="7419"/>
                  </a:cubicBezTo>
                  <a:cubicBezTo>
                    <a:pt x="13741" y="7839"/>
                    <a:pt x="14156" y="8186"/>
                    <a:pt x="14523" y="8492"/>
                  </a:cubicBezTo>
                  <a:cubicBezTo>
                    <a:pt x="14927" y="8830"/>
                    <a:pt x="15228" y="9100"/>
                    <a:pt x="15134" y="9234"/>
                  </a:cubicBezTo>
                  <a:cubicBezTo>
                    <a:pt x="14798" y="9704"/>
                    <a:pt x="13615" y="10545"/>
                    <a:pt x="13188" y="10831"/>
                  </a:cubicBezTo>
                  <a:cubicBezTo>
                    <a:pt x="13117" y="10879"/>
                    <a:pt x="13071" y="10957"/>
                    <a:pt x="13064" y="11043"/>
                  </a:cubicBezTo>
                  <a:cubicBezTo>
                    <a:pt x="13061" y="11075"/>
                    <a:pt x="12797" y="14281"/>
                    <a:pt x="12371" y="15815"/>
                  </a:cubicBezTo>
                  <a:cubicBezTo>
                    <a:pt x="12056" y="16949"/>
                    <a:pt x="11379" y="17572"/>
                    <a:pt x="10487" y="17572"/>
                  </a:cubicBezTo>
                  <a:cubicBezTo>
                    <a:pt x="10376" y="17572"/>
                    <a:pt x="10262" y="17563"/>
                    <a:pt x="10144" y="17543"/>
                  </a:cubicBezTo>
                  <a:cubicBezTo>
                    <a:pt x="9112" y="17371"/>
                    <a:pt x="6284" y="16302"/>
                    <a:pt x="4691" y="15548"/>
                  </a:cubicBezTo>
                  <a:cubicBezTo>
                    <a:pt x="3214" y="14848"/>
                    <a:pt x="3273" y="12414"/>
                    <a:pt x="3273" y="12390"/>
                  </a:cubicBezTo>
                  <a:cubicBezTo>
                    <a:pt x="3278" y="12231"/>
                    <a:pt x="3149" y="12100"/>
                    <a:pt x="2990" y="12100"/>
                  </a:cubicBezTo>
                  <a:cubicBezTo>
                    <a:pt x="2972" y="12100"/>
                    <a:pt x="2951" y="12102"/>
                    <a:pt x="2931" y="12106"/>
                  </a:cubicBezTo>
                  <a:cubicBezTo>
                    <a:pt x="2915" y="12109"/>
                    <a:pt x="2796" y="12134"/>
                    <a:pt x="2621" y="12134"/>
                  </a:cubicBezTo>
                  <a:cubicBezTo>
                    <a:pt x="2205" y="12134"/>
                    <a:pt x="1469" y="11996"/>
                    <a:pt x="1051" y="11107"/>
                  </a:cubicBezTo>
                  <a:cubicBezTo>
                    <a:pt x="606" y="10162"/>
                    <a:pt x="871" y="8636"/>
                    <a:pt x="1399" y="7805"/>
                  </a:cubicBezTo>
                  <a:cubicBezTo>
                    <a:pt x="1541" y="7582"/>
                    <a:pt x="1832" y="7207"/>
                    <a:pt x="2191" y="7207"/>
                  </a:cubicBezTo>
                  <a:cubicBezTo>
                    <a:pt x="3049" y="7207"/>
                    <a:pt x="3809" y="8432"/>
                    <a:pt x="4029" y="8905"/>
                  </a:cubicBezTo>
                  <a:cubicBezTo>
                    <a:pt x="4076" y="9005"/>
                    <a:pt x="4176" y="9067"/>
                    <a:pt x="4283" y="9067"/>
                  </a:cubicBezTo>
                  <a:cubicBezTo>
                    <a:pt x="4307" y="9067"/>
                    <a:pt x="4332" y="9063"/>
                    <a:pt x="4357" y="9056"/>
                  </a:cubicBezTo>
                  <a:cubicBezTo>
                    <a:pt x="4685" y="8969"/>
                    <a:pt x="7561" y="8152"/>
                    <a:pt x="7817" y="6622"/>
                  </a:cubicBezTo>
                  <a:cubicBezTo>
                    <a:pt x="7939" y="5887"/>
                    <a:pt x="7512" y="5270"/>
                    <a:pt x="7169" y="4774"/>
                  </a:cubicBezTo>
                  <a:cubicBezTo>
                    <a:pt x="7009" y="4544"/>
                    <a:pt x="6790" y="4227"/>
                    <a:pt x="6826" y="4121"/>
                  </a:cubicBezTo>
                  <a:cubicBezTo>
                    <a:pt x="6829" y="4112"/>
                    <a:pt x="6866" y="4029"/>
                    <a:pt x="7157" y="3939"/>
                  </a:cubicBezTo>
                  <a:cubicBezTo>
                    <a:pt x="8687" y="3469"/>
                    <a:pt x="11296" y="2476"/>
                    <a:pt x="12552" y="892"/>
                  </a:cubicBezTo>
                  <a:close/>
                  <a:moveTo>
                    <a:pt x="12638" y="0"/>
                  </a:moveTo>
                  <a:cubicBezTo>
                    <a:pt x="12571" y="0"/>
                    <a:pt x="12505" y="22"/>
                    <a:pt x="12451" y="65"/>
                  </a:cubicBezTo>
                  <a:cubicBezTo>
                    <a:pt x="12424" y="87"/>
                    <a:pt x="12400" y="115"/>
                    <a:pt x="12383" y="145"/>
                  </a:cubicBezTo>
                  <a:cubicBezTo>
                    <a:pt x="11409" y="1834"/>
                    <a:pt x="8587" y="2910"/>
                    <a:pt x="6992" y="3400"/>
                  </a:cubicBezTo>
                  <a:cubicBezTo>
                    <a:pt x="6606" y="3519"/>
                    <a:pt x="6378" y="3694"/>
                    <a:pt x="6295" y="3937"/>
                  </a:cubicBezTo>
                  <a:cubicBezTo>
                    <a:pt x="6166" y="4312"/>
                    <a:pt x="6428" y="4693"/>
                    <a:pt x="6707" y="5094"/>
                  </a:cubicBezTo>
                  <a:cubicBezTo>
                    <a:pt x="7007" y="5527"/>
                    <a:pt x="7348" y="6018"/>
                    <a:pt x="7262" y="6529"/>
                  </a:cubicBezTo>
                  <a:cubicBezTo>
                    <a:pt x="7111" y="7445"/>
                    <a:pt x="5331" y="8173"/>
                    <a:pt x="4429" y="8450"/>
                  </a:cubicBezTo>
                  <a:cubicBezTo>
                    <a:pt x="4143" y="7926"/>
                    <a:pt x="3323" y="6643"/>
                    <a:pt x="2191" y="6643"/>
                  </a:cubicBezTo>
                  <a:cubicBezTo>
                    <a:pt x="1720" y="6643"/>
                    <a:pt x="1283" y="6940"/>
                    <a:pt x="925" y="7503"/>
                  </a:cubicBezTo>
                  <a:cubicBezTo>
                    <a:pt x="320" y="8455"/>
                    <a:pt x="1" y="10197"/>
                    <a:pt x="542" y="11346"/>
                  </a:cubicBezTo>
                  <a:cubicBezTo>
                    <a:pt x="1046" y="12417"/>
                    <a:pt x="1973" y="12699"/>
                    <a:pt x="2623" y="12699"/>
                  </a:cubicBezTo>
                  <a:cubicBezTo>
                    <a:pt x="2655" y="12699"/>
                    <a:pt x="2686" y="12698"/>
                    <a:pt x="2716" y="12697"/>
                  </a:cubicBezTo>
                  <a:cubicBezTo>
                    <a:pt x="2751" y="13465"/>
                    <a:pt x="2989" y="15363"/>
                    <a:pt x="4450" y="16055"/>
                  </a:cubicBezTo>
                  <a:cubicBezTo>
                    <a:pt x="6085" y="16830"/>
                    <a:pt x="8948" y="17912"/>
                    <a:pt x="10051" y="18097"/>
                  </a:cubicBezTo>
                  <a:cubicBezTo>
                    <a:pt x="10198" y="18122"/>
                    <a:pt x="10348" y="18134"/>
                    <a:pt x="10497" y="18135"/>
                  </a:cubicBezTo>
                  <a:cubicBezTo>
                    <a:pt x="11642" y="18135"/>
                    <a:pt x="12527" y="17351"/>
                    <a:pt x="12914" y="15964"/>
                  </a:cubicBezTo>
                  <a:cubicBezTo>
                    <a:pt x="13309" y="14542"/>
                    <a:pt x="13558" y="11860"/>
                    <a:pt x="13614" y="11221"/>
                  </a:cubicBezTo>
                  <a:cubicBezTo>
                    <a:pt x="13992" y="10963"/>
                    <a:pt x="15195" y="10115"/>
                    <a:pt x="15592" y="9560"/>
                  </a:cubicBezTo>
                  <a:cubicBezTo>
                    <a:pt x="15997" y="8991"/>
                    <a:pt x="15406" y="8496"/>
                    <a:pt x="14884" y="8059"/>
                  </a:cubicBezTo>
                  <a:cubicBezTo>
                    <a:pt x="14560" y="7787"/>
                    <a:pt x="14193" y="7481"/>
                    <a:pt x="14035" y="7166"/>
                  </a:cubicBezTo>
                  <a:cubicBezTo>
                    <a:pt x="13626" y="6349"/>
                    <a:pt x="13631" y="5690"/>
                    <a:pt x="13798" y="4523"/>
                  </a:cubicBezTo>
                  <a:cubicBezTo>
                    <a:pt x="13981" y="3243"/>
                    <a:pt x="12952" y="304"/>
                    <a:pt x="12908" y="180"/>
                  </a:cubicBezTo>
                  <a:cubicBezTo>
                    <a:pt x="12877" y="94"/>
                    <a:pt x="12800" y="34"/>
                    <a:pt x="12713" y="10"/>
                  </a:cubicBezTo>
                  <a:cubicBezTo>
                    <a:pt x="12688" y="3"/>
                    <a:pt x="12663" y="0"/>
                    <a:pt x="12638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4435088" y="1999535"/>
              <a:ext cx="13319" cy="33251"/>
            </a:xfrm>
            <a:custGeom>
              <a:avLst/>
              <a:gdLst/>
              <a:ahLst/>
              <a:cxnLst/>
              <a:rect l="l" t="t" r="r" b="b"/>
              <a:pathLst>
                <a:path w="699" h="1745" extrusionOk="0">
                  <a:moveTo>
                    <a:pt x="350" y="0"/>
                  </a:moveTo>
                  <a:cubicBezTo>
                    <a:pt x="158" y="0"/>
                    <a:pt x="0" y="391"/>
                    <a:pt x="0" y="872"/>
                  </a:cubicBezTo>
                  <a:cubicBezTo>
                    <a:pt x="0" y="1354"/>
                    <a:pt x="156" y="1745"/>
                    <a:pt x="350" y="1745"/>
                  </a:cubicBezTo>
                  <a:cubicBezTo>
                    <a:pt x="543" y="1745"/>
                    <a:pt x="699" y="1354"/>
                    <a:pt x="699" y="872"/>
                  </a:cubicBezTo>
                  <a:cubicBezTo>
                    <a:pt x="699" y="391"/>
                    <a:pt x="543" y="0"/>
                    <a:pt x="350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4412507" y="1966951"/>
              <a:ext cx="43998" cy="26868"/>
            </a:xfrm>
            <a:custGeom>
              <a:avLst/>
              <a:gdLst/>
              <a:ahLst/>
              <a:cxnLst/>
              <a:rect l="l" t="t" r="r" b="b"/>
              <a:pathLst>
                <a:path w="2309" h="1410" extrusionOk="0">
                  <a:moveTo>
                    <a:pt x="1783" y="0"/>
                  </a:moveTo>
                  <a:cubicBezTo>
                    <a:pt x="1021" y="0"/>
                    <a:pt x="257" y="835"/>
                    <a:pt x="163" y="942"/>
                  </a:cubicBezTo>
                  <a:cubicBezTo>
                    <a:pt x="1" y="1124"/>
                    <a:pt x="129" y="1410"/>
                    <a:pt x="371" y="1410"/>
                  </a:cubicBezTo>
                  <a:cubicBezTo>
                    <a:pt x="452" y="1410"/>
                    <a:pt x="529" y="1376"/>
                    <a:pt x="581" y="1317"/>
                  </a:cubicBezTo>
                  <a:cubicBezTo>
                    <a:pt x="771" y="1103"/>
                    <a:pt x="1359" y="562"/>
                    <a:pt x="1781" y="562"/>
                  </a:cubicBezTo>
                  <a:cubicBezTo>
                    <a:pt x="1826" y="562"/>
                    <a:pt x="1869" y="568"/>
                    <a:pt x="1910" y="581"/>
                  </a:cubicBezTo>
                  <a:cubicBezTo>
                    <a:pt x="1938" y="590"/>
                    <a:pt x="1966" y="594"/>
                    <a:pt x="1994" y="594"/>
                  </a:cubicBezTo>
                  <a:cubicBezTo>
                    <a:pt x="2111" y="594"/>
                    <a:pt x="2221" y="520"/>
                    <a:pt x="2260" y="402"/>
                  </a:cubicBezTo>
                  <a:cubicBezTo>
                    <a:pt x="2308" y="258"/>
                    <a:pt x="2232" y="100"/>
                    <a:pt x="2088" y="49"/>
                  </a:cubicBezTo>
                  <a:cubicBezTo>
                    <a:pt x="1987" y="15"/>
                    <a:pt x="1885" y="0"/>
                    <a:pt x="1783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4"/>
            <p:cNvSpPr/>
            <p:nvPr/>
          </p:nvSpPr>
          <p:spPr>
            <a:xfrm>
              <a:off x="4398121" y="2109368"/>
              <a:ext cx="58537" cy="23800"/>
            </a:xfrm>
            <a:custGeom>
              <a:avLst/>
              <a:gdLst/>
              <a:ahLst/>
              <a:cxnLst/>
              <a:rect l="l" t="t" r="r" b="b"/>
              <a:pathLst>
                <a:path w="3072" h="1249" extrusionOk="0">
                  <a:moveTo>
                    <a:pt x="312" y="1"/>
                  </a:moveTo>
                  <a:cubicBezTo>
                    <a:pt x="236" y="1"/>
                    <a:pt x="159" y="32"/>
                    <a:pt x="104" y="93"/>
                  </a:cubicBezTo>
                  <a:cubicBezTo>
                    <a:pt x="0" y="209"/>
                    <a:pt x="11" y="387"/>
                    <a:pt x="126" y="490"/>
                  </a:cubicBezTo>
                  <a:cubicBezTo>
                    <a:pt x="805" y="1103"/>
                    <a:pt x="1519" y="1249"/>
                    <a:pt x="2045" y="1249"/>
                  </a:cubicBezTo>
                  <a:cubicBezTo>
                    <a:pt x="2506" y="1249"/>
                    <a:pt x="2823" y="1138"/>
                    <a:pt x="2850" y="1128"/>
                  </a:cubicBezTo>
                  <a:cubicBezTo>
                    <a:pt x="2996" y="1074"/>
                    <a:pt x="3072" y="913"/>
                    <a:pt x="3019" y="767"/>
                  </a:cubicBezTo>
                  <a:cubicBezTo>
                    <a:pt x="2978" y="653"/>
                    <a:pt x="2870" y="581"/>
                    <a:pt x="2754" y="581"/>
                  </a:cubicBezTo>
                  <a:cubicBezTo>
                    <a:pt x="2723" y="581"/>
                    <a:pt x="2691" y="587"/>
                    <a:pt x="2659" y="598"/>
                  </a:cubicBezTo>
                  <a:cubicBezTo>
                    <a:pt x="2639" y="605"/>
                    <a:pt x="2400" y="687"/>
                    <a:pt x="2049" y="687"/>
                  </a:cubicBezTo>
                  <a:cubicBezTo>
                    <a:pt x="1631" y="687"/>
                    <a:pt x="1054" y="571"/>
                    <a:pt x="501" y="73"/>
                  </a:cubicBezTo>
                  <a:cubicBezTo>
                    <a:pt x="447" y="25"/>
                    <a:pt x="379" y="1"/>
                    <a:pt x="31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3779024" y="4211877"/>
              <a:ext cx="221324" cy="195276"/>
            </a:xfrm>
            <a:custGeom>
              <a:avLst/>
              <a:gdLst/>
              <a:ahLst/>
              <a:cxnLst/>
              <a:rect l="l" t="t" r="r" b="b"/>
              <a:pathLst>
                <a:path w="11615" h="10248" extrusionOk="0">
                  <a:moveTo>
                    <a:pt x="2098" y="1"/>
                  </a:moveTo>
                  <a:cubicBezTo>
                    <a:pt x="2098" y="1"/>
                    <a:pt x="0" y="4207"/>
                    <a:pt x="82" y="4777"/>
                  </a:cubicBezTo>
                  <a:cubicBezTo>
                    <a:pt x="164" y="5347"/>
                    <a:pt x="4319" y="8363"/>
                    <a:pt x="6275" y="9422"/>
                  </a:cubicBezTo>
                  <a:cubicBezTo>
                    <a:pt x="7237" y="9943"/>
                    <a:pt x="8573" y="10247"/>
                    <a:pt x="9654" y="10247"/>
                  </a:cubicBezTo>
                  <a:cubicBezTo>
                    <a:pt x="10771" y="10247"/>
                    <a:pt x="11615" y="9923"/>
                    <a:pt x="11490" y="9177"/>
                  </a:cubicBezTo>
                  <a:cubicBezTo>
                    <a:pt x="11245" y="7712"/>
                    <a:pt x="7905" y="6733"/>
                    <a:pt x="7090" y="4534"/>
                  </a:cubicBezTo>
                  <a:cubicBezTo>
                    <a:pt x="6275" y="2333"/>
                    <a:pt x="5958" y="1054"/>
                    <a:pt x="5958" y="1054"/>
                  </a:cubicBezTo>
                  <a:cubicBezTo>
                    <a:pt x="5958" y="1054"/>
                    <a:pt x="5901" y="1057"/>
                    <a:pt x="5796" y="1057"/>
                  </a:cubicBezTo>
                  <a:cubicBezTo>
                    <a:pt x="5283" y="1057"/>
                    <a:pt x="3637" y="975"/>
                    <a:pt x="20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3773650" y="4206542"/>
              <a:ext cx="230889" cy="205946"/>
            </a:xfrm>
            <a:custGeom>
              <a:avLst/>
              <a:gdLst/>
              <a:ahLst/>
              <a:cxnLst/>
              <a:rect l="l" t="t" r="r" b="b"/>
              <a:pathLst>
                <a:path w="12117" h="10808" extrusionOk="0">
                  <a:moveTo>
                    <a:pt x="2496" y="679"/>
                  </a:moveTo>
                  <a:cubicBezTo>
                    <a:pt x="3971" y="1516"/>
                    <a:pt x="5463" y="1614"/>
                    <a:pt x="6024" y="1618"/>
                  </a:cubicBezTo>
                  <a:cubicBezTo>
                    <a:pt x="6148" y="2072"/>
                    <a:pt x="6481" y="3214"/>
                    <a:pt x="7108" y="4910"/>
                  </a:cubicBezTo>
                  <a:cubicBezTo>
                    <a:pt x="7569" y="6152"/>
                    <a:pt x="8744" y="7004"/>
                    <a:pt x="9781" y="7754"/>
                  </a:cubicBezTo>
                  <a:cubicBezTo>
                    <a:pt x="10613" y="8356"/>
                    <a:pt x="11399" y="8926"/>
                    <a:pt x="11495" y="9504"/>
                  </a:cubicBezTo>
                  <a:cubicBezTo>
                    <a:pt x="11527" y="9698"/>
                    <a:pt x="11467" y="9838"/>
                    <a:pt x="11300" y="9956"/>
                  </a:cubicBezTo>
                  <a:cubicBezTo>
                    <a:pt x="11019" y="10157"/>
                    <a:pt x="10528" y="10251"/>
                    <a:pt x="9947" y="10251"/>
                  </a:cubicBezTo>
                  <a:cubicBezTo>
                    <a:pt x="8926" y="10251"/>
                    <a:pt x="7625" y="9962"/>
                    <a:pt x="6691" y="9456"/>
                  </a:cubicBezTo>
                  <a:cubicBezTo>
                    <a:pt x="4541" y="8292"/>
                    <a:pt x="831" y="5499"/>
                    <a:pt x="643" y="5024"/>
                  </a:cubicBezTo>
                  <a:cubicBezTo>
                    <a:pt x="627" y="4679"/>
                    <a:pt x="1551" y="2595"/>
                    <a:pt x="2496" y="679"/>
                  </a:cubicBezTo>
                  <a:close/>
                  <a:moveTo>
                    <a:pt x="2381" y="0"/>
                  </a:moveTo>
                  <a:cubicBezTo>
                    <a:pt x="2278" y="0"/>
                    <a:pt x="2178" y="56"/>
                    <a:pt x="2129" y="155"/>
                  </a:cubicBezTo>
                  <a:cubicBezTo>
                    <a:pt x="1486" y="1445"/>
                    <a:pt x="1" y="4504"/>
                    <a:pt x="85" y="5096"/>
                  </a:cubicBezTo>
                  <a:cubicBezTo>
                    <a:pt x="198" y="5887"/>
                    <a:pt x="4757" y="9047"/>
                    <a:pt x="6422" y="9950"/>
                  </a:cubicBezTo>
                  <a:cubicBezTo>
                    <a:pt x="7372" y="10464"/>
                    <a:pt x="8776" y="10808"/>
                    <a:pt x="9945" y="10808"/>
                  </a:cubicBezTo>
                  <a:cubicBezTo>
                    <a:pt x="10634" y="10808"/>
                    <a:pt x="11241" y="10688"/>
                    <a:pt x="11626" y="10415"/>
                  </a:cubicBezTo>
                  <a:cubicBezTo>
                    <a:pt x="11966" y="10172"/>
                    <a:pt x="12116" y="9816"/>
                    <a:pt x="12049" y="9412"/>
                  </a:cubicBezTo>
                  <a:cubicBezTo>
                    <a:pt x="11915" y="8606"/>
                    <a:pt x="11078" y="8000"/>
                    <a:pt x="10111" y="7300"/>
                  </a:cubicBezTo>
                  <a:cubicBezTo>
                    <a:pt x="9138" y="6596"/>
                    <a:pt x="8035" y="5797"/>
                    <a:pt x="7634" y="4716"/>
                  </a:cubicBezTo>
                  <a:cubicBezTo>
                    <a:pt x="6837" y="2559"/>
                    <a:pt x="6516" y="1278"/>
                    <a:pt x="6513" y="1267"/>
                  </a:cubicBezTo>
                  <a:cubicBezTo>
                    <a:pt x="6482" y="1140"/>
                    <a:pt x="6369" y="1053"/>
                    <a:pt x="6241" y="1053"/>
                  </a:cubicBezTo>
                  <a:cubicBezTo>
                    <a:pt x="6235" y="1053"/>
                    <a:pt x="6229" y="1053"/>
                    <a:pt x="6223" y="1054"/>
                  </a:cubicBezTo>
                  <a:cubicBezTo>
                    <a:pt x="6220" y="1054"/>
                    <a:pt x="6175" y="1056"/>
                    <a:pt x="6095" y="1056"/>
                  </a:cubicBezTo>
                  <a:cubicBezTo>
                    <a:pt x="5636" y="1056"/>
                    <a:pt x="4021" y="986"/>
                    <a:pt x="2530" y="43"/>
                  </a:cubicBezTo>
                  <a:cubicBezTo>
                    <a:pt x="2483" y="14"/>
                    <a:pt x="2432" y="0"/>
                    <a:pt x="238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4"/>
            <p:cNvSpPr/>
            <p:nvPr/>
          </p:nvSpPr>
          <p:spPr>
            <a:xfrm>
              <a:off x="3780186" y="4284687"/>
              <a:ext cx="219742" cy="122466"/>
            </a:xfrm>
            <a:custGeom>
              <a:avLst/>
              <a:gdLst/>
              <a:ahLst/>
              <a:cxnLst/>
              <a:rect l="l" t="t" r="r" b="b"/>
              <a:pathLst>
                <a:path w="11532" h="6427" extrusionOk="0">
                  <a:moveTo>
                    <a:pt x="291" y="1"/>
                  </a:moveTo>
                  <a:cubicBezTo>
                    <a:pt x="113" y="460"/>
                    <a:pt x="1" y="818"/>
                    <a:pt x="21" y="958"/>
                  </a:cubicBezTo>
                  <a:cubicBezTo>
                    <a:pt x="103" y="1528"/>
                    <a:pt x="4258" y="4542"/>
                    <a:pt x="6214" y="5603"/>
                  </a:cubicBezTo>
                  <a:cubicBezTo>
                    <a:pt x="7175" y="6123"/>
                    <a:pt x="8509" y="6427"/>
                    <a:pt x="9589" y="6427"/>
                  </a:cubicBezTo>
                  <a:cubicBezTo>
                    <a:pt x="10694" y="6427"/>
                    <a:pt x="11532" y="6109"/>
                    <a:pt x="11429" y="5380"/>
                  </a:cubicBezTo>
                  <a:lnTo>
                    <a:pt x="11429" y="5380"/>
                  </a:lnTo>
                  <a:cubicBezTo>
                    <a:pt x="11107" y="5424"/>
                    <a:pt x="10751" y="5453"/>
                    <a:pt x="10364" y="5453"/>
                  </a:cubicBezTo>
                  <a:cubicBezTo>
                    <a:pt x="9408" y="5453"/>
                    <a:pt x="8269" y="5279"/>
                    <a:pt x="7027" y="4741"/>
                  </a:cubicBezTo>
                  <a:cubicBezTo>
                    <a:pt x="4010" y="3433"/>
                    <a:pt x="1084" y="758"/>
                    <a:pt x="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4"/>
            <p:cNvSpPr/>
            <p:nvPr/>
          </p:nvSpPr>
          <p:spPr>
            <a:xfrm>
              <a:off x="3774908" y="4279313"/>
              <a:ext cx="229441" cy="133156"/>
            </a:xfrm>
            <a:custGeom>
              <a:avLst/>
              <a:gdLst/>
              <a:ahLst/>
              <a:cxnLst/>
              <a:rect l="l" t="t" r="r" b="b"/>
              <a:pathLst>
                <a:path w="12041" h="6988" extrusionOk="0">
                  <a:moveTo>
                    <a:pt x="686" y="777"/>
                  </a:moveTo>
                  <a:cubicBezTo>
                    <a:pt x="1796" y="1801"/>
                    <a:pt x="4455" y="4094"/>
                    <a:pt x="7192" y="5281"/>
                  </a:cubicBezTo>
                  <a:cubicBezTo>
                    <a:pt x="8325" y="5772"/>
                    <a:pt x="9478" y="6017"/>
                    <a:pt x="10633" y="6017"/>
                  </a:cubicBezTo>
                  <a:cubicBezTo>
                    <a:pt x="10883" y="6017"/>
                    <a:pt x="11132" y="6005"/>
                    <a:pt x="11381" y="5982"/>
                  </a:cubicBezTo>
                  <a:lnTo>
                    <a:pt x="11381" y="5982"/>
                  </a:lnTo>
                  <a:cubicBezTo>
                    <a:pt x="11340" y="6047"/>
                    <a:pt x="11286" y="6101"/>
                    <a:pt x="11222" y="6143"/>
                  </a:cubicBezTo>
                  <a:cubicBezTo>
                    <a:pt x="10941" y="6338"/>
                    <a:pt x="10455" y="6429"/>
                    <a:pt x="9880" y="6429"/>
                  </a:cubicBezTo>
                  <a:cubicBezTo>
                    <a:pt x="8858" y="6429"/>
                    <a:pt x="7555" y="6141"/>
                    <a:pt x="6625" y="5637"/>
                  </a:cubicBezTo>
                  <a:cubicBezTo>
                    <a:pt x="4475" y="4473"/>
                    <a:pt x="765" y="1680"/>
                    <a:pt x="577" y="1205"/>
                  </a:cubicBezTo>
                  <a:cubicBezTo>
                    <a:pt x="577" y="1193"/>
                    <a:pt x="577" y="1101"/>
                    <a:pt x="686" y="777"/>
                  </a:cubicBezTo>
                  <a:close/>
                  <a:moveTo>
                    <a:pt x="568" y="1"/>
                  </a:moveTo>
                  <a:cubicBezTo>
                    <a:pt x="457" y="1"/>
                    <a:pt x="349" y="65"/>
                    <a:pt x="305" y="181"/>
                  </a:cubicBezTo>
                  <a:cubicBezTo>
                    <a:pt x="21" y="914"/>
                    <a:pt x="0" y="1142"/>
                    <a:pt x="19" y="1279"/>
                  </a:cubicBezTo>
                  <a:cubicBezTo>
                    <a:pt x="132" y="2069"/>
                    <a:pt x="4691" y="5228"/>
                    <a:pt x="6356" y="6131"/>
                  </a:cubicBezTo>
                  <a:cubicBezTo>
                    <a:pt x="7302" y="6643"/>
                    <a:pt x="8709" y="6987"/>
                    <a:pt x="9879" y="6987"/>
                  </a:cubicBezTo>
                  <a:cubicBezTo>
                    <a:pt x="10558" y="6987"/>
                    <a:pt x="11159" y="6871"/>
                    <a:pt x="11543" y="6604"/>
                  </a:cubicBezTo>
                  <a:cubicBezTo>
                    <a:pt x="11884" y="6367"/>
                    <a:pt x="12040" y="6019"/>
                    <a:pt x="11985" y="5624"/>
                  </a:cubicBezTo>
                  <a:cubicBezTo>
                    <a:pt x="11965" y="5482"/>
                    <a:pt x="11844" y="5381"/>
                    <a:pt x="11706" y="5381"/>
                  </a:cubicBezTo>
                  <a:cubicBezTo>
                    <a:pt x="11693" y="5381"/>
                    <a:pt x="11681" y="5381"/>
                    <a:pt x="11668" y="5383"/>
                  </a:cubicBezTo>
                  <a:cubicBezTo>
                    <a:pt x="11323" y="5431"/>
                    <a:pt x="10976" y="5455"/>
                    <a:pt x="10630" y="5455"/>
                  </a:cubicBezTo>
                  <a:cubicBezTo>
                    <a:pt x="9553" y="5455"/>
                    <a:pt x="8476" y="5223"/>
                    <a:pt x="7417" y="4763"/>
                  </a:cubicBezTo>
                  <a:cubicBezTo>
                    <a:pt x="4458" y="3483"/>
                    <a:pt x="1574" y="855"/>
                    <a:pt x="760" y="79"/>
                  </a:cubicBezTo>
                  <a:cubicBezTo>
                    <a:pt x="705" y="26"/>
                    <a:pt x="636" y="1"/>
                    <a:pt x="56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34"/>
          <p:cNvSpPr txBox="1">
            <a:spLocks noGrp="1"/>
          </p:cNvSpPr>
          <p:nvPr>
            <p:ph type="subTitle" idx="1"/>
          </p:nvPr>
        </p:nvSpPr>
        <p:spPr>
          <a:xfrm>
            <a:off x="876324" y="3657712"/>
            <a:ext cx="4416437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2"/>
                </a:solidFill>
              </a:rPr>
              <a:t>Pourquoi la sécurité de l’information est-elle importante ?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607" name="Google Shape;607;p34"/>
          <p:cNvSpPr txBox="1">
            <a:spLocks noGrp="1"/>
          </p:cNvSpPr>
          <p:nvPr>
            <p:ph type="title" idx="2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54"/>
          <p:cNvSpPr txBox="1">
            <a:spLocks noGrp="1"/>
          </p:cNvSpPr>
          <p:nvPr>
            <p:ph type="subTitle" idx="1"/>
          </p:nvPr>
        </p:nvSpPr>
        <p:spPr>
          <a:xfrm>
            <a:off x="626625" y="955651"/>
            <a:ext cx="1940700" cy="442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C’est pour eviter : </a:t>
            </a:r>
            <a:endParaRPr sz="1800" dirty="0"/>
          </a:p>
        </p:txBody>
      </p:sp>
      <p:sp>
        <p:nvSpPr>
          <p:cNvPr id="2331" name="Google Shape;2331;p54"/>
          <p:cNvSpPr txBox="1">
            <a:spLocks noGrp="1"/>
          </p:cNvSpPr>
          <p:nvPr>
            <p:ph type="body" idx="2"/>
          </p:nvPr>
        </p:nvSpPr>
        <p:spPr>
          <a:xfrm>
            <a:off x="626624" y="1567599"/>
            <a:ext cx="4569320" cy="14122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dirty="0"/>
              <a:t>Perte de données des notes d’examen à cause d’une panne</a:t>
            </a:r>
            <a:endParaRPr lang="en-US" dirty="0"/>
          </a:p>
          <a:p>
            <a:pPr lvl="0">
              <a:spcBef>
                <a:spcPts val="1000"/>
              </a:spcBef>
            </a:pPr>
            <a:r>
              <a:rPr lang="fr-FR" dirty="0"/>
              <a:t>Piratage des comptes étudiants</a:t>
            </a:r>
            <a:endParaRPr lang="en-US" dirty="0"/>
          </a:p>
          <a:p>
            <a:pPr lvl="0">
              <a:spcBef>
                <a:spcPts val="1000"/>
              </a:spcBef>
            </a:pPr>
            <a:r>
              <a:rPr lang="fr-FR" dirty="0"/>
              <a:t>Fuite de données personnelles</a:t>
            </a:r>
            <a:endParaRPr lang="en-US" dirty="0"/>
          </a:p>
        </p:txBody>
      </p:sp>
      <p:sp>
        <p:nvSpPr>
          <p:cNvPr id="2332" name="Google Shape;2332;p5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Pourquoi sécurisé ?</a:t>
            </a:r>
            <a:endParaRPr dirty="0"/>
          </a:p>
        </p:txBody>
      </p:sp>
      <p:grpSp>
        <p:nvGrpSpPr>
          <p:cNvPr id="2333" name="Google Shape;2333;p54"/>
          <p:cNvGrpSpPr/>
          <p:nvPr/>
        </p:nvGrpSpPr>
        <p:grpSpPr>
          <a:xfrm>
            <a:off x="5357307" y="713227"/>
            <a:ext cx="3571341" cy="3218505"/>
            <a:chOff x="910725" y="305150"/>
            <a:chExt cx="5738575" cy="5171625"/>
          </a:xfrm>
        </p:grpSpPr>
        <p:sp>
          <p:nvSpPr>
            <p:cNvPr id="2334" name="Google Shape;2334;p54"/>
            <p:cNvSpPr/>
            <p:nvPr/>
          </p:nvSpPr>
          <p:spPr>
            <a:xfrm>
              <a:off x="910725" y="305150"/>
              <a:ext cx="5738575" cy="5171625"/>
            </a:xfrm>
            <a:custGeom>
              <a:avLst/>
              <a:gdLst/>
              <a:ahLst/>
              <a:cxnLst/>
              <a:rect l="l" t="t" r="r" b="b"/>
              <a:pathLst>
                <a:path w="229543" h="206865" extrusionOk="0">
                  <a:moveTo>
                    <a:pt x="143620" y="0"/>
                  </a:moveTo>
                  <a:cubicBezTo>
                    <a:pt x="130205" y="0"/>
                    <a:pt x="116938" y="4603"/>
                    <a:pt x="105815" y="13117"/>
                  </a:cubicBezTo>
                  <a:cubicBezTo>
                    <a:pt x="80705" y="32337"/>
                    <a:pt x="62430" y="58549"/>
                    <a:pt x="34953" y="75203"/>
                  </a:cubicBezTo>
                  <a:cubicBezTo>
                    <a:pt x="12012" y="89108"/>
                    <a:pt x="0" y="111569"/>
                    <a:pt x="7717" y="143314"/>
                  </a:cubicBezTo>
                  <a:cubicBezTo>
                    <a:pt x="15007" y="173304"/>
                    <a:pt x="38401" y="191467"/>
                    <a:pt x="64728" y="191467"/>
                  </a:cubicBezTo>
                  <a:cubicBezTo>
                    <a:pt x="66267" y="191467"/>
                    <a:pt x="67817" y="191405"/>
                    <a:pt x="69375" y="191279"/>
                  </a:cubicBezTo>
                  <a:cubicBezTo>
                    <a:pt x="74315" y="190881"/>
                    <a:pt x="79303" y="190656"/>
                    <a:pt x="84288" y="190656"/>
                  </a:cubicBezTo>
                  <a:cubicBezTo>
                    <a:pt x="102953" y="190656"/>
                    <a:pt x="121582" y="193806"/>
                    <a:pt x="137570" y="202784"/>
                  </a:cubicBezTo>
                  <a:cubicBezTo>
                    <a:pt x="142416" y="205504"/>
                    <a:pt x="148258" y="206865"/>
                    <a:pt x="154722" y="206865"/>
                  </a:cubicBezTo>
                  <a:cubicBezTo>
                    <a:pt x="172405" y="206865"/>
                    <a:pt x="194749" y="196686"/>
                    <a:pt x="214129" y="176340"/>
                  </a:cubicBezTo>
                  <a:cubicBezTo>
                    <a:pt x="229542" y="160157"/>
                    <a:pt x="228050" y="139582"/>
                    <a:pt x="223027" y="120341"/>
                  </a:cubicBezTo>
                  <a:cubicBezTo>
                    <a:pt x="219931" y="108481"/>
                    <a:pt x="217912" y="96332"/>
                    <a:pt x="215508" y="84284"/>
                  </a:cubicBezTo>
                  <a:cubicBezTo>
                    <a:pt x="213814" y="75793"/>
                    <a:pt x="211930" y="67350"/>
                    <a:pt x="209343" y="59095"/>
                  </a:cubicBezTo>
                  <a:cubicBezTo>
                    <a:pt x="201836" y="35128"/>
                    <a:pt x="186890" y="10878"/>
                    <a:pt x="161224" y="2726"/>
                  </a:cubicBezTo>
                  <a:cubicBezTo>
                    <a:pt x="155440" y="889"/>
                    <a:pt x="149516" y="0"/>
                    <a:pt x="143620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54"/>
            <p:cNvSpPr/>
            <p:nvPr/>
          </p:nvSpPr>
          <p:spPr>
            <a:xfrm>
              <a:off x="3106875" y="1384475"/>
              <a:ext cx="487175" cy="502725"/>
            </a:xfrm>
            <a:custGeom>
              <a:avLst/>
              <a:gdLst/>
              <a:ahLst/>
              <a:cxnLst/>
              <a:rect l="l" t="t" r="r" b="b"/>
              <a:pathLst>
                <a:path w="19487" h="20109" extrusionOk="0">
                  <a:moveTo>
                    <a:pt x="19421" y="0"/>
                  </a:moveTo>
                  <a:lnTo>
                    <a:pt x="19421" y="0"/>
                  </a:lnTo>
                  <a:cubicBezTo>
                    <a:pt x="19421" y="0"/>
                    <a:pt x="10690" y="268"/>
                    <a:pt x="5346" y="5820"/>
                  </a:cubicBezTo>
                  <a:cubicBezTo>
                    <a:pt x="1" y="11374"/>
                    <a:pt x="67" y="20108"/>
                    <a:pt x="67" y="20108"/>
                  </a:cubicBezTo>
                  <a:cubicBezTo>
                    <a:pt x="67" y="20108"/>
                    <a:pt x="8798" y="19840"/>
                    <a:pt x="14143" y="14288"/>
                  </a:cubicBezTo>
                  <a:cubicBezTo>
                    <a:pt x="19487" y="8735"/>
                    <a:pt x="19421" y="0"/>
                    <a:pt x="19421" y="0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54"/>
            <p:cNvSpPr/>
            <p:nvPr/>
          </p:nvSpPr>
          <p:spPr>
            <a:xfrm>
              <a:off x="3106875" y="1384475"/>
              <a:ext cx="487175" cy="502725"/>
            </a:xfrm>
            <a:custGeom>
              <a:avLst/>
              <a:gdLst/>
              <a:ahLst/>
              <a:cxnLst/>
              <a:rect l="l" t="t" r="r" b="b"/>
              <a:pathLst>
                <a:path w="19487" h="20109" extrusionOk="0">
                  <a:moveTo>
                    <a:pt x="19421" y="0"/>
                  </a:moveTo>
                  <a:lnTo>
                    <a:pt x="19421" y="0"/>
                  </a:lnTo>
                  <a:cubicBezTo>
                    <a:pt x="19421" y="0"/>
                    <a:pt x="10690" y="268"/>
                    <a:pt x="5346" y="5820"/>
                  </a:cubicBezTo>
                  <a:cubicBezTo>
                    <a:pt x="1" y="11374"/>
                    <a:pt x="67" y="20108"/>
                    <a:pt x="67" y="20108"/>
                  </a:cubicBezTo>
                  <a:cubicBezTo>
                    <a:pt x="67" y="20108"/>
                    <a:pt x="8798" y="19840"/>
                    <a:pt x="14143" y="14288"/>
                  </a:cubicBezTo>
                  <a:cubicBezTo>
                    <a:pt x="19487" y="8735"/>
                    <a:pt x="19421" y="0"/>
                    <a:pt x="194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54"/>
            <p:cNvSpPr/>
            <p:nvPr/>
          </p:nvSpPr>
          <p:spPr>
            <a:xfrm>
              <a:off x="2446725" y="1374100"/>
              <a:ext cx="475450" cy="529225"/>
            </a:xfrm>
            <a:custGeom>
              <a:avLst/>
              <a:gdLst/>
              <a:ahLst/>
              <a:cxnLst/>
              <a:rect l="l" t="t" r="r" b="b"/>
              <a:pathLst>
                <a:path w="19018" h="21169" extrusionOk="0">
                  <a:moveTo>
                    <a:pt x="411" y="1"/>
                  </a:moveTo>
                  <a:lnTo>
                    <a:pt x="1" y="367"/>
                  </a:lnTo>
                  <a:lnTo>
                    <a:pt x="6211" y="7310"/>
                  </a:lnTo>
                  <a:lnTo>
                    <a:pt x="2280" y="7358"/>
                  </a:lnTo>
                  <a:lnTo>
                    <a:pt x="2286" y="7907"/>
                  </a:lnTo>
                  <a:lnTo>
                    <a:pt x="6697" y="7854"/>
                  </a:lnTo>
                  <a:lnTo>
                    <a:pt x="11052" y="12721"/>
                  </a:lnTo>
                  <a:lnTo>
                    <a:pt x="4903" y="12729"/>
                  </a:lnTo>
                  <a:lnTo>
                    <a:pt x="4905" y="13279"/>
                  </a:lnTo>
                  <a:lnTo>
                    <a:pt x="11544" y="13271"/>
                  </a:lnTo>
                  <a:lnTo>
                    <a:pt x="15503" y="17698"/>
                  </a:lnTo>
                  <a:lnTo>
                    <a:pt x="11166" y="17959"/>
                  </a:lnTo>
                  <a:lnTo>
                    <a:pt x="11199" y="18507"/>
                  </a:lnTo>
                  <a:lnTo>
                    <a:pt x="15970" y="18220"/>
                  </a:lnTo>
                  <a:lnTo>
                    <a:pt x="18608" y="21168"/>
                  </a:lnTo>
                  <a:lnTo>
                    <a:pt x="19018" y="20802"/>
                  </a:lnTo>
                  <a:lnTo>
                    <a:pt x="14374" y="15609"/>
                  </a:lnTo>
                  <a:lnTo>
                    <a:pt x="15122" y="9016"/>
                  </a:lnTo>
                  <a:lnTo>
                    <a:pt x="14576" y="8954"/>
                  </a:lnTo>
                  <a:lnTo>
                    <a:pt x="13882" y="15060"/>
                  </a:lnTo>
                  <a:lnTo>
                    <a:pt x="10201" y="10945"/>
                  </a:lnTo>
                  <a:lnTo>
                    <a:pt x="10207" y="10943"/>
                  </a:lnTo>
                  <a:lnTo>
                    <a:pt x="9274" y="3553"/>
                  </a:lnTo>
                  <a:lnTo>
                    <a:pt x="8729" y="3622"/>
                  </a:lnTo>
                  <a:lnTo>
                    <a:pt x="9563" y="10232"/>
                  </a:lnTo>
                  <a:lnTo>
                    <a:pt x="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54"/>
            <p:cNvSpPr/>
            <p:nvPr/>
          </p:nvSpPr>
          <p:spPr>
            <a:xfrm>
              <a:off x="3103600" y="1379700"/>
              <a:ext cx="493750" cy="512250"/>
            </a:xfrm>
            <a:custGeom>
              <a:avLst/>
              <a:gdLst/>
              <a:ahLst/>
              <a:cxnLst/>
              <a:rect l="l" t="t" r="r" b="b"/>
              <a:pathLst>
                <a:path w="19750" h="20490" extrusionOk="0">
                  <a:moveTo>
                    <a:pt x="19354" y="1"/>
                  </a:moveTo>
                  <a:lnTo>
                    <a:pt x="12895" y="6713"/>
                  </a:lnTo>
                  <a:lnTo>
                    <a:pt x="12553" y="2794"/>
                  </a:lnTo>
                  <a:lnTo>
                    <a:pt x="12006" y="2842"/>
                  </a:lnTo>
                  <a:lnTo>
                    <a:pt x="12388" y="7238"/>
                  </a:lnTo>
                  <a:lnTo>
                    <a:pt x="7859" y="11944"/>
                  </a:lnTo>
                  <a:lnTo>
                    <a:pt x="7392" y="5813"/>
                  </a:lnTo>
                  <a:lnTo>
                    <a:pt x="6844" y="5854"/>
                  </a:lnTo>
                  <a:lnTo>
                    <a:pt x="7348" y="12475"/>
                  </a:lnTo>
                  <a:lnTo>
                    <a:pt x="3229" y="16753"/>
                  </a:lnTo>
                  <a:lnTo>
                    <a:pt x="2645" y="12449"/>
                  </a:lnTo>
                  <a:lnTo>
                    <a:pt x="2100" y="12523"/>
                  </a:lnTo>
                  <a:lnTo>
                    <a:pt x="2742" y="17260"/>
                  </a:lnTo>
                  <a:lnTo>
                    <a:pt x="0" y="20109"/>
                  </a:lnTo>
                  <a:lnTo>
                    <a:pt x="395" y="20490"/>
                  </a:lnTo>
                  <a:lnTo>
                    <a:pt x="5226" y="15472"/>
                  </a:lnTo>
                  <a:lnTo>
                    <a:pt x="11858" y="15725"/>
                  </a:lnTo>
                  <a:lnTo>
                    <a:pt x="11879" y="15176"/>
                  </a:lnTo>
                  <a:lnTo>
                    <a:pt x="5737" y="14940"/>
                  </a:lnTo>
                  <a:lnTo>
                    <a:pt x="9567" y="10962"/>
                  </a:lnTo>
                  <a:lnTo>
                    <a:pt x="9569" y="10969"/>
                  </a:lnTo>
                  <a:lnTo>
                    <a:pt x="16869" y="9486"/>
                  </a:lnTo>
                  <a:lnTo>
                    <a:pt x="16760" y="8947"/>
                  </a:lnTo>
                  <a:lnTo>
                    <a:pt x="10229" y="10273"/>
                  </a:lnTo>
                  <a:lnTo>
                    <a:pt x="10229" y="10273"/>
                  </a:lnTo>
                  <a:lnTo>
                    <a:pt x="19749" y="383"/>
                  </a:lnTo>
                  <a:lnTo>
                    <a:pt x="193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54"/>
            <p:cNvSpPr/>
            <p:nvPr/>
          </p:nvSpPr>
          <p:spPr>
            <a:xfrm>
              <a:off x="3306500" y="859800"/>
              <a:ext cx="259275" cy="261925"/>
            </a:xfrm>
            <a:custGeom>
              <a:avLst/>
              <a:gdLst/>
              <a:ahLst/>
              <a:cxnLst/>
              <a:rect l="l" t="t" r="r" b="b"/>
              <a:pathLst>
                <a:path w="10371" h="10477" extrusionOk="0">
                  <a:moveTo>
                    <a:pt x="5185" y="0"/>
                  </a:moveTo>
                  <a:cubicBezTo>
                    <a:pt x="2321" y="0"/>
                    <a:pt x="1" y="2345"/>
                    <a:pt x="1" y="5238"/>
                  </a:cubicBezTo>
                  <a:cubicBezTo>
                    <a:pt x="1" y="6627"/>
                    <a:pt x="547" y="7960"/>
                    <a:pt x="1519" y="8942"/>
                  </a:cubicBezTo>
                  <a:cubicBezTo>
                    <a:pt x="2492" y="9924"/>
                    <a:pt x="3810" y="10477"/>
                    <a:pt x="5185" y="10477"/>
                  </a:cubicBezTo>
                  <a:cubicBezTo>
                    <a:pt x="6561" y="10477"/>
                    <a:pt x="7879" y="9924"/>
                    <a:pt x="8852" y="8942"/>
                  </a:cubicBezTo>
                  <a:cubicBezTo>
                    <a:pt x="9824" y="7960"/>
                    <a:pt x="10371" y="6627"/>
                    <a:pt x="10371" y="5238"/>
                  </a:cubicBezTo>
                  <a:cubicBezTo>
                    <a:pt x="10371" y="3849"/>
                    <a:pt x="9824" y="2517"/>
                    <a:pt x="8852" y="1535"/>
                  </a:cubicBezTo>
                  <a:cubicBezTo>
                    <a:pt x="7879" y="552"/>
                    <a:pt x="6561" y="0"/>
                    <a:pt x="5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54"/>
            <p:cNvSpPr/>
            <p:nvPr/>
          </p:nvSpPr>
          <p:spPr>
            <a:xfrm>
              <a:off x="3298850" y="852150"/>
              <a:ext cx="274575" cy="277225"/>
            </a:xfrm>
            <a:custGeom>
              <a:avLst/>
              <a:gdLst/>
              <a:ahLst/>
              <a:cxnLst/>
              <a:rect l="l" t="t" r="r" b="b"/>
              <a:pathLst>
                <a:path w="10983" h="11089" extrusionOk="0">
                  <a:moveTo>
                    <a:pt x="5491" y="612"/>
                  </a:moveTo>
                  <a:lnTo>
                    <a:pt x="5491" y="613"/>
                  </a:lnTo>
                  <a:cubicBezTo>
                    <a:pt x="8182" y="613"/>
                    <a:pt x="10371" y="2824"/>
                    <a:pt x="10371" y="5544"/>
                  </a:cubicBezTo>
                  <a:cubicBezTo>
                    <a:pt x="10371" y="8263"/>
                    <a:pt x="8182" y="10476"/>
                    <a:pt x="5491" y="10476"/>
                  </a:cubicBezTo>
                  <a:cubicBezTo>
                    <a:pt x="2801" y="10476"/>
                    <a:pt x="612" y="8263"/>
                    <a:pt x="612" y="5544"/>
                  </a:cubicBezTo>
                  <a:cubicBezTo>
                    <a:pt x="612" y="2824"/>
                    <a:pt x="2801" y="612"/>
                    <a:pt x="5491" y="612"/>
                  </a:cubicBezTo>
                  <a:close/>
                  <a:moveTo>
                    <a:pt x="5491" y="1"/>
                  </a:moveTo>
                  <a:cubicBezTo>
                    <a:pt x="2464" y="1"/>
                    <a:pt x="1" y="2486"/>
                    <a:pt x="1" y="5544"/>
                  </a:cubicBezTo>
                  <a:cubicBezTo>
                    <a:pt x="1" y="8601"/>
                    <a:pt x="2464" y="11088"/>
                    <a:pt x="5491" y="11088"/>
                  </a:cubicBezTo>
                  <a:cubicBezTo>
                    <a:pt x="8520" y="11088"/>
                    <a:pt x="10982" y="8600"/>
                    <a:pt x="10982" y="5544"/>
                  </a:cubicBezTo>
                  <a:cubicBezTo>
                    <a:pt x="10982" y="2488"/>
                    <a:pt x="8519" y="1"/>
                    <a:pt x="54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4"/>
            <p:cNvSpPr/>
            <p:nvPr/>
          </p:nvSpPr>
          <p:spPr>
            <a:xfrm>
              <a:off x="3728725" y="1349175"/>
              <a:ext cx="233850" cy="646550"/>
            </a:xfrm>
            <a:custGeom>
              <a:avLst/>
              <a:gdLst/>
              <a:ahLst/>
              <a:cxnLst/>
              <a:rect l="l" t="t" r="r" b="b"/>
              <a:pathLst>
                <a:path w="9354" h="25862" extrusionOk="0">
                  <a:moveTo>
                    <a:pt x="2702" y="1"/>
                  </a:moveTo>
                  <a:cubicBezTo>
                    <a:pt x="2692" y="1"/>
                    <a:pt x="2687" y="1"/>
                    <a:pt x="2687" y="1"/>
                  </a:cubicBezTo>
                  <a:lnTo>
                    <a:pt x="1" y="9226"/>
                  </a:lnTo>
                  <a:cubicBezTo>
                    <a:pt x="1" y="9226"/>
                    <a:pt x="2052" y="22116"/>
                    <a:pt x="2264" y="23174"/>
                  </a:cubicBezTo>
                  <a:cubicBezTo>
                    <a:pt x="2446" y="24086"/>
                    <a:pt x="3414" y="25862"/>
                    <a:pt x="5168" y="25862"/>
                  </a:cubicBezTo>
                  <a:cubicBezTo>
                    <a:pt x="5449" y="25862"/>
                    <a:pt x="5751" y="25816"/>
                    <a:pt x="6074" y="25713"/>
                  </a:cubicBezTo>
                  <a:cubicBezTo>
                    <a:pt x="8401" y="24973"/>
                    <a:pt x="9354" y="23068"/>
                    <a:pt x="9142" y="21481"/>
                  </a:cubicBezTo>
                  <a:cubicBezTo>
                    <a:pt x="8931" y="19894"/>
                    <a:pt x="6390" y="8572"/>
                    <a:pt x="5756" y="4234"/>
                  </a:cubicBezTo>
                  <a:cubicBezTo>
                    <a:pt x="5150" y="96"/>
                    <a:pt x="2909" y="1"/>
                    <a:pt x="270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4"/>
            <p:cNvSpPr/>
            <p:nvPr/>
          </p:nvSpPr>
          <p:spPr>
            <a:xfrm>
              <a:off x="3721000" y="1341525"/>
              <a:ext cx="249275" cy="661900"/>
            </a:xfrm>
            <a:custGeom>
              <a:avLst/>
              <a:gdLst/>
              <a:ahLst/>
              <a:cxnLst/>
              <a:rect l="l" t="t" r="r" b="b"/>
              <a:pathLst>
                <a:path w="9971" h="26476" extrusionOk="0">
                  <a:moveTo>
                    <a:pt x="3220" y="635"/>
                  </a:moveTo>
                  <a:cubicBezTo>
                    <a:pt x="3778" y="737"/>
                    <a:pt x="5284" y="1316"/>
                    <a:pt x="5762" y="4584"/>
                  </a:cubicBezTo>
                  <a:cubicBezTo>
                    <a:pt x="6144" y="7198"/>
                    <a:pt x="7203" y="12274"/>
                    <a:pt x="8053" y="16353"/>
                  </a:cubicBezTo>
                  <a:cubicBezTo>
                    <a:pt x="8596" y="18956"/>
                    <a:pt x="9065" y="21204"/>
                    <a:pt x="9148" y="21828"/>
                  </a:cubicBezTo>
                  <a:cubicBezTo>
                    <a:pt x="9332" y="23210"/>
                    <a:pt x="8516" y="25020"/>
                    <a:pt x="6290" y="25728"/>
                  </a:cubicBezTo>
                  <a:cubicBezTo>
                    <a:pt x="6010" y="25817"/>
                    <a:pt x="5739" y="25861"/>
                    <a:pt x="5478" y="25861"/>
                  </a:cubicBezTo>
                  <a:cubicBezTo>
                    <a:pt x="5082" y="25861"/>
                    <a:pt x="4709" y="25759"/>
                    <a:pt x="4362" y="25554"/>
                  </a:cubicBezTo>
                  <a:cubicBezTo>
                    <a:pt x="3479" y="25035"/>
                    <a:pt x="2988" y="23993"/>
                    <a:pt x="2873" y="23421"/>
                  </a:cubicBezTo>
                  <a:cubicBezTo>
                    <a:pt x="2673" y="22419"/>
                    <a:pt x="784" y="10564"/>
                    <a:pt x="622" y="9552"/>
                  </a:cubicBezTo>
                  <a:lnTo>
                    <a:pt x="3220" y="635"/>
                  </a:lnTo>
                  <a:close/>
                  <a:moveTo>
                    <a:pt x="3007" y="1"/>
                  </a:moveTo>
                  <a:cubicBezTo>
                    <a:pt x="2995" y="1"/>
                    <a:pt x="2987" y="1"/>
                    <a:pt x="2983" y="1"/>
                  </a:cubicBezTo>
                  <a:cubicBezTo>
                    <a:pt x="2852" y="7"/>
                    <a:pt x="2739" y="95"/>
                    <a:pt x="2703" y="222"/>
                  </a:cubicBezTo>
                  <a:lnTo>
                    <a:pt x="16" y="9447"/>
                  </a:lnTo>
                  <a:cubicBezTo>
                    <a:pt x="3" y="9490"/>
                    <a:pt x="1" y="9536"/>
                    <a:pt x="7" y="9580"/>
                  </a:cubicBezTo>
                  <a:cubicBezTo>
                    <a:pt x="92" y="10107"/>
                    <a:pt x="2062" y="22488"/>
                    <a:pt x="2273" y="23540"/>
                  </a:cubicBezTo>
                  <a:cubicBezTo>
                    <a:pt x="2436" y="24356"/>
                    <a:pt x="3062" y="25500"/>
                    <a:pt x="4051" y="26083"/>
                  </a:cubicBezTo>
                  <a:cubicBezTo>
                    <a:pt x="4495" y="26344"/>
                    <a:pt x="4970" y="26476"/>
                    <a:pt x="5473" y="26476"/>
                  </a:cubicBezTo>
                  <a:cubicBezTo>
                    <a:pt x="5797" y="26476"/>
                    <a:pt x="6131" y="26420"/>
                    <a:pt x="6475" y="26312"/>
                  </a:cubicBezTo>
                  <a:cubicBezTo>
                    <a:pt x="9037" y="25497"/>
                    <a:pt x="9971" y="23374"/>
                    <a:pt x="9755" y="21747"/>
                  </a:cubicBezTo>
                  <a:cubicBezTo>
                    <a:pt x="9668" y="21102"/>
                    <a:pt x="9220" y="18951"/>
                    <a:pt x="8652" y="16228"/>
                  </a:cubicBezTo>
                  <a:cubicBezTo>
                    <a:pt x="7803" y="12157"/>
                    <a:pt x="6747" y="7092"/>
                    <a:pt x="6367" y="4495"/>
                  </a:cubicBezTo>
                  <a:cubicBezTo>
                    <a:pt x="5726" y="112"/>
                    <a:pt x="3295" y="1"/>
                    <a:pt x="3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4"/>
            <p:cNvSpPr/>
            <p:nvPr/>
          </p:nvSpPr>
          <p:spPr>
            <a:xfrm>
              <a:off x="2932025" y="1529925"/>
              <a:ext cx="876550" cy="681125"/>
            </a:xfrm>
            <a:custGeom>
              <a:avLst/>
              <a:gdLst/>
              <a:ahLst/>
              <a:cxnLst/>
              <a:rect l="l" t="t" r="r" b="b"/>
              <a:pathLst>
                <a:path w="35062" h="27245" extrusionOk="0">
                  <a:moveTo>
                    <a:pt x="25097" y="0"/>
                  </a:moveTo>
                  <a:cubicBezTo>
                    <a:pt x="21863" y="0"/>
                    <a:pt x="17233" y="782"/>
                    <a:pt x="10726" y="3321"/>
                  </a:cubicBezTo>
                  <a:cubicBezTo>
                    <a:pt x="10726" y="3321"/>
                    <a:pt x="0" y="7859"/>
                    <a:pt x="0" y="9508"/>
                  </a:cubicBezTo>
                  <a:cubicBezTo>
                    <a:pt x="0" y="11159"/>
                    <a:pt x="6600" y="27245"/>
                    <a:pt x="6600" y="27245"/>
                  </a:cubicBezTo>
                  <a:lnTo>
                    <a:pt x="35061" y="19822"/>
                  </a:lnTo>
                  <a:lnTo>
                    <a:pt x="31869" y="1997"/>
                  </a:lnTo>
                  <a:cubicBezTo>
                    <a:pt x="31869" y="1997"/>
                    <a:pt x="30267" y="0"/>
                    <a:pt x="250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4"/>
            <p:cNvSpPr/>
            <p:nvPr/>
          </p:nvSpPr>
          <p:spPr>
            <a:xfrm>
              <a:off x="2924375" y="1521975"/>
              <a:ext cx="892450" cy="696750"/>
            </a:xfrm>
            <a:custGeom>
              <a:avLst/>
              <a:gdLst/>
              <a:ahLst/>
              <a:cxnLst/>
              <a:rect l="l" t="t" r="r" b="b"/>
              <a:pathLst>
                <a:path w="35698" h="27870" extrusionOk="0">
                  <a:moveTo>
                    <a:pt x="25369" y="639"/>
                  </a:moveTo>
                  <a:cubicBezTo>
                    <a:pt x="29860" y="639"/>
                    <a:pt x="31593" y="2158"/>
                    <a:pt x="31890" y="2456"/>
                  </a:cubicBezTo>
                  <a:lnTo>
                    <a:pt x="35016" y="19914"/>
                  </a:lnTo>
                  <a:lnTo>
                    <a:pt x="7088" y="27199"/>
                  </a:lnTo>
                  <a:cubicBezTo>
                    <a:pt x="4446" y="20750"/>
                    <a:pt x="612" y="10977"/>
                    <a:pt x="612" y="9826"/>
                  </a:cubicBezTo>
                  <a:cubicBezTo>
                    <a:pt x="612" y="8933"/>
                    <a:pt x="6079" y="6066"/>
                    <a:pt x="11147" y="3923"/>
                  </a:cubicBezTo>
                  <a:cubicBezTo>
                    <a:pt x="17596" y="1406"/>
                    <a:pt x="22179" y="639"/>
                    <a:pt x="25369" y="639"/>
                  </a:cubicBezTo>
                  <a:close/>
                  <a:moveTo>
                    <a:pt x="25433" y="1"/>
                  </a:moveTo>
                  <a:cubicBezTo>
                    <a:pt x="22155" y="1"/>
                    <a:pt x="17479" y="795"/>
                    <a:pt x="10921" y="3355"/>
                  </a:cubicBezTo>
                  <a:lnTo>
                    <a:pt x="10912" y="3357"/>
                  </a:lnTo>
                  <a:cubicBezTo>
                    <a:pt x="8352" y="4440"/>
                    <a:pt x="1" y="8107"/>
                    <a:pt x="1" y="9826"/>
                  </a:cubicBezTo>
                  <a:cubicBezTo>
                    <a:pt x="1" y="11489"/>
                    <a:pt x="5946" y="26027"/>
                    <a:pt x="6624" y="27679"/>
                  </a:cubicBezTo>
                  <a:cubicBezTo>
                    <a:pt x="6671" y="27794"/>
                    <a:pt x="6782" y="27869"/>
                    <a:pt x="6906" y="27870"/>
                  </a:cubicBezTo>
                  <a:cubicBezTo>
                    <a:pt x="6933" y="27869"/>
                    <a:pt x="6959" y="27865"/>
                    <a:pt x="6984" y="27860"/>
                  </a:cubicBezTo>
                  <a:lnTo>
                    <a:pt x="35445" y="20434"/>
                  </a:lnTo>
                  <a:cubicBezTo>
                    <a:pt x="35600" y="20393"/>
                    <a:pt x="35698" y="20241"/>
                    <a:pt x="35669" y="20084"/>
                  </a:cubicBezTo>
                  <a:lnTo>
                    <a:pt x="32476" y="2260"/>
                  </a:lnTo>
                  <a:cubicBezTo>
                    <a:pt x="32467" y="2210"/>
                    <a:pt x="32445" y="2163"/>
                    <a:pt x="32413" y="2123"/>
                  </a:cubicBezTo>
                  <a:cubicBezTo>
                    <a:pt x="32304" y="1986"/>
                    <a:pt x="30615" y="1"/>
                    <a:pt x="25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4"/>
            <p:cNvSpPr/>
            <p:nvPr/>
          </p:nvSpPr>
          <p:spPr>
            <a:xfrm>
              <a:off x="3153575" y="1347275"/>
              <a:ext cx="693100" cy="849350"/>
            </a:xfrm>
            <a:custGeom>
              <a:avLst/>
              <a:gdLst/>
              <a:ahLst/>
              <a:cxnLst/>
              <a:rect l="l" t="t" r="r" b="b"/>
              <a:pathLst>
                <a:path w="27724" h="33974" extrusionOk="0">
                  <a:moveTo>
                    <a:pt x="20132" y="0"/>
                  </a:moveTo>
                  <a:cubicBezTo>
                    <a:pt x="17271" y="0"/>
                    <a:pt x="13861" y="179"/>
                    <a:pt x="11640" y="893"/>
                  </a:cubicBezTo>
                  <a:cubicBezTo>
                    <a:pt x="11640" y="893"/>
                    <a:pt x="8571" y="2798"/>
                    <a:pt x="6138" y="4173"/>
                  </a:cubicBezTo>
                  <a:cubicBezTo>
                    <a:pt x="3704" y="5549"/>
                    <a:pt x="1" y="7453"/>
                    <a:pt x="1" y="11263"/>
                  </a:cubicBezTo>
                  <a:cubicBezTo>
                    <a:pt x="1" y="15073"/>
                    <a:pt x="2752" y="30204"/>
                    <a:pt x="2752" y="31791"/>
                  </a:cubicBezTo>
                  <a:cubicBezTo>
                    <a:pt x="2752" y="33156"/>
                    <a:pt x="2830" y="33973"/>
                    <a:pt x="2852" y="33973"/>
                  </a:cubicBezTo>
                  <a:cubicBezTo>
                    <a:pt x="2855" y="33973"/>
                    <a:pt x="2857" y="33952"/>
                    <a:pt x="2857" y="33907"/>
                  </a:cubicBezTo>
                  <a:cubicBezTo>
                    <a:pt x="2857" y="33589"/>
                    <a:pt x="21480" y="27452"/>
                    <a:pt x="21480" y="27452"/>
                  </a:cubicBezTo>
                  <a:cubicBezTo>
                    <a:pt x="21480" y="27452"/>
                    <a:pt x="22645" y="22585"/>
                    <a:pt x="23597" y="20257"/>
                  </a:cubicBezTo>
                  <a:cubicBezTo>
                    <a:pt x="24549" y="17930"/>
                    <a:pt x="23597" y="15919"/>
                    <a:pt x="24655" y="12109"/>
                  </a:cubicBezTo>
                  <a:cubicBezTo>
                    <a:pt x="25713" y="8300"/>
                    <a:pt x="27724" y="5761"/>
                    <a:pt x="26877" y="2904"/>
                  </a:cubicBezTo>
                  <a:cubicBezTo>
                    <a:pt x="26031" y="47"/>
                    <a:pt x="25819" y="152"/>
                    <a:pt x="22751" y="47"/>
                  </a:cubicBezTo>
                  <a:cubicBezTo>
                    <a:pt x="21982" y="20"/>
                    <a:pt x="21088" y="0"/>
                    <a:pt x="20132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4"/>
            <p:cNvSpPr/>
            <p:nvPr/>
          </p:nvSpPr>
          <p:spPr>
            <a:xfrm>
              <a:off x="3145925" y="1339600"/>
              <a:ext cx="701900" cy="864675"/>
            </a:xfrm>
            <a:custGeom>
              <a:avLst/>
              <a:gdLst/>
              <a:ahLst/>
              <a:cxnLst/>
              <a:rect l="l" t="t" r="r" b="b"/>
              <a:pathLst>
                <a:path w="28076" h="34587" extrusionOk="0">
                  <a:moveTo>
                    <a:pt x="20491" y="614"/>
                  </a:moveTo>
                  <a:cubicBezTo>
                    <a:pt x="21446" y="614"/>
                    <a:pt x="22323" y="634"/>
                    <a:pt x="23047" y="659"/>
                  </a:cubicBezTo>
                  <a:lnTo>
                    <a:pt x="23387" y="671"/>
                  </a:lnTo>
                  <a:cubicBezTo>
                    <a:pt x="26088" y="759"/>
                    <a:pt x="26139" y="762"/>
                    <a:pt x="26891" y="3297"/>
                  </a:cubicBezTo>
                  <a:cubicBezTo>
                    <a:pt x="27428" y="5111"/>
                    <a:pt x="26752" y="6780"/>
                    <a:pt x="25897" y="8894"/>
                  </a:cubicBezTo>
                  <a:cubicBezTo>
                    <a:pt x="25486" y="9911"/>
                    <a:pt x="25020" y="11063"/>
                    <a:pt x="24666" y="12334"/>
                  </a:cubicBezTo>
                  <a:cubicBezTo>
                    <a:pt x="24115" y="14322"/>
                    <a:pt x="24100" y="15814"/>
                    <a:pt x="24086" y="17130"/>
                  </a:cubicBezTo>
                  <a:cubicBezTo>
                    <a:pt x="24074" y="18330"/>
                    <a:pt x="24064" y="19366"/>
                    <a:pt x="23621" y="20448"/>
                  </a:cubicBezTo>
                  <a:cubicBezTo>
                    <a:pt x="22758" y="22556"/>
                    <a:pt x="21745" y="26636"/>
                    <a:pt x="21529" y="27522"/>
                  </a:cubicBezTo>
                  <a:cubicBezTo>
                    <a:pt x="8640" y="31770"/>
                    <a:pt x="4648" y="33205"/>
                    <a:pt x="3412" y="33789"/>
                  </a:cubicBezTo>
                  <a:cubicBezTo>
                    <a:pt x="3388" y="33436"/>
                    <a:pt x="3364" y="32867"/>
                    <a:pt x="3364" y="32097"/>
                  </a:cubicBezTo>
                  <a:cubicBezTo>
                    <a:pt x="3364" y="31451"/>
                    <a:pt x="2949" y="28795"/>
                    <a:pt x="2422" y="25431"/>
                  </a:cubicBezTo>
                  <a:cubicBezTo>
                    <a:pt x="1616" y="20276"/>
                    <a:pt x="613" y="13861"/>
                    <a:pt x="613" y="11570"/>
                  </a:cubicBezTo>
                  <a:cubicBezTo>
                    <a:pt x="613" y="8108"/>
                    <a:pt x="3879" y="6273"/>
                    <a:pt x="6264" y="4933"/>
                  </a:cubicBezTo>
                  <a:lnTo>
                    <a:pt x="6595" y="4747"/>
                  </a:lnTo>
                  <a:cubicBezTo>
                    <a:pt x="8873" y="3459"/>
                    <a:pt x="11740" y="1688"/>
                    <a:pt x="12076" y="1481"/>
                  </a:cubicBezTo>
                  <a:cubicBezTo>
                    <a:pt x="14284" y="781"/>
                    <a:pt x="17714" y="614"/>
                    <a:pt x="20491" y="614"/>
                  </a:cubicBezTo>
                  <a:close/>
                  <a:moveTo>
                    <a:pt x="20390" y="0"/>
                  </a:moveTo>
                  <a:cubicBezTo>
                    <a:pt x="17381" y="0"/>
                    <a:pt x="14063" y="198"/>
                    <a:pt x="11853" y="909"/>
                  </a:cubicBezTo>
                  <a:cubicBezTo>
                    <a:pt x="11829" y="917"/>
                    <a:pt x="11806" y="927"/>
                    <a:pt x="11785" y="940"/>
                  </a:cubicBezTo>
                  <a:cubicBezTo>
                    <a:pt x="11754" y="960"/>
                    <a:pt x="8694" y="2857"/>
                    <a:pt x="6293" y="4215"/>
                  </a:cubicBezTo>
                  <a:lnTo>
                    <a:pt x="5964" y="4400"/>
                  </a:lnTo>
                  <a:cubicBezTo>
                    <a:pt x="3447" y="5813"/>
                    <a:pt x="1" y="7749"/>
                    <a:pt x="1" y="11570"/>
                  </a:cubicBezTo>
                  <a:cubicBezTo>
                    <a:pt x="1" y="13909"/>
                    <a:pt x="1008" y="20350"/>
                    <a:pt x="1818" y="25526"/>
                  </a:cubicBezTo>
                  <a:cubicBezTo>
                    <a:pt x="2318" y="28731"/>
                    <a:pt x="2751" y="31499"/>
                    <a:pt x="2751" y="32098"/>
                  </a:cubicBezTo>
                  <a:cubicBezTo>
                    <a:pt x="2751" y="34586"/>
                    <a:pt x="2862" y="34586"/>
                    <a:pt x="3158" y="34586"/>
                  </a:cubicBezTo>
                  <a:cubicBezTo>
                    <a:pt x="3281" y="34586"/>
                    <a:pt x="3389" y="34504"/>
                    <a:pt x="3440" y="34394"/>
                  </a:cubicBezTo>
                  <a:cubicBezTo>
                    <a:pt x="4559" y="33830"/>
                    <a:pt x="14964" y="30330"/>
                    <a:pt x="21883" y="28050"/>
                  </a:cubicBezTo>
                  <a:cubicBezTo>
                    <a:pt x="21983" y="28017"/>
                    <a:pt x="22060" y="27934"/>
                    <a:pt x="22084" y="27830"/>
                  </a:cubicBezTo>
                  <a:cubicBezTo>
                    <a:pt x="22095" y="27782"/>
                    <a:pt x="23254" y="22960"/>
                    <a:pt x="24187" y="20680"/>
                  </a:cubicBezTo>
                  <a:cubicBezTo>
                    <a:pt x="24674" y="19489"/>
                    <a:pt x="24685" y="18400"/>
                    <a:pt x="24698" y="17138"/>
                  </a:cubicBezTo>
                  <a:cubicBezTo>
                    <a:pt x="24711" y="15858"/>
                    <a:pt x="24726" y="14409"/>
                    <a:pt x="25257" y="12498"/>
                  </a:cubicBezTo>
                  <a:cubicBezTo>
                    <a:pt x="25600" y="11261"/>
                    <a:pt x="26040" y="10174"/>
                    <a:pt x="26464" y="9124"/>
                  </a:cubicBezTo>
                  <a:cubicBezTo>
                    <a:pt x="27328" y="6987"/>
                    <a:pt x="28075" y="5143"/>
                    <a:pt x="27477" y="3123"/>
                  </a:cubicBezTo>
                  <a:cubicBezTo>
                    <a:pt x="26628" y="261"/>
                    <a:pt x="26284" y="155"/>
                    <a:pt x="23406" y="59"/>
                  </a:cubicBezTo>
                  <a:lnTo>
                    <a:pt x="23067" y="48"/>
                  </a:lnTo>
                  <a:cubicBezTo>
                    <a:pt x="22233" y="19"/>
                    <a:pt x="21326" y="0"/>
                    <a:pt x="203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54"/>
            <p:cNvSpPr/>
            <p:nvPr/>
          </p:nvSpPr>
          <p:spPr>
            <a:xfrm>
              <a:off x="3348825" y="1312750"/>
              <a:ext cx="338650" cy="322150"/>
            </a:xfrm>
            <a:custGeom>
              <a:avLst/>
              <a:gdLst/>
              <a:ahLst/>
              <a:cxnLst/>
              <a:rect l="l" t="t" r="r" b="b"/>
              <a:pathLst>
                <a:path w="13546" h="12886" extrusionOk="0">
                  <a:moveTo>
                    <a:pt x="4473" y="1"/>
                  </a:moveTo>
                  <a:cubicBezTo>
                    <a:pt x="3541" y="1"/>
                    <a:pt x="2787" y="200"/>
                    <a:pt x="2434" y="611"/>
                  </a:cubicBezTo>
                  <a:cubicBezTo>
                    <a:pt x="2434" y="611"/>
                    <a:pt x="1058" y="1351"/>
                    <a:pt x="530" y="4738"/>
                  </a:cubicBezTo>
                  <a:cubicBezTo>
                    <a:pt x="0" y="8123"/>
                    <a:pt x="0" y="12886"/>
                    <a:pt x="0" y="12886"/>
                  </a:cubicBezTo>
                  <a:cubicBezTo>
                    <a:pt x="0" y="12886"/>
                    <a:pt x="5714" y="9711"/>
                    <a:pt x="6561" y="9606"/>
                  </a:cubicBezTo>
                  <a:cubicBezTo>
                    <a:pt x="6578" y="9603"/>
                    <a:pt x="6598" y="9602"/>
                    <a:pt x="6619" y="9602"/>
                  </a:cubicBezTo>
                  <a:cubicBezTo>
                    <a:pt x="7657" y="9602"/>
                    <a:pt x="13545" y="12039"/>
                    <a:pt x="13545" y="12039"/>
                  </a:cubicBezTo>
                  <a:cubicBezTo>
                    <a:pt x="13545" y="12039"/>
                    <a:pt x="12699" y="7172"/>
                    <a:pt x="11428" y="3786"/>
                  </a:cubicBezTo>
                  <a:cubicBezTo>
                    <a:pt x="10512" y="1342"/>
                    <a:pt x="6893" y="1"/>
                    <a:pt x="44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54"/>
            <p:cNvSpPr/>
            <p:nvPr/>
          </p:nvSpPr>
          <p:spPr>
            <a:xfrm>
              <a:off x="3341175" y="1305025"/>
              <a:ext cx="354675" cy="337525"/>
            </a:xfrm>
            <a:custGeom>
              <a:avLst/>
              <a:gdLst/>
              <a:ahLst/>
              <a:cxnLst/>
              <a:rect l="l" t="t" r="r" b="b"/>
              <a:pathLst>
                <a:path w="14187" h="13501" extrusionOk="0">
                  <a:moveTo>
                    <a:pt x="4784" y="616"/>
                  </a:moveTo>
                  <a:cubicBezTo>
                    <a:pt x="5202" y="616"/>
                    <a:pt x="5664" y="658"/>
                    <a:pt x="6149" y="743"/>
                  </a:cubicBezTo>
                  <a:cubicBezTo>
                    <a:pt x="8282" y="1120"/>
                    <a:pt x="10748" y="2336"/>
                    <a:pt x="11448" y="4203"/>
                  </a:cubicBezTo>
                  <a:cubicBezTo>
                    <a:pt x="12445" y="6860"/>
                    <a:pt x="13188" y="10487"/>
                    <a:pt x="13448" y="11852"/>
                  </a:cubicBezTo>
                  <a:cubicBezTo>
                    <a:pt x="11819" y="11188"/>
                    <a:pt x="7840" y="9607"/>
                    <a:pt x="6903" y="9607"/>
                  </a:cubicBezTo>
                  <a:cubicBezTo>
                    <a:pt x="6875" y="9607"/>
                    <a:pt x="6851" y="9608"/>
                    <a:pt x="6829" y="9611"/>
                  </a:cubicBezTo>
                  <a:cubicBezTo>
                    <a:pt x="6067" y="9706"/>
                    <a:pt x="2056" y="11883"/>
                    <a:pt x="618" y="12674"/>
                  </a:cubicBezTo>
                  <a:cubicBezTo>
                    <a:pt x="635" y="11348"/>
                    <a:pt x="721" y="7767"/>
                    <a:pt x="1138" y="5095"/>
                  </a:cubicBezTo>
                  <a:cubicBezTo>
                    <a:pt x="1629" y="1956"/>
                    <a:pt x="2864" y="1202"/>
                    <a:pt x="2889" y="1189"/>
                  </a:cubicBezTo>
                  <a:cubicBezTo>
                    <a:pt x="2921" y="1171"/>
                    <a:pt x="2949" y="1148"/>
                    <a:pt x="2973" y="1120"/>
                  </a:cubicBezTo>
                  <a:cubicBezTo>
                    <a:pt x="3254" y="792"/>
                    <a:pt x="3924" y="616"/>
                    <a:pt x="4784" y="616"/>
                  </a:cubicBezTo>
                  <a:close/>
                  <a:moveTo>
                    <a:pt x="4772" y="0"/>
                  </a:moveTo>
                  <a:cubicBezTo>
                    <a:pt x="3748" y="0"/>
                    <a:pt x="2956" y="236"/>
                    <a:pt x="2541" y="683"/>
                  </a:cubicBezTo>
                  <a:cubicBezTo>
                    <a:pt x="2264" y="865"/>
                    <a:pt x="1028" y="1838"/>
                    <a:pt x="533" y="4999"/>
                  </a:cubicBezTo>
                  <a:cubicBezTo>
                    <a:pt x="7" y="8370"/>
                    <a:pt x="1" y="13147"/>
                    <a:pt x="1" y="13195"/>
                  </a:cubicBezTo>
                  <a:cubicBezTo>
                    <a:pt x="1" y="13364"/>
                    <a:pt x="138" y="13500"/>
                    <a:pt x="306" y="13500"/>
                  </a:cubicBezTo>
                  <a:cubicBezTo>
                    <a:pt x="358" y="13500"/>
                    <a:pt x="409" y="13487"/>
                    <a:pt x="455" y="13462"/>
                  </a:cubicBezTo>
                  <a:cubicBezTo>
                    <a:pt x="2644" y="12245"/>
                    <a:pt x="6330" y="10290"/>
                    <a:pt x="6904" y="10218"/>
                  </a:cubicBezTo>
                  <a:cubicBezTo>
                    <a:pt x="6917" y="10216"/>
                    <a:pt x="6932" y="10215"/>
                    <a:pt x="6949" y="10215"/>
                  </a:cubicBezTo>
                  <a:cubicBezTo>
                    <a:pt x="7565" y="10215"/>
                    <a:pt x="10833" y="11430"/>
                    <a:pt x="13734" y="12631"/>
                  </a:cubicBezTo>
                  <a:cubicBezTo>
                    <a:pt x="13773" y="12647"/>
                    <a:pt x="13813" y="12654"/>
                    <a:pt x="13851" y="12654"/>
                  </a:cubicBezTo>
                  <a:cubicBezTo>
                    <a:pt x="14031" y="12654"/>
                    <a:pt x="14186" y="12491"/>
                    <a:pt x="14152" y="12295"/>
                  </a:cubicBezTo>
                  <a:cubicBezTo>
                    <a:pt x="14144" y="12247"/>
                    <a:pt x="13286" y="7361"/>
                    <a:pt x="12021" y="3987"/>
                  </a:cubicBezTo>
                  <a:cubicBezTo>
                    <a:pt x="11182" y="1752"/>
                    <a:pt x="8391" y="518"/>
                    <a:pt x="6255" y="141"/>
                  </a:cubicBezTo>
                  <a:cubicBezTo>
                    <a:pt x="5724" y="46"/>
                    <a:pt x="5225" y="0"/>
                    <a:pt x="47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54"/>
            <p:cNvSpPr/>
            <p:nvPr/>
          </p:nvSpPr>
          <p:spPr>
            <a:xfrm>
              <a:off x="3383225" y="1306875"/>
              <a:ext cx="179900" cy="351850"/>
            </a:xfrm>
            <a:custGeom>
              <a:avLst/>
              <a:gdLst/>
              <a:ahLst/>
              <a:cxnLst/>
              <a:rect l="l" t="t" r="r" b="b"/>
              <a:pathLst>
                <a:path w="7196" h="14074" extrusionOk="0">
                  <a:moveTo>
                    <a:pt x="0" y="0"/>
                  </a:moveTo>
                  <a:cubicBezTo>
                    <a:pt x="0" y="0"/>
                    <a:pt x="38" y="130"/>
                    <a:pt x="104" y="362"/>
                  </a:cubicBezTo>
                  <a:cubicBezTo>
                    <a:pt x="516" y="1794"/>
                    <a:pt x="2053" y="7095"/>
                    <a:pt x="2964" y="9735"/>
                  </a:cubicBezTo>
                  <a:cubicBezTo>
                    <a:pt x="4021" y="12804"/>
                    <a:pt x="5608" y="14073"/>
                    <a:pt x="5608" y="14073"/>
                  </a:cubicBezTo>
                  <a:lnTo>
                    <a:pt x="7195" y="7725"/>
                  </a:lnTo>
                  <a:cubicBezTo>
                    <a:pt x="7195" y="7725"/>
                    <a:pt x="953" y="169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4"/>
            <p:cNvSpPr/>
            <p:nvPr/>
          </p:nvSpPr>
          <p:spPr>
            <a:xfrm>
              <a:off x="3374800" y="1299200"/>
              <a:ext cx="196400" cy="367200"/>
            </a:xfrm>
            <a:custGeom>
              <a:avLst/>
              <a:gdLst/>
              <a:ahLst/>
              <a:cxnLst/>
              <a:rect l="l" t="t" r="r" b="b"/>
              <a:pathLst>
                <a:path w="7856" h="14688" extrusionOk="0">
                  <a:moveTo>
                    <a:pt x="1089" y="1808"/>
                  </a:moveTo>
                  <a:lnTo>
                    <a:pt x="1089" y="1808"/>
                  </a:lnTo>
                  <a:cubicBezTo>
                    <a:pt x="2944" y="3983"/>
                    <a:pt x="6461" y="7418"/>
                    <a:pt x="7193" y="8128"/>
                  </a:cubicBezTo>
                  <a:lnTo>
                    <a:pt x="5777" y="13790"/>
                  </a:lnTo>
                  <a:cubicBezTo>
                    <a:pt x="5262" y="13236"/>
                    <a:pt x="4301" y="12004"/>
                    <a:pt x="3590" y="9943"/>
                  </a:cubicBezTo>
                  <a:cubicBezTo>
                    <a:pt x="2856" y="7816"/>
                    <a:pt x="1700" y="3903"/>
                    <a:pt x="1089" y="1808"/>
                  </a:cubicBezTo>
                  <a:close/>
                  <a:moveTo>
                    <a:pt x="338" y="1"/>
                  </a:moveTo>
                  <a:cubicBezTo>
                    <a:pt x="298" y="1"/>
                    <a:pt x="258" y="9"/>
                    <a:pt x="220" y="25"/>
                  </a:cubicBezTo>
                  <a:cubicBezTo>
                    <a:pt x="77" y="83"/>
                    <a:pt x="0" y="242"/>
                    <a:pt x="43" y="390"/>
                  </a:cubicBezTo>
                  <a:lnTo>
                    <a:pt x="148" y="755"/>
                  </a:lnTo>
                  <a:cubicBezTo>
                    <a:pt x="589" y="2288"/>
                    <a:pt x="2099" y="7498"/>
                    <a:pt x="3011" y="10142"/>
                  </a:cubicBezTo>
                  <a:cubicBezTo>
                    <a:pt x="4085" y="13258"/>
                    <a:pt x="5687" y="14565"/>
                    <a:pt x="5754" y="14620"/>
                  </a:cubicBezTo>
                  <a:cubicBezTo>
                    <a:pt x="5809" y="14663"/>
                    <a:pt x="5876" y="14686"/>
                    <a:pt x="5945" y="14686"/>
                  </a:cubicBezTo>
                  <a:lnTo>
                    <a:pt x="5946" y="14687"/>
                  </a:lnTo>
                  <a:cubicBezTo>
                    <a:pt x="6087" y="14687"/>
                    <a:pt x="6208" y="14591"/>
                    <a:pt x="6243" y="14456"/>
                  </a:cubicBezTo>
                  <a:lnTo>
                    <a:pt x="7829" y="8105"/>
                  </a:lnTo>
                  <a:cubicBezTo>
                    <a:pt x="7856" y="8000"/>
                    <a:pt x="7824" y="7887"/>
                    <a:pt x="7745" y="7811"/>
                  </a:cubicBezTo>
                  <a:cubicBezTo>
                    <a:pt x="7683" y="7751"/>
                    <a:pt x="1524" y="1792"/>
                    <a:pt x="604" y="156"/>
                  </a:cubicBezTo>
                  <a:cubicBezTo>
                    <a:pt x="548" y="58"/>
                    <a:pt x="445" y="1"/>
                    <a:pt x="3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4"/>
            <p:cNvSpPr/>
            <p:nvPr/>
          </p:nvSpPr>
          <p:spPr>
            <a:xfrm>
              <a:off x="3303850" y="967400"/>
              <a:ext cx="410075" cy="571100"/>
            </a:xfrm>
            <a:custGeom>
              <a:avLst/>
              <a:gdLst/>
              <a:ahLst/>
              <a:cxnLst/>
              <a:rect l="l" t="t" r="r" b="b"/>
              <a:pathLst>
                <a:path w="16403" h="22844" extrusionOk="0">
                  <a:moveTo>
                    <a:pt x="8230" y="1"/>
                  </a:moveTo>
                  <a:cubicBezTo>
                    <a:pt x="6845" y="1"/>
                    <a:pt x="3239" y="542"/>
                    <a:pt x="1799" y="5960"/>
                  </a:cubicBezTo>
                  <a:cubicBezTo>
                    <a:pt x="0" y="12733"/>
                    <a:pt x="5821" y="18552"/>
                    <a:pt x="7513" y="20774"/>
                  </a:cubicBezTo>
                  <a:cubicBezTo>
                    <a:pt x="8496" y="22063"/>
                    <a:pt x="9729" y="22843"/>
                    <a:pt x="10859" y="22843"/>
                  </a:cubicBezTo>
                  <a:cubicBezTo>
                    <a:pt x="11677" y="22843"/>
                    <a:pt x="12441" y="22435"/>
                    <a:pt x="13016" y="21515"/>
                  </a:cubicBezTo>
                  <a:cubicBezTo>
                    <a:pt x="15133" y="18129"/>
                    <a:pt x="15767" y="16436"/>
                    <a:pt x="16084" y="11992"/>
                  </a:cubicBezTo>
                  <a:cubicBezTo>
                    <a:pt x="16402" y="7547"/>
                    <a:pt x="15873" y="4585"/>
                    <a:pt x="13862" y="2258"/>
                  </a:cubicBezTo>
                  <a:cubicBezTo>
                    <a:pt x="12019" y="122"/>
                    <a:pt x="9285" y="34"/>
                    <a:pt x="8845" y="34"/>
                  </a:cubicBezTo>
                  <a:cubicBezTo>
                    <a:pt x="8805" y="34"/>
                    <a:pt x="8784" y="34"/>
                    <a:pt x="8784" y="34"/>
                  </a:cubicBezTo>
                  <a:cubicBezTo>
                    <a:pt x="8784" y="34"/>
                    <a:pt x="8577" y="1"/>
                    <a:pt x="82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4"/>
            <p:cNvSpPr/>
            <p:nvPr/>
          </p:nvSpPr>
          <p:spPr>
            <a:xfrm>
              <a:off x="3300900" y="959900"/>
              <a:ext cx="421275" cy="586250"/>
            </a:xfrm>
            <a:custGeom>
              <a:avLst/>
              <a:gdLst/>
              <a:ahLst/>
              <a:cxnLst/>
              <a:rect l="l" t="t" r="r" b="b"/>
              <a:pathLst>
                <a:path w="16851" h="23450" extrusionOk="0">
                  <a:moveTo>
                    <a:pt x="8307" y="601"/>
                  </a:moveTo>
                  <a:lnTo>
                    <a:pt x="8307" y="602"/>
                  </a:lnTo>
                  <a:cubicBezTo>
                    <a:pt x="8616" y="602"/>
                    <a:pt x="8815" y="631"/>
                    <a:pt x="8852" y="637"/>
                  </a:cubicBezTo>
                  <a:cubicBezTo>
                    <a:pt x="8867" y="639"/>
                    <a:pt x="8882" y="641"/>
                    <a:pt x="8897" y="641"/>
                  </a:cubicBezTo>
                  <a:cubicBezTo>
                    <a:pt x="8902" y="641"/>
                    <a:pt x="8907" y="640"/>
                    <a:pt x="8912" y="640"/>
                  </a:cubicBezTo>
                  <a:cubicBezTo>
                    <a:pt x="8914" y="640"/>
                    <a:pt x="8928" y="640"/>
                    <a:pt x="8952" y="640"/>
                  </a:cubicBezTo>
                  <a:cubicBezTo>
                    <a:pt x="9311" y="640"/>
                    <a:pt x="11977" y="705"/>
                    <a:pt x="13748" y="2757"/>
                  </a:cubicBezTo>
                  <a:cubicBezTo>
                    <a:pt x="15604" y="4905"/>
                    <a:pt x="16226" y="7661"/>
                    <a:pt x="15897" y="12270"/>
                  </a:cubicBezTo>
                  <a:cubicBezTo>
                    <a:pt x="15578" y="16729"/>
                    <a:pt x="14933" y="18360"/>
                    <a:pt x="12874" y="21652"/>
                  </a:cubicBezTo>
                  <a:cubicBezTo>
                    <a:pt x="12405" y="22403"/>
                    <a:pt x="11800" y="22801"/>
                    <a:pt x="11075" y="22835"/>
                  </a:cubicBezTo>
                  <a:cubicBezTo>
                    <a:pt x="11045" y="22837"/>
                    <a:pt x="11015" y="22837"/>
                    <a:pt x="10985" y="22837"/>
                  </a:cubicBezTo>
                  <a:cubicBezTo>
                    <a:pt x="9968" y="22837"/>
                    <a:pt x="8812" y="22119"/>
                    <a:pt x="7875" y="20889"/>
                  </a:cubicBezTo>
                  <a:cubicBezTo>
                    <a:pt x="7668" y="20617"/>
                    <a:pt x="7400" y="20291"/>
                    <a:pt x="7092" y="19918"/>
                  </a:cubicBezTo>
                  <a:cubicBezTo>
                    <a:pt x="4849" y="17199"/>
                    <a:pt x="673" y="12138"/>
                    <a:pt x="2214" y="6339"/>
                  </a:cubicBezTo>
                  <a:cubicBezTo>
                    <a:pt x="3596" y="1136"/>
                    <a:pt x="6975" y="601"/>
                    <a:pt x="8307" y="601"/>
                  </a:cubicBezTo>
                  <a:close/>
                  <a:moveTo>
                    <a:pt x="8393" y="1"/>
                  </a:moveTo>
                  <a:cubicBezTo>
                    <a:pt x="6952" y="1"/>
                    <a:pt x="3117" y="552"/>
                    <a:pt x="1622" y="6181"/>
                  </a:cubicBezTo>
                  <a:cubicBezTo>
                    <a:pt x="1" y="12285"/>
                    <a:pt x="4307" y="17504"/>
                    <a:pt x="6619" y="20308"/>
                  </a:cubicBezTo>
                  <a:cubicBezTo>
                    <a:pt x="6922" y="20674"/>
                    <a:pt x="7185" y="20993"/>
                    <a:pt x="7388" y="21260"/>
                  </a:cubicBezTo>
                  <a:cubicBezTo>
                    <a:pt x="8439" y="22639"/>
                    <a:pt x="9773" y="23449"/>
                    <a:pt x="10981" y="23449"/>
                  </a:cubicBezTo>
                  <a:cubicBezTo>
                    <a:pt x="11022" y="23449"/>
                    <a:pt x="11063" y="23448"/>
                    <a:pt x="11104" y="23446"/>
                  </a:cubicBezTo>
                  <a:cubicBezTo>
                    <a:pt x="12028" y="23403"/>
                    <a:pt x="12819" y="22895"/>
                    <a:pt x="13393" y="21977"/>
                  </a:cubicBezTo>
                  <a:cubicBezTo>
                    <a:pt x="15481" y="18638"/>
                    <a:pt x="16182" y="16869"/>
                    <a:pt x="16508" y="12313"/>
                  </a:cubicBezTo>
                  <a:cubicBezTo>
                    <a:pt x="16850" y="7525"/>
                    <a:pt x="16184" y="4641"/>
                    <a:pt x="14211" y="2357"/>
                  </a:cubicBezTo>
                  <a:cubicBezTo>
                    <a:pt x="12261" y="97"/>
                    <a:pt x="9413" y="29"/>
                    <a:pt x="8950" y="29"/>
                  </a:cubicBezTo>
                  <a:cubicBezTo>
                    <a:pt x="8937" y="29"/>
                    <a:pt x="8926" y="29"/>
                    <a:pt x="8917" y="29"/>
                  </a:cubicBezTo>
                  <a:cubicBezTo>
                    <a:pt x="8845" y="20"/>
                    <a:pt x="8660" y="1"/>
                    <a:pt x="8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4"/>
            <p:cNvSpPr/>
            <p:nvPr/>
          </p:nvSpPr>
          <p:spPr>
            <a:xfrm>
              <a:off x="3335175" y="967400"/>
              <a:ext cx="369675" cy="315775"/>
            </a:xfrm>
            <a:custGeom>
              <a:avLst/>
              <a:gdLst/>
              <a:ahLst/>
              <a:cxnLst/>
              <a:rect l="l" t="t" r="r" b="b"/>
              <a:pathLst>
                <a:path w="14787" h="12631" extrusionOk="0">
                  <a:moveTo>
                    <a:pt x="6977" y="1"/>
                  </a:moveTo>
                  <a:cubicBezTo>
                    <a:pt x="5592" y="1"/>
                    <a:pt x="1986" y="542"/>
                    <a:pt x="546" y="5960"/>
                  </a:cubicBezTo>
                  <a:cubicBezTo>
                    <a:pt x="0" y="8017"/>
                    <a:pt x="159" y="9986"/>
                    <a:pt x="689" y="11792"/>
                  </a:cubicBezTo>
                  <a:cubicBezTo>
                    <a:pt x="878" y="11308"/>
                    <a:pt x="1163" y="10934"/>
                    <a:pt x="1604" y="10934"/>
                  </a:cubicBezTo>
                  <a:cubicBezTo>
                    <a:pt x="2838" y="10934"/>
                    <a:pt x="2973" y="12631"/>
                    <a:pt x="3368" y="12631"/>
                  </a:cubicBezTo>
                  <a:cubicBezTo>
                    <a:pt x="3379" y="12631"/>
                    <a:pt x="3391" y="12630"/>
                    <a:pt x="3403" y="12626"/>
                  </a:cubicBezTo>
                  <a:cubicBezTo>
                    <a:pt x="3826" y="12521"/>
                    <a:pt x="5520" y="11040"/>
                    <a:pt x="5202" y="9664"/>
                  </a:cubicBezTo>
                  <a:cubicBezTo>
                    <a:pt x="4886" y="8288"/>
                    <a:pt x="5309" y="7654"/>
                    <a:pt x="7531" y="7654"/>
                  </a:cubicBezTo>
                  <a:cubicBezTo>
                    <a:pt x="9530" y="7654"/>
                    <a:pt x="10159" y="8425"/>
                    <a:pt x="10805" y="8425"/>
                  </a:cubicBezTo>
                  <a:cubicBezTo>
                    <a:pt x="10877" y="8425"/>
                    <a:pt x="10949" y="8416"/>
                    <a:pt x="11023" y="8395"/>
                  </a:cubicBezTo>
                  <a:cubicBezTo>
                    <a:pt x="11763" y="8183"/>
                    <a:pt x="12292" y="6701"/>
                    <a:pt x="13033" y="6701"/>
                  </a:cubicBezTo>
                  <a:cubicBezTo>
                    <a:pt x="13502" y="6701"/>
                    <a:pt x="14141" y="6873"/>
                    <a:pt x="14787" y="7507"/>
                  </a:cubicBezTo>
                  <a:cubicBezTo>
                    <a:pt x="14526" y="5382"/>
                    <a:pt x="13853" y="3697"/>
                    <a:pt x="12609" y="2257"/>
                  </a:cubicBezTo>
                  <a:cubicBezTo>
                    <a:pt x="10766" y="122"/>
                    <a:pt x="8033" y="34"/>
                    <a:pt x="7592" y="34"/>
                  </a:cubicBezTo>
                  <a:cubicBezTo>
                    <a:pt x="7552" y="34"/>
                    <a:pt x="7531" y="34"/>
                    <a:pt x="7531" y="34"/>
                  </a:cubicBezTo>
                  <a:cubicBezTo>
                    <a:pt x="7531" y="34"/>
                    <a:pt x="7324" y="1"/>
                    <a:pt x="6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4"/>
            <p:cNvSpPr/>
            <p:nvPr/>
          </p:nvSpPr>
          <p:spPr>
            <a:xfrm>
              <a:off x="3328725" y="959875"/>
              <a:ext cx="384125" cy="331000"/>
            </a:xfrm>
            <a:custGeom>
              <a:avLst/>
              <a:gdLst/>
              <a:ahLst/>
              <a:cxnLst/>
              <a:rect l="l" t="t" r="r" b="b"/>
              <a:pathLst>
                <a:path w="15365" h="13240" extrusionOk="0">
                  <a:moveTo>
                    <a:pt x="7218" y="606"/>
                  </a:moveTo>
                  <a:cubicBezTo>
                    <a:pt x="7539" y="606"/>
                    <a:pt x="7749" y="635"/>
                    <a:pt x="7799" y="642"/>
                  </a:cubicBezTo>
                  <a:cubicBezTo>
                    <a:pt x="7801" y="642"/>
                    <a:pt x="7815" y="642"/>
                    <a:pt x="7840" y="642"/>
                  </a:cubicBezTo>
                  <a:cubicBezTo>
                    <a:pt x="8204" y="642"/>
                    <a:pt x="10866" y="708"/>
                    <a:pt x="12635" y="2758"/>
                  </a:cubicBezTo>
                  <a:cubicBezTo>
                    <a:pt x="13670" y="3956"/>
                    <a:pt x="14311" y="5347"/>
                    <a:pt x="14628" y="7092"/>
                  </a:cubicBezTo>
                  <a:cubicBezTo>
                    <a:pt x="14111" y="6776"/>
                    <a:pt x="13637" y="6696"/>
                    <a:pt x="13291" y="6696"/>
                  </a:cubicBezTo>
                  <a:cubicBezTo>
                    <a:pt x="12749" y="6696"/>
                    <a:pt x="12361" y="7185"/>
                    <a:pt x="11984" y="7656"/>
                  </a:cubicBezTo>
                  <a:cubicBezTo>
                    <a:pt x="11720" y="7987"/>
                    <a:pt x="11448" y="8329"/>
                    <a:pt x="11196" y="8401"/>
                  </a:cubicBezTo>
                  <a:cubicBezTo>
                    <a:pt x="11152" y="8414"/>
                    <a:pt x="11108" y="8420"/>
                    <a:pt x="11062" y="8420"/>
                  </a:cubicBezTo>
                  <a:cubicBezTo>
                    <a:pt x="10902" y="8420"/>
                    <a:pt x="10720" y="8344"/>
                    <a:pt x="10424" y="8215"/>
                  </a:cubicBezTo>
                  <a:cubicBezTo>
                    <a:pt x="9877" y="7977"/>
                    <a:pt x="9128" y="7649"/>
                    <a:pt x="7789" y="7649"/>
                  </a:cubicBezTo>
                  <a:cubicBezTo>
                    <a:pt x="6485" y="7649"/>
                    <a:pt x="5732" y="7864"/>
                    <a:pt x="5347" y="8347"/>
                  </a:cubicBezTo>
                  <a:cubicBezTo>
                    <a:pt x="4953" y="8843"/>
                    <a:pt x="5042" y="9509"/>
                    <a:pt x="5162" y="10034"/>
                  </a:cubicBezTo>
                  <a:cubicBezTo>
                    <a:pt x="5414" y="11125"/>
                    <a:pt x="4113" y="12360"/>
                    <a:pt x="3670" y="12595"/>
                  </a:cubicBezTo>
                  <a:cubicBezTo>
                    <a:pt x="3623" y="12520"/>
                    <a:pt x="3559" y="12392"/>
                    <a:pt x="3511" y="12293"/>
                  </a:cubicBezTo>
                  <a:cubicBezTo>
                    <a:pt x="3260" y="11783"/>
                    <a:pt x="2842" y="10929"/>
                    <a:pt x="1863" y="10929"/>
                  </a:cubicBezTo>
                  <a:cubicBezTo>
                    <a:pt x="1626" y="10929"/>
                    <a:pt x="1329" y="11008"/>
                    <a:pt x="1057" y="11307"/>
                  </a:cubicBezTo>
                  <a:cubicBezTo>
                    <a:pt x="664" y="9597"/>
                    <a:pt x="678" y="7930"/>
                    <a:pt x="1101" y="6341"/>
                  </a:cubicBezTo>
                  <a:cubicBezTo>
                    <a:pt x="2480" y="1148"/>
                    <a:pt x="5849" y="606"/>
                    <a:pt x="7218" y="606"/>
                  </a:cubicBezTo>
                  <a:close/>
                  <a:moveTo>
                    <a:pt x="7281" y="1"/>
                  </a:moveTo>
                  <a:cubicBezTo>
                    <a:pt x="5842" y="1"/>
                    <a:pt x="2005" y="550"/>
                    <a:pt x="509" y="6182"/>
                  </a:cubicBezTo>
                  <a:cubicBezTo>
                    <a:pt x="0" y="8099"/>
                    <a:pt x="49" y="10117"/>
                    <a:pt x="654" y="12179"/>
                  </a:cubicBezTo>
                  <a:cubicBezTo>
                    <a:pt x="690" y="12305"/>
                    <a:pt x="803" y="12392"/>
                    <a:pt x="935" y="12399"/>
                  </a:cubicBezTo>
                  <a:cubicBezTo>
                    <a:pt x="941" y="12399"/>
                    <a:pt x="947" y="12400"/>
                    <a:pt x="954" y="12400"/>
                  </a:cubicBezTo>
                  <a:cubicBezTo>
                    <a:pt x="1072" y="12400"/>
                    <a:pt x="1188" y="12320"/>
                    <a:pt x="1233" y="12203"/>
                  </a:cubicBezTo>
                  <a:cubicBezTo>
                    <a:pt x="1404" y="11763"/>
                    <a:pt x="1615" y="11541"/>
                    <a:pt x="1863" y="11541"/>
                  </a:cubicBezTo>
                  <a:cubicBezTo>
                    <a:pt x="2416" y="11541"/>
                    <a:pt x="2676" y="11983"/>
                    <a:pt x="2961" y="12562"/>
                  </a:cubicBezTo>
                  <a:cubicBezTo>
                    <a:pt x="3117" y="12882"/>
                    <a:pt x="3294" y="13240"/>
                    <a:pt x="3616" y="13240"/>
                  </a:cubicBezTo>
                  <a:cubicBezTo>
                    <a:pt x="3656" y="13239"/>
                    <a:pt x="3697" y="13234"/>
                    <a:pt x="3736" y="13224"/>
                  </a:cubicBezTo>
                  <a:cubicBezTo>
                    <a:pt x="4246" y="13096"/>
                    <a:pt x="6128" y="11498"/>
                    <a:pt x="5758" y="9895"/>
                  </a:cubicBezTo>
                  <a:cubicBezTo>
                    <a:pt x="5626" y="9323"/>
                    <a:pt x="5648" y="8952"/>
                    <a:pt x="5826" y="8728"/>
                  </a:cubicBezTo>
                  <a:cubicBezTo>
                    <a:pt x="6076" y="8412"/>
                    <a:pt x="6718" y="8260"/>
                    <a:pt x="7788" y="8260"/>
                  </a:cubicBezTo>
                  <a:cubicBezTo>
                    <a:pt x="9000" y="8260"/>
                    <a:pt x="9681" y="8558"/>
                    <a:pt x="10178" y="8776"/>
                  </a:cubicBezTo>
                  <a:cubicBezTo>
                    <a:pt x="10487" y="8911"/>
                    <a:pt x="10765" y="9032"/>
                    <a:pt x="11063" y="9032"/>
                  </a:cubicBezTo>
                  <a:cubicBezTo>
                    <a:pt x="11161" y="9032"/>
                    <a:pt x="11260" y="9019"/>
                    <a:pt x="11364" y="8989"/>
                  </a:cubicBezTo>
                  <a:cubicBezTo>
                    <a:pt x="11805" y="8863"/>
                    <a:pt x="12139" y="8443"/>
                    <a:pt x="12463" y="8037"/>
                  </a:cubicBezTo>
                  <a:cubicBezTo>
                    <a:pt x="12735" y="7695"/>
                    <a:pt x="13044" y="7308"/>
                    <a:pt x="13291" y="7308"/>
                  </a:cubicBezTo>
                  <a:cubicBezTo>
                    <a:pt x="13659" y="7308"/>
                    <a:pt x="14226" y="7432"/>
                    <a:pt x="14831" y="8026"/>
                  </a:cubicBezTo>
                  <a:cubicBezTo>
                    <a:pt x="14890" y="8083"/>
                    <a:pt x="14967" y="8113"/>
                    <a:pt x="15045" y="8113"/>
                  </a:cubicBezTo>
                  <a:cubicBezTo>
                    <a:pt x="15091" y="8113"/>
                    <a:pt x="15138" y="8102"/>
                    <a:pt x="15181" y="8081"/>
                  </a:cubicBezTo>
                  <a:cubicBezTo>
                    <a:pt x="15297" y="8023"/>
                    <a:pt x="15365" y="7899"/>
                    <a:pt x="15349" y="7770"/>
                  </a:cubicBezTo>
                  <a:cubicBezTo>
                    <a:pt x="15076" y="5537"/>
                    <a:pt x="14360" y="3818"/>
                    <a:pt x="13098" y="2357"/>
                  </a:cubicBezTo>
                  <a:cubicBezTo>
                    <a:pt x="11192" y="150"/>
                    <a:pt x="8428" y="31"/>
                    <a:pt x="7919" y="31"/>
                  </a:cubicBezTo>
                  <a:cubicBezTo>
                    <a:pt x="7872" y="31"/>
                    <a:pt x="7844" y="32"/>
                    <a:pt x="7838" y="33"/>
                  </a:cubicBezTo>
                  <a:cubicBezTo>
                    <a:pt x="7827" y="31"/>
                    <a:pt x="7621" y="1"/>
                    <a:pt x="72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4"/>
            <p:cNvSpPr/>
            <p:nvPr/>
          </p:nvSpPr>
          <p:spPr>
            <a:xfrm>
              <a:off x="3339850" y="1239750"/>
              <a:ext cx="80425" cy="120025"/>
            </a:xfrm>
            <a:custGeom>
              <a:avLst/>
              <a:gdLst/>
              <a:ahLst/>
              <a:cxnLst/>
              <a:rect l="l" t="t" r="r" b="b"/>
              <a:pathLst>
                <a:path w="3217" h="4801" extrusionOk="0">
                  <a:moveTo>
                    <a:pt x="1089" y="1"/>
                  </a:moveTo>
                  <a:cubicBezTo>
                    <a:pt x="352" y="1"/>
                    <a:pt x="1" y="683"/>
                    <a:pt x="466" y="2262"/>
                  </a:cubicBezTo>
                  <a:cubicBezTo>
                    <a:pt x="995" y="4061"/>
                    <a:pt x="1735" y="4801"/>
                    <a:pt x="2158" y="4801"/>
                  </a:cubicBezTo>
                  <a:cubicBezTo>
                    <a:pt x="2582" y="4801"/>
                    <a:pt x="2793" y="4166"/>
                    <a:pt x="2793" y="4166"/>
                  </a:cubicBezTo>
                  <a:lnTo>
                    <a:pt x="3216" y="2367"/>
                  </a:lnTo>
                  <a:cubicBezTo>
                    <a:pt x="3216" y="2367"/>
                    <a:pt x="2370" y="251"/>
                    <a:pt x="1417" y="40"/>
                  </a:cubicBezTo>
                  <a:cubicBezTo>
                    <a:pt x="1301" y="14"/>
                    <a:pt x="1191" y="1"/>
                    <a:pt x="1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4"/>
            <p:cNvSpPr/>
            <p:nvPr/>
          </p:nvSpPr>
          <p:spPr>
            <a:xfrm>
              <a:off x="3335925" y="1232100"/>
              <a:ext cx="92950" cy="135350"/>
            </a:xfrm>
            <a:custGeom>
              <a:avLst/>
              <a:gdLst/>
              <a:ahLst/>
              <a:cxnLst/>
              <a:rect l="l" t="t" r="r" b="b"/>
              <a:pathLst>
                <a:path w="3718" h="5414" extrusionOk="0">
                  <a:moveTo>
                    <a:pt x="1242" y="1"/>
                  </a:moveTo>
                  <a:cubicBezTo>
                    <a:pt x="837" y="1"/>
                    <a:pt x="587" y="165"/>
                    <a:pt x="438" y="325"/>
                  </a:cubicBezTo>
                  <a:cubicBezTo>
                    <a:pt x="37" y="753"/>
                    <a:pt x="0" y="1537"/>
                    <a:pt x="329" y="2654"/>
                  </a:cubicBezTo>
                  <a:cubicBezTo>
                    <a:pt x="822" y="4330"/>
                    <a:pt x="1602" y="5414"/>
                    <a:pt x="2315" y="5414"/>
                  </a:cubicBezTo>
                  <a:cubicBezTo>
                    <a:pt x="2941" y="5414"/>
                    <a:pt x="3212" y="4656"/>
                    <a:pt x="3240" y="4569"/>
                  </a:cubicBezTo>
                  <a:cubicBezTo>
                    <a:pt x="3288" y="4410"/>
                    <a:pt x="3202" y="4243"/>
                    <a:pt x="3044" y="4191"/>
                  </a:cubicBezTo>
                  <a:cubicBezTo>
                    <a:pt x="3012" y="4180"/>
                    <a:pt x="2980" y="4175"/>
                    <a:pt x="2947" y="4175"/>
                  </a:cubicBezTo>
                  <a:cubicBezTo>
                    <a:pt x="2823" y="4175"/>
                    <a:pt x="2706" y="4251"/>
                    <a:pt x="2661" y="4375"/>
                  </a:cubicBezTo>
                  <a:cubicBezTo>
                    <a:pt x="2601" y="4549"/>
                    <a:pt x="2444" y="4801"/>
                    <a:pt x="2315" y="4801"/>
                  </a:cubicBezTo>
                  <a:cubicBezTo>
                    <a:pt x="2124" y="4801"/>
                    <a:pt x="1437" y="4251"/>
                    <a:pt x="916" y="2482"/>
                  </a:cubicBezTo>
                  <a:cubicBezTo>
                    <a:pt x="558" y="1264"/>
                    <a:pt x="776" y="860"/>
                    <a:pt x="885" y="742"/>
                  </a:cubicBezTo>
                  <a:cubicBezTo>
                    <a:pt x="966" y="655"/>
                    <a:pt x="1086" y="612"/>
                    <a:pt x="1243" y="612"/>
                  </a:cubicBezTo>
                  <a:cubicBezTo>
                    <a:pt x="1323" y="612"/>
                    <a:pt x="1411" y="623"/>
                    <a:pt x="1509" y="645"/>
                  </a:cubicBezTo>
                  <a:cubicBezTo>
                    <a:pt x="2086" y="773"/>
                    <a:pt x="2785" y="2027"/>
                    <a:pt x="3090" y="2787"/>
                  </a:cubicBezTo>
                  <a:cubicBezTo>
                    <a:pt x="3139" y="2905"/>
                    <a:pt x="3252" y="2976"/>
                    <a:pt x="3372" y="2976"/>
                  </a:cubicBezTo>
                  <a:cubicBezTo>
                    <a:pt x="3410" y="2976"/>
                    <a:pt x="3448" y="2969"/>
                    <a:pt x="3485" y="2955"/>
                  </a:cubicBezTo>
                  <a:cubicBezTo>
                    <a:pt x="3641" y="2893"/>
                    <a:pt x="3718" y="2716"/>
                    <a:pt x="3658" y="2560"/>
                  </a:cubicBezTo>
                  <a:cubicBezTo>
                    <a:pt x="3565" y="2329"/>
                    <a:pt x="2720" y="287"/>
                    <a:pt x="1641" y="48"/>
                  </a:cubicBezTo>
                  <a:cubicBezTo>
                    <a:pt x="1493" y="15"/>
                    <a:pt x="1361" y="1"/>
                    <a:pt x="12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4"/>
            <p:cNvSpPr/>
            <p:nvPr/>
          </p:nvSpPr>
          <p:spPr>
            <a:xfrm>
              <a:off x="3218925" y="1833550"/>
              <a:ext cx="225975" cy="160275"/>
            </a:xfrm>
            <a:custGeom>
              <a:avLst/>
              <a:gdLst/>
              <a:ahLst/>
              <a:cxnLst/>
              <a:rect l="l" t="t" r="r" b="b"/>
              <a:pathLst>
                <a:path w="9039" h="6411" extrusionOk="0">
                  <a:moveTo>
                    <a:pt x="333" y="1"/>
                  </a:moveTo>
                  <a:cubicBezTo>
                    <a:pt x="316" y="1"/>
                    <a:pt x="299" y="2"/>
                    <a:pt x="281" y="5"/>
                  </a:cubicBezTo>
                  <a:cubicBezTo>
                    <a:pt x="115" y="31"/>
                    <a:pt x="1" y="187"/>
                    <a:pt x="26" y="354"/>
                  </a:cubicBezTo>
                  <a:cubicBezTo>
                    <a:pt x="49" y="498"/>
                    <a:pt x="605" y="3895"/>
                    <a:pt x="3022" y="5433"/>
                  </a:cubicBezTo>
                  <a:cubicBezTo>
                    <a:pt x="4250" y="6214"/>
                    <a:pt x="5682" y="6410"/>
                    <a:pt x="6807" y="6410"/>
                  </a:cubicBezTo>
                  <a:cubicBezTo>
                    <a:pt x="7890" y="6410"/>
                    <a:pt x="8692" y="6229"/>
                    <a:pt x="8758" y="6213"/>
                  </a:cubicBezTo>
                  <a:cubicBezTo>
                    <a:pt x="8928" y="6180"/>
                    <a:pt x="9038" y="6012"/>
                    <a:pt x="8999" y="5842"/>
                  </a:cubicBezTo>
                  <a:cubicBezTo>
                    <a:pt x="8966" y="5700"/>
                    <a:pt x="8840" y="5606"/>
                    <a:pt x="8701" y="5606"/>
                  </a:cubicBezTo>
                  <a:cubicBezTo>
                    <a:pt x="8674" y="5606"/>
                    <a:pt x="8646" y="5610"/>
                    <a:pt x="8618" y="5617"/>
                  </a:cubicBezTo>
                  <a:cubicBezTo>
                    <a:pt x="8603" y="5621"/>
                    <a:pt x="7841" y="5793"/>
                    <a:pt x="6808" y="5793"/>
                  </a:cubicBezTo>
                  <a:cubicBezTo>
                    <a:pt x="5767" y="5793"/>
                    <a:pt x="4452" y="5618"/>
                    <a:pt x="3351" y="4917"/>
                  </a:cubicBezTo>
                  <a:cubicBezTo>
                    <a:pt x="1170" y="3529"/>
                    <a:pt x="637" y="292"/>
                    <a:pt x="631" y="260"/>
                  </a:cubicBezTo>
                  <a:cubicBezTo>
                    <a:pt x="607" y="110"/>
                    <a:pt x="478" y="1"/>
                    <a:pt x="3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4"/>
            <p:cNvSpPr/>
            <p:nvPr/>
          </p:nvSpPr>
          <p:spPr>
            <a:xfrm>
              <a:off x="3514925" y="1651050"/>
              <a:ext cx="53225" cy="216375"/>
            </a:xfrm>
            <a:custGeom>
              <a:avLst/>
              <a:gdLst/>
              <a:ahLst/>
              <a:cxnLst/>
              <a:rect l="l" t="t" r="r" b="b"/>
              <a:pathLst>
                <a:path w="2129" h="8655" extrusionOk="0">
                  <a:moveTo>
                    <a:pt x="340" y="0"/>
                  </a:moveTo>
                  <a:cubicBezTo>
                    <a:pt x="315" y="0"/>
                    <a:pt x="288" y="4"/>
                    <a:pt x="262" y="11"/>
                  </a:cubicBezTo>
                  <a:cubicBezTo>
                    <a:pt x="98" y="54"/>
                    <a:pt x="1" y="221"/>
                    <a:pt x="44" y="385"/>
                  </a:cubicBezTo>
                  <a:cubicBezTo>
                    <a:pt x="59" y="440"/>
                    <a:pt x="1507" y="5962"/>
                    <a:pt x="1201" y="8309"/>
                  </a:cubicBezTo>
                  <a:cubicBezTo>
                    <a:pt x="1179" y="8476"/>
                    <a:pt x="1297" y="8630"/>
                    <a:pt x="1465" y="8651"/>
                  </a:cubicBezTo>
                  <a:cubicBezTo>
                    <a:pt x="1479" y="8653"/>
                    <a:pt x="1492" y="8655"/>
                    <a:pt x="1505" y="8655"/>
                  </a:cubicBezTo>
                  <a:cubicBezTo>
                    <a:pt x="1658" y="8653"/>
                    <a:pt x="1788" y="8540"/>
                    <a:pt x="1808" y="8388"/>
                  </a:cubicBezTo>
                  <a:cubicBezTo>
                    <a:pt x="2129" y="5923"/>
                    <a:pt x="698" y="459"/>
                    <a:pt x="636" y="228"/>
                  </a:cubicBezTo>
                  <a:cubicBezTo>
                    <a:pt x="599" y="91"/>
                    <a:pt x="476" y="0"/>
                    <a:pt x="3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4"/>
            <p:cNvSpPr/>
            <p:nvPr/>
          </p:nvSpPr>
          <p:spPr>
            <a:xfrm>
              <a:off x="2641850" y="1621350"/>
              <a:ext cx="267825" cy="546700"/>
            </a:xfrm>
            <a:custGeom>
              <a:avLst/>
              <a:gdLst/>
              <a:ahLst/>
              <a:cxnLst/>
              <a:rect l="l" t="t" r="r" b="b"/>
              <a:pathLst>
                <a:path w="10713" h="21868" extrusionOk="0">
                  <a:moveTo>
                    <a:pt x="3260" y="0"/>
                  </a:moveTo>
                  <a:cubicBezTo>
                    <a:pt x="2177" y="0"/>
                    <a:pt x="1014" y="1589"/>
                    <a:pt x="535" y="4461"/>
                  </a:cubicBezTo>
                  <a:cubicBezTo>
                    <a:pt x="0" y="7675"/>
                    <a:pt x="1071" y="13673"/>
                    <a:pt x="1500" y="14316"/>
                  </a:cubicBezTo>
                  <a:cubicBezTo>
                    <a:pt x="1908" y="14929"/>
                    <a:pt x="4652" y="21867"/>
                    <a:pt x="7320" y="21867"/>
                  </a:cubicBezTo>
                  <a:cubicBezTo>
                    <a:pt x="7451" y="21867"/>
                    <a:pt x="7582" y="21850"/>
                    <a:pt x="7712" y="21815"/>
                  </a:cubicBezTo>
                  <a:cubicBezTo>
                    <a:pt x="10497" y="21065"/>
                    <a:pt x="10712" y="18067"/>
                    <a:pt x="10070" y="15709"/>
                  </a:cubicBezTo>
                  <a:cubicBezTo>
                    <a:pt x="9426" y="13352"/>
                    <a:pt x="6856" y="7246"/>
                    <a:pt x="5891" y="3925"/>
                  </a:cubicBezTo>
                  <a:cubicBezTo>
                    <a:pt x="4927" y="604"/>
                    <a:pt x="3642" y="69"/>
                    <a:pt x="3642" y="69"/>
                  </a:cubicBezTo>
                  <a:cubicBezTo>
                    <a:pt x="3517" y="23"/>
                    <a:pt x="3389" y="0"/>
                    <a:pt x="32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4"/>
            <p:cNvSpPr/>
            <p:nvPr/>
          </p:nvSpPr>
          <p:spPr>
            <a:xfrm>
              <a:off x="2634300" y="1613675"/>
              <a:ext cx="279225" cy="562000"/>
            </a:xfrm>
            <a:custGeom>
              <a:avLst/>
              <a:gdLst/>
              <a:ahLst/>
              <a:cxnLst/>
              <a:rect l="l" t="t" r="r" b="b"/>
              <a:pathLst>
                <a:path w="11169" h="22480" extrusionOk="0">
                  <a:moveTo>
                    <a:pt x="3561" y="614"/>
                  </a:moveTo>
                  <a:cubicBezTo>
                    <a:pt x="3652" y="614"/>
                    <a:pt x="3742" y="629"/>
                    <a:pt x="3827" y="659"/>
                  </a:cubicBezTo>
                  <a:cubicBezTo>
                    <a:pt x="3917" y="706"/>
                    <a:pt x="5036" y="1340"/>
                    <a:pt x="5900" y="4318"/>
                  </a:cubicBezTo>
                  <a:cubicBezTo>
                    <a:pt x="6404" y="6055"/>
                    <a:pt x="7325" y="8497"/>
                    <a:pt x="8217" y="10858"/>
                  </a:cubicBezTo>
                  <a:cubicBezTo>
                    <a:pt x="9016" y="12977"/>
                    <a:pt x="9771" y="14978"/>
                    <a:pt x="10076" y="16096"/>
                  </a:cubicBezTo>
                  <a:cubicBezTo>
                    <a:pt x="10536" y="17780"/>
                    <a:pt x="10452" y="19351"/>
                    <a:pt x="9846" y="20406"/>
                  </a:cubicBezTo>
                  <a:cubicBezTo>
                    <a:pt x="9438" y="21118"/>
                    <a:pt x="8795" y="21595"/>
                    <a:pt x="7935" y="21827"/>
                  </a:cubicBezTo>
                  <a:cubicBezTo>
                    <a:pt x="7829" y="21855"/>
                    <a:pt x="7722" y="21869"/>
                    <a:pt x="7614" y="21869"/>
                  </a:cubicBezTo>
                  <a:cubicBezTo>
                    <a:pt x="5613" y="21869"/>
                    <a:pt x="3361" y="17146"/>
                    <a:pt x="2487" y="15310"/>
                  </a:cubicBezTo>
                  <a:cubicBezTo>
                    <a:pt x="2252" y="14815"/>
                    <a:pt x="2135" y="14573"/>
                    <a:pt x="2056" y="14453"/>
                  </a:cubicBezTo>
                  <a:cubicBezTo>
                    <a:pt x="1714" y="13941"/>
                    <a:pt x="602" y="8039"/>
                    <a:pt x="1140" y="4818"/>
                  </a:cubicBezTo>
                  <a:cubicBezTo>
                    <a:pt x="1538" y="2422"/>
                    <a:pt x="2389" y="1153"/>
                    <a:pt x="3053" y="767"/>
                  </a:cubicBezTo>
                  <a:cubicBezTo>
                    <a:pt x="3226" y="665"/>
                    <a:pt x="3396" y="614"/>
                    <a:pt x="3561" y="614"/>
                  </a:cubicBezTo>
                  <a:close/>
                  <a:moveTo>
                    <a:pt x="3562" y="1"/>
                  </a:moveTo>
                  <a:cubicBezTo>
                    <a:pt x="3289" y="1"/>
                    <a:pt x="3013" y="80"/>
                    <a:pt x="2744" y="237"/>
                  </a:cubicBezTo>
                  <a:cubicBezTo>
                    <a:pt x="1714" y="838"/>
                    <a:pt x="909" y="2470"/>
                    <a:pt x="536" y="4717"/>
                  </a:cubicBezTo>
                  <a:cubicBezTo>
                    <a:pt x="1" y="7925"/>
                    <a:pt x="1022" y="14007"/>
                    <a:pt x="1546" y="14792"/>
                  </a:cubicBezTo>
                  <a:cubicBezTo>
                    <a:pt x="1605" y="14881"/>
                    <a:pt x="1758" y="15201"/>
                    <a:pt x="1934" y="15572"/>
                  </a:cubicBezTo>
                  <a:cubicBezTo>
                    <a:pt x="2943" y="17690"/>
                    <a:pt x="5222" y="22479"/>
                    <a:pt x="7627" y="22479"/>
                  </a:cubicBezTo>
                  <a:cubicBezTo>
                    <a:pt x="7784" y="22479"/>
                    <a:pt x="7941" y="22458"/>
                    <a:pt x="8094" y="22417"/>
                  </a:cubicBezTo>
                  <a:cubicBezTo>
                    <a:pt x="9118" y="22141"/>
                    <a:pt x="9885" y="21567"/>
                    <a:pt x="10376" y="20710"/>
                  </a:cubicBezTo>
                  <a:cubicBezTo>
                    <a:pt x="11063" y="19514"/>
                    <a:pt x="11168" y="17773"/>
                    <a:pt x="10666" y="15934"/>
                  </a:cubicBezTo>
                  <a:cubicBezTo>
                    <a:pt x="10354" y="14789"/>
                    <a:pt x="9594" y="12774"/>
                    <a:pt x="8789" y="10641"/>
                  </a:cubicBezTo>
                  <a:cubicBezTo>
                    <a:pt x="7903" y="8292"/>
                    <a:pt x="6985" y="5861"/>
                    <a:pt x="6487" y="4146"/>
                  </a:cubicBezTo>
                  <a:cubicBezTo>
                    <a:pt x="5494" y="725"/>
                    <a:pt x="4119" y="117"/>
                    <a:pt x="4062" y="93"/>
                  </a:cubicBezTo>
                  <a:cubicBezTo>
                    <a:pt x="4057" y="91"/>
                    <a:pt x="4053" y="90"/>
                    <a:pt x="4049" y="88"/>
                  </a:cubicBezTo>
                  <a:cubicBezTo>
                    <a:pt x="3889" y="30"/>
                    <a:pt x="3726" y="1"/>
                    <a:pt x="35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54"/>
            <p:cNvSpPr/>
            <p:nvPr/>
          </p:nvSpPr>
          <p:spPr>
            <a:xfrm>
              <a:off x="1933175" y="1901175"/>
              <a:ext cx="693750" cy="1025525"/>
            </a:xfrm>
            <a:custGeom>
              <a:avLst/>
              <a:gdLst/>
              <a:ahLst/>
              <a:cxnLst/>
              <a:rect l="l" t="t" r="r" b="b"/>
              <a:pathLst>
                <a:path w="27750" h="41021" extrusionOk="0">
                  <a:moveTo>
                    <a:pt x="16732" y="1"/>
                  </a:moveTo>
                  <a:cubicBezTo>
                    <a:pt x="16732" y="1"/>
                    <a:pt x="0" y="16324"/>
                    <a:pt x="0" y="18772"/>
                  </a:cubicBezTo>
                  <a:cubicBezTo>
                    <a:pt x="0" y="21193"/>
                    <a:pt x="9627" y="41021"/>
                    <a:pt x="12505" y="41021"/>
                  </a:cubicBezTo>
                  <a:cubicBezTo>
                    <a:pt x="12538" y="41021"/>
                    <a:pt x="12569" y="41018"/>
                    <a:pt x="12600" y="41013"/>
                  </a:cubicBezTo>
                  <a:cubicBezTo>
                    <a:pt x="15354" y="40554"/>
                    <a:pt x="27750" y="27342"/>
                    <a:pt x="27750" y="27342"/>
                  </a:cubicBezTo>
                  <a:lnTo>
                    <a:pt x="167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54"/>
            <p:cNvSpPr/>
            <p:nvPr/>
          </p:nvSpPr>
          <p:spPr>
            <a:xfrm>
              <a:off x="1925500" y="1893525"/>
              <a:ext cx="709625" cy="1040825"/>
            </a:xfrm>
            <a:custGeom>
              <a:avLst/>
              <a:gdLst/>
              <a:ahLst/>
              <a:cxnLst/>
              <a:rect l="l" t="t" r="r" b="b"/>
              <a:pathLst>
                <a:path w="28385" h="41633" extrusionOk="0">
                  <a:moveTo>
                    <a:pt x="16926" y="845"/>
                  </a:moveTo>
                  <a:lnTo>
                    <a:pt x="27700" y="27582"/>
                  </a:lnTo>
                  <a:cubicBezTo>
                    <a:pt x="24169" y="31335"/>
                    <a:pt x="15005" y="40659"/>
                    <a:pt x="12857" y="41018"/>
                  </a:cubicBezTo>
                  <a:cubicBezTo>
                    <a:pt x="12847" y="41019"/>
                    <a:pt x="12834" y="41020"/>
                    <a:pt x="12818" y="41020"/>
                  </a:cubicBezTo>
                  <a:cubicBezTo>
                    <a:pt x="12708" y="41020"/>
                    <a:pt x="12466" y="40965"/>
                    <a:pt x="12036" y="40602"/>
                  </a:cubicBezTo>
                  <a:cubicBezTo>
                    <a:pt x="8304" y="37440"/>
                    <a:pt x="614" y="21037"/>
                    <a:pt x="614" y="19078"/>
                  </a:cubicBezTo>
                  <a:cubicBezTo>
                    <a:pt x="614" y="17404"/>
                    <a:pt x="10245" y="7382"/>
                    <a:pt x="16926" y="845"/>
                  </a:cubicBezTo>
                  <a:close/>
                  <a:moveTo>
                    <a:pt x="17038" y="1"/>
                  </a:moveTo>
                  <a:cubicBezTo>
                    <a:pt x="16962" y="1"/>
                    <a:pt x="16886" y="28"/>
                    <a:pt x="16825" y="88"/>
                  </a:cubicBezTo>
                  <a:cubicBezTo>
                    <a:pt x="15103" y="1767"/>
                    <a:pt x="0" y="16572"/>
                    <a:pt x="0" y="19078"/>
                  </a:cubicBezTo>
                  <a:cubicBezTo>
                    <a:pt x="0" y="20360"/>
                    <a:pt x="2234" y="25426"/>
                    <a:pt x="4440" y="29767"/>
                  </a:cubicBezTo>
                  <a:cubicBezTo>
                    <a:pt x="7348" y="35488"/>
                    <a:pt x="10040" y="39713"/>
                    <a:pt x="11641" y="41069"/>
                  </a:cubicBezTo>
                  <a:cubicBezTo>
                    <a:pt x="12087" y="41446"/>
                    <a:pt x="12472" y="41633"/>
                    <a:pt x="12811" y="41633"/>
                  </a:cubicBezTo>
                  <a:cubicBezTo>
                    <a:pt x="12859" y="41633"/>
                    <a:pt x="12908" y="41628"/>
                    <a:pt x="12957" y="41620"/>
                  </a:cubicBezTo>
                  <a:cubicBezTo>
                    <a:pt x="15781" y="41150"/>
                    <a:pt x="27771" y="28400"/>
                    <a:pt x="28280" y="27857"/>
                  </a:cubicBezTo>
                  <a:cubicBezTo>
                    <a:pt x="28362" y="27771"/>
                    <a:pt x="28385" y="27645"/>
                    <a:pt x="28341" y="27534"/>
                  </a:cubicBezTo>
                  <a:lnTo>
                    <a:pt x="17323" y="192"/>
                  </a:lnTo>
                  <a:cubicBezTo>
                    <a:pt x="17273" y="69"/>
                    <a:pt x="17156" y="1"/>
                    <a:pt x="170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4"/>
            <p:cNvSpPr/>
            <p:nvPr/>
          </p:nvSpPr>
          <p:spPr>
            <a:xfrm>
              <a:off x="2044600" y="1622200"/>
              <a:ext cx="669575" cy="1206875"/>
            </a:xfrm>
            <a:custGeom>
              <a:avLst/>
              <a:gdLst/>
              <a:ahLst/>
              <a:cxnLst/>
              <a:rect l="l" t="t" r="r" b="b"/>
              <a:pathLst>
                <a:path w="26783" h="48275" extrusionOk="0">
                  <a:moveTo>
                    <a:pt x="20989" y="1"/>
                  </a:moveTo>
                  <a:cubicBezTo>
                    <a:pt x="18243" y="1"/>
                    <a:pt x="13589" y="1953"/>
                    <a:pt x="12749" y="2606"/>
                  </a:cubicBezTo>
                  <a:cubicBezTo>
                    <a:pt x="12749" y="2606"/>
                    <a:pt x="7499" y="7213"/>
                    <a:pt x="3751" y="11604"/>
                  </a:cubicBezTo>
                  <a:cubicBezTo>
                    <a:pt x="1" y="15995"/>
                    <a:pt x="322" y="23388"/>
                    <a:pt x="1501" y="28422"/>
                  </a:cubicBezTo>
                  <a:cubicBezTo>
                    <a:pt x="2680" y="33456"/>
                    <a:pt x="4822" y="47704"/>
                    <a:pt x="7499" y="48239"/>
                  </a:cubicBezTo>
                  <a:cubicBezTo>
                    <a:pt x="7618" y="48263"/>
                    <a:pt x="7736" y="48275"/>
                    <a:pt x="7853" y="48275"/>
                  </a:cubicBezTo>
                  <a:cubicBezTo>
                    <a:pt x="10373" y="48275"/>
                    <a:pt x="12530" y="42918"/>
                    <a:pt x="17034" y="39027"/>
                  </a:cubicBezTo>
                  <a:cubicBezTo>
                    <a:pt x="21748" y="34956"/>
                    <a:pt x="25496" y="31529"/>
                    <a:pt x="25818" y="28851"/>
                  </a:cubicBezTo>
                  <a:cubicBezTo>
                    <a:pt x="26139" y="26173"/>
                    <a:pt x="25711" y="17603"/>
                    <a:pt x="25925" y="16960"/>
                  </a:cubicBezTo>
                  <a:cubicBezTo>
                    <a:pt x="26139" y="16317"/>
                    <a:pt x="26782" y="10532"/>
                    <a:pt x="26782" y="7426"/>
                  </a:cubicBezTo>
                  <a:cubicBezTo>
                    <a:pt x="26782" y="4319"/>
                    <a:pt x="24425" y="891"/>
                    <a:pt x="22069" y="141"/>
                  </a:cubicBezTo>
                  <a:cubicBezTo>
                    <a:pt x="21764" y="44"/>
                    <a:pt x="21397" y="1"/>
                    <a:pt x="20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4"/>
            <p:cNvSpPr/>
            <p:nvPr/>
          </p:nvSpPr>
          <p:spPr>
            <a:xfrm>
              <a:off x="2017575" y="1614650"/>
              <a:ext cx="704250" cy="1222100"/>
            </a:xfrm>
            <a:custGeom>
              <a:avLst/>
              <a:gdLst/>
              <a:ahLst/>
              <a:cxnLst/>
              <a:rect l="l" t="t" r="r" b="b"/>
              <a:pathLst>
                <a:path w="28170" h="48884" extrusionOk="0">
                  <a:moveTo>
                    <a:pt x="22071" y="608"/>
                  </a:moveTo>
                  <a:cubicBezTo>
                    <a:pt x="22446" y="608"/>
                    <a:pt x="22780" y="647"/>
                    <a:pt x="23057" y="735"/>
                  </a:cubicBezTo>
                  <a:cubicBezTo>
                    <a:pt x="25370" y="1471"/>
                    <a:pt x="27557" y="4870"/>
                    <a:pt x="27557" y="7728"/>
                  </a:cubicBezTo>
                  <a:cubicBezTo>
                    <a:pt x="27557" y="10802"/>
                    <a:pt x="26910" y="16583"/>
                    <a:pt x="26716" y="17165"/>
                  </a:cubicBezTo>
                  <a:cubicBezTo>
                    <a:pt x="26615" y="17467"/>
                    <a:pt x="26625" y="18666"/>
                    <a:pt x="26672" y="21535"/>
                  </a:cubicBezTo>
                  <a:cubicBezTo>
                    <a:pt x="26717" y="24253"/>
                    <a:pt x="26772" y="27635"/>
                    <a:pt x="26595" y="29117"/>
                  </a:cubicBezTo>
                  <a:cubicBezTo>
                    <a:pt x="26288" y="31680"/>
                    <a:pt x="22482" y="35154"/>
                    <a:pt x="17916" y="39098"/>
                  </a:cubicBezTo>
                  <a:cubicBezTo>
                    <a:pt x="15923" y="40819"/>
                    <a:pt x="14415" y="42782"/>
                    <a:pt x="13086" y="44515"/>
                  </a:cubicBezTo>
                  <a:cubicBezTo>
                    <a:pt x="11486" y="46598"/>
                    <a:pt x="10196" y="48270"/>
                    <a:pt x="8922" y="48270"/>
                  </a:cubicBezTo>
                  <a:cubicBezTo>
                    <a:pt x="8829" y="48270"/>
                    <a:pt x="8735" y="48261"/>
                    <a:pt x="8641" y="48242"/>
                  </a:cubicBezTo>
                  <a:cubicBezTo>
                    <a:pt x="6724" y="47858"/>
                    <a:pt x="4859" y="38451"/>
                    <a:pt x="3745" y="32831"/>
                  </a:cubicBezTo>
                  <a:cubicBezTo>
                    <a:pt x="3415" y="31158"/>
                    <a:pt x="3128" y="29714"/>
                    <a:pt x="2880" y="28655"/>
                  </a:cubicBezTo>
                  <a:cubicBezTo>
                    <a:pt x="2277" y="26078"/>
                    <a:pt x="653" y="17272"/>
                    <a:pt x="5064" y="12104"/>
                  </a:cubicBezTo>
                  <a:cubicBezTo>
                    <a:pt x="8693" y="7854"/>
                    <a:pt x="13803" y="3340"/>
                    <a:pt x="14025" y="3144"/>
                  </a:cubicBezTo>
                  <a:cubicBezTo>
                    <a:pt x="14822" y="2534"/>
                    <a:pt x="19445" y="608"/>
                    <a:pt x="22071" y="608"/>
                  </a:cubicBezTo>
                  <a:close/>
                  <a:moveTo>
                    <a:pt x="22083" y="1"/>
                  </a:moveTo>
                  <a:cubicBezTo>
                    <a:pt x="19224" y="1"/>
                    <a:pt x="14506" y="1993"/>
                    <a:pt x="13642" y="2666"/>
                  </a:cubicBezTo>
                  <a:cubicBezTo>
                    <a:pt x="13637" y="2670"/>
                    <a:pt x="13633" y="2673"/>
                    <a:pt x="13629" y="2677"/>
                  </a:cubicBezTo>
                  <a:cubicBezTo>
                    <a:pt x="13577" y="2724"/>
                    <a:pt x="8319" y="7349"/>
                    <a:pt x="4598" y="11707"/>
                  </a:cubicBezTo>
                  <a:cubicBezTo>
                    <a:pt x="1" y="17093"/>
                    <a:pt x="1665" y="26147"/>
                    <a:pt x="2284" y="28793"/>
                  </a:cubicBezTo>
                  <a:cubicBezTo>
                    <a:pt x="2529" y="29843"/>
                    <a:pt x="2814" y="31282"/>
                    <a:pt x="3145" y="32949"/>
                  </a:cubicBezTo>
                  <a:cubicBezTo>
                    <a:pt x="4817" y="41391"/>
                    <a:pt x="6377" y="48414"/>
                    <a:pt x="8521" y="48842"/>
                  </a:cubicBezTo>
                  <a:cubicBezTo>
                    <a:pt x="8657" y="48869"/>
                    <a:pt x="8796" y="48884"/>
                    <a:pt x="8936" y="48884"/>
                  </a:cubicBezTo>
                  <a:cubicBezTo>
                    <a:pt x="10504" y="48884"/>
                    <a:pt x="11873" y="47099"/>
                    <a:pt x="13571" y="44887"/>
                  </a:cubicBezTo>
                  <a:cubicBezTo>
                    <a:pt x="14884" y="43178"/>
                    <a:pt x="16370" y="41240"/>
                    <a:pt x="18316" y="39561"/>
                  </a:cubicBezTo>
                  <a:cubicBezTo>
                    <a:pt x="23147" y="35389"/>
                    <a:pt x="26869" y="31975"/>
                    <a:pt x="27203" y="29189"/>
                  </a:cubicBezTo>
                  <a:cubicBezTo>
                    <a:pt x="27386" y="27668"/>
                    <a:pt x="27330" y="24261"/>
                    <a:pt x="27284" y="21524"/>
                  </a:cubicBezTo>
                  <a:cubicBezTo>
                    <a:pt x="27252" y="19609"/>
                    <a:pt x="27220" y="17628"/>
                    <a:pt x="27296" y="17359"/>
                  </a:cubicBezTo>
                  <a:cubicBezTo>
                    <a:pt x="27530" y="16657"/>
                    <a:pt x="28169" y="10765"/>
                    <a:pt x="28169" y="7728"/>
                  </a:cubicBezTo>
                  <a:cubicBezTo>
                    <a:pt x="28169" y="4583"/>
                    <a:pt x="25821" y="972"/>
                    <a:pt x="23242" y="152"/>
                  </a:cubicBezTo>
                  <a:cubicBezTo>
                    <a:pt x="22912" y="47"/>
                    <a:pt x="22520" y="1"/>
                    <a:pt x="220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4"/>
            <p:cNvSpPr/>
            <p:nvPr/>
          </p:nvSpPr>
          <p:spPr>
            <a:xfrm>
              <a:off x="2133825" y="4160525"/>
              <a:ext cx="772050" cy="747925"/>
            </a:xfrm>
            <a:custGeom>
              <a:avLst/>
              <a:gdLst/>
              <a:ahLst/>
              <a:cxnLst/>
              <a:rect l="l" t="t" r="r" b="b"/>
              <a:pathLst>
                <a:path w="30882" h="29917" extrusionOk="0">
                  <a:moveTo>
                    <a:pt x="25503" y="0"/>
                  </a:moveTo>
                  <a:cubicBezTo>
                    <a:pt x="22546" y="0"/>
                    <a:pt x="19978" y="1301"/>
                    <a:pt x="19437" y="1841"/>
                  </a:cubicBezTo>
                  <a:cubicBezTo>
                    <a:pt x="18573" y="2706"/>
                    <a:pt x="8638" y="18902"/>
                    <a:pt x="6047" y="21495"/>
                  </a:cubicBezTo>
                  <a:cubicBezTo>
                    <a:pt x="3455" y="24086"/>
                    <a:pt x="0" y="27325"/>
                    <a:pt x="216" y="28621"/>
                  </a:cubicBezTo>
                  <a:cubicBezTo>
                    <a:pt x="432" y="29917"/>
                    <a:pt x="3887" y="29917"/>
                    <a:pt x="9287" y="29917"/>
                  </a:cubicBezTo>
                  <a:cubicBezTo>
                    <a:pt x="14685" y="29917"/>
                    <a:pt x="17060" y="29268"/>
                    <a:pt x="19004" y="28405"/>
                  </a:cubicBezTo>
                  <a:cubicBezTo>
                    <a:pt x="20947" y="27541"/>
                    <a:pt x="21379" y="26677"/>
                    <a:pt x="19652" y="26461"/>
                  </a:cubicBezTo>
                  <a:cubicBezTo>
                    <a:pt x="17924" y="26245"/>
                    <a:pt x="9717" y="23654"/>
                    <a:pt x="9717" y="23654"/>
                  </a:cubicBezTo>
                  <a:cubicBezTo>
                    <a:pt x="9717" y="23654"/>
                    <a:pt x="17492" y="18039"/>
                    <a:pt x="22459" y="13504"/>
                  </a:cubicBezTo>
                  <a:cubicBezTo>
                    <a:pt x="27426" y="8969"/>
                    <a:pt x="30881" y="1841"/>
                    <a:pt x="30881" y="1841"/>
                  </a:cubicBezTo>
                  <a:cubicBezTo>
                    <a:pt x="29183" y="467"/>
                    <a:pt x="27273" y="0"/>
                    <a:pt x="255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4"/>
            <p:cNvSpPr/>
            <p:nvPr/>
          </p:nvSpPr>
          <p:spPr>
            <a:xfrm>
              <a:off x="2126575" y="4152525"/>
              <a:ext cx="787750" cy="763575"/>
            </a:xfrm>
            <a:custGeom>
              <a:avLst/>
              <a:gdLst/>
              <a:ahLst/>
              <a:cxnLst/>
              <a:rect l="l" t="t" r="r" b="b"/>
              <a:pathLst>
                <a:path w="31510" h="30543" extrusionOk="0">
                  <a:moveTo>
                    <a:pt x="25799" y="625"/>
                  </a:moveTo>
                  <a:cubicBezTo>
                    <a:pt x="27434" y="625"/>
                    <a:pt x="29196" y="1038"/>
                    <a:pt x="30786" y="2248"/>
                  </a:cubicBezTo>
                  <a:cubicBezTo>
                    <a:pt x="30159" y="3479"/>
                    <a:pt x="26925" y="9596"/>
                    <a:pt x="22543" y="13598"/>
                  </a:cubicBezTo>
                  <a:cubicBezTo>
                    <a:pt x="17647" y="18068"/>
                    <a:pt x="9907" y="23670"/>
                    <a:pt x="9828" y="23725"/>
                  </a:cubicBezTo>
                  <a:cubicBezTo>
                    <a:pt x="9624" y="23873"/>
                    <a:pt x="9675" y="24191"/>
                    <a:pt x="9916" y="24266"/>
                  </a:cubicBezTo>
                  <a:cubicBezTo>
                    <a:pt x="10251" y="24372"/>
                    <a:pt x="18168" y="26868"/>
                    <a:pt x="19904" y="27085"/>
                  </a:cubicBezTo>
                  <a:cubicBezTo>
                    <a:pt x="20633" y="27176"/>
                    <a:pt x="20719" y="27358"/>
                    <a:pt x="20719" y="27360"/>
                  </a:cubicBezTo>
                  <a:cubicBezTo>
                    <a:pt x="20730" y="27439"/>
                    <a:pt x="20501" y="27854"/>
                    <a:pt x="19170" y="28446"/>
                  </a:cubicBezTo>
                  <a:cubicBezTo>
                    <a:pt x="17165" y="29336"/>
                    <a:pt x="14765" y="29930"/>
                    <a:pt x="9575" y="29930"/>
                  </a:cubicBezTo>
                  <a:cubicBezTo>
                    <a:pt x="4774" y="29930"/>
                    <a:pt x="981" y="29930"/>
                    <a:pt x="807" y="28891"/>
                  </a:cubicBezTo>
                  <a:cubicBezTo>
                    <a:pt x="641" y="27893"/>
                    <a:pt x="3551" y="25007"/>
                    <a:pt x="5677" y="22901"/>
                  </a:cubicBezTo>
                  <a:lnTo>
                    <a:pt x="6553" y="22031"/>
                  </a:lnTo>
                  <a:cubicBezTo>
                    <a:pt x="8218" y="20364"/>
                    <a:pt x="12828" y="13229"/>
                    <a:pt x="16194" y="8021"/>
                  </a:cubicBezTo>
                  <a:cubicBezTo>
                    <a:pt x="18048" y="5150"/>
                    <a:pt x="19650" y="2671"/>
                    <a:pt x="19942" y="2379"/>
                  </a:cubicBezTo>
                  <a:cubicBezTo>
                    <a:pt x="20403" y="1918"/>
                    <a:pt x="22904" y="625"/>
                    <a:pt x="25799" y="625"/>
                  </a:cubicBezTo>
                  <a:close/>
                  <a:moveTo>
                    <a:pt x="25792" y="0"/>
                  </a:moveTo>
                  <a:cubicBezTo>
                    <a:pt x="22723" y="0"/>
                    <a:pt x="20076" y="1381"/>
                    <a:pt x="19510" y="1945"/>
                  </a:cubicBezTo>
                  <a:cubicBezTo>
                    <a:pt x="19186" y="2269"/>
                    <a:pt x="17909" y="4237"/>
                    <a:pt x="15680" y="7688"/>
                  </a:cubicBezTo>
                  <a:cubicBezTo>
                    <a:pt x="12329" y="12875"/>
                    <a:pt x="7741" y="19978"/>
                    <a:pt x="6120" y="21599"/>
                  </a:cubicBezTo>
                  <a:lnTo>
                    <a:pt x="5246" y="22467"/>
                  </a:lnTo>
                  <a:cubicBezTo>
                    <a:pt x="2068" y="25616"/>
                    <a:pt x="1" y="27772"/>
                    <a:pt x="204" y="28992"/>
                  </a:cubicBezTo>
                  <a:cubicBezTo>
                    <a:pt x="463" y="30543"/>
                    <a:pt x="3700" y="30543"/>
                    <a:pt x="9577" y="30543"/>
                  </a:cubicBezTo>
                  <a:cubicBezTo>
                    <a:pt x="14873" y="30543"/>
                    <a:pt x="17341" y="29928"/>
                    <a:pt x="19418" y="29005"/>
                  </a:cubicBezTo>
                  <a:cubicBezTo>
                    <a:pt x="20765" y="28407"/>
                    <a:pt x="21405" y="27823"/>
                    <a:pt x="21323" y="27270"/>
                  </a:cubicBezTo>
                  <a:cubicBezTo>
                    <a:pt x="21230" y="26634"/>
                    <a:pt x="20290" y="26517"/>
                    <a:pt x="19981" y="26478"/>
                  </a:cubicBezTo>
                  <a:cubicBezTo>
                    <a:pt x="18564" y="26301"/>
                    <a:pt x="12576" y="24455"/>
                    <a:pt x="10679" y="23864"/>
                  </a:cubicBezTo>
                  <a:cubicBezTo>
                    <a:pt x="12470" y="22551"/>
                    <a:pt x="18751" y="17890"/>
                    <a:pt x="22956" y="14050"/>
                  </a:cubicBezTo>
                  <a:cubicBezTo>
                    <a:pt x="27909" y="9527"/>
                    <a:pt x="31413" y="2368"/>
                    <a:pt x="31447" y="2296"/>
                  </a:cubicBezTo>
                  <a:cubicBezTo>
                    <a:pt x="31509" y="2167"/>
                    <a:pt x="31475" y="2014"/>
                    <a:pt x="31364" y="1924"/>
                  </a:cubicBezTo>
                  <a:cubicBezTo>
                    <a:pt x="29590" y="488"/>
                    <a:pt x="27617" y="0"/>
                    <a:pt x="257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54"/>
            <p:cNvSpPr/>
            <p:nvPr/>
          </p:nvSpPr>
          <p:spPr>
            <a:xfrm>
              <a:off x="2136300" y="4757250"/>
              <a:ext cx="532025" cy="151200"/>
            </a:xfrm>
            <a:custGeom>
              <a:avLst/>
              <a:gdLst/>
              <a:ahLst/>
              <a:cxnLst/>
              <a:rect l="l" t="t" r="r" b="b"/>
              <a:pathLst>
                <a:path w="21281" h="6048" extrusionOk="0">
                  <a:moveTo>
                    <a:pt x="10310" y="1"/>
                  </a:moveTo>
                  <a:lnTo>
                    <a:pt x="8754" y="3456"/>
                  </a:lnTo>
                  <a:cubicBezTo>
                    <a:pt x="8754" y="3456"/>
                    <a:pt x="8300" y="3554"/>
                    <a:pt x="7582" y="3554"/>
                  </a:cubicBezTo>
                  <a:cubicBezTo>
                    <a:pt x="6281" y="3554"/>
                    <a:pt x="4114" y="3230"/>
                    <a:pt x="2223" y="1407"/>
                  </a:cubicBezTo>
                  <a:cubicBezTo>
                    <a:pt x="935" y="2813"/>
                    <a:pt x="1" y="4059"/>
                    <a:pt x="116" y="4752"/>
                  </a:cubicBezTo>
                  <a:cubicBezTo>
                    <a:pt x="332" y="6048"/>
                    <a:pt x="3787" y="6048"/>
                    <a:pt x="9186" y="6048"/>
                  </a:cubicBezTo>
                  <a:cubicBezTo>
                    <a:pt x="14585" y="6048"/>
                    <a:pt x="16961" y="5400"/>
                    <a:pt x="18905" y="4536"/>
                  </a:cubicBezTo>
                  <a:cubicBezTo>
                    <a:pt x="20848" y="3672"/>
                    <a:pt x="21280" y="2808"/>
                    <a:pt x="19553" y="2592"/>
                  </a:cubicBezTo>
                  <a:cubicBezTo>
                    <a:pt x="18131" y="2414"/>
                    <a:pt x="12319" y="628"/>
                    <a:pt x="10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54"/>
            <p:cNvSpPr/>
            <p:nvPr/>
          </p:nvSpPr>
          <p:spPr>
            <a:xfrm>
              <a:off x="2128625" y="4749600"/>
              <a:ext cx="533100" cy="166500"/>
            </a:xfrm>
            <a:custGeom>
              <a:avLst/>
              <a:gdLst/>
              <a:ahLst/>
              <a:cxnLst/>
              <a:rect l="l" t="t" r="r" b="b"/>
              <a:pathLst>
                <a:path w="21324" h="6660" extrusionOk="0">
                  <a:moveTo>
                    <a:pt x="10785" y="680"/>
                  </a:moveTo>
                  <a:cubicBezTo>
                    <a:pt x="13235" y="1441"/>
                    <a:pt x="18449" y="3031"/>
                    <a:pt x="19822" y="3202"/>
                  </a:cubicBezTo>
                  <a:cubicBezTo>
                    <a:pt x="20551" y="3293"/>
                    <a:pt x="20637" y="3475"/>
                    <a:pt x="20637" y="3477"/>
                  </a:cubicBezTo>
                  <a:cubicBezTo>
                    <a:pt x="20648" y="3556"/>
                    <a:pt x="20419" y="3971"/>
                    <a:pt x="19088" y="4563"/>
                  </a:cubicBezTo>
                  <a:cubicBezTo>
                    <a:pt x="17083" y="5453"/>
                    <a:pt x="14683" y="6047"/>
                    <a:pt x="9495" y="6047"/>
                  </a:cubicBezTo>
                  <a:cubicBezTo>
                    <a:pt x="4692" y="6047"/>
                    <a:pt x="899" y="6047"/>
                    <a:pt x="725" y="5008"/>
                  </a:cubicBezTo>
                  <a:cubicBezTo>
                    <a:pt x="672" y="4685"/>
                    <a:pt x="952" y="3928"/>
                    <a:pt x="2549" y="2149"/>
                  </a:cubicBezTo>
                  <a:cubicBezTo>
                    <a:pt x="4455" y="3854"/>
                    <a:pt x="6564" y="4171"/>
                    <a:pt x="7868" y="4171"/>
                  </a:cubicBezTo>
                  <a:cubicBezTo>
                    <a:pt x="8595" y="4171"/>
                    <a:pt x="9073" y="4073"/>
                    <a:pt x="9127" y="4061"/>
                  </a:cubicBezTo>
                  <a:cubicBezTo>
                    <a:pt x="9222" y="4040"/>
                    <a:pt x="9302" y="3976"/>
                    <a:pt x="9342" y="3888"/>
                  </a:cubicBezTo>
                  <a:lnTo>
                    <a:pt x="10785" y="680"/>
                  </a:lnTo>
                  <a:close/>
                  <a:moveTo>
                    <a:pt x="10615" y="1"/>
                  </a:moveTo>
                  <a:cubicBezTo>
                    <a:pt x="10498" y="1"/>
                    <a:pt x="10388" y="69"/>
                    <a:pt x="10338" y="181"/>
                  </a:cubicBezTo>
                  <a:lnTo>
                    <a:pt x="8850" y="3488"/>
                  </a:lnTo>
                  <a:cubicBezTo>
                    <a:pt x="8672" y="3514"/>
                    <a:pt x="8344" y="3551"/>
                    <a:pt x="7911" y="3551"/>
                  </a:cubicBezTo>
                  <a:cubicBezTo>
                    <a:pt x="6665" y="3551"/>
                    <a:pt x="4561" y="3245"/>
                    <a:pt x="2743" y="1493"/>
                  </a:cubicBezTo>
                  <a:cubicBezTo>
                    <a:pt x="2683" y="1435"/>
                    <a:pt x="2606" y="1410"/>
                    <a:pt x="2521" y="1408"/>
                  </a:cubicBezTo>
                  <a:cubicBezTo>
                    <a:pt x="2438" y="1410"/>
                    <a:pt x="2360" y="1446"/>
                    <a:pt x="2305" y="1507"/>
                  </a:cubicBezTo>
                  <a:cubicBezTo>
                    <a:pt x="655" y="3310"/>
                    <a:pt x="1" y="4387"/>
                    <a:pt x="122" y="5109"/>
                  </a:cubicBezTo>
                  <a:cubicBezTo>
                    <a:pt x="380" y="6660"/>
                    <a:pt x="3618" y="6660"/>
                    <a:pt x="9495" y="6660"/>
                  </a:cubicBezTo>
                  <a:cubicBezTo>
                    <a:pt x="14791" y="6660"/>
                    <a:pt x="17259" y="6045"/>
                    <a:pt x="19336" y="5122"/>
                  </a:cubicBezTo>
                  <a:cubicBezTo>
                    <a:pt x="20682" y="4524"/>
                    <a:pt x="21323" y="3940"/>
                    <a:pt x="21241" y="3387"/>
                  </a:cubicBezTo>
                  <a:cubicBezTo>
                    <a:pt x="21147" y="2751"/>
                    <a:pt x="20207" y="2634"/>
                    <a:pt x="19898" y="2595"/>
                  </a:cubicBezTo>
                  <a:cubicBezTo>
                    <a:pt x="18484" y="2419"/>
                    <a:pt x="12507" y="576"/>
                    <a:pt x="10708" y="15"/>
                  </a:cubicBezTo>
                  <a:cubicBezTo>
                    <a:pt x="10677" y="5"/>
                    <a:pt x="10646" y="1"/>
                    <a:pt x="10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4"/>
            <p:cNvSpPr/>
            <p:nvPr/>
          </p:nvSpPr>
          <p:spPr>
            <a:xfrm>
              <a:off x="4454825" y="4160525"/>
              <a:ext cx="772050" cy="747925"/>
            </a:xfrm>
            <a:custGeom>
              <a:avLst/>
              <a:gdLst/>
              <a:ahLst/>
              <a:cxnLst/>
              <a:rect l="l" t="t" r="r" b="b"/>
              <a:pathLst>
                <a:path w="30882" h="29917" extrusionOk="0">
                  <a:moveTo>
                    <a:pt x="5379" y="0"/>
                  </a:moveTo>
                  <a:cubicBezTo>
                    <a:pt x="3609" y="0"/>
                    <a:pt x="1698" y="467"/>
                    <a:pt x="0" y="1841"/>
                  </a:cubicBezTo>
                  <a:cubicBezTo>
                    <a:pt x="0" y="1841"/>
                    <a:pt x="3456" y="8969"/>
                    <a:pt x="8423" y="13504"/>
                  </a:cubicBezTo>
                  <a:cubicBezTo>
                    <a:pt x="13389" y="18039"/>
                    <a:pt x="21164" y="23654"/>
                    <a:pt x="21164" y="23654"/>
                  </a:cubicBezTo>
                  <a:cubicBezTo>
                    <a:pt x="21164" y="23654"/>
                    <a:pt x="12958" y="26245"/>
                    <a:pt x="11230" y="26461"/>
                  </a:cubicBezTo>
                  <a:cubicBezTo>
                    <a:pt x="9503" y="26677"/>
                    <a:pt x="9934" y="27541"/>
                    <a:pt x="11878" y="28405"/>
                  </a:cubicBezTo>
                  <a:cubicBezTo>
                    <a:pt x="13821" y="29268"/>
                    <a:pt x="16197" y="29917"/>
                    <a:pt x="21596" y="29917"/>
                  </a:cubicBezTo>
                  <a:cubicBezTo>
                    <a:pt x="26996" y="29917"/>
                    <a:pt x="30451" y="29917"/>
                    <a:pt x="30666" y="28621"/>
                  </a:cubicBezTo>
                  <a:cubicBezTo>
                    <a:pt x="30882" y="27325"/>
                    <a:pt x="27427" y="24086"/>
                    <a:pt x="24836" y="21495"/>
                  </a:cubicBezTo>
                  <a:cubicBezTo>
                    <a:pt x="22243" y="18902"/>
                    <a:pt x="12309" y="2706"/>
                    <a:pt x="11445" y="1841"/>
                  </a:cubicBezTo>
                  <a:cubicBezTo>
                    <a:pt x="10904" y="1301"/>
                    <a:pt x="8336" y="0"/>
                    <a:pt x="5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54"/>
            <p:cNvSpPr/>
            <p:nvPr/>
          </p:nvSpPr>
          <p:spPr>
            <a:xfrm>
              <a:off x="4446375" y="4152525"/>
              <a:ext cx="787775" cy="763575"/>
            </a:xfrm>
            <a:custGeom>
              <a:avLst/>
              <a:gdLst/>
              <a:ahLst/>
              <a:cxnLst/>
              <a:rect l="l" t="t" r="r" b="b"/>
              <a:pathLst>
                <a:path w="31511" h="30543" extrusionOk="0">
                  <a:moveTo>
                    <a:pt x="5712" y="625"/>
                  </a:moveTo>
                  <a:cubicBezTo>
                    <a:pt x="8606" y="625"/>
                    <a:pt x="11107" y="1918"/>
                    <a:pt x="11568" y="2379"/>
                  </a:cubicBezTo>
                  <a:cubicBezTo>
                    <a:pt x="11860" y="2672"/>
                    <a:pt x="13462" y="5151"/>
                    <a:pt x="15317" y="8022"/>
                  </a:cubicBezTo>
                  <a:cubicBezTo>
                    <a:pt x="18682" y="13230"/>
                    <a:pt x="23292" y="20366"/>
                    <a:pt x="24956" y="22032"/>
                  </a:cubicBezTo>
                  <a:lnTo>
                    <a:pt x="25835" y="22903"/>
                  </a:lnTo>
                  <a:cubicBezTo>
                    <a:pt x="27960" y="25009"/>
                    <a:pt x="30869" y="27894"/>
                    <a:pt x="30703" y="28891"/>
                  </a:cubicBezTo>
                  <a:cubicBezTo>
                    <a:pt x="30529" y="29930"/>
                    <a:pt x="26736" y="29930"/>
                    <a:pt x="21934" y="29930"/>
                  </a:cubicBezTo>
                  <a:cubicBezTo>
                    <a:pt x="16745" y="29930"/>
                    <a:pt x="14345" y="29337"/>
                    <a:pt x="12340" y="28446"/>
                  </a:cubicBezTo>
                  <a:cubicBezTo>
                    <a:pt x="11009" y="27854"/>
                    <a:pt x="10780" y="27439"/>
                    <a:pt x="10791" y="27360"/>
                  </a:cubicBezTo>
                  <a:cubicBezTo>
                    <a:pt x="10792" y="27358"/>
                    <a:pt x="10877" y="27176"/>
                    <a:pt x="11606" y="27085"/>
                  </a:cubicBezTo>
                  <a:cubicBezTo>
                    <a:pt x="13341" y="26868"/>
                    <a:pt x="21258" y="24372"/>
                    <a:pt x="21594" y="24266"/>
                  </a:cubicBezTo>
                  <a:cubicBezTo>
                    <a:pt x="21834" y="24191"/>
                    <a:pt x="21885" y="23874"/>
                    <a:pt x="21681" y="23727"/>
                  </a:cubicBezTo>
                  <a:cubicBezTo>
                    <a:pt x="21603" y="23670"/>
                    <a:pt x="13863" y="18069"/>
                    <a:pt x="8967" y="13598"/>
                  </a:cubicBezTo>
                  <a:cubicBezTo>
                    <a:pt x="4587" y="9599"/>
                    <a:pt x="1350" y="3481"/>
                    <a:pt x="723" y="2248"/>
                  </a:cubicBezTo>
                  <a:cubicBezTo>
                    <a:pt x="2313" y="1038"/>
                    <a:pt x="4075" y="625"/>
                    <a:pt x="5712" y="625"/>
                  </a:cubicBezTo>
                  <a:close/>
                  <a:moveTo>
                    <a:pt x="5718" y="0"/>
                  </a:moveTo>
                  <a:cubicBezTo>
                    <a:pt x="3893" y="0"/>
                    <a:pt x="1920" y="488"/>
                    <a:pt x="146" y="1924"/>
                  </a:cubicBezTo>
                  <a:cubicBezTo>
                    <a:pt x="35" y="2014"/>
                    <a:pt x="1" y="2168"/>
                    <a:pt x="63" y="2296"/>
                  </a:cubicBezTo>
                  <a:cubicBezTo>
                    <a:pt x="97" y="2368"/>
                    <a:pt x="3601" y="9527"/>
                    <a:pt x="8554" y="14050"/>
                  </a:cubicBezTo>
                  <a:cubicBezTo>
                    <a:pt x="12760" y="17890"/>
                    <a:pt x="19041" y="22551"/>
                    <a:pt x="20831" y="23864"/>
                  </a:cubicBezTo>
                  <a:cubicBezTo>
                    <a:pt x="18934" y="24457"/>
                    <a:pt x="12946" y="26301"/>
                    <a:pt x="11530" y="26478"/>
                  </a:cubicBezTo>
                  <a:cubicBezTo>
                    <a:pt x="11221" y="26517"/>
                    <a:pt x="10281" y="26634"/>
                    <a:pt x="10187" y="27270"/>
                  </a:cubicBezTo>
                  <a:cubicBezTo>
                    <a:pt x="10105" y="27823"/>
                    <a:pt x="10745" y="28407"/>
                    <a:pt x="12091" y="29005"/>
                  </a:cubicBezTo>
                  <a:cubicBezTo>
                    <a:pt x="14168" y="29928"/>
                    <a:pt x="16637" y="30543"/>
                    <a:pt x="21934" y="30543"/>
                  </a:cubicBezTo>
                  <a:cubicBezTo>
                    <a:pt x="27811" y="30543"/>
                    <a:pt x="31048" y="30543"/>
                    <a:pt x="31306" y="28992"/>
                  </a:cubicBezTo>
                  <a:cubicBezTo>
                    <a:pt x="31510" y="27773"/>
                    <a:pt x="29443" y="25618"/>
                    <a:pt x="26266" y="22469"/>
                  </a:cubicBezTo>
                  <a:lnTo>
                    <a:pt x="25390" y="21599"/>
                  </a:lnTo>
                  <a:cubicBezTo>
                    <a:pt x="23770" y="19979"/>
                    <a:pt x="19182" y="12876"/>
                    <a:pt x="15831" y="7689"/>
                  </a:cubicBezTo>
                  <a:cubicBezTo>
                    <a:pt x="13601" y="4237"/>
                    <a:pt x="12323" y="2269"/>
                    <a:pt x="12000" y="1947"/>
                  </a:cubicBezTo>
                  <a:cubicBezTo>
                    <a:pt x="11434" y="1380"/>
                    <a:pt x="8787" y="0"/>
                    <a:pt x="57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4"/>
            <p:cNvSpPr/>
            <p:nvPr/>
          </p:nvSpPr>
          <p:spPr>
            <a:xfrm>
              <a:off x="4692350" y="4757250"/>
              <a:ext cx="532050" cy="151200"/>
            </a:xfrm>
            <a:custGeom>
              <a:avLst/>
              <a:gdLst/>
              <a:ahLst/>
              <a:cxnLst/>
              <a:rect l="l" t="t" r="r" b="b"/>
              <a:pathLst>
                <a:path w="21282" h="6048" extrusionOk="0">
                  <a:moveTo>
                    <a:pt x="10972" y="1"/>
                  </a:moveTo>
                  <a:cubicBezTo>
                    <a:pt x="8963" y="628"/>
                    <a:pt x="3151" y="2414"/>
                    <a:pt x="1729" y="2592"/>
                  </a:cubicBezTo>
                  <a:cubicBezTo>
                    <a:pt x="1" y="2808"/>
                    <a:pt x="434" y="3672"/>
                    <a:pt x="2377" y="4536"/>
                  </a:cubicBezTo>
                  <a:cubicBezTo>
                    <a:pt x="4321" y="5400"/>
                    <a:pt x="6697" y="6048"/>
                    <a:pt x="12095" y="6048"/>
                  </a:cubicBezTo>
                  <a:cubicBezTo>
                    <a:pt x="17494" y="6048"/>
                    <a:pt x="20950" y="6048"/>
                    <a:pt x="21166" y="4752"/>
                  </a:cubicBezTo>
                  <a:cubicBezTo>
                    <a:pt x="21281" y="4059"/>
                    <a:pt x="20346" y="2813"/>
                    <a:pt x="19059" y="1407"/>
                  </a:cubicBezTo>
                  <a:cubicBezTo>
                    <a:pt x="17167" y="3230"/>
                    <a:pt x="15000" y="3554"/>
                    <a:pt x="13699" y="3554"/>
                  </a:cubicBezTo>
                  <a:cubicBezTo>
                    <a:pt x="12982" y="3554"/>
                    <a:pt x="12528" y="3456"/>
                    <a:pt x="12528" y="3456"/>
                  </a:cubicBezTo>
                  <a:lnTo>
                    <a:pt x="109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4"/>
            <p:cNvSpPr/>
            <p:nvPr/>
          </p:nvSpPr>
          <p:spPr>
            <a:xfrm>
              <a:off x="4698975" y="4749625"/>
              <a:ext cx="533075" cy="166475"/>
            </a:xfrm>
            <a:custGeom>
              <a:avLst/>
              <a:gdLst/>
              <a:ahLst/>
              <a:cxnLst/>
              <a:rect l="l" t="t" r="r" b="b"/>
              <a:pathLst>
                <a:path w="21323" h="6659" extrusionOk="0">
                  <a:moveTo>
                    <a:pt x="10540" y="679"/>
                  </a:moveTo>
                  <a:lnTo>
                    <a:pt x="11983" y="3887"/>
                  </a:lnTo>
                  <a:cubicBezTo>
                    <a:pt x="12023" y="3975"/>
                    <a:pt x="12103" y="4039"/>
                    <a:pt x="12197" y="4060"/>
                  </a:cubicBezTo>
                  <a:cubicBezTo>
                    <a:pt x="12250" y="4072"/>
                    <a:pt x="12728" y="4170"/>
                    <a:pt x="13455" y="4170"/>
                  </a:cubicBezTo>
                  <a:cubicBezTo>
                    <a:pt x="14759" y="4170"/>
                    <a:pt x="16869" y="3853"/>
                    <a:pt x="18775" y="2148"/>
                  </a:cubicBezTo>
                  <a:cubicBezTo>
                    <a:pt x="20371" y="3926"/>
                    <a:pt x="20652" y="4684"/>
                    <a:pt x="20599" y="5007"/>
                  </a:cubicBezTo>
                  <a:cubicBezTo>
                    <a:pt x="20425" y="6046"/>
                    <a:pt x="16632" y="6046"/>
                    <a:pt x="11830" y="6046"/>
                  </a:cubicBezTo>
                  <a:cubicBezTo>
                    <a:pt x="6641" y="6046"/>
                    <a:pt x="4241" y="5452"/>
                    <a:pt x="2236" y="4562"/>
                  </a:cubicBezTo>
                  <a:cubicBezTo>
                    <a:pt x="905" y="3970"/>
                    <a:pt x="676" y="3555"/>
                    <a:pt x="687" y="3476"/>
                  </a:cubicBezTo>
                  <a:cubicBezTo>
                    <a:pt x="688" y="3474"/>
                    <a:pt x="773" y="3292"/>
                    <a:pt x="1502" y="3201"/>
                  </a:cubicBezTo>
                  <a:lnTo>
                    <a:pt x="1503" y="3201"/>
                  </a:lnTo>
                  <a:cubicBezTo>
                    <a:pt x="2876" y="3030"/>
                    <a:pt x="8088" y="1440"/>
                    <a:pt x="10540" y="679"/>
                  </a:cubicBezTo>
                  <a:close/>
                  <a:moveTo>
                    <a:pt x="10708" y="0"/>
                  </a:moveTo>
                  <a:cubicBezTo>
                    <a:pt x="10677" y="0"/>
                    <a:pt x="10647" y="5"/>
                    <a:pt x="10616" y="14"/>
                  </a:cubicBezTo>
                  <a:cubicBezTo>
                    <a:pt x="8817" y="575"/>
                    <a:pt x="2840" y="2418"/>
                    <a:pt x="1426" y="2594"/>
                  </a:cubicBezTo>
                  <a:cubicBezTo>
                    <a:pt x="1117" y="2633"/>
                    <a:pt x="177" y="2750"/>
                    <a:pt x="83" y="3386"/>
                  </a:cubicBezTo>
                  <a:cubicBezTo>
                    <a:pt x="1" y="3939"/>
                    <a:pt x="641" y="4523"/>
                    <a:pt x="1987" y="5121"/>
                  </a:cubicBezTo>
                  <a:cubicBezTo>
                    <a:pt x="4064" y="6044"/>
                    <a:pt x="6533" y="6659"/>
                    <a:pt x="11830" y="6659"/>
                  </a:cubicBezTo>
                  <a:cubicBezTo>
                    <a:pt x="17707" y="6659"/>
                    <a:pt x="20944" y="6659"/>
                    <a:pt x="21202" y="5107"/>
                  </a:cubicBezTo>
                  <a:cubicBezTo>
                    <a:pt x="21323" y="4384"/>
                    <a:pt x="20669" y="3307"/>
                    <a:pt x="19019" y="1505"/>
                  </a:cubicBezTo>
                  <a:cubicBezTo>
                    <a:pt x="18963" y="1444"/>
                    <a:pt x="18885" y="1409"/>
                    <a:pt x="18803" y="1406"/>
                  </a:cubicBezTo>
                  <a:cubicBezTo>
                    <a:pt x="18800" y="1406"/>
                    <a:pt x="18797" y="1405"/>
                    <a:pt x="18795" y="1405"/>
                  </a:cubicBezTo>
                  <a:cubicBezTo>
                    <a:pt x="18716" y="1405"/>
                    <a:pt x="18639" y="1436"/>
                    <a:pt x="18581" y="1491"/>
                  </a:cubicBezTo>
                  <a:cubicBezTo>
                    <a:pt x="16764" y="3243"/>
                    <a:pt x="14660" y="3549"/>
                    <a:pt x="13414" y="3549"/>
                  </a:cubicBezTo>
                  <a:cubicBezTo>
                    <a:pt x="12981" y="3549"/>
                    <a:pt x="12652" y="3512"/>
                    <a:pt x="12474" y="3486"/>
                  </a:cubicBezTo>
                  <a:lnTo>
                    <a:pt x="10986" y="180"/>
                  </a:lnTo>
                  <a:cubicBezTo>
                    <a:pt x="10935" y="69"/>
                    <a:pt x="10825" y="0"/>
                    <a:pt x="10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54"/>
            <p:cNvSpPr/>
            <p:nvPr/>
          </p:nvSpPr>
          <p:spPr>
            <a:xfrm>
              <a:off x="1589875" y="4217350"/>
              <a:ext cx="1146850" cy="742900"/>
            </a:xfrm>
            <a:custGeom>
              <a:avLst/>
              <a:gdLst/>
              <a:ahLst/>
              <a:cxnLst/>
              <a:rect l="l" t="t" r="r" b="b"/>
              <a:pathLst>
                <a:path w="45874" h="29716" extrusionOk="0">
                  <a:moveTo>
                    <a:pt x="3832" y="1"/>
                  </a:moveTo>
                  <a:cubicBezTo>
                    <a:pt x="3832" y="1"/>
                    <a:pt x="2537" y="1"/>
                    <a:pt x="2753" y="2592"/>
                  </a:cubicBezTo>
                  <a:cubicBezTo>
                    <a:pt x="2753" y="2592"/>
                    <a:pt x="5776" y="8207"/>
                    <a:pt x="5560" y="10151"/>
                  </a:cubicBezTo>
                  <a:cubicBezTo>
                    <a:pt x="5384" y="11739"/>
                    <a:pt x="1605" y="23842"/>
                    <a:pt x="227" y="28226"/>
                  </a:cubicBezTo>
                  <a:cubicBezTo>
                    <a:pt x="1" y="28943"/>
                    <a:pt x="544" y="29658"/>
                    <a:pt x="1277" y="29658"/>
                  </a:cubicBezTo>
                  <a:cubicBezTo>
                    <a:pt x="1311" y="29658"/>
                    <a:pt x="1346" y="29657"/>
                    <a:pt x="1381" y="29653"/>
                  </a:cubicBezTo>
                  <a:cubicBezTo>
                    <a:pt x="1820" y="29614"/>
                    <a:pt x="2194" y="29316"/>
                    <a:pt x="2330" y="28896"/>
                  </a:cubicBezTo>
                  <a:lnTo>
                    <a:pt x="8367" y="10367"/>
                  </a:lnTo>
                  <a:cubicBezTo>
                    <a:pt x="8367" y="10367"/>
                    <a:pt x="9447" y="9071"/>
                    <a:pt x="12903" y="8423"/>
                  </a:cubicBezTo>
                  <a:cubicBezTo>
                    <a:pt x="15550" y="7927"/>
                    <a:pt x="28720" y="7303"/>
                    <a:pt x="34735" y="7039"/>
                  </a:cubicBezTo>
                  <a:cubicBezTo>
                    <a:pt x="34799" y="7036"/>
                    <a:pt x="34864" y="7035"/>
                    <a:pt x="34929" y="7035"/>
                  </a:cubicBezTo>
                  <a:cubicBezTo>
                    <a:pt x="37143" y="7035"/>
                    <a:pt x="39053" y="8703"/>
                    <a:pt x="39243" y="10929"/>
                  </a:cubicBezTo>
                  <a:cubicBezTo>
                    <a:pt x="39245" y="10956"/>
                    <a:pt x="39248" y="10985"/>
                    <a:pt x="39250" y="11015"/>
                  </a:cubicBezTo>
                  <a:cubicBezTo>
                    <a:pt x="39441" y="13508"/>
                    <a:pt x="43551" y="26391"/>
                    <a:pt x="44469" y="29244"/>
                  </a:cubicBezTo>
                  <a:cubicBezTo>
                    <a:pt x="44561" y="29528"/>
                    <a:pt x="44825" y="29715"/>
                    <a:pt x="45116" y="29715"/>
                  </a:cubicBezTo>
                  <a:cubicBezTo>
                    <a:pt x="45154" y="29715"/>
                    <a:pt x="45193" y="29712"/>
                    <a:pt x="45232" y="29705"/>
                  </a:cubicBezTo>
                  <a:cubicBezTo>
                    <a:pt x="45618" y="29643"/>
                    <a:pt x="45873" y="29269"/>
                    <a:pt x="45790" y="28886"/>
                  </a:cubicBezTo>
                  <a:cubicBezTo>
                    <a:pt x="45055" y="25547"/>
                    <a:pt x="41903" y="11116"/>
                    <a:pt x="40762" y="3888"/>
                  </a:cubicBezTo>
                  <a:cubicBezTo>
                    <a:pt x="40762" y="3888"/>
                    <a:pt x="31820" y="4310"/>
                    <a:pt x="23848" y="4310"/>
                  </a:cubicBezTo>
                  <a:cubicBezTo>
                    <a:pt x="19064" y="4310"/>
                    <a:pt x="14630" y="4158"/>
                    <a:pt x="12687" y="3672"/>
                  </a:cubicBezTo>
                  <a:cubicBezTo>
                    <a:pt x="7503" y="2376"/>
                    <a:pt x="3832" y="1"/>
                    <a:pt x="3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54"/>
            <p:cNvSpPr/>
            <p:nvPr/>
          </p:nvSpPr>
          <p:spPr>
            <a:xfrm>
              <a:off x="1584700" y="4209700"/>
              <a:ext cx="1158875" cy="758225"/>
            </a:xfrm>
            <a:custGeom>
              <a:avLst/>
              <a:gdLst/>
              <a:ahLst/>
              <a:cxnLst/>
              <a:rect l="l" t="t" r="r" b="b"/>
              <a:pathLst>
                <a:path w="46355" h="30329" extrusionOk="0">
                  <a:moveTo>
                    <a:pt x="3973" y="626"/>
                  </a:moveTo>
                  <a:cubicBezTo>
                    <a:pt x="4598" y="1012"/>
                    <a:pt x="8115" y="3098"/>
                    <a:pt x="12819" y="4276"/>
                  </a:cubicBezTo>
                  <a:cubicBezTo>
                    <a:pt x="14802" y="4771"/>
                    <a:pt x="19272" y="4926"/>
                    <a:pt x="24082" y="4926"/>
                  </a:cubicBezTo>
                  <a:cubicBezTo>
                    <a:pt x="31209" y="4926"/>
                    <a:pt x="39081" y="4586"/>
                    <a:pt x="40710" y="4513"/>
                  </a:cubicBezTo>
                  <a:cubicBezTo>
                    <a:pt x="41899" y="11909"/>
                    <a:pt x="45068" y="26398"/>
                    <a:pt x="45698" y="29257"/>
                  </a:cubicBezTo>
                  <a:cubicBezTo>
                    <a:pt x="45721" y="29358"/>
                    <a:pt x="45700" y="29463"/>
                    <a:pt x="45643" y="29548"/>
                  </a:cubicBezTo>
                  <a:cubicBezTo>
                    <a:pt x="45566" y="29662"/>
                    <a:pt x="45447" y="29715"/>
                    <a:pt x="45329" y="29715"/>
                  </a:cubicBezTo>
                  <a:cubicBezTo>
                    <a:pt x="45176" y="29715"/>
                    <a:pt x="45023" y="29624"/>
                    <a:pt x="44967" y="29455"/>
                  </a:cubicBezTo>
                  <a:cubicBezTo>
                    <a:pt x="44131" y="26857"/>
                    <a:pt x="39952" y="13766"/>
                    <a:pt x="39763" y="11298"/>
                  </a:cubicBezTo>
                  <a:lnTo>
                    <a:pt x="39755" y="11208"/>
                  </a:lnTo>
                  <a:cubicBezTo>
                    <a:pt x="39551" y="8831"/>
                    <a:pt x="37545" y="7035"/>
                    <a:pt x="35141" y="7035"/>
                  </a:cubicBezTo>
                  <a:cubicBezTo>
                    <a:pt x="35070" y="7035"/>
                    <a:pt x="34999" y="7036"/>
                    <a:pt x="34927" y="7040"/>
                  </a:cubicBezTo>
                  <a:cubicBezTo>
                    <a:pt x="29246" y="7289"/>
                    <a:pt x="15744" y="7925"/>
                    <a:pt x="13052" y="8429"/>
                  </a:cubicBezTo>
                  <a:cubicBezTo>
                    <a:pt x="9529" y="9089"/>
                    <a:pt x="8386" y="10421"/>
                    <a:pt x="8338" y="10477"/>
                  </a:cubicBezTo>
                  <a:cubicBezTo>
                    <a:pt x="8314" y="10507"/>
                    <a:pt x="8295" y="10541"/>
                    <a:pt x="8283" y="10578"/>
                  </a:cubicBezTo>
                  <a:lnTo>
                    <a:pt x="2246" y="29108"/>
                  </a:lnTo>
                  <a:cubicBezTo>
                    <a:pt x="2147" y="29411"/>
                    <a:pt x="1877" y="29626"/>
                    <a:pt x="1560" y="29655"/>
                  </a:cubicBezTo>
                  <a:cubicBezTo>
                    <a:pt x="1534" y="29657"/>
                    <a:pt x="1508" y="29658"/>
                    <a:pt x="1483" y="29658"/>
                  </a:cubicBezTo>
                  <a:cubicBezTo>
                    <a:pt x="954" y="29658"/>
                    <a:pt x="563" y="29141"/>
                    <a:pt x="726" y="28623"/>
                  </a:cubicBezTo>
                  <a:cubicBezTo>
                    <a:pt x="2273" y="23702"/>
                    <a:pt x="5893" y="12082"/>
                    <a:pt x="6071" y="10491"/>
                  </a:cubicBezTo>
                  <a:cubicBezTo>
                    <a:pt x="6286" y="8561"/>
                    <a:pt x="3597" y="3444"/>
                    <a:pt x="3260" y="2810"/>
                  </a:cubicBezTo>
                  <a:cubicBezTo>
                    <a:pt x="3173" y="1644"/>
                    <a:pt x="3412" y="1102"/>
                    <a:pt x="3630" y="853"/>
                  </a:cubicBezTo>
                  <a:cubicBezTo>
                    <a:pt x="3761" y="704"/>
                    <a:pt x="3895" y="648"/>
                    <a:pt x="3973" y="626"/>
                  </a:cubicBezTo>
                  <a:close/>
                  <a:moveTo>
                    <a:pt x="4039" y="1"/>
                  </a:moveTo>
                  <a:cubicBezTo>
                    <a:pt x="3993" y="1"/>
                    <a:pt x="3572" y="12"/>
                    <a:pt x="3195" y="422"/>
                  </a:cubicBezTo>
                  <a:cubicBezTo>
                    <a:pt x="2740" y="917"/>
                    <a:pt x="2558" y="1759"/>
                    <a:pt x="2654" y="2923"/>
                  </a:cubicBezTo>
                  <a:cubicBezTo>
                    <a:pt x="2658" y="2965"/>
                    <a:pt x="2670" y="3006"/>
                    <a:pt x="2690" y="3043"/>
                  </a:cubicBezTo>
                  <a:cubicBezTo>
                    <a:pt x="3518" y="4581"/>
                    <a:pt x="5631" y="8907"/>
                    <a:pt x="5463" y="10423"/>
                  </a:cubicBezTo>
                  <a:cubicBezTo>
                    <a:pt x="5288" y="12004"/>
                    <a:pt x="1346" y="24612"/>
                    <a:pt x="142" y="28438"/>
                  </a:cubicBezTo>
                  <a:cubicBezTo>
                    <a:pt x="0" y="28888"/>
                    <a:pt x="93" y="29378"/>
                    <a:pt x="388" y="29745"/>
                  </a:cubicBezTo>
                  <a:cubicBezTo>
                    <a:pt x="659" y="30080"/>
                    <a:pt x="1067" y="30269"/>
                    <a:pt x="1495" y="30269"/>
                  </a:cubicBezTo>
                  <a:cubicBezTo>
                    <a:pt x="1535" y="30269"/>
                    <a:pt x="1575" y="30267"/>
                    <a:pt x="1615" y="30264"/>
                  </a:cubicBezTo>
                  <a:cubicBezTo>
                    <a:pt x="2177" y="30213"/>
                    <a:pt x="2653" y="29833"/>
                    <a:pt x="2828" y="29297"/>
                  </a:cubicBezTo>
                  <a:lnTo>
                    <a:pt x="8845" y="10833"/>
                  </a:lnTo>
                  <a:cubicBezTo>
                    <a:pt x="9055" y="10622"/>
                    <a:pt x="10217" y="9583"/>
                    <a:pt x="13166" y="9030"/>
                  </a:cubicBezTo>
                  <a:cubicBezTo>
                    <a:pt x="15818" y="8534"/>
                    <a:pt x="29287" y="7901"/>
                    <a:pt x="34955" y="7652"/>
                  </a:cubicBezTo>
                  <a:cubicBezTo>
                    <a:pt x="35025" y="7649"/>
                    <a:pt x="35096" y="7647"/>
                    <a:pt x="35166" y="7647"/>
                  </a:cubicBezTo>
                  <a:cubicBezTo>
                    <a:pt x="37231" y="7647"/>
                    <a:pt x="38969" y="9211"/>
                    <a:pt x="39146" y="11260"/>
                  </a:cubicBezTo>
                  <a:lnTo>
                    <a:pt x="39152" y="11343"/>
                  </a:lnTo>
                  <a:cubicBezTo>
                    <a:pt x="39343" y="13817"/>
                    <a:pt x="43204" y="25976"/>
                    <a:pt x="44384" y="29644"/>
                  </a:cubicBezTo>
                  <a:cubicBezTo>
                    <a:pt x="44514" y="30052"/>
                    <a:pt x="44892" y="30328"/>
                    <a:pt x="45320" y="30328"/>
                  </a:cubicBezTo>
                  <a:cubicBezTo>
                    <a:pt x="45321" y="30328"/>
                    <a:pt x="45322" y="30328"/>
                    <a:pt x="45322" y="30328"/>
                  </a:cubicBezTo>
                  <a:cubicBezTo>
                    <a:pt x="45654" y="30328"/>
                    <a:pt x="45964" y="30165"/>
                    <a:pt x="46149" y="29891"/>
                  </a:cubicBezTo>
                  <a:cubicBezTo>
                    <a:pt x="46302" y="29668"/>
                    <a:pt x="46355" y="29391"/>
                    <a:pt x="46295" y="29126"/>
                  </a:cubicBezTo>
                  <a:cubicBezTo>
                    <a:pt x="45658" y="26234"/>
                    <a:pt x="42422" y="11436"/>
                    <a:pt x="41270" y="4146"/>
                  </a:cubicBezTo>
                  <a:cubicBezTo>
                    <a:pt x="41248" y="4002"/>
                    <a:pt x="41122" y="3888"/>
                    <a:pt x="40983" y="3888"/>
                  </a:cubicBezTo>
                  <a:cubicBezTo>
                    <a:pt x="40973" y="3888"/>
                    <a:pt x="40964" y="3888"/>
                    <a:pt x="40955" y="3889"/>
                  </a:cubicBezTo>
                  <a:cubicBezTo>
                    <a:pt x="40811" y="3895"/>
                    <a:pt x="31922" y="4307"/>
                    <a:pt x="24026" y="4307"/>
                  </a:cubicBezTo>
                  <a:cubicBezTo>
                    <a:pt x="19271" y="4307"/>
                    <a:pt x="14877" y="4158"/>
                    <a:pt x="12968" y="3681"/>
                  </a:cubicBezTo>
                  <a:cubicBezTo>
                    <a:pt x="7899" y="2414"/>
                    <a:pt x="4242" y="73"/>
                    <a:pt x="4205" y="50"/>
                  </a:cubicBezTo>
                  <a:cubicBezTo>
                    <a:pt x="4155" y="17"/>
                    <a:pt x="4098" y="1"/>
                    <a:pt x="40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4"/>
            <p:cNvSpPr/>
            <p:nvPr/>
          </p:nvSpPr>
          <p:spPr>
            <a:xfrm>
              <a:off x="1415725" y="3295925"/>
              <a:ext cx="388775" cy="1013250"/>
            </a:xfrm>
            <a:custGeom>
              <a:avLst/>
              <a:gdLst/>
              <a:ahLst/>
              <a:cxnLst/>
              <a:rect l="l" t="t" r="r" b="b"/>
              <a:pathLst>
                <a:path w="15551" h="40530" extrusionOk="0">
                  <a:moveTo>
                    <a:pt x="8959" y="0"/>
                  </a:moveTo>
                  <a:cubicBezTo>
                    <a:pt x="8255" y="0"/>
                    <a:pt x="7775" y="1441"/>
                    <a:pt x="7775" y="1441"/>
                  </a:cubicBezTo>
                  <a:cubicBezTo>
                    <a:pt x="7775" y="1441"/>
                    <a:pt x="1" y="25844"/>
                    <a:pt x="1296" y="30163"/>
                  </a:cubicBezTo>
                  <a:cubicBezTo>
                    <a:pt x="2592" y="34482"/>
                    <a:pt x="8855" y="40530"/>
                    <a:pt x="11230" y="40530"/>
                  </a:cubicBezTo>
                  <a:cubicBezTo>
                    <a:pt x="13606" y="40530"/>
                    <a:pt x="15550" y="16774"/>
                    <a:pt x="15550" y="14613"/>
                  </a:cubicBezTo>
                  <a:cubicBezTo>
                    <a:pt x="15550" y="12454"/>
                    <a:pt x="11447" y="4679"/>
                    <a:pt x="10151" y="1440"/>
                  </a:cubicBezTo>
                  <a:cubicBezTo>
                    <a:pt x="9719" y="360"/>
                    <a:pt x="9311" y="0"/>
                    <a:pt x="8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4"/>
            <p:cNvSpPr/>
            <p:nvPr/>
          </p:nvSpPr>
          <p:spPr>
            <a:xfrm>
              <a:off x="1408075" y="3288275"/>
              <a:ext cx="404075" cy="1028550"/>
            </a:xfrm>
            <a:custGeom>
              <a:avLst/>
              <a:gdLst/>
              <a:ahLst/>
              <a:cxnLst/>
              <a:rect l="l" t="t" r="r" b="b"/>
              <a:pathLst>
                <a:path w="16163" h="41142" extrusionOk="0">
                  <a:moveTo>
                    <a:pt x="9277" y="612"/>
                  </a:moveTo>
                  <a:cubicBezTo>
                    <a:pt x="9402" y="612"/>
                    <a:pt x="9730" y="755"/>
                    <a:pt x="10171" y="1860"/>
                  </a:cubicBezTo>
                  <a:cubicBezTo>
                    <a:pt x="10587" y="2896"/>
                    <a:pt x="11293" y="4408"/>
                    <a:pt x="12041" y="6007"/>
                  </a:cubicBezTo>
                  <a:cubicBezTo>
                    <a:pt x="13604" y="9352"/>
                    <a:pt x="15550" y="13514"/>
                    <a:pt x="15550" y="14919"/>
                  </a:cubicBezTo>
                  <a:cubicBezTo>
                    <a:pt x="15550" y="16014"/>
                    <a:pt x="15059" y="22503"/>
                    <a:pt x="14283" y="28649"/>
                  </a:cubicBezTo>
                  <a:cubicBezTo>
                    <a:pt x="12828" y="40195"/>
                    <a:pt x="11665" y="40529"/>
                    <a:pt x="11536" y="40529"/>
                  </a:cubicBezTo>
                  <a:cubicBezTo>
                    <a:pt x="9466" y="40529"/>
                    <a:pt x="3202" y="34739"/>
                    <a:pt x="1895" y="30381"/>
                  </a:cubicBezTo>
                  <a:cubicBezTo>
                    <a:pt x="644" y="26210"/>
                    <a:pt x="8262" y="2187"/>
                    <a:pt x="8372" y="1841"/>
                  </a:cubicBezTo>
                  <a:cubicBezTo>
                    <a:pt x="8543" y="1331"/>
                    <a:pt x="8945" y="621"/>
                    <a:pt x="9257" y="614"/>
                  </a:cubicBezTo>
                  <a:cubicBezTo>
                    <a:pt x="9263" y="613"/>
                    <a:pt x="9270" y="612"/>
                    <a:pt x="9277" y="612"/>
                  </a:cubicBezTo>
                  <a:close/>
                  <a:moveTo>
                    <a:pt x="9241" y="1"/>
                  </a:moveTo>
                  <a:cubicBezTo>
                    <a:pt x="8375" y="26"/>
                    <a:pt x="7880" y="1379"/>
                    <a:pt x="7791" y="1649"/>
                  </a:cubicBezTo>
                  <a:cubicBezTo>
                    <a:pt x="7790" y="1650"/>
                    <a:pt x="7790" y="1653"/>
                    <a:pt x="7790" y="1654"/>
                  </a:cubicBezTo>
                  <a:cubicBezTo>
                    <a:pt x="7471" y="2654"/>
                    <a:pt x="1" y="26198"/>
                    <a:pt x="1309" y="30558"/>
                  </a:cubicBezTo>
                  <a:cubicBezTo>
                    <a:pt x="2648" y="35023"/>
                    <a:pt x="8983" y="41142"/>
                    <a:pt x="11536" y="41142"/>
                  </a:cubicBezTo>
                  <a:cubicBezTo>
                    <a:pt x="12071" y="41142"/>
                    <a:pt x="13325" y="41142"/>
                    <a:pt x="14892" y="28726"/>
                  </a:cubicBezTo>
                  <a:cubicBezTo>
                    <a:pt x="15669" y="22556"/>
                    <a:pt x="16162" y="16025"/>
                    <a:pt x="16162" y="14921"/>
                  </a:cubicBezTo>
                  <a:cubicBezTo>
                    <a:pt x="16162" y="13378"/>
                    <a:pt x="14268" y="9324"/>
                    <a:pt x="12596" y="5748"/>
                  </a:cubicBezTo>
                  <a:cubicBezTo>
                    <a:pt x="11852" y="4156"/>
                    <a:pt x="11148" y="2653"/>
                    <a:pt x="10741" y="1633"/>
                  </a:cubicBezTo>
                  <a:cubicBezTo>
                    <a:pt x="10295" y="518"/>
                    <a:pt x="9811" y="1"/>
                    <a:pt x="9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4"/>
            <p:cNvSpPr/>
            <p:nvPr/>
          </p:nvSpPr>
          <p:spPr>
            <a:xfrm>
              <a:off x="1718075" y="3628875"/>
              <a:ext cx="957850" cy="772475"/>
            </a:xfrm>
            <a:custGeom>
              <a:avLst/>
              <a:gdLst/>
              <a:ahLst/>
              <a:cxnLst/>
              <a:rect l="l" t="t" r="r" b="b"/>
              <a:pathLst>
                <a:path w="38314" h="30899" extrusionOk="0">
                  <a:moveTo>
                    <a:pt x="31532" y="0"/>
                  </a:moveTo>
                  <a:cubicBezTo>
                    <a:pt x="26996" y="0"/>
                    <a:pt x="7559" y="216"/>
                    <a:pt x="3887" y="2375"/>
                  </a:cubicBezTo>
                  <a:cubicBezTo>
                    <a:pt x="216" y="4536"/>
                    <a:pt x="0" y="20732"/>
                    <a:pt x="0" y="24404"/>
                  </a:cubicBezTo>
                  <a:cubicBezTo>
                    <a:pt x="0" y="28075"/>
                    <a:pt x="3671" y="30666"/>
                    <a:pt x="8639" y="30883"/>
                  </a:cubicBezTo>
                  <a:cubicBezTo>
                    <a:pt x="8875" y="30893"/>
                    <a:pt x="9148" y="30898"/>
                    <a:pt x="9455" y="30898"/>
                  </a:cubicBezTo>
                  <a:cubicBezTo>
                    <a:pt x="15578" y="30898"/>
                    <a:pt x="34862" y="28939"/>
                    <a:pt x="36713" y="28939"/>
                  </a:cubicBezTo>
                  <a:cubicBezTo>
                    <a:pt x="37733" y="28939"/>
                    <a:pt x="38114" y="27046"/>
                    <a:pt x="38191" y="24618"/>
                  </a:cubicBezTo>
                  <a:cubicBezTo>
                    <a:pt x="38314" y="20748"/>
                    <a:pt x="37661" y="15519"/>
                    <a:pt x="37592" y="14442"/>
                  </a:cubicBezTo>
                  <a:cubicBezTo>
                    <a:pt x="37357" y="10787"/>
                    <a:pt x="37114" y="0"/>
                    <a:pt x="315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4"/>
            <p:cNvSpPr/>
            <p:nvPr/>
          </p:nvSpPr>
          <p:spPr>
            <a:xfrm>
              <a:off x="1710425" y="3621200"/>
              <a:ext cx="972500" cy="787800"/>
            </a:xfrm>
            <a:custGeom>
              <a:avLst/>
              <a:gdLst/>
              <a:ahLst/>
              <a:cxnLst/>
              <a:rect l="l" t="t" r="r" b="b"/>
              <a:pathLst>
                <a:path w="38900" h="31512" extrusionOk="0">
                  <a:moveTo>
                    <a:pt x="31838" y="613"/>
                  </a:moveTo>
                  <a:cubicBezTo>
                    <a:pt x="36777" y="614"/>
                    <a:pt x="37316" y="9987"/>
                    <a:pt x="37546" y="13990"/>
                  </a:cubicBezTo>
                  <a:lnTo>
                    <a:pt x="37593" y="14768"/>
                  </a:lnTo>
                  <a:cubicBezTo>
                    <a:pt x="37607" y="15000"/>
                    <a:pt x="37649" y="15419"/>
                    <a:pt x="37704" y="15974"/>
                  </a:cubicBezTo>
                  <a:cubicBezTo>
                    <a:pt x="37907" y="18040"/>
                    <a:pt x="38286" y="21887"/>
                    <a:pt x="38191" y="24916"/>
                  </a:cubicBezTo>
                  <a:cubicBezTo>
                    <a:pt x="38077" y="28547"/>
                    <a:pt x="37334" y="28939"/>
                    <a:pt x="37020" y="28939"/>
                  </a:cubicBezTo>
                  <a:cubicBezTo>
                    <a:pt x="36350" y="28939"/>
                    <a:pt x="33605" y="29177"/>
                    <a:pt x="29805" y="29506"/>
                  </a:cubicBezTo>
                  <a:cubicBezTo>
                    <a:pt x="23303" y="30068"/>
                    <a:pt x="13712" y="30898"/>
                    <a:pt x="9763" y="30898"/>
                  </a:cubicBezTo>
                  <a:cubicBezTo>
                    <a:pt x="9460" y="30898"/>
                    <a:pt x="9190" y="30893"/>
                    <a:pt x="8958" y="30883"/>
                  </a:cubicBezTo>
                  <a:cubicBezTo>
                    <a:pt x="4044" y="30669"/>
                    <a:pt x="612" y="28131"/>
                    <a:pt x="612" y="24711"/>
                  </a:cubicBezTo>
                  <a:cubicBezTo>
                    <a:pt x="612" y="15684"/>
                    <a:pt x="1591" y="4568"/>
                    <a:pt x="4348" y="2946"/>
                  </a:cubicBezTo>
                  <a:cubicBezTo>
                    <a:pt x="7479" y="1104"/>
                    <a:pt x="23101" y="613"/>
                    <a:pt x="31838" y="613"/>
                  </a:cubicBezTo>
                  <a:close/>
                  <a:moveTo>
                    <a:pt x="31838" y="1"/>
                  </a:moveTo>
                  <a:cubicBezTo>
                    <a:pt x="29413" y="1"/>
                    <a:pt x="8033" y="68"/>
                    <a:pt x="4038" y="2419"/>
                  </a:cubicBezTo>
                  <a:cubicBezTo>
                    <a:pt x="291" y="4623"/>
                    <a:pt x="0" y="20038"/>
                    <a:pt x="0" y="24711"/>
                  </a:cubicBezTo>
                  <a:cubicBezTo>
                    <a:pt x="0" y="28476"/>
                    <a:pt x="3673" y="31266"/>
                    <a:pt x="8931" y="31496"/>
                  </a:cubicBezTo>
                  <a:cubicBezTo>
                    <a:pt x="9175" y="31506"/>
                    <a:pt x="9455" y="31511"/>
                    <a:pt x="9769" y="31511"/>
                  </a:cubicBezTo>
                  <a:cubicBezTo>
                    <a:pt x="13721" y="31511"/>
                    <a:pt x="22969" y="30711"/>
                    <a:pt x="29858" y="30115"/>
                  </a:cubicBezTo>
                  <a:cubicBezTo>
                    <a:pt x="33500" y="29801"/>
                    <a:pt x="36376" y="29552"/>
                    <a:pt x="37020" y="29552"/>
                  </a:cubicBezTo>
                  <a:cubicBezTo>
                    <a:pt x="38137" y="29552"/>
                    <a:pt x="38704" y="28085"/>
                    <a:pt x="38802" y="24935"/>
                  </a:cubicBezTo>
                  <a:cubicBezTo>
                    <a:pt x="38900" y="21867"/>
                    <a:pt x="38518" y="17994"/>
                    <a:pt x="38313" y="15913"/>
                  </a:cubicBezTo>
                  <a:cubicBezTo>
                    <a:pt x="38259" y="15368"/>
                    <a:pt x="38218" y="14956"/>
                    <a:pt x="38203" y="14730"/>
                  </a:cubicBezTo>
                  <a:lnTo>
                    <a:pt x="38158" y="13954"/>
                  </a:lnTo>
                  <a:cubicBezTo>
                    <a:pt x="37917" y="9779"/>
                    <a:pt x="37355" y="2"/>
                    <a:pt x="318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4"/>
            <p:cNvSpPr/>
            <p:nvPr/>
          </p:nvSpPr>
          <p:spPr>
            <a:xfrm>
              <a:off x="2473925" y="4006350"/>
              <a:ext cx="458950" cy="244300"/>
            </a:xfrm>
            <a:custGeom>
              <a:avLst/>
              <a:gdLst/>
              <a:ahLst/>
              <a:cxnLst/>
              <a:rect l="l" t="t" r="r" b="b"/>
              <a:pathLst>
                <a:path w="18358" h="9772" extrusionOk="0">
                  <a:moveTo>
                    <a:pt x="8164" y="1"/>
                  </a:moveTo>
                  <a:cubicBezTo>
                    <a:pt x="4199" y="1"/>
                    <a:pt x="1" y="234"/>
                    <a:pt x="1" y="234"/>
                  </a:cubicBezTo>
                  <a:lnTo>
                    <a:pt x="2376" y="9737"/>
                  </a:lnTo>
                  <a:cubicBezTo>
                    <a:pt x="2376" y="9737"/>
                    <a:pt x="3504" y="9772"/>
                    <a:pt x="5141" y="9772"/>
                  </a:cubicBezTo>
                  <a:cubicBezTo>
                    <a:pt x="9234" y="9772"/>
                    <a:pt x="16506" y="9551"/>
                    <a:pt x="17277" y="8008"/>
                  </a:cubicBezTo>
                  <a:cubicBezTo>
                    <a:pt x="18358" y="5849"/>
                    <a:pt x="17277" y="1314"/>
                    <a:pt x="14470" y="450"/>
                  </a:cubicBezTo>
                  <a:cubicBezTo>
                    <a:pt x="13347" y="105"/>
                    <a:pt x="10807" y="1"/>
                    <a:pt x="81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54"/>
            <p:cNvSpPr/>
            <p:nvPr/>
          </p:nvSpPr>
          <p:spPr>
            <a:xfrm>
              <a:off x="2465350" y="3998650"/>
              <a:ext cx="463725" cy="259800"/>
            </a:xfrm>
            <a:custGeom>
              <a:avLst/>
              <a:gdLst/>
              <a:ahLst/>
              <a:cxnLst/>
              <a:rect l="l" t="t" r="r" b="b"/>
              <a:pathLst>
                <a:path w="18549" h="10392" extrusionOk="0">
                  <a:moveTo>
                    <a:pt x="8542" y="615"/>
                  </a:moveTo>
                  <a:cubicBezTo>
                    <a:pt x="11148" y="615"/>
                    <a:pt x="13637" y="716"/>
                    <a:pt x="14724" y="1051"/>
                  </a:cubicBezTo>
                  <a:cubicBezTo>
                    <a:pt x="15739" y="1364"/>
                    <a:pt x="16605" y="2250"/>
                    <a:pt x="17161" y="3548"/>
                  </a:cubicBezTo>
                  <a:cubicBezTo>
                    <a:pt x="17840" y="5135"/>
                    <a:pt x="17916" y="7040"/>
                    <a:pt x="17347" y="8180"/>
                  </a:cubicBezTo>
                  <a:cubicBezTo>
                    <a:pt x="16743" y="9389"/>
                    <a:pt x="10617" y="9781"/>
                    <a:pt x="5545" y="9781"/>
                  </a:cubicBezTo>
                  <a:cubicBezTo>
                    <a:pt x="4637" y="9781"/>
                    <a:pt x="3763" y="9768"/>
                    <a:pt x="2960" y="9746"/>
                  </a:cubicBezTo>
                  <a:lnTo>
                    <a:pt x="731" y="829"/>
                  </a:lnTo>
                  <a:cubicBezTo>
                    <a:pt x="1845" y="773"/>
                    <a:pt x="5285" y="615"/>
                    <a:pt x="8542" y="615"/>
                  </a:cubicBezTo>
                  <a:close/>
                  <a:moveTo>
                    <a:pt x="8475" y="1"/>
                  </a:moveTo>
                  <a:cubicBezTo>
                    <a:pt x="4635" y="1"/>
                    <a:pt x="608" y="221"/>
                    <a:pt x="326" y="236"/>
                  </a:cubicBezTo>
                  <a:cubicBezTo>
                    <a:pt x="134" y="246"/>
                    <a:pt x="0" y="429"/>
                    <a:pt x="47" y="616"/>
                  </a:cubicBezTo>
                  <a:lnTo>
                    <a:pt x="2422" y="10118"/>
                  </a:lnTo>
                  <a:cubicBezTo>
                    <a:pt x="2455" y="10251"/>
                    <a:pt x="2572" y="10346"/>
                    <a:pt x="2710" y="10350"/>
                  </a:cubicBezTo>
                  <a:cubicBezTo>
                    <a:pt x="3079" y="10361"/>
                    <a:pt x="4184" y="10391"/>
                    <a:pt x="5645" y="10391"/>
                  </a:cubicBezTo>
                  <a:cubicBezTo>
                    <a:pt x="9869" y="10391"/>
                    <a:pt x="17051" y="10140"/>
                    <a:pt x="17894" y="8454"/>
                  </a:cubicBezTo>
                  <a:cubicBezTo>
                    <a:pt x="18549" y="7144"/>
                    <a:pt x="18480" y="5076"/>
                    <a:pt x="17722" y="3307"/>
                  </a:cubicBezTo>
                  <a:cubicBezTo>
                    <a:pt x="17095" y="1840"/>
                    <a:pt x="16094" y="832"/>
                    <a:pt x="14903" y="466"/>
                  </a:cubicBezTo>
                  <a:cubicBezTo>
                    <a:pt x="13741" y="108"/>
                    <a:pt x="11153" y="1"/>
                    <a:pt x="84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4"/>
            <p:cNvSpPr/>
            <p:nvPr/>
          </p:nvSpPr>
          <p:spPr>
            <a:xfrm>
              <a:off x="1664075" y="3553950"/>
              <a:ext cx="896250" cy="783800"/>
            </a:xfrm>
            <a:custGeom>
              <a:avLst/>
              <a:gdLst/>
              <a:ahLst/>
              <a:cxnLst/>
              <a:rect l="l" t="t" r="r" b="b"/>
              <a:pathLst>
                <a:path w="35850" h="31352" extrusionOk="0">
                  <a:moveTo>
                    <a:pt x="20793" y="1"/>
                  </a:moveTo>
                  <a:cubicBezTo>
                    <a:pt x="17839" y="1"/>
                    <a:pt x="14893" y="161"/>
                    <a:pt x="12527" y="621"/>
                  </a:cubicBezTo>
                  <a:cubicBezTo>
                    <a:pt x="4752" y="2133"/>
                    <a:pt x="1512" y="6667"/>
                    <a:pt x="1296" y="7532"/>
                  </a:cubicBezTo>
                  <a:cubicBezTo>
                    <a:pt x="1296" y="7532"/>
                    <a:pt x="0" y="11635"/>
                    <a:pt x="216" y="16386"/>
                  </a:cubicBezTo>
                  <a:cubicBezTo>
                    <a:pt x="432" y="21137"/>
                    <a:pt x="1728" y="25888"/>
                    <a:pt x="8206" y="29777"/>
                  </a:cubicBezTo>
                  <a:cubicBezTo>
                    <a:pt x="10150" y="30943"/>
                    <a:pt x="13415" y="31351"/>
                    <a:pt x="17034" y="31351"/>
                  </a:cubicBezTo>
                  <a:cubicBezTo>
                    <a:pt x="25479" y="31351"/>
                    <a:pt x="35850" y="29129"/>
                    <a:pt x="35850" y="29129"/>
                  </a:cubicBezTo>
                  <a:lnTo>
                    <a:pt x="34339" y="837"/>
                  </a:lnTo>
                  <a:cubicBezTo>
                    <a:pt x="34339" y="837"/>
                    <a:pt x="27545" y="1"/>
                    <a:pt x="207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4"/>
            <p:cNvSpPr/>
            <p:nvPr/>
          </p:nvSpPr>
          <p:spPr>
            <a:xfrm>
              <a:off x="1656550" y="3546425"/>
              <a:ext cx="911625" cy="799150"/>
            </a:xfrm>
            <a:custGeom>
              <a:avLst/>
              <a:gdLst/>
              <a:ahLst/>
              <a:cxnLst/>
              <a:rect l="l" t="t" r="r" b="b"/>
              <a:pathLst>
                <a:path w="36465" h="31966" extrusionOk="0">
                  <a:moveTo>
                    <a:pt x="21066" y="611"/>
                  </a:moveTo>
                  <a:cubicBezTo>
                    <a:pt x="27026" y="611"/>
                    <a:pt x="33051" y="1262"/>
                    <a:pt x="34347" y="1412"/>
                  </a:cubicBezTo>
                  <a:lnTo>
                    <a:pt x="35832" y="29183"/>
                  </a:lnTo>
                  <a:cubicBezTo>
                    <a:pt x="34181" y="29520"/>
                    <a:pt x="24908" y="31343"/>
                    <a:pt x="17296" y="31343"/>
                  </a:cubicBezTo>
                  <a:cubicBezTo>
                    <a:pt x="13742" y="31343"/>
                    <a:pt x="10550" y="30945"/>
                    <a:pt x="8666" y="29814"/>
                  </a:cubicBezTo>
                  <a:cubicBezTo>
                    <a:pt x="2119" y="25886"/>
                    <a:pt x="1028" y="21177"/>
                    <a:pt x="823" y="16673"/>
                  </a:cubicBezTo>
                  <a:cubicBezTo>
                    <a:pt x="612" y="12035"/>
                    <a:pt x="1876" y="7965"/>
                    <a:pt x="1890" y="7924"/>
                  </a:cubicBezTo>
                  <a:cubicBezTo>
                    <a:pt x="1891" y="7919"/>
                    <a:pt x="1893" y="7912"/>
                    <a:pt x="1894" y="7907"/>
                  </a:cubicBezTo>
                  <a:cubicBezTo>
                    <a:pt x="2044" y="7312"/>
                    <a:pt x="5035" y="2749"/>
                    <a:pt x="12885" y="1222"/>
                  </a:cubicBezTo>
                  <a:cubicBezTo>
                    <a:pt x="15216" y="768"/>
                    <a:pt x="18133" y="611"/>
                    <a:pt x="21066" y="611"/>
                  </a:cubicBezTo>
                  <a:close/>
                  <a:moveTo>
                    <a:pt x="21065" y="1"/>
                  </a:moveTo>
                  <a:cubicBezTo>
                    <a:pt x="18095" y="1"/>
                    <a:pt x="15137" y="161"/>
                    <a:pt x="12769" y="621"/>
                  </a:cubicBezTo>
                  <a:cubicBezTo>
                    <a:pt x="5047" y="2123"/>
                    <a:pt x="1603" y="6597"/>
                    <a:pt x="1302" y="7749"/>
                  </a:cubicBezTo>
                  <a:cubicBezTo>
                    <a:pt x="1235" y="7969"/>
                    <a:pt x="1" y="12056"/>
                    <a:pt x="211" y="16700"/>
                  </a:cubicBezTo>
                  <a:cubicBezTo>
                    <a:pt x="414" y="21151"/>
                    <a:pt x="1538" y="26252"/>
                    <a:pt x="8350" y="30339"/>
                  </a:cubicBezTo>
                  <a:cubicBezTo>
                    <a:pt x="10360" y="31544"/>
                    <a:pt x="13701" y="31965"/>
                    <a:pt x="17387" y="31965"/>
                  </a:cubicBezTo>
                  <a:cubicBezTo>
                    <a:pt x="25639" y="31965"/>
                    <a:pt x="35615" y="29857"/>
                    <a:pt x="36215" y="29728"/>
                  </a:cubicBezTo>
                  <a:cubicBezTo>
                    <a:pt x="36362" y="29697"/>
                    <a:pt x="36464" y="29563"/>
                    <a:pt x="36457" y="29412"/>
                  </a:cubicBezTo>
                  <a:lnTo>
                    <a:pt x="34946" y="1122"/>
                  </a:lnTo>
                  <a:cubicBezTo>
                    <a:pt x="34937" y="973"/>
                    <a:pt x="34824" y="852"/>
                    <a:pt x="34676" y="834"/>
                  </a:cubicBezTo>
                  <a:cubicBezTo>
                    <a:pt x="34580" y="822"/>
                    <a:pt x="27794" y="1"/>
                    <a:pt x="2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54"/>
            <p:cNvSpPr/>
            <p:nvPr/>
          </p:nvSpPr>
          <p:spPr>
            <a:xfrm>
              <a:off x="4012150" y="1253575"/>
              <a:ext cx="248675" cy="593700"/>
            </a:xfrm>
            <a:custGeom>
              <a:avLst/>
              <a:gdLst/>
              <a:ahLst/>
              <a:cxnLst/>
              <a:rect l="l" t="t" r="r" b="b"/>
              <a:pathLst>
                <a:path w="9947" h="23748" extrusionOk="0">
                  <a:moveTo>
                    <a:pt x="8625" y="0"/>
                  </a:moveTo>
                  <a:cubicBezTo>
                    <a:pt x="8606" y="0"/>
                    <a:pt x="8585" y="1"/>
                    <a:pt x="8565" y="3"/>
                  </a:cubicBezTo>
                  <a:cubicBezTo>
                    <a:pt x="8565" y="3"/>
                    <a:pt x="6135" y="2433"/>
                    <a:pt x="4977" y="5674"/>
                  </a:cubicBezTo>
                  <a:cubicBezTo>
                    <a:pt x="3819" y="8915"/>
                    <a:pt x="1" y="18636"/>
                    <a:pt x="117" y="20488"/>
                  </a:cubicBezTo>
                  <a:cubicBezTo>
                    <a:pt x="210" y="21969"/>
                    <a:pt x="1265" y="23747"/>
                    <a:pt x="2513" y="23747"/>
                  </a:cubicBezTo>
                  <a:cubicBezTo>
                    <a:pt x="2825" y="23747"/>
                    <a:pt x="3148" y="23636"/>
                    <a:pt x="3473" y="23381"/>
                  </a:cubicBezTo>
                  <a:cubicBezTo>
                    <a:pt x="5092" y="22109"/>
                    <a:pt x="9027" y="15280"/>
                    <a:pt x="9258" y="14932"/>
                  </a:cubicBezTo>
                  <a:cubicBezTo>
                    <a:pt x="9490" y="14585"/>
                    <a:pt x="9721" y="9725"/>
                    <a:pt x="9721" y="6716"/>
                  </a:cubicBezTo>
                  <a:cubicBezTo>
                    <a:pt x="9721" y="3751"/>
                    <a:pt x="9946" y="0"/>
                    <a:pt x="8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54"/>
            <p:cNvSpPr/>
            <p:nvPr/>
          </p:nvSpPr>
          <p:spPr>
            <a:xfrm>
              <a:off x="4004975" y="1245925"/>
              <a:ext cx="259200" cy="609000"/>
            </a:xfrm>
            <a:custGeom>
              <a:avLst/>
              <a:gdLst/>
              <a:ahLst/>
              <a:cxnLst/>
              <a:rect l="l" t="t" r="r" b="b"/>
              <a:pathLst>
                <a:path w="10368" h="24360" extrusionOk="0">
                  <a:moveTo>
                    <a:pt x="8979" y="619"/>
                  </a:moveTo>
                  <a:lnTo>
                    <a:pt x="8979" y="619"/>
                  </a:lnTo>
                  <a:cubicBezTo>
                    <a:pt x="9040" y="632"/>
                    <a:pt x="9096" y="661"/>
                    <a:pt x="9140" y="706"/>
                  </a:cubicBezTo>
                  <a:cubicBezTo>
                    <a:pt x="9754" y="1275"/>
                    <a:pt x="9730" y="3824"/>
                    <a:pt x="9710" y="5872"/>
                  </a:cubicBezTo>
                  <a:cubicBezTo>
                    <a:pt x="9707" y="6262"/>
                    <a:pt x="9704" y="6648"/>
                    <a:pt x="9704" y="7022"/>
                  </a:cubicBezTo>
                  <a:cubicBezTo>
                    <a:pt x="9704" y="10128"/>
                    <a:pt x="9467" y="14652"/>
                    <a:pt x="9292" y="15069"/>
                  </a:cubicBezTo>
                  <a:cubicBezTo>
                    <a:pt x="9257" y="15120"/>
                    <a:pt x="9144" y="15307"/>
                    <a:pt x="8974" y="15595"/>
                  </a:cubicBezTo>
                  <a:cubicBezTo>
                    <a:pt x="6280" y="20105"/>
                    <a:pt x="4462" y="22746"/>
                    <a:pt x="3570" y="23447"/>
                  </a:cubicBezTo>
                  <a:cubicBezTo>
                    <a:pt x="3316" y="23646"/>
                    <a:pt x="3057" y="23746"/>
                    <a:pt x="2797" y="23746"/>
                  </a:cubicBezTo>
                  <a:cubicBezTo>
                    <a:pt x="2644" y="23746"/>
                    <a:pt x="2490" y="23711"/>
                    <a:pt x="2336" y="23642"/>
                  </a:cubicBezTo>
                  <a:cubicBezTo>
                    <a:pt x="1514" y="23274"/>
                    <a:pt x="784" y="21988"/>
                    <a:pt x="709" y="20775"/>
                  </a:cubicBezTo>
                  <a:cubicBezTo>
                    <a:pt x="620" y="19356"/>
                    <a:pt x="3110" y="12667"/>
                    <a:pt x="4599" y="8670"/>
                  </a:cubicBezTo>
                  <a:cubicBezTo>
                    <a:pt x="4988" y="7627"/>
                    <a:pt x="5323" y="6727"/>
                    <a:pt x="5553" y="6083"/>
                  </a:cubicBezTo>
                  <a:cubicBezTo>
                    <a:pt x="6548" y="3297"/>
                    <a:pt x="8534" y="1092"/>
                    <a:pt x="8979" y="619"/>
                  </a:cubicBezTo>
                  <a:close/>
                  <a:moveTo>
                    <a:pt x="8914" y="1"/>
                  </a:moveTo>
                  <a:cubicBezTo>
                    <a:pt x="8885" y="1"/>
                    <a:pt x="8856" y="2"/>
                    <a:pt x="8826" y="4"/>
                  </a:cubicBezTo>
                  <a:cubicBezTo>
                    <a:pt x="8754" y="10"/>
                    <a:pt x="8687" y="42"/>
                    <a:pt x="8636" y="93"/>
                  </a:cubicBezTo>
                  <a:cubicBezTo>
                    <a:pt x="8535" y="194"/>
                    <a:pt x="6143" y="2610"/>
                    <a:pt x="4977" y="5878"/>
                  </a:cubicBezTo>
                  <a:cubicBezTo>
                    <a:pt x="4747" y="6519"/>
                    <a:pt x="4413" y="7416"/>
                    <a:pt x="4025" y="8457"/>
                  </a:cubicBezTo>
                  <a:cubicBezTo>
                    <a:pt x="2424" y="12760"/>
                    <a:pt x="1" y="19264"/>
                    <a:pt x="98" y="20813"/>
                  </a:cubicBezTo>
                  <a:cubicBezTo>
                    <a:pt x="177" y="22076"/>
                    <a:pt x="942" y="23689"/>
                    <a:pt x="2087" y="24200"/>
                  </a:cubicBezTo>
                  <a:cubicBezTo>
                    <a:pt x="2312" y="24303"/>
                    <a:pt x="2555" y="24358"/>
                    <a:pt x="2804" y="24360"/>
                  </a:cubicBezTo>
                  <a:cubicBezTo>
                    <a:pt x="3146" y="24360"/>
                    <a:pt x="3538" y="24250"/>
                    <a:pt x="3949" y="23928"/>
                  </a:cubicBezTo>
                  <a:cubicBezTo>
                    <a:pt x="5381" y="22802"/>
                    <a:pt x="8481" y="17614"/>
                    <a:pt x="9499" y="15909"/>
                  </a:cubicBezTo>
                  <a:cubicBezTo>
                    <a:pt x="9663" y="15635"/>
                    <a:pt x="9769" y="15457"/>
                    <a:pt x="9801" y="15409"/>
                  </a:cubicBezTo>
                  <a:cubicBezTo>
                    <a:pt x="10161" y="14870"/>
                    <a:pt x="10315" y="8858"/>
                    <a:pt x="10315" y="7022"/>
                  </a:cubicBezTo>
                  <a:cubicBezTo>
                    <a:pt x="10315" y="6650"/>
                    <a:pt x="10320" y="6266"/>
                    <a:pt x="10323" y="5878"/>
                  </a:cubicBezTo>
                  <a:cubicBezTo>
                    <a:pt x="10346" y="3375"/>
                    <a:pt x="10367" y="1010"/>
                    <a:pt x="9557" y="257"/>
                  </a:cubicBezTo>
                  <a:cubicBezTo>
                    <a:pt x="9375" y="88"/>
                    <a:pt x="9157" y="1"/>
                    <a:pt x="89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4"/>
            <p:cNvSpPr/>
            <p:nvPr/>
          </p:nvSpPr>
          <p:spPr>
            <a:xfrm>
              <a:off x="4218425" y="1513325"/>
              <a:ext cx="857000" cy="765350"/>
            </a:xfrm>
            <a:custGeom>
              <a:avLst/>
              <a:gdLst/>
              <a:ahLst/>
              <a:cxnLst/>
              <a:rect l="l" t="t" r="r" b="b"/>
              <a:pathLst>
                <a:path w="34280" h="30614" extrusionOk="0">
                  <a:moveTo>
                    <a:pt x="4180" y="1"/>
                  </a:moveTo>
                  <a:cubicBezTo>
                    <a:pt x="4138" y="1"/>
                    <a:pt x="4105" y="3"/>
                    <a:pt x="4082" y="7"/>
                  </a:cubicBezTo>
                  <a:cubicBezTo>
                    <a:pt x="558" y="681"/>
                    <a:pt x="0" y="23268"/>
                    <a:pt x="0" y="23268"/>
                  </a:cubicBezTo>
                  <a:lnTo>
                    <a:pt x="27750" y="30614"/>
                  </a:lnTo>
                  <a:cubicBezTo>
                    <a:pt x="27750" y="30614"/>
                    <a:pt x="34279" y="12659"/>
                    <a:pt x="34279" y="9393"/>
                  </a:cubicBezTo>
                  <a:cubicBezTo>
                    <a:pt x="34279" y="6188"/>
                    <a:pt x="6411" y="1"/>
                    <a:pt x="4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54"/>
            <p:cNvSpPr/>
            <p:nvPr/>
          </p:nvSpPr>
          <p:spPr>
            <a:xfrm>
              <a:off x="4210675" y="1505850"/>
              <a:ext cx="872400" cy="780475"/>
            </a:xfrm>
            <a:custGeom>
              <a:avLst/>
              <a:gdLst/>
              <a:ahLst/>
              <a:cxnLst/>
              <a:rect l="l" t="t" r="r" b="b"/>
              <a:pathLst>
                <a:path w="34896" h="31219" extrusionOk="0">
                  <a:moveTo>
                    <a:pt x="4510" y="604"/>
                  </a:moveTo>
                  <a:cubicBezTo>
                    <a:pt x="6298" y="604"/>
                    <a:pt x="30056" y="5776"/>
                    <a:pt x="33866" y="9089"/>
                  </a:cubicBezTo>
                  <a:cubicBezTo>
                    <a:pt x="34135" y="9324"/>
                    <a:pt x="34284" y="9537"/>
                    <a:pt x="34284" y="9692"/>
                  </a:cubicBezTo>
                  <a:cubicBezTo>
                    <a:pt x="34284" y="12655"/>
                    <a:pt x="28672" y="28315"/>
                    <a:pt x="27867" y="30545"/>
                  </a:cubicBezTo>
                  <a:lnTo>
                    <a:pt x="623" y="23334"/>
                  </a:lnTo>
                  <a:cubicBezTo>
                    <a:pt x="852" y="14683"/>
                    <a:pt x="2081" y="1066"/>
                    <a:pt x="4447" y="608"/>
                  </a:cubicBezTo>
                  <a:cubicBezTo>
                    <a:pt x="4463" y="605"/>
                    <a:pt x="4485" y="604"/>
                    <a:pt x="4510" y="604"/>
                  </a:cubicBezTo>
                  <a:close/>
                  <a:moveTo>
                    <a:pt x="4419" y="0"/>
                  </a:moveTo>
                  <a:cubicBezTo>
                    <a:pt x="4382" y="0"/>
                    <a:pt x="4353" y="2"/>
                    <a:pt x="4333" y="6"/>
                  </a:cubicBezTo>
                  <a:cubicBezTo>
                    <a:pt x="673" y="705"/>
                    <a:pt x="62" y="21222"/>
                    <a:pt x="4" y="23560"/>
                  </a:cubicBezTo>
                  <a:cubicBezTo>
                    <a:pt x="0" y="23701"/>
                    <a:pt x="94" y="23827"/>
                    <a:pt x="232" y="23863"/>
                  </a:cubicBezTo>
                  <a:lnTo>
                    <a:pt x="27982" y="31209"/>
                  </a:lnTo>
                  <a:cubicBezTo>
                    <a:pt x="28007" y="31215"/>
                    <a:pt x="28034" y="31219"/>
                    <a:pt x="28060" y="31219"/>
                  </a:cubicBezTo>
                  <a:cubicBezTo>
                    <a:pt x="28189" y="31219"/>
                    <a:pt x="28303" y="31138"/>
                    <a:pt x="28347" y="31017"/>
                  </a:cubicBezTo>
                  <a:cubicBezTo>
                    <a:pt x="28614" y="30282"/>
                    <a:pt x="34895" y="12974"/>
                    <a:pt x="34895" y="9692"/>
                  </a:cubicBezTo>
                  <a:cubicBezTo>
                    <a:pt x="34895" y="9324"/>
                    <a:pt x="34666" y="8956"/>
                    <a:pt x="34195" y="8566"/>
                  </a:cubicBezTo>
                  <a:cubicBezTo>
                    <a:pt x="29939" y="5044"/>
                    <a:pt x="6326" y="0"/>
                    <a:pt x="4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54"/>
            <p:cNvSpPr/>
            <p:nvPr/>
          </p:nvSpPr>
          <p:spPr>
            <a:xfrm>
              <a:off x="4188650" y="1156275"/>
              <a:ext cx="807250" cy="940025"/>
            </a:xfrm>
            <a:custGeom>
              <a:avLst/>
              <a:gdLst/>
              <a:ahLst/>
              <a:cxnLst/>
              <a:rect l="l" t="t" r="r" b="b"/>
              <a:pathLst>
                <a:path w="32290" h="37601" extrusionOk="0">
                  <a:moveTo>
                    <a:pt x="17149" y="1"/>
                  </a:moveTo>
                  <a:cubicBezTo>
                    <a:pt x="15853" y="1"/>
                    <a:pt x="15045" y="192"/>
                    <a:pt x="15045" y="192"/>
                  </a:cubicBezTo>
                  <a:cubicBezTo>
                    <a:pt x="15045" y="192"/>
                    <a:pt x="14109" y="88"/>
                    <a:pt x="12705" y="88"/>
                  </a:cubicBezTo>
                  <a:cubicBezTo>
                    <a:pt x="10484" y="88"/>
                    <a:pt x="7094" y="348"/>
                    <a:pt x="4398" y="1696"/>
                  </a:cubicBezTo>
                  <a:cubicBezTo>
                    <a:pt x="1" y="3895"/>
                    <a:pt x="1" y="7598"/>
                    <a:pt x="232" y="11186"/>
                  </a:cubicBezTo>
                  <a:cubicBezTo>
                    <a:pt x="463" y="14774"/>
                    <a:pt x="1660" y="34121"/>
                    <a:pt x="2008" y="35510"/>
                  </a:cubicBezTo>
                  <a:cubicBezTo>
                    <a:pt x="2356" y="36899"/>
                    <a:pt x="10301" y="36532"/>
                    <a:pt x="14930" y="37457"/>
                  </a:cubicBezTo>
                  <a:cubicBezTo>
                    <a:pt x="15421" y="37555"/>
                    <a:pt x="15895" y="37600"/>
                    <a:pt x="16353" y="37600"/>
                  </a:cubicBezTo>
                  <a:cubicBezTo>
                    <a:pt x="20217" y="37600"/>
                    <a:pt x="22873" y="34405"/>
                    <a:pt x="23494" y="33059"/>
                  </a:cubicBezTo>
                  <a:cubicBezTo>
                    <a:pt x="24189" y="31555"/>
                    <a:pt x="32290" y="16857"/>
                    <a:pt x="32290" y="13733"/>
                  </a:cubicBezTo>
                  <a:cubicBezTo>
                    <a:pt x="32290" y="10609"/>
                    <a:pt x="28933" y="4706"/>
                    <a:pt x="24190" y="1929"/>
                  </a:cubicBezTo>
                  <a:cubicBezTo>
                    <a:pt x="21478" y="341"/>
                    <a:pt x="18879" y="1"/>
                    <a:pt x="17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54"/>
            <p:cNvSpPr/>
            <p:nvPr/>
          </p:nvSpPr>
          <p:spPr>
            <a:xfrm>
              <a:off x="4180550" y="1148475"/>
              <a:ext cx="823000" cy="955450"/>
            </a:xfrm>
            <a:custGeom>
              <a:avLst/>
              <a:gdLst/>
              <a:ahLst/>
              <a:cxnLst/>
              <a:rect l="l" t="t" r="r" b="b"/>
              <a:pathLst>
                <a:path w="32920" h="38218" extrusionOk="0">
                  <a:moveTo>
                    <a:pt x="17458" y="624"/>
                  </a:moveTo>
                  <a:cubicBezTo>
                    <a:pt x="19150" y="624"/>
                    <a:pt x="21707" y="952"/>
                    <a:pt x="24358" y="2503"/>
                  </a:cubicBezTo>
                  <a:cubicBezTo>
                    <a:pt x="29211" y="5345"/>
                    <a:pt x="32308" y="11236"/>
                    <a:pt x="32308" y="14044"/>
                  </a:cubicBezTo>
                  <a:cubicBezTo>
                    <a:pt x="32308" y="16487"/>
                    <a:pt x="26959" y="26688"/>
                    <a:pt x="24675" y="31045"/>
                  </a:cubicBezTo>
                  <a:cubicBezTo>
                    <a:pt x="24096" y="32147"/>
                    <a:pt x="23680" y="32945"/>
                    <a:pt x="23541" y="33243"/>
                  </a:cubicBezTo>
                  <a:cubicBezTo>
                    <a:pt x="23099" y="34201"/>
                    <a:pt x="20628" y="37609"/>
                    <a:pt x="16704" y="37609"/>
                  </a:cubicBezTo>
                  <a:cubicBezTo>
                    <a:pt x="16259" y="37609"/>
                    <a:pt x="15795" y="37565"/>
                    <a:pt x="15314" y="37469"/>
                  </a:cubicBezTo>
                  <a:cubicBezTo>
                    <a:pt x="13441" y="37095"/>
                    <a:pt x="11091" y="36934"/>
                    <a:pt x="8820" y="36778"/>
                  </a:cubicBezTo>
                  <a:cubicBezTo>
                    <a:pt x="6272" y="36603"/>
                    <a:pt x="2783" y="36363"/>
                    <a:pt x="2629" y="35748"/>
                  </a:cubicBezTo>
                  <a:cubicBezTo>
                    <a:pt x="2324" y="34532"/>
                    <a:pt x="1301" y="18406"/>
                    <a:pt x="965" y="13107"/>
                  </a:cubicBezTo>
                  <a:lnTo>
                    <a:pt x="861" y="11478"/>
                  </a:lnTo>
                  <a:cubicBezTo>
                    <a:pt x="615" y="7664"/>
                    <a:pt x="747" y="4339"/>
                    <a:pt x="4859" y="2282"/>
                  </a:cubicBezTo>
                  <a:cubicBezTo>
                    <a:pt x="7499" y="962"/>
                    <a:pt x="10860" y="709"/>
                    <a:pt x="13053" y="709"/>
                  </a:cubicBezTo>
                  <a:cubicBezTo>
                    <a:pt x="14406" y="709"/>
                    <a:pt x="15313" y="805"/>
                    <a:pt x="15337" y="807"/>
                  </a:cubicBezTo>
                  <a:cubicBezTo>
                    <a:pt x="15349" y="809"/>
                    <a:pt x="15360" y="809"/>
                    <a:pt x="15372" y="809"/>
                  </a:cubicBezTo>
                  <a:cubicBezTo>
                    <a:pt x="15395" y="809"/>
                    <a:pt x="15418" y="806"/>
                    <a:pt x="15440" y="801"/>
                  </a:cubicBezTo>
                  <a:cubicBezTo>
                    <a:pt x="15459" y="797"/>
                    <a:pt x="16230" y="624"/>
                    <a:pt x="17458" y="624"/>
                  </a:cubicBezTo>
                  <a:close/>
                  <a:moveTo>
                    <a:pt x="17492" y="0"/>
                  </a:moveTo>
                  <a:cubicBezTo>
                    <a:pt x="16346" y="0"/>
                    <a:pt x="15566" y="149"/>
                    <a:pt x="15353" y="195"/>
                  </a:cubicBezTo>
                  <a:cubicBezTo>
                    <a:pt x="15121" y="171"/>
                    <a:pt x="14235" y="90"/>
                    <a:pt x="12998" y="90"/>
                  </a:cubicBezTo>
                  <a:cubicBezTo>
                    <a:pt x="10749" y="90"/>
                    <a:pt x="7339" y="359"/>
                    <a:pt x="4585" y="1734"/>
                  </a:cubicBezTo>
                  <a:cubicBezTo>
                    <a:pt x="143" y="3956"/>
                    <a:pt x="0" y="7630"/>
                    <a:pt x="250" y="11518"/>
                  </a:cubicBezTo>
                  <a:lnTo>
                    <a:pt x="355" y="13146"/>
                  </a:lnTo>
                  <a:cubicBezTo>
                    <a:pt x="989" y="23148"/>
                    <a:pt x="1754" y="34772"/>
                    <a:pt x="2035" y="35896"/>
                  </a:cubicBezTo>
                  <a:cubicBezTo>
                    <a:pt x="2285" y="36896"/>
                    <a:pt x="4638" y="37106"/>
                    <a:pt x="8778" y="37389"/>
                  </a:cubicBezTo>
                  <a:cubicBezTo>
                    <a:pt x="11031" y="37544"/>
                    <a:pt x="13360" y="37703"/>
                    <a:pt x="15194" y="38071"/>
                  </a:cubicBezTo>
                  <a:cubicBezTo>
                    <a:pt x="15681" y="38168"/>
                    <a:pt x="16177" y="38218"/>
                    <a:pt x="16673" y="38218"/>
                  </a:cubicBezTo>
                  <a:cubicBezTo>
                    <a:pt x="20560" y="38218"/>
                    <a:pt x="23347" y="35123"/>
                    <a:pt x="24096" y="33500"/>
                  </a:cubicBezTo>
                  <a:cubicBezTo>
                    <a:pt x="24228" y="33215"/>
                    <a:pt x="24642" y="32424"/>
                    <a:pt x="25216" y="31330"/>
                  </a:cubicBezTo>
                  <a:cubicBezTo>
                    <a:pt x="27718" y="26561"/>
                    <a:pt x="32920" y="16638"/>
                    <a:pt x="32920" y="14045"/>
                  </a:cubicBezTo>
                  <a:cubicBezTo>
                    <a:pt x="32920" y="10628"/>
                    <a:pt x="29390" y="4741"/>
                    <a:pt x="24667" y="1976"/>
                  </a:cubicBezTo>
                  <a:cubicBezTo>
                    <a:pt x="21894" y="353"/>
                    <a:pt x="19258" y="0"/>
                    <a:pt x="17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54"/>
            <p:cNvSpPr/>
            <p:nvPr/>
          </p:nvSpPr>
          <p:spPr>
            <a:xfrm>
              <a:off x="4362250" y="1389625"/>
              <a:ext cx="222800" cy="656825"/>
            </a:xfrm>
            <a:custGeom>
              <a:avLst/>
              <a:gdLst/>
              <a:ahLst/>
              <a:cxnLst/>
              <a:rect l="l" t="t" r="r" b="b"/>
              <a:pathLst>
                <a:path w="8912" h="26273" extrusionOk="0">
                  <a:moveTo>
                    <a:pt x="7638" y="0"/>
                  </a:moveTo>
                  <a:lnTo>
                    <a:pt x="3703" y="2778"/>
                  </a:lnTo>
                  <a:lnTo>
                    <a:pt x="4976" y="5556"/>
                  </a:lnTo>
                  <a:lnTo>
                    <a:pt x="0" y="22916"/>
                  </a:lnTo>
                  <a:lnTo>
                    <a:pt x="1158" y="26272"/>
                  </a:lnTo>
                  <a:lnTo>
                    <a:pt x="4513" y="23725"/>
                  </a:lnTo>
                  <a:lnTo>
                    <a:pt x="6365" y="5904"/>
                  </a:lnTo>
                  <a:lnTo>
                    <a:pt x="8911" y="3125"/>
                  </a:lnTo>
                  <a:lnTo>
                    <a:pt x="76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54"/>
            <p:cNvSpPr/>
            <p:nvPr/>
          </p:nvSpPr>
          <p:spPr>
            <a:xfrm>
              <a:off x="4354450" y="1381975"/>
              <a:ext cx="238825" cy="672100"/>
            </a:xfrm>
            <a:custGeom>
              <a:avLst/>
              <a:gdLst/>
              <a:ahLst/>
              <a:cxnLst/>
              <a:rect l="l" t="t" r="r" b="b"/>
              <a:pathLst>
                <a:path w="9553" h="26884" extrusionOk="0">
                  <a:moveTo>
                    <a:pt x="7813" y="778"/>
                  </a:moveTo>
                  <a:lnTo>
                    <a:pt x="8867" y="3368"/>
                  </a:lnTo>
                  <a:lnTo>
                    <a:pt x="6451" y="6002"/>
                  </a:lnTo>
                  <a:cubicBezTo>
                    <a:pt x="6407" y="6050"/>
                    <a:pt x="6379" y="6112"/>
                    <a:pt x="6373" y="6177"/>
                  </a:cubicBezTo>
                  <a:lnTo>
                    <a:pt x="4535" y="23869"/>
                  </a:lnTo>
                  <a:lnTo>
                    <a:pt x="1622" y="26079"/>
                  </a:lnTo>
                  <a:lnTo>
                    <a:pt x="633" y="23214"/>
                  </a:lnTo>
                  <a:lnTo>
                    <a:pt x="5583" y="5946"/>
                  </a:lnTo>
                  <a:cubicBezTo>
                    <a:pt x="5603" y="5876"/>
                    <a:pt x="5597" y="5801"/>
                    <a:pt x="5566" y="5734"/>
                  </a:cubicBezTo>
                  <a:lnTo>
                    <a:pt x="4400" y="3187"/>
                  </a:lnTo>
                  <a:lnTo>
                    <a:pt x="7813" y="778"/>
                  </a:lnTo>
                  <a:close/>
                  <a:moveTo>
                    <a:pt x="7950" y="0"/>
                  </a:moveTo>
                  <a:cubicBezTo>
                    <a:pt x="7890" y="0"/>
                    <a:pt x="7828" y="18"/>
                    <a:pt x="7774" y="57"/>
                  </a:cubicBezTo>
                  <a:lnTo>
                    <a:pt x="3839" y="2834"/>
                  </a:lnTo>
                  <a:cubicBezTo>
                    <a:pt x="3719" y="2919"/>
                    <a:pt x="3676" y="3078"/>
                    <a:pt x="3738" y="3212"/>
                  </a:cubicBezTo>
                  <a:lnTo>
                    <a:pt x="4964" y="5886"/>
                  </a:lnTo>
                  <a:lnTo>
                    <a:pt x="17" y="23136"/>
                  </a:lnTo>
                  <a:cubicBezTo>
                    <a:pt x="1" y="23197"/>
                    <a:pt x="2" y="23261"/>
                    <a:pt x="23" y="23321"/>
                  </a:cubicBezTo>
                  <a:lnTo>
                    <a:pt x="1180" y="26677"/>
                  </a:lnTo>
                  <a:cubicBezTo>
                    <a:pt x="1212" y="26770"/>
                    <a:pt x="1286" y="26842"/>
                    <a:pt x="1380" y="26871"/>
                  </a:cubicBezTo>
                  <a:cubicBezTo>
                    <a:pt x="1409" y="26879"/>
                    <a:pt x="1439" y="26884"/>
                    <a:pt x="1470" y="26884"/>
                  </a:cubicBezTo>
                  <a:cubicBezTo>
                    <a:pt x="1536" y="26884"/>
                    <a:pt x="1600" y="26862"/>
                    <a:pt x="1654" y="26822"/>
                  </a:cubicBezTo>
                  <a:lnTo>
                    <a:pt x="5010" y="24276"/>
                  </a:lnTo>
                  <a:cubicBezTo>
                    <a:pt x="5078" y="24224"/>
                    <a:pt x="5121" y="24148"/>
                    <a:pt x="5130" y="24064"/>
                  </a:cubicBezTo>
                  <a:lnTo>
                    <a:pt x="6972" y="6341"/>
                  </a:lnTo>
                  <a:lnTo>
                    <a:pt x="9450" y="3638"/>
                  </a:lnTo>
                  <a:cubicBezTo>
                    <a:pt x="9530" y="3551"/>
                    <a:pt x="9552" y="3426"/>
                    <a:pt x="9508" y="3316"/>
                  </a:cubicBezTo>
                  <a:lnTo>
                    <a:pt x="8234" y="191"/>
                  </a:lnTo>
                  <a:cubicBezTo>
                    <a:pt x="8185" y="70"/>
                    <a:pt x="8069" y="0"/>
                    <a:pt x="79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54"/>
            <p:cNvSpPr/>
            <p:nvPr/>
          </p:nvSpPr>
          <p:spPr>
            <a:xfrm>
              <a:off x="4408525" y="1227600"/>
              <a:ext cx="298025" cy="344325"/>
            </a:xfrm>
            <a:custGeom>
              <a:avLst/>
              <a:gdLst/>
              <a:ahLst/>
              <a:cxnLst/>
              <a:rect l="l" t="t" r="r" b="b"/>
              <a:pathLst>
                <a:path w="11921" h="13773" extrusionOk="0">
                  <a:moveTo>
                    <a:pt x="5787" y="1"/>
                  </a:moveTo>
                  <a:cubicBezTo>
                    <a:pt x="3242" y="1"/>
                    <a:pt x="2200" y="2083"/>
                    <a:pt x="2200" y="2083"/>
                  </a:cubicBezTo>
                  <a:cubicBezTo>
                    <a:pt x="2200" y="2083"/>
                    <a:pt x="926" y="4514"/>
                    <a:pt x="463" y="6134"/>
                  </a:cubicBezTo>
                  <a:cubicBezTo>
                    <a:pt x="0" y="7755"/>
                    <a:pt x="1" y="10764"/>
                    <a:pt x="1" y="10764"/>
                  </a:cubicBezTo>
                  <a:cubicBezTo>
                    <a:pt x="1" y="10764"/>
                    <a:pt x="3705" y="9028"/>
                    <a:pt x="4746" y="9028"/>
                  </a:cubicBezTo>
                  <a:cubicBezTo>
                    <a:pt x="5787" y="9028"/>
                    <a:pt x="7871" y="13773"/>
                    <a:pt x="7871" y="13773"/>
                  </a:cubicBezTo>
                  <a:cubicBezTo>
                    <a:pt x="7871" y="13773"/>
                    <a:pt x="10996" y="9143"/>
                    <a:pt x="11458" y="5788"/>
                  </a:cubicBezTo>
                  <a:cubicBezTo>
                    <a:pt x="11921" y="2431"/>
                    <a:pt x="8334" y="1"/>
                    <a:pt x="5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54"/>
            <p:cNvSpPr/>
            <p:nvPr/>
          </p:nvSpPr>
          <p:spPr>
            <a:xfrm>
              <a:off x="4400875" y="1219950"/>
              <a:ext cx="306425" cy="359650"/>
            </a:xfrm>
            <a:custGeom>
              <a:avLst/>
              <a:gdLst/>
              <a:ahLst/>
              <a:cxnLst/>
              <a:rect l="l" t="t" r="r" b="b"/>
              <a:pathLst>
                <a:path w="12257" h="14386" extrusionOk="0">
                  <a:moveTo>
                    <a:pt x="6093" y="612"/>
                  </a:moveTo>
                  <a:cubicBezTo>
                    <a:pt x="7569" y="612"/>
                    <a:pt x="9289" y="1449"/>
                    <a:pt x="10374" y="2694"/>
                  </a:cubicBezTo>
                  <a:cubicBezTo>
                    <a:pt x="10984" y="3394"/>
                    <a:pt x="11669" y="4545"/>
                    <a:pt x="11462" y="6052"/>
                  </a:cubicBezTo>
                  <a:cubicBezTo>
                    <a:pt x="11097" y="8686"/>
                    <a:pt x="9013" y="12190"/>
                    <a:pt x="8225" y="13440"/>
                  </a:cubicBezTo>
                  <a:cubicBezTo>
                    <a:pt x="7540" y="11952"/>
                    <a:pt x="6066" y="9028"/>
                    <a:pt x="5052" y="9028"/>
                  </a:cubicBezTo>
                  <a:cubicBezTo>
                    <a:pt x="4160" y="9028"/>
                    <a:pt x="1672" y="10112"/>
                    <a:pt x="621" y="10589"/>
                  </a:cubicBezTo>
                  <a:cubicBezTo>
                    <a:pt x="642" y="9682"/>
                    <a:pt x="727" y="7704"/>
                    <a:pt x="1064" y="6525"/>
                  </a:cubicBezTo>
                  <a:cubicBezTo>
                    <a:pt x="1513" y="4954"/>
                    <a:pt x="2764" y="2555"/>
                    <a:pt x="2777" y="2532"/>
                  </a:cubicBezTo>
                  <a:cubicBezTo>
                    <a:pt x="2778" y="2531"/>
                    <a:pt x="2779" y="2529"/>
                    <a:pt x="2779" y="2528"/>
                  </a:cubicBezTo>
                  <a:cubicBezTo>
                    <a:pt x="2819" y="2449"/>
                    <a:pt x="3776" y="612"/>
                    <a:pt x="6093" y="612"/>
                  </a:cubicBezTo>
                  <a:close/>
                  <a:moveTo>
                    <a:pt x="6093" y="1"/>
                  </a:moveTo>
                  <a:cubicBezTo>
                    <a:pt x="3412" y="1"/>
                    <a:pt x="2297" y="2123"/>
                    <a:pt x="2233" y="2250"/>
                  </a:cubicBezTo>
                  <a:cubicBezTo>
                    <a:pt x="2166" y="2379"/>
                    <a:pt x="939" y="4736"/>
                    <a:pt x="476" y="6356"/>
                  </a:cubicBezTo>
                  <a:cubicBezTo>
                    <a:pt x="6" y="7999"/>
                    <a:pt x="0" y="10945"/>
                    <a:pt x="0" y="11070"/>
                  </a:cubicBezTo>
                  <a:cubicBezTo>
                    <a:pt x="0" y="11246"/>
                    <a:pt x="145" y="11376"/>
                    <a:pt x="307" y="11376"/>
                  </a:cubicBezTo>
                  <a:cubicBezTo>
                    <a:pt x="350" y="11376"/>
                    <a:pt x="394" y="11367"/>
                    <a:pt x="437" y="11347"/>
                  </a:cubicBezTo>
                  <a:cubicBezTo>
                    <a:pt x="1449" y="10873"/>
                    <a:pt x="4253" y="9640"/>
                    <a:pt x="5052" y="9640"/>
                  </a:cubicBezTo>
                  <a:cubicBezTo>
                    <a:pt x="5508" y="9640"/>
                    <a:pt x="6810" y="11729"/>
                    <a:pt x="7896" y="14202"/>
                  </a:cubicBezTo>
                  <a:cubicBezTo>
                    <a:pt x="7941" y="14303"/>
                    <a:pt x="8037" y="14373"/>
                    <a:pt x="8149" y="14383"/>
                  </a:cubicBezTo>
                  <a:cubicBezTo>
                    <a:pt x="8158" y="14384"/>
                    <a:pt x="8167" y="14385"/>
                    <a:pt x="8177" y="14385"/>
                  </a:cubicBezTo>
                  <a:cubicBezTo>
                    <a:pt x="8278" y="14385"/>
                    <a:pt x="8373" y="14334"/>
                    <a:pt x="8431" y="14250"/>
                  </a:cubicBezTo>
                  <a:cubicBezTo>
                    <a:pt x="8560" y="14059"/>
                    <a:pt x="11600" y="9522"/>
                    <a:pt x="12067" y="6135"/>
                  </a:cubicBezTo>
                  <a:cubicBezTo>
                    <a:pt x="12257" y="4762"/>
                    <a:pt x="11830" y="3433"/>
                    <a:pt x="10836" y="2292"/>
                  </a:cubicBezTo>
                  <a:cubicBezTo>
                    <a:pt x="9641" y="922"/>
                    <a:pt x="7735" y="1"/>
                    <a:pt x="6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54"/>
            <p:cNvSpPr/>
            <p:nvPr/>
          </p:nvSpPr>
          <p:spPr>
            <a:xfrm>
              <a:off x="4744150" y="1175600"/>
              <a:ext cx="89725" cy="106350"/>
            </a:xfrm>
            <a:custGeom>
              <a:avLst/>
              <a:gdLst/>
              <a:ahLst/>
              <a:cxnLst/>
              <a:rect l="l" t="t" r="r" b="b"/>
              <a:pathLst>
                <a:path w="3589" h="4254" extrusionOk="0">
                  <a:moveTo>
                    <a:pt x="2922" y="1"/>
                  </a:moveTo>
                  <a:cubicBezTo>
                    <a:pt x="2507" y="1"/>
                    <a:pt x="1969" y="808"/>
                    <a:pt x="1969" y="808"/>
                  </a:cubicBezTo>
                  <a:lnTo>
                    <a:pt x="0" y="4048"/>
                  </a:lnTo>
                  <a:cubicBezTo>
                    <a:pt x="0" y="4048"/>
                    <a:pt x="258" y="4254"/>
                    <a:pt x="669" y="4254"/>
                  </a:cubicBezTo>
                  <a:cubicBezTo>
                    <a:pt x="875" y="4254"/>
                    <a:pt x="1120" y="4202"/>
                    <a:pt x="1389" y="4048"/>
                  </a:cubicBezTo>
                  <a:cubicBezTo>
                    <a:pt x="2199" y="3585"/>
                    <a:pt x="3588" y="2312"/>
                    <a:pt x="3357" y="692"/>
                  </a:cubicBezTo>
                  <a:cubicBezTo>
                    <a:pt x="3283" y="176"/>
                    <a:pt x="3116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54"/>
            <p:cNvSpPr/>
            <p:nvPr/>
          </p:nvSpPr>
          <p:spPr>
            <a:xfrm>
              <a:off x="4735700" y="1167925"/>
              <a:ext cx="106375" cy="121700"/>
            </a:xfrm>
            <a:custGeom>
              <a:avLst/>
              <a:gdLst/>
              <a:ahLst/>
              <a:cxnLst/>
              <a:rect l="l" t="t" r="r" b="b"/>
              <a:pathLst>
                <a:path w="4255" h="4868" extrusionOk="0">
                  <a:moveTo>
                    <a:pt x="3258" y="1"/>
                  </a:moveTo>
                  <a:cubicBezTo>
                    <a:pt x="2715" y="1"/>
                    <a:pt x="2206" y="713"/>
                    <a:pt x="2051" y="945"/>
                  </a:cubicBezTo>
                  <a:cubicBezTo>
                    <a:pt x="1958" y="1085"/>
                    <a:pt x="1996" y="1275"/>
                    <a:pt x="2136" y="1370"/>
                  </a:cubicBezTo>
                  <a:cubicBezTo>
                    <a:pt x="2188" y="1404"/>
                    <a:pt x="2247" y="1421"/>
                    <a:pt x="2305" y="1421"/>
                  </a:cubicBezTo>
                  <a:cubicBezTo>
                    <a:pt x="2404" y="1421"/>
                    <a:pt x="2501" y="1373"/>
                    <a:pt x="2561" y="1284"/>
                  </a:cubicBezTo>
                  <a:cubicBezTo>
                    <a:pt x="2787" y="945"/>
                    <a:pt x="3151" y="617"/>
                    <a:pt x="3251" y="611"/>
                  </a:cubicBezTo>
                  <a:cubicBezTo>
                    <a:pt x="3251" y="611"/>
                    <a:pt x="3340" y="678"/>
                    <a:pt x="3392" y="1042"/>
                  </a:cubicBezTo>
                  <a:cubicBezTo>
                    <a:pt x="3602" y="2512"/>
                    <a:pt x="2296" y="3678"/>
                    <a:pt x="1576" y="4089"/>
                  </a:cubicBezTo>
                  <a:cubicBezTo>
                    <a:pt x="1359" y="4213"/>
                    <a:pt x="1166" y="4254"/>
                    <a:pt x="1006" y="4254"/>
                  </a:cubicBezTo>
                  <a:cubicBezTo>
                    <a:pt x="718" y="4254"/>
                    <a:pt x="540" y="4123"/>
                    <a:pt x="530" y="4116"/>
                  </a:cubicBezTo>
                  <a:cubicBezTo>
                    <a:pt x="475" y="4073"/>
                    <a:pt x="409" y="4052"/>
                    <a:pt x="344" y="4052"/>
                  </a:cubicBezTo>
                  <a:cubicBezTo>
                    <a:pt x="254" y="4052"/>
                    <a:pt x="165" y="4092"/>
                    <a:pt x="105" y="4168"/>
                  </a:cubicBezTo>
                  <a:cubicBezTo>
                    <a:pt x="0" y="4297"/>
                    <a:pt x="19" y="4488"/>
                    <a:pt x="148" y="4594"/>
                  </a:cubicBezTo>
                  <a:cubicBezTo>
                    <a:pt x="168" y="4610"/>
                    <a:pt x="498" y="4868"/>
                    <a:pt x="1010" y="4868"/>
                  </a:cubicBezTo>
                  <a:cubicBezTo>
                    <a:pt x="1261" y="4868"/>
                    <a:pt x="1556" y="4806"/>
                    <a:pt x="1879" y="4621"/>
                  </a:cubicBezTo>
                  <a:cubicBezTo>
                    <a:pt x="2724" y="4138"/>
                    <a:pt x="4254" y="2751"/>
                    <a:pt x="3998" y="955"/>
                  </a:cubicBezTo>
                  <a:cubicBezTo>
                    <a:pt x="3970" y="750"/>
                    <a:pt x="3880" y="127"/>
                    <a:pt x="3394" y="16"/>
                  </a:cubicBezTo>
                  <a:cubicBezTo>
                    <a:pt x="3348" y="6"/>
                    <a:pt x="3303" y="1"/>
                    <a:pt x="32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54"/>
            <p:cNvSpPr/>
            <p:nvPr/>
          </p:nvSpPr>
          <p:spPr>
            <a:xfrm>
              <a:off x="4434575" y="1022175"/>
              <a:ext cx="63675" cy="133125"/>
            </a:xfrm>
            <a:custGeom>
              <a:avLst/>
              <a:gdLst/>
              <a:ahLst/>
              <a:cxnLst/>
              <a:rect l="l" t="t" r="r" b="b"/>
              <a:pathLst>
                <a:path w="2547" h="5325" extrusionOk="0">
                  <a:moveTo>
                    <a:pt x="1881" y="0"/>
                  </a:moveTo>
                  <a:cubicBezTo>
                    <a:pt x="1505" y="0"/>
                    <a:pt x="1043" y="232"/>
                    <a:pt x="695" y="1158"/>
                  </a:cubicBezTo>
                  <a:cubicBezTo>
                    <a:pt x="1" y="3010"/>
                    <a:pt x="1158" y="5324"/>
                    <a:pt x="1158" y="5324"/>
                  </a:cubicBezTo>
                  <a:lnTo>
                    <a:pt x="2315" y="2894"/>
                  </a:lnTo>
                  <a:lnTo>
                    <a:pt x="2546" y="232"/>
                  </a:lnTo>
                  <a:cubicBezTo>
                    <a:pt x="2546" y="232"/>
                    <a:pt x="225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54"/>
            <p:cNvSpPr/>
            <p:nvPr/>
          </p:nvSpPr>
          <p:spPr>
            <a:xfrm>
              <a:off x="4426425" y="1014525"/>
              <a:ext cx="80350" cy="148400"/>
            </a:xfrm>
            <a:custGeom>
              <a:avLst/>
              <a:gdLst/>
              <a:ahLst/>
              <a:cxnLst/>
              <a:rect l="l" t="t" r="r" b="b"/>
              <a:pathLst>
                <a:path w="3214" h="5936" extrusionOk="0">
                  <a:moveTo>
                    <a:pt x="2204" y="0"/>
                  </a:moveTo>
                  <a:cubicBezTo>
                    <a:pt x="2104" y="0"/>
                    <a:pt x="2000" y="13"/>
                    <a:pt x="1892" y="43"/>
                  </a:cubicBezTo>
                  <a:cubicBezTo>
                    <a:pt x="1399" y="179"/>
                    <a:pt x="1011" y="621"/>
                    <a:pt x="734" y="1356"/>
                  </a:cubicBezTo>
                  <a:cubicBezTo>
                    <a:pt x="1" y="3310"/>
                    <a:pt x="1160" y="5668"/>
                    <a:pt x="1210" y="5768"/>
                  </a:cubicBezTo>
                  <a:cubicBezTo>
                    <a:pt x="1262" y="5871"/>
                    <a:pt x="1368" y="5936"/>
                    <a:pt x="1483" y="5936"/>
                  </a:cubicBezTo>
                  <a:lnTo>
                    <a:pt x="1486" y="5936"/>
                  </a:lnTo>
                  <a:cubicBezTo>
                    <a:pt x="1604" y="5935"/>
                    <a:pt x="1709" y="5867"/>
                    <a:pt x="1760" y="5762"/>
                  </a:cubicBezTo>
                  <a:lnTo>
                    <a:pt x="2917" y="3332"/>
                  </a:lnTo>
                  <a:cubicBezTo>
                    <a:pt x="2990" y="3179"/>
                    <a:pt x="2925" y="2997"/>
                    <a:pt x="2773" y="2924"/>
                  </a:cubicBezTo>
                  <a:cubicBezTo>
                    <a:pt x="2730" y="2904"/>
                    <a:pt x="2685" y="2894"/>
                    <a:pt x="2641" y="2894"/>
                  </a:cubicBezTo>
                  <a:cubicBezTo>
                    <a:pt x="2527" y="2894"/>
                    <a:pt x="2417" y="2959"/>
                    <a:pt x="2365" y="3069"/>
                  </a:cubicBezTo>
                  <a:lnTo>
                    <a:pt x="1504" y="4876"/>
                  </a:lnTo>
                  <a:cubicBezTo>
                    <a:pt x="1226" y="4098"/>
                    <a:pt x="875" y="2724"/>
                    <a:pt x="1307" y="1571"/>
                  </a:cubicBezTo>
                  <a:cubicBezTo>
                    <a:pt x="1506" y="1040"/>
                    <a:pt x="1763" y="715"/>
                    <a:pt x="2050" y="634"/>
                  </a:cubicBezTo>
                  <a:cubicBezTo>
                    <a:pt x="2104" y="619"/>
                    <a:pt x="2157" y="612"/>
                    <a:pt x="2208" y="612"/>
                  </a:cubicBezTo>
                  <a:cubicBezTo>
                    <a:pt x="2468" y="612"/>
                    <a:pt x="2681" y="776"/>
                    <a:pt x="2683" y="778"/>
                  </a:cubicBezTo>
                  <a:cubicBezTo>
                    <a:pt x="2739" y="821"/>
                    <a:pt x="2804" y="842"/>
                    <a:pt x="2870" y="842"/>
                  </a:cubicBezTo>
                  <a:cubicBezTo>
                    <a:pt x="2960" y="842"/>
                    <a:pt x="3049" y="802"/>
                    <a:pt x="3109" y="726"/>
                  </a:cubicBezTo>
                  <a:cubicBezTo>
                    <a:pt x="3214" y="595"/>
                    <a:pt x="3192" y="405"/>
                    <a:pt x="3064" y="300"/>
                  </a:cubicBezTo>
                  <a:cubicBezTo>
                    <a:pt x="3045" y="285"/>
                    <a:pt x="2682" y="0"/>
                    <a:pt x="22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54"/>
            <p:cNvSpPr/>
            <p:nvPr/>
          </p:nvSpPr>
          <p:spPr>
            <a:xfrm>
              <a:off x="4489550" y="1355200"/>
              <a:ext cx="159750" cy="98175"/>
            </a:xfrm>
            <a:custGeom>
              <a:avLst/>
              <a:gdLst/>
              <a:ahLst/>
              <a:cxnLst/>
              <a:rect l="l" t="t" r="r" b="b"/>
              <a:pathLst>
                <a:path w="6390" h="3927" extrusionOk="0">
                  <a:moveTo>
                    <a:pt x="6243" y="0"/>
                  </a:moveTo>
                  <a:cubicBezTo>
                    <a:pt x="5370" y="0"/>
                    <a:pt x="347" y="2420"/>
                    <a:pt x="347" y="2420"/>
                  </a:cubicBezTo>
                  <a:cubicBezTo>
                    <a:pt x="347" y="2420"/>
                    <a:pt x="1" y="3808"/>
                    <a:pt x="1505" y="3924"/>
                  </a:cubicBezTo>
                  <a:cubicBezTo>
                    <a:pt x="1531" y="3926"/>
                    <a:pt x="1558" y="3927"/>
                    <a:pt x="1585" y="3927"/>
                  </a:cubicBezTo>
                  <a:cubicBezTo>
                    <a:pt x="3117" y="3927"/>
                    <a:pt x="6138" y="787"/>
                    <a:pt x="6366" y="104"/>
                  </a:cubicBezTo>
                  <a:cubicBezTo>
                    <a:pt x="6390" y="32"/>
                    <a:pt x="6344" y="0"/>
                    <a:pt x="6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54"/>
            <p:cNvSpPr/>
            <p:nvPr/>
          </p:nvSpPr>
          <p:spPr>
            <a:xfrm>
              <a:off x="4486350" y="1347850"/>
              <a:ext cx="170850" cy="113200"/>
            </a:xfrm>
            <a:custGeom>
              <a:avLst/>
              <a:gdLst/>
              <a:ahLst/>
              <a:cxnLst/>
              <a:rect l="l" t="t" r="r" b="b"/>
              <a:pathLst>
                <a:path w="6834" h="4528" extrusionOk="0">
                  <a:moveTo>
                    <a:pt x="5962" y="685"/>
                  </a:moveTo>
                  <a:lnTo>
                    <a:pt x="5962" y="685"/>
                  </a:lnTo>
                  <a:cubicBezTo>
                    <a:pt x="5197" y="1684"/>
                    <a:pt x="2876" y="3914"/>
                    <a:pt x="1716" y="3914"/>
                  </a:cubicBezTo>
                  <a:cubicBezTo>
                    <a:pt x="1696" y="3914"/>
                    <a:pt x="1676" y="3914"/>
                    <a:pt x="1656" y="3912"/>
                  </a:cubicBezTo>
                  <a:cubicBezTo>
                    <a:pt x="1295" y="3885"/>
                    <a:pt x="1039" y="3772"/>
                    <a:pt x="896" y="3577"/>
                  </a:cubicBezTo>
                  <a:cubicBezTo>
                    <a:pt x="741" y="3363"/>
                    <a:pt x="738" y="3082"/>
                    <a:pt x="753" y="2920"/>
                  </a:cubicBezTo>
                  <a:cubicBezTo>
                    <a:pt x="2788" y="1944"/>
                    <a:pt x="5014" y="972"/>
                    <a:pt x="5962" y="685"/>
                  </a:cubicBezTo>
                  <a:close/>
                  <a:moveTo>
                    <a:pt x="6409" y="1"/>
                  </a:moveTo>
                  <a:cubicBezTo>
                    <a:pt x="5937" y="1"/>
                    <a:pt x="4608" y="384"/>
                    <a:pt x="343" y="2438"/>
                  </a:cubicBezTo>
                  <a:cubicBezTo>
                    <a:pt x="262" y="2477"/>
                    <a:pt x="201" y="2551"/>
                    <a:pt x="178" y="2639"/>
                  </a:cubicBezTo>
                  <a:cubicBezTo>
                    <a:pt x="172" y="2669"/>
                    <a:pt x="0" y="3379"/>
                    <a:pt x="398" y="3931"/>
                  </a:cubicBezTo>
                  <a:cubicBezTo>
                    <a:pt x="651" y="4281"/>
                    <a:pt x="1058" y="4480"/>
                    <a:pt x="1610" y="4523"/>
                  </a:cubicBezTo>
                  <a:cubicBezTo>
                    <a:pt x="1641" y="4526"/>
                    <a:pt x="1673" y="4527"/>
                    <a:pt x="1705" y="4527"/>
                  </a:cubicBezTo>
                  <a:cubicBezTo>
                    <a:pt x="3413" y="4527"/>
                    <a:pt x="6535" y="1241"/>
                    <a:pt x="6784" y="496"/>
                  </a:cubicBezTo>
                  <a:cubicBezTo>
                    <a:pt x="6834" y="345"/>
                    <a:pt x="6795" y="190"/>
                    <a:pt x="6683" y="91"/>
                  </a:cubicBezTo>
                  <a:cubicBezTo>
                    <a:pt x="6639" y="52"/>
                    <a:pt x="6581" y="1"/>
                    <a:pt x="64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54"/>
            <p:cNvSpPr/>
            <p:nvPr/>
          </p:nvSpPr>
          <p:spPr>
            <a:xfrm>
              <a:off x="4449025" y="827025"/>
              <a:ext cx="448525" cy="605550"/>
            </a:xfrm>
            <a:custGeom>
              <a:avLst/>
              <a:gdLst/>
              <a:ahLst/>
              <a:cxnLst/>
              <a:rect l="l" t="t" r="r" b="b"/>
              <a:pathLst>
                <a:path w="17941" h="24222" extrusionOk="0">
                  <a:moveTo>
                    <a:pt x="10528" y="0"/>
                  </a:moveTo>
                  <a:cubicBezTo>
                    <a:pt x="9479" y="0"/>
                    <a:pt x="8412" y="291"/>
                    <a:pt x="7409" y="979"/>
                  </a:cubicBezTo>
                  <a:cubicBezTo>
                    <a:pt x="7409" y="979"/>
                    <a:pt x="3357" y="2830"/>
                    <a:pt x="2431" y="5724"/>
                  </a:cubicBezTo>
                  <a:cubicBezTo>
                    <a:pt x="1505" y="8617"/>
                    <a:pt x="1" y="14519"/>
                    <a:pt x="1" y="16718"/>
                  </a:cubicBezTo>
                  <a:cubicBezTo>
                    <a:pt x="1" y="18917"/>
                    <a:pt x="695" y="23430"/>
                    <a:pt x="2200" y="24125"/>
                  </a:cubicBezTo>
                  <a:cubicBezTo>
                    <a:pt x="2344" y="24191"/>
                    <a:pt x="2519" y="24222"/>
                    <a:pt x="2720" y="24222"/>
                  </a:cubicBezTo>
                  <a:cubicBezTo>
                    <a:pt x="4622" y="24222"/>
                    <a:pt x="8813" y="21491"/>
                    <a:pt x="10069" y="20653"/>
                  </a:cubicBezTo>
                  <a:cubicBezTo>
                    <a:pt x="11459" y="19727"/>
                    <a:pt x="13079" y="16139"/>
                    <a:pt x="14815" y="14056"/>
                  </a:cubicBezTo>
                  <a:cubicBezTo>
                    <a:pt x="16551" y="11974"/>
                    <a:pt x="17940" y="8154"/>
                    <a:pt x="17246" y="5029"/>
                  </a:cubicBezTo>
                  <a:cubicBezTo>
                    <a:pt x="16723" y="2678"/>
                    <a:pt x="13712" y="0"/>
                    <a:pt x="10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54"/>
            <p:cNvSpPr/>
            <p:nvPr/>
          </p:nvSpPr>
          <p:spPr>
            <a:xfrm>
              <a:off x="4441400" y="819400"/>
              <a:ext cx="464375" cy="620700"/>
            </a:xfrm>
            <a:custGeom>
              <a:avLst/>
              <a:gdLst/>
              <a:ahLst/>
              <a:cxnLst/>
              <a:rect l="l" t="t" r="r" b="b"/>
              <a:pathLst>
                <a:path w="18575" h="24828" extrusionOk="0">
                  <a:moveTo>
                    <a:pt x="10844" y="615"/>
                  </a:moveTo>
                  <a:cubicBezTo>
                    <a:pt x="11571" y="615"/>
                    <a:pt x="12319" y="761"/>
                    <a:pt x="13065" y="1055"/>
                  </a:cubicBezTo>
                  <a:cubicBezTo>
                    <a:pt x="15110" y="1861"/>
                    <a:pt x="16872" y="3689"/>
                    <a:pt x="17252" y="5400"/>
                  </a:cubicBezTo>
                  <a:cubicBezTo>
                    <a:pt x="17926" y="8439"/>
                    <a:pt x="16536" y="12183"/>
                    <a:pt x="14885" y="14165"/>
                  </a:cubicBezTo>
                  <a:cubicBezTo>
                    <a:pt x="14133" y="15067"/>
                    <a:pt x="13414" y="16229"/>
                    <a:pt x="12719" y="17351"/>
                  </a:cubicBezTo>
                  <a:cubicBezTo>
                    <a:pt x="11808" y="18820"/>
                    <a:pt x="10948" y="20208"/>
                    <a:pt x="10205" y="20703"/>
                  </a:cubicBezTo>
                  <a:cubicBezTo>
                    <a:pt x="6860" y="22934"/>
                    <a:pt x="4206" y="24223"/>
                    <a:pt x="3028" y="24223"/>
                  </a:cubicBezTo>
                  <a:cubicBezTo>
                    <a:pt x="2869" y="24223"/>
                    <a:pt x="2737" y="24200"/>
                    <a:pt x="2633" y="24152"/>
                  </a:cubicBezTo>
                  <a:cubicBezTo>
                    <a:pt x="1399" y="23582"/>
                    <a:pt x="612" y="19549"/>
                    <a:pt x="612" y="17023"/>
                  </a:cubicBezTo>
                  <a:cubicBezTo>
                    <a:pt x="612" y="14791"/>
                    <a:pt x="2160" y="8831"/>
                    <a:pt x="3028" y="6122"/>
                  </a:cubicBezTo>
                  <a:cubicBezTo>
                    <a:pt x="3902" y="3393"/>
                    <a:pt x="7801" y="1580"/>
                    <a:pt x="7840" y="1562"/>
                  </a:cubicBezTo>
                  <a:cubicBezTo>
                    <a:pt x="7856" y="1554"/>
                    <a:pt x="7872" y="1545"/>
                    <a:pt x="7886" y="1537"/>
                  </a:cubicBezTo>
                  <a:cubicBezTo>
                    <a:pt x="8779" y="924"/>
                    <a:pt x="9788" y="615"/>
                    <a:pt x="10844" y="615"/>
                  </a:cubicBezTo>
                  <a:close/>
                  <a:moveTo>
                    <a:pt x="10840" y="0"/>
                  </a:moveTo>
                  <a:cubicBezTo>
                    <a:pt x="9673" y="0"/>
                    <a:pt x="8554" y="341"/>
                    <a:pt x="7561" y="1016"/>
                  </a:cubicBezTo>
                  <a:cubicBezTo>
                    <a:pt x="7185" y="1191"/>
                    <a:pt x="3373" y="3033"/>
                    <a:pt x="2445" y="5934"/>
                  </a:cubicBezTo>
                  <a:cubicBezTo>
                    <a:pt x="1568" y="8677"/>
                    <a:pt x="0" y="14727"/>
                    <a:pt x="0" y="17022"/>
                  </a:cubicBezTo>
                  <a:cubicBezTo>
                    <a:pt x="0" y="18782"/>
                    <a:pt x="563" y="23872"/>
                    <a:pt x="2376" y="24708"/>
                  </a:cubicBezTo>
                  <a:cubicBezTo>
                    <a:pt x="2554" y="24790"/>
                    <a:pt x="2767" y="24828"/>
                    <a:pt x="3011" y="24828"/>
                  </a:cubicBezTo>
                  <a:cubicBezTo>
                    <a:pt x="4735" y="24828"/>
                    <a:pt x="7971" y="22929"/>
                    <a:pt x="10545" y="21212"/>
                  </a:cubicBezTo>
                  <a:cubicBezTo>
                    <a:pt x="11398" y="20642"/>
                    <a:pt x="12292" y="19200"/>
                    <a:pt x="13238" y="17674"/>
                  </a:cubicBezTo>
                  <a:cubicBezTo>
                    <a:pt x="13924" y="16568"/>
                    <a:pt x="14631" y="15426"/>
                    <a:pt x="15355" y="14557"/>
                  </a:cubicBezTo>
                  <a:cubicBezTo>
                    <a:pt x="17143" y="12410"/>
                    <a:pt x="18574" y="8531"/>
                    <a:pt x="17850" y="5268"/>
                  </a:cubicBezTo>
                  <a:cubicBezTo>
                    <a:pt x="17428" y="3371"/>
                    <a:pt x="15510" y="1360"/>
                    <a:pt x="13290" y="485"/>
                  </a:cubicBezTo>
                  <a:cubicBezTo>
                    <a:pt x="12467" y="161"/>
                    <a:pt x="11642" y="0"/>
                    <a:pt x="10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54"/>
            <p:cNvSpPr/>
            <p:nvPr/>
          </p:nvSpPr>
          <p:spPr>
            <a:xfrm>
              <a:off x="4472600" y="827000"/>
              <a:ext cx="424950" cy="421625"/>
            </a:xfrm>
            <a:custGeom>
              <a:avLst/>
              <a:gdLst/>
              <a:ahLst/>
              <a:cxnLst/>
              <a:rect l="l" t="t" r="r" b="b"/>
              <a:pathLst>
                <a:path w="16998" h="16865" extrusionOk="0">
                  <a:moveTo>
                    <a:pt x="9584" y="1"/>
                  </a:moveTo>
                  <a:cubicBezTo>
                    <a:pt x="8536" y="1"/>
                    <a:pt x="7469" y="291"/>
                    <a:pt x="6466" y="979"/>
                  </a:cubicBezTo>
                  <a:cubicBezTo>
                    <a:pt x="6466" y="979"/>
                    <a:pt x="2414" y="2831"/>
                    <a:pt x="1488" y="5725"/>
                  </a:cubicBezTo>
                  <a:cubicBezTo>
                    <a:pt x="1049" y="7099"/>
                    <a:pt x="479" y="9154"/>
                    <a:pt x="1" y="11168"/>
                  </a:cubicBezTo>
                  <a:cubicBezTo>
                    <a:pt x="793" y="9931"/>
                    <a:pt x="2102" y="7827"/>
                    <a:pt x="2183" y="7345"/>
                  </a:cubicBezTo>
                  <a:cubicBezTo>
                    <a:pt x="2298" y="6651"/>
                    <a:pt x="2298" y="6534"/>
                    <a:pt x="3109" y="6534"/>
                  </a:cubicBezTo>
                  <a:cubicBezTo>
                    <a:pt x="3919" y="6534"/>
                    <a:pt x="5423" y="8850"/>
                    <a:pt x="7507" y="9313"/>
                  </a:cubicBezTo>
                  <a:cubicBezTo>
                    <a:pt x="9590" y="9775"/>
                    <a:pt x="12367" y="9428"/>
                    <a:pt x="12367" y="10586"/>
                  </a:cubicBezTo>
                  <a:cubicBezTo>
                    <a:pt x="12367" y="11743"/>
                    <a:pt x="10747" y="13594"/>
                    <a:pt x="11788" y="14172"/>
                  </a:cubicBezTo>
                  <a:cubicBezTo>
                    <a:pt x="12598" y="14623"/>
                    <a:pt x="11873" y="16189"/>
                    <a:pt x="11944" y="16864"/>
                  </a:cubicBezTo>
                  <a:cubicBezTo>
                    <a:pt x="12565" y="15864"/>
                    <a:pt x="13210" y="14852"/>
                    <a:pt x="13872" y="14057"/>
                  </a:cubicBezTo>
                  <a:cubicBezTo>
                    <a:pt x="15608" y="11974"/>
                    <a:pt x="16997" y="8155"/>
                    <a:pt x="16303" y="5030"/>
                  </a:cubicBezTo>
                  <a:cubicBezTo>
                    <a:pt x="15780" y="2679"/>
                    <a:pt x="12768" y="1"/>
                    <a:pt x="9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54"/>
            <p:cNvSpPr/>
            <p:nvPr/>
          </p:nvSpPr>
          <p:spPr>
            <a:xfrm>
              <a:off x="4464325" y="819375"/>
              <a:ext cx="441450" cy="436900"/>
            </a:xfrm>
            <a:custGeom>
              <a:avLst/>
              <a:gdLst/>
              <a:ahLst/>
              <a:cxnLst/>
              <a:rect l="l" t="t" r="r" b="b"/>
              <a:pathLst>
                <a:path w="17658" h="17476" extrusionOk="0">
                  <a:moveTo>
                    <a:pt x="9927" y="615"/>
                  </a:moveTo>
                  <a:cubicBezTo>
                    <a:pt x="10653" y="615"/>
                    <a:pt x="11402" y="761"/>
                    <a:pt x="12148" y="1056"/>
                  </a:cubicBezTo>
                  <a:cubicBezTo>
                    <a:pt x="14193" y="1862"/>
                    <a:pt x="15955" y="3689"/>
                    <a:pt x="16335" y="5400"/>
                  </a:cubicBezTo>
                  <a:cubicBezTo>
                    <a:pt x="17009" y="8439"/>
                    <a:pt x="15619" y="12184"/>
                    <a:pt x="13968" y="14166"/>
                  </a:cubicBezTo>
                  <a:cubicBezTo>
                    <a:pt x="13560" y="14656"/>
                    <a:pt x="13160" y="15224"/>
                    <a:pt x="12773" y="15813"/>
                  </a:cubicBezTo>
                  <a:cubicBezTo>
                    <a:pt x="12862" y="15178"/>
                    <a:pt x="12842" y="14528"/>
                    <a:pt x="12269" y="14211"/>
                  </a:cubicBezTo>
                  <a:cubicBezTo>
                    <a:pt x="11899" y="14006"/>
                    <a:pt x="12122" y="13417"/>
                    <a:pt x="12503" y="12546"/>
                  </a:cubicBezTo>
                  <a:cubicBezTo>
                    <a:pt x="12750" y="11982"/>
                    <a:pt x="13005" y="11400"/>
                    <a:pt x="13005" y="10891"/>
                  </a:cubicBezTo>
                  <a:cubicBezTo>
                    <a:pt x="13005" y="9837"/>
                    <a:pt x="11635" y="9723"/>
                    <a:pt x="10049" y="9591"/>
                  </a:cubicBezTo>
                  <a:cubicBezTo>
                    <a:pt x="9327" y="9530"/>
                    <a:pt x="8579" y="9468"/>
                    <a:pt x="7904" y="9319"/>
                  </a:cubicBezTo>
                  <a:cubicBezTo>
                    <a:pt x="6771" y="9067"/>
                    <a:pt x="5798" y="8211"/>
                    <a:pt x="5018" y="7523"/>
                  </a:cubicBezTo>
                  <a:cubicBezTo>
                    <a:pt x="4366" y="6949"/>
                    <a:pt x="3895" y="6534"/>
                    <a:pt x="3440" y="6534"/>
                  </a:cubicBezTo>
                  <a:cubicBezTo>
                    <a:pt x="2470" y="6534"/>
                    <a:pt x="2348" y="6783"/>
                    <a:pt x="2212" y="7598"/>
                  </a:cubicBezTo>
                  <a:cubicBezTo>
                    <a:pt x="2183" y="7774"/>
                    <a:pt x="1861" y="8412"/>
                    <a:pt x="1096" y="9673"/>
                  </a:cubicBezTo>
                  <a:cubicBezTo>
                    <a:pt x="1435" y="8371"/>
                    <a:pt x="1796" y="7104"/>
                    <a:pt x="2111" y="6123"/>
                  </a:cubicBezTo>
                  <a:cubicBezTo>
                    <a:pt x="2984" y="3393"/>
                    <a:pt x="6883" y="1580"/>
                    <a:pt x="6969" y="1536"/>
                  </a:cubicBezTo>
                  <a:cubicBezTo>
                    <a:pt x="7862" y="924"/>
                    <a:pt x="8872" y="615"/>
                    <a:pt x="9927" y="615"/>
                  </a:cubicBezTo>
                  <a:close/>
                  <a:moveTo>
                    <a:pt x="9913" y="0"/>
                  </a:moveTo>
                  <a:cubicBezTo>
                    <a:pt x="8747" y="0"/>
                    <a:pt x="7636" y="340"/>
                    <a:pt x="6669" y="1007"/>
                  </a:cubicBezTo>
                  <a:cubicBezTo>
                    <a:pt x="6499" y="1084"/>
                    <a:pt x="2485" y="2949"/>
                    <a:pt x="1528" y="5937"/>
                  </a:cubicBezTo>
                  <a:cubicBezTo>
                    <a:pt x="1059" y="7403"/>
                    <a:pt x="487" y="9498"/>
                    <a:pt x="35" y="11403"/>
                  </a:cubicBezTo>
                  <a:cubicBezTo>
                    <a:pt x="0" y="11549"/>
                    <a:pt x="76" y="11697"/>
                    <a:pt x="213" y="11756"/>
                  </a:cubicBezTo>
                  <a:cubicBezTo>
                    <a:pt x="252" y="11772"/>
                    <a:pt x="292" y="11780"/>
                    <a:pt x="332" y="11780"/>
                  </a:cubicBezTo>
                  <a:cubicBezTo>
                    <a:pt x="434" y="11780"/>
                    <a:pt x="532" y="11729"/>
                    <a:pt x="590" y="11639"/>
                  </a:cubicBezTo>
                  <a:cubicBezTo>
                    <a:pt x="1999" y="9436"/>
                    <a:pt x="2748" y="8111"/>
                    <a:pt x="2824" y="7652"/>
                  </a:cubicBezTo>
                  <a:cubicBezTo>
                    <a:pt x="2908" y="7145"/>
                    <a:pt x="2908" y="7145"/>
                    <a:pt x="3441" y="7145"/>
                  </a:cubicBezTo>
                  <a:cubicBezTo>
                    <a:pt x="3664" y="7145"/>
                    <a:pt x="4169" y="7589"/>
                    <a:pt x="4613" y="7981"/>
                  </a:cubicBezTo>
                  <a:cubicBezTo>
                    <a:pt x="5447" y="8716"/>
                    <a:pt x="6485" y="9630"/>
                    <a:pt x="7773" y="9916"/>
                  </a:cubicBezTo>
                  <a:cubicBezTo>
                    <a:pt x="8487" y="10075"/>
                    <a:pt x="9256" y="10138"/>
                    <a:pt x="9999" y="10200"/>
                  </a:cubicBezTo>
                  <a:cubicBezTo>
                    <a:pt x="11176" y="10299"/>
                    <a:pt x="12393" y="10400"/>
                    <a:pt x="12393" y="10891"/>
                  </a:cubicBezTo>
                  <a:cubicBezTo>
                    <a:pt x="12393" y="11272"/>
                    <a:pt x="12165" y="11794"/>
                    <a:pt x="11943" y="12300"/>
                  </a:cubicBezTo>
                  <a:cubicBezTo>
                    <a:pt x="11542" y="13216"/>
                    <a:pt x="11088" y="14255"/>
                    <a:pt x="11971" y="14746"/>
                  </a:cubicBezTo>
                  <a:cubicBezTo>
                    <a:pt x="12301" y="14928"/>
                    <a:pt x="12218" y="15510"/>
                    <a:pt x="12075" y="16251"/>
                  </a:cubicBezTo>
                  <a:cubicBezTo>
                    <a:pt x="12008" y="16604"/>
                    <a:pt x="11943" y="16939"/>
                    <a:pt x="11971" y="17202"/>
                  </a:cubicBezTo>
                  <a:cubicBezTo>
                    <a:pt x="11984" y="17331"/>
                    <a:pt x="12080" y="17439"/>
                    <a:pt x="12207" y="17467"/>
                  </a:cubicBezTo>
                  <a:cubicBezTo>
                    <a:pt x="12229" y="17473"/>
                    <a:pt x="12251" y="17475"/>
                    <a:pt x="12275" y="17475"/>
                  </a:cubicBezTo>
                  <a:cubicBezTo>
                    <a:pt x="12276" y="17475"/>
                    <a:pt x="12277" y="17475"/>
                    <a:pt x="12278" y="17475"/>
                  </a:cubicBezTo>
                  <a:cubicBezTo>
                    <a:pt x="12383" y="17475"/>
                    <a:pt x="12480" y="17420"/>
                    <a:pt x="12535" y="17332"/>
                  </a:cubicBezTo>
                  <a:cubicBezTo>
                    <a:pt x="13139" y="16361"/>
                    <a:pt x="13782" y="15347"/>
                    <a:pt x="14438" y="14559"/>
                  </a:cubicBezTo>
                  <a:cubicBezTo>
                    <a:pt x="16227" y="12414"/>
                    <a:pt x="17657" y="8533"/>
                    <a:pt x="16933" y="5270"/>
                  </a:cubicBezTo>
                  <a:cubicBezTo>
                    <a:pt x="16512" y="3374"/>
                    <a:pt x="14594" y="1363"/>
                    <a:pt x="12373" y="487"/>
                  </a:cubicBezTo>
                  <a:cubicBezTo>
                    <a:pt x="11546" y="161"/>
                    <a:pt x="10716" y="0"/>
                    <a:pt x="9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54"/>
            <p:cNvSpPr/>
            <p:nvPr/>
          </p:nvSpPr>
          <p:spPr>
            <a:xfrm>
              <a:off x="4425875" y="1123875"/>
              <a:ext cx="324075" cy="181700"/>
            </a:xfrm>
            <a:custGeom>
              <a:avLst/>
              <a:gdLst/>
              <a:ahLst/>
              <a:cxnLst/>
              <a:rect l="l" t="t" r="r" b="b"/>
              <a:pathLst>
                <a:path w="12963" h="7268" extrusionOk="0">
                  <a:moveTo>
                    <a:pt x="1459" y="1"/>
                  </a:moveTo>
                  <a:cubicBezTo>
                    <a:pt x="878" y="1"/>
                    <a:pt x="334" y="200"/>
                    <a:pt x="232" y="909"/>
                  </a:cubicBezTo>
                  <a:cubicBezTo>
                    <a:pt x="1" y="2529"/>
                    <a:pt x="1620" y="4844"/>
                    <a:pt x="3125" y="4844"/>
                  </a:cubicBezTo>
                  <a:cubicBezTo>
                    <a:pt x="4575" y="4844"/>
                    <a:pt x="5166" y="3449"/>
                    <a:pt x="5931" y="3449"/>
                  </a:cubicBezTo>
                  <a:cubicBezTo>
                    <a:pt x="5960" y="3449"/>
                    <a:pt x="5989" y="3451"/>
                    <a:pt x="6019" y="3455"/>
                  </a:cubicBezTo>
                  <a:cubicBezTo>
                    <a:pt x="6829" y="3571"/>
                    <a:pt x="6482" y="6464"/>
                    <a:pt x="7870" y="7043"/>
                  </a:cubicBezTo>
                  <a:cubicBezTo>
                    <a:pt x="8237" y="7196"/>
                    <a:pt x="8668" y="7268"/>
                    <a:pt x="9117" y="7268"/>
                  </a:cubicBezTo>
                  <a:cubicBezTo>
                    <a:pt x="10368" y="7268"/>
                    <a:pt x="11757" y="6707"/>
                    <a:pt x="12268" y="5770"/>
                  </a:cubicBezTo>
                  <a:cubicBezTo>
                    <a:pt x="12963" y="4496"/>
                    <a:pt x="10995" y="3687"/>
                    <a:pt x="9028" y="2992"/>
                  </a:cubicBezTo>
                  <a:cubicBezTo>
                    <a:pt x="7061" y="2297"/>
                    <a:pt x="3011" y="330"/>
                    <a:pt x="3011" y="330"/>
                  </a:cubicBezTo>
                  <a:cubicBezTo>
                    <a:pt x="3011" y="330"/>
                    <a:pt x="2205" y="1"/>
                    <a:pt x="14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54"/>
            <p:cNvSpPr/>
            <p:nvPr/>
          </p:nvSpPr>
          <p:spPr>
            <a:xfrm>
              <a:off x="4420675" y="1116175"/>
              <a:ext cx="324525" cy="196875"/>
            </a:xfrm>
            <a:custGeom>
              <a:avLst/>
              <a:gdLst/>
              <a:ahLst/>
              <a:cxnLst/>
              <a:rect l="l" t="t" r="r" b="b"/>
              <a:pathLst>
                <a:path w="12981" h="7875" extrusionOk="0">
                  <a:moveTo>
                    <a:pt x="1665" y="614"/>
                  </a:moveTo>
                  <a:cubicBezTo>
                    <a:pt x="2199" y="614"/>
                    <a:pt x="2820" y="808"/>
                    <a:pt x="3093" y="918"/>
                  </a:cubicBezTo>
                  <a:cubicBezTo>
                    <a:pt x="3360" y="1049"/>
                    <a:pt x="7200" y="2907"/>
                    <a:pt x="9134" y="3589"/>
                  </a:cubicBezTo>
                  <a:cubicBezTo>
                    <a:pt x="10129" y="3940"/>
                    <a:pt x="11979" y="4593"/>
                    <a:pt x="12274" y="5361"/>
                  </a:cubicBezTo>
                  <a:cubicBezTo>
                    <a:pt x="12343" y="5542"/>
                    <a:pt x="12322" y="5723"/>
                    <a:pt x="12208" y="5932"/>
                  </a:cubicBezTo>
                  <a:cubicBezTo>
                    <a:pt x="11767" y="6740"/>
                    <a:pt x="10499" y="7276"/>
                    <a:pt x="9337" y="7276"/>
                  </a:cubicBezTo>
                  <a:cubicBezTo>
                    <a:pt x="8931" y="7276"/>
                    <a:pt x="8538" y="7211"/>
                    <a:pt x="8197" y="7069"/>
                  </a:cubicBezTo>
                  <a:cubicBezTo>
                    <a:pt x="7567" y="6806"/>
                    <a:pt x="7356" y="5865"/>
                    <a:pt x="7170" y="5034"/>
                  </a:cubicBezTo>
                  <a:cubicBezTo>
                    <a:pt x="6992" y="4233"/>
                    <a:pt x="6837" y="3542"/>
                    <a:pt x="6271" y="3461"/>
                  </a:cubicBezTo>
                  <a:cubicBezTo>
                    <a:pt x="6225" y="3454"/>
                    <a:pt x="6180" y="3451"/>
                    <a:pt x="6134" y="3451"/>
                  </a:cubicBezTo>
                  <a:cubicBezTo>
                    <a:pt x="5704" y="3451"/>
                    <a:pt x="5357" y="3745"/>
                    <a:pt x="4990" y="4058"/>
                  </a:cubicBezTo>
                  <a:cubicBezTo>
                    <a:pt x="4534" y="4446"/>
                    <a:pt x="4062" y="4847"/>
                    <a:pt x="3335" y="4847"/>
                  </a:cubicBezTo>
                  <a:cubicBezTo>
                    <a:pt x="2824" y="4847"/>
                    <a:pt x="2236" y="4506"/>
                    <a:pt x="1722" y="3913"/>
                  </a:cubicBezTo>
                  <a:cubicBezTo>
                    <a:pt x="1025" y="3110"/>
                    <a:pt x="632" y="2044"/>
                    <a:pt x="744" y="1261"/>
                  </a:cubicBezTo>
                  <a:cubicBezTo>
                    <a:pt x="780" y="1011"/>
                    <a:pt x="880" y="846"/>
                    <a:pt x="1058" y="744"/>
                  </a:cubicBezTo>
                  <a:cubicBezTo>
                    <a:pt x="1222" y="650"/>
                    <a:pt x="1435" y="614"/>
                    <a:pt x="1665" y="614"/>
                  </a:cubicBezTo>
                  <a:close/>
                  <a:moveTo>
                    <a:pt x="1676" y="1"/>
                  </a:moveTo>
                  <a:cubicBezTo>
                    <a:pt x="1349" y="1"/>
                    <a:pt x="1025" y="56"/>
                    <a:pt x="754" y="212"/>
                  </a:cubicBezTo>
                  <a:cubicBezTo>
                    <a:pt x="413" y="408"/>
                    <a:pt x="200" y="740"/>
                    <a:pt x="138" y="1173"/>
                  </a:cubicBezTo>
                  <a:cubicBezTo>
                    <a:pt x="1" y="2137"/>
                    <a:pt x="440" y="3369"/>
                    <a:pt x="1259" y="4313"/>
                  </a:cubicBezTo>
                  <a:cubicBezTo>
                    <a:pt x="1899" y="5051"/>
                    <a:pt x="2637" y="5458"/>
                    <a:pt x="3334" y="5458"/>
                  </a:cubicBezTo>
                  <a:cubicBezTo>
                    <a:pt x="4285" y="5458"/>
                    <a:pt x="4896" y="4940"/>
                    <a:pt x="5387" y="4523"/>
                  </a:cubicBezTo>
                  <a:cubicBezTo>
                    <a:pt x="5673" y="4279"/>
                    <a:pt x="5919" y="4063"/>
                    <a:pt x="6135" y="4063"/>
                  </a:cubicBezTo>
                  <a:cubicBezTo>
                    <a:pt x="6152" y="4063"/>
                    <a:pt x="6168" y="4064"/>
                    <a:pt x="6184" y="4067"/>
                  </a:cubicBezTo>
                  <a:cubicBezTo>
                    <a:pt x="6331" y="4087"/>
                    <a:pt x="6489" y="4790"/>
                    <a:pt x="6573" y="5167"/>
                  </a:cubicBezTo>
                  <a:cubicBezTo>
                    <a:pt x="6780" y="6095"/>
                    <a:pt x="7038" y="7249"/>
                    <a:pt x="7961" y="7634"/>
                  </a:cubicBezTo>
                  <a:cubicBezTo>
                    <a:pt x="8351" y="7795"/>
                    <a:pt x="8820" y="7874"/>
                    <a:pt x="9312" y="7874"/>
                  </a:cubicBezTo>
                  <a:cubicBezTo>
                    <a:pt x="10648" y="7874"/>
                    <a:pt x="12162" y="7296"/>
                    <a:pt x="12747" y="6223"/>
                  </a:cubicBezTo>
                  <a:cubicBezTo>
                    <a:pt x="12946" y="5856"/>
                    <a:pt x="12980" y="5492"/>
                    <a:pt x="12845" y="5141"/>
                  </a:cubicBezTo>
                  <a:cubicBezTo>
                    <a:pt x="12480" y="4188"/>
                    <a:pt x="10912" y="3567"/>
                    <a:pt x="9338" y="3011"/>
                  </a:cubicBezTo>
                  <a:cubicBezTo>
                    <a:pt x="7409" y="2331"/>
                    <a:pt x="3393" y="382"/>
                    <a:pt x="3352" y="363"/>
                  </a:cubicBezTo>
                  <a:cubicBezTo>
                    <a:pt x="3346" y="360"/>
                    <a:pt x="3340" y="358"/>
                    <a:pt x="3334" y="354"/>
                  </a:cubicBezTo>
                  <a:cubicBezTo>
                    <a:pt x="3216" y="306"/>
                    <a:pt x="2440" y="1"/>
                    <a:pt x="1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54"/>
            <p:cNvSpPr/>
            <p:nvPr/>
          </p:nvSpPr>
          <p:spPr>
            <a:xfrm>
              <a:off x="4741275" y="1172625"/>
              <a:ext cx="66575" cy="66575"/>
            </a:xfrm>
            <a:custGeom>
              <a:avLst/>
              <a:gdLst/>
              <a:ahLst/>
              <a:cxnLst/>
              <a:rect l="l" t="t" r="r" b="b"/>
              <a:pathLst>
                <a:path w="2663" h="2663" extrusionOk="0">
                  <a:moveTo>
                    <a:pt x="0" y="2663"/>
                  </a:moveTo>
                  <a:lnTo>
                    <a:pt x="2662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54"/>
            <p:cNvSpPr/>
            <p:nvPr/>
          </p:nvSpPr>
          <p:spPr>
            <a:xfrm>
              <a:off x="4731050" y="1165075"/>
              <a:ext cx="85100" cy="81775"/>
            </a:xfrm>
            <a:custGeom>
              <a:avLst/>
              <a:gdLst/>
              <a:ahLst/>
              <a:cxnLst/>
              <a:rect l="l" t="t" r="r" b="b"/>
              <a:pathLst>
                <a:path w="3404" h="3271" extrusionOk="0">
                  <a:moveTo>
                    <a:pt x="3068" y="0"/>
                  </a:moveTo>
                  <a:cubicBezTo>
                    <a:pt x="2991" y="0"/>
                    <a:pt x="2914" y="29"/>
                    <a:pt x="2854" y="87"/>
                  </a:cubicBezTo>
                  <a:lnTo>
                    <a:pt x="193" y="2748"/>
                  </a:lnTo>
                  <a:cubicBezTo>
                    <a:pt x="0" y="2940"/>
                    <a:pt x="137" y="3270"/>
                    <a:pt x="409" y="3270"/>
                  </a:cubicBezTo>
                  <a:cubicBezTo>
                    <a:pt x="491" y="3270"/>
                    <a:pt x="569" y="3238"/>
                    <a:pt x="626" y="3181"/>
                  </a:cubicBezTo>
                  <a:lnTo>
                    <a:pt x="3287" y="519"/>
                  </a:lnTo>
                  <a:cubicBezTo>
                    <a:pt x="3403" y="399"/>
                    <a:pt x="3401" y="207"/>
                    <a:pt x="3284" y="90"/>
                  </a:cubicBezTo>
                  <a:cubicBezTo>
                    <a:pt x="3224" y="30"/>
                    <a:pt x="3146" y="0"/>
                    <a:pt x="3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54"/>
            <p:cNvSpPr/>
            <p:nvPr/>
          </p:nvSpPr>
          <p:spPr>
            <a:xfrm>
              <a:off x="4449025" y="1051100"/>
              <a:ext cx="34775" cy="78150"/>
            </a:xfrm>
            <a:custGeom>
              <a:avLst/>
              <a:gdLst/>
              <a:ahLst/>
              <a:cxnLst/>
              <a:rect l="l" t="t" r="r" b="b"/>
              <a:pathLst>
                <a:path w="1391" h="3126" extrusionOk="0">
                  <a:moveTo>
                    <a:pt x="1" y="3126"/>
                  </a:moveTo>
                  <a:lnTo>
                    <a:pt x="139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54"/>
            <p:cNvSpPr/>
            <p:nvPr/>
          </p:nvSpPr>
          <p:spPr>
            <a:xfrm>
              <a:off x="4439775" y="1043475"/>
              <a:ext cx="52725" cy="93425"/>
            </a:xfrm>
            <a:custGeom>
              <a:avLst/>
              <a:gdLst/>
              <a:ahLst/>
              <a:cxnLst/>
              <a:rect l="l" t="t" r="r" b="b"/>
              <a:pathLst>
                <a:path w="2109" h="3737" extrusionOk="0">
                  <a:moveTo>
                    <a:pt x="1761" y="0"/>
                  </a:moveTo>
                  <a:cubicBezTo>
                    <a:pt x="1643" y="0"/>
                    <a:pt x="1531" y="68"/>
                    <a:pt x="1480" y="182"/>
                  </a:cubicBezTo>
                  <a:lnTo>
                    <a:pt x="91" y="3307"/>
                  </a:lnTo>
                  <a:cubicBezTo>
                    <a:pt x="1" y="3508"/>
                    <a:pt x="149" y="3737"/>
                    <a:pt x="371" y="3737"/>
                  </a:cubicBezTo>
                  <a:cubicBezTo>
                    <a:pt x="492" y="3737"/>
                    <a:pt x="601" y="3666"/>
                    <a:pt x="650" y="3556"/>
                  </a:cubicBezTo>
                  <a:lnTo>
                    <a:pt x="2040" y="431"/>
                  </a:lnTo>
                  <a:cubicBezTo>
                    <a:pt x="2109" y="277"/>
                    <a:pt x="2039" y="95"/>
                    <a:pt x="1885" y="27"/>
                  </a:cubicBezTo>
                  <a:cubicBezTo>
                    <a:pt x="1845" y="9"/>
                    <a:pt x="1802" y="0"/>
                    <a:pt x="17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54"/>
            <p:cNvSpPr/>
            <p:nvPr/>
          </p:nvSpPr>
          <p:spPr>
            <a:xfrm>
              <a:off x="4963425" y="1742925"/>
              <a:ext cx="355200" cy="389300"/>
            </a:xfrm>
            <a:custGeom>
              <a:avLst/>
              <a:gdLst/>
              <a:ahLst/>
              <a:cxnLst/>
              <a:rect l="l" t="t" r="r" b="b"/>
              <a:pathLst>
                <a:path w="14208" h="15572" extrusionOk="0">
                  <a:moveTo>
                    <a:pt x="11745" y="0"/>
                  </a:moveTo>
                  <a:cubicBezTo>
                    <a:pt x="11745" y="0"/>
                    <a:pt x="4073" y="6821"/>
                    <a:pt x="2084" y="8809"/>
                  </a:cubicBezTo>
                  <a:cubicBezTo>
                    <a:pt x="95" y="10798"/>
                    <a:pt x="1" y="14587"/>
                    <a:pt x="1895" y="15439"/>
                  </a:cubicBezTo>
                  <a:cubicBezTo>
                    <a:pt x="2098" y="15531"/>
                    <a:pt x="2348" y="15572"/>
                    <a:pt x="2634" y="15572"/>
                  </a:cubicBezTo>
                  <a:cubicBezTo>
                    <a:pt x="5011" y="15572"/>
                    <a:pt x="9858" y="12706"/>
                    <a:pt x="10704" y="12029"/>
                  </a:cubicBezTo>
                  <a:cubicBezTo>
                    <a:pt x="11651" y="11272"/>
                    <a:pt x="14208" y="474"/>
                    <a:pt x="117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54"/>
            <p:cNvSpPr/>
            <p:nvPr/>
          </p:nvSpPr>
          <p:spPr>
            <a:xfrm>
              <a:off x="4963175" y="1735275"/>
              <a:ext cx="340650" cy="404475"/>
            </a:xfrm>
            <a:custGeom>
              <a:avLst/>
              <a:gdLst/>
              <a:ahLst/>
              <a:cxnLst/>
              <a:rect l="l" t="t" r="r" b="b"/>
              <a:pathLst>
                <a:path w="13626" h="16179" extrusionOk="0">
                  <a:moveTo>
                    <a:pt x="11828" y="651"/>
                  </a:moveTo>
                  <a:lnTo>
                    <a:pt x="11828" y="652"/>
                  </a:lnTo>
                  <a:cubicBezTo>
                    <a:pt x="12052" y="765"/>
                    <a:pt x="12224" y="1056"/>
                    <a:pt x="12338" y="1517"/>
                  </a:cubicBezTo>
                  <a:cubicBezTo>
                    <a:pt x="13034" y="4335"/>
                    <a:pt x="11168" y="11580"/>
                    <a:pt x="10521" y="12096"/>
                  </a:cubicBezTo>
                  <a:cubicBezTo>
                    <a:pt x="9523" y="12897"/>
                    <a:pt x="4799" y="15576"/>
                    <a:pt x="2652" y="15576"/>
                  </a:cubicBezTo>
                  <a:cubicBezTo>
                    <a:pt x="2409" y="15576"/>
                    <a:pt x="2198" y="15542"/>
                    <a:pt x="2030" y="15466"/>
                  </a:cubicBezTo>
                  <a:cubicBezTo>
                    <a:pt x="1464" y="15212"/>
                    <a:pt x="1068" y="14612"/>
                    <a:pt x="915" y="13778"/>
                  </a:cubicBezTo>
                  <a:cubicBezTo>
                    <a:pt x="637" y="12260"/>
                    <a:pt x="1210" y="10431"/>
                    <a:pt x="2310" y="9331"/>
                  </a:cubicBezTo>
                  <a:cubicBezTo>
                    <a:pt x="4128" y="7513"/>
                    <a:pt x="10807" y="1560"/>
                    <a:pt x="11828" y="651"/>
                  </a:cubicBezTo>
                  <a:close/>
                  <a:moveTo>
                    <a:pt x="11755" y="0"/>
                  </a:moveTo>
                  <a:cubicBezTo>
                    <a:pt x="11681" y="0"/>
                    <a:pt x="11608" y="28"/>
                    <a:pt x="11551" y="78"/>
                  </a:cubicBezTo>
                  <a:cubicBezTo>
                    <a:pt x="11474" y="145"/>
                    <a:pt x="3850" y="6926"/>
                    <a:pt x="1877" y="8899"/>
                  </a:cubicBezTo>
                  <a:cubicBezTo>
                    <a:pt x="643" y="10132"/>
                    <a:pt x="1" y="12184"/>
                    <a:pt x="312" y="13888"/>
                  </a:cubicBezTo>
                  <a:cubicBezTo>
                    <a:pt x="503" y="14926"/>
                    <a:pt x="1023" y="15685"/>
                    <a:pt x="1779" y="16024"/>
                  </a:cubicBezTo>
                  <a:cubicBezTo>
                    <a:pt x="2016" y="16131"/>
                    <a:pt x="2300" y="16178"/>
                    <a:pt x="2625" y="16178"/>
                  </a:cubicBezTo>
                  <a:cubicBezTo>
                    <a:pt x="5231" y="16178"/>
                    <a:pt x="10257" y="13093"/>
                    <a:pt x="10905" y="12575"/>
                  </a:cubicBezTo>
                  <a:cubicBezTo>
                    <a:pt x="11876" y="11797"/>
                    <a:pt x="13625" y="4177"/>
                    <a:pt x="12932" y="1372"/>
                  </a:cubicBezTo>
                  <a:cubicBezTo>
                    <a:pt x="12733" y="571"/>
                    <a:pt x="12357" y="111"/>
                    <a:pt x="11813" y="6"/>
                  </a:cubicBezTo>
                  <a:cubicBezTo>
                    <a:pt x="11794" y="2"/>
                    <a:pt x="11774" y="0"/>
                    <a:pt x="11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54"/>
            <p:cNvSpPr/>
            <p:nvPr/>
          </p:nvSpPr>
          <p:spPr>
            <a:xfrm>
              <a:off x="5303800" y="2169800"/>
              <a:ext cx="690925" cy="680600"/>
            </a:xfrm>
            <a:custGeom>
              <a:avLst/>
              <a:gdLst/>
              <a:ahLst/>
              <a:cxnLst/>
              <a:rect l="l" t="t" r="r" b="b"/>
              <a:pathLst>
                <a:path w="27637" h="27224" extrusionOk="0">
                  <a:moveTo>
                    <a:pt x="17325" y="0"/>
                  </a:moveTo>
                  <a:lnTo>
                    <a:pt x="0" y="11137"/>
                  </a:lnTo>
                  <a:lnTo>
                    <a:pt x="3712" y="27224"/>
                  </a:lnTo>
                  <a:cubicBezTo>
                    <a:pt x="3712" y="27224"/>
                    <a:pt x="23512" y="16912"/>
                    <a:pt x="25574" y="13613"/>
                  </a:cubicBezTo>
                  <a:cubicBezTo>
                    <a:pt x="27637" y="10313"/>
                    <a:pt x="17325" y="0"/>
                    <a:pt x="173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54"/>
            <p:cNvSpPr/>
            <p:nvPr/>
          </p:nvSpPr>
          <p:spPr>
            <a:xfrm>
              <a:off x="5295625" y="2162175"/>
              <a:ext cx="679925" cy="695875"/>
            </a:xfrm>
            <a:custGeom>
              <a:avLst/>
              <a:gdLst/>
              <a:ahLst/>
              <a:cxnLst/>
              <a:rect l="l" t="t" r="r" b="b"/>
              <a:pathLst>
                <a:path w="27197" h="27835" extrusionOk="0">
                  <a:moveTo>
                    <a:pt x="17609" y="696"/>
                  </a:moveTo>
                  <a:cubicBezTo>
                    <a:pt x="20530" y="3654"/>
                    <a:pt x="27196" y="11268"/>
                    <a:pt x="25642" y="13755"/>
                  </a:cubicBezTo>
                  <a:cubicBezTo>
                    <a:pt x="23795" y="16709"/>
                    <a:pt x="6907" y="25674"/>
                    <a:pt x="4249" y="27074"/>
                  </a:cubicBezTo>
                  <a:lnTo>
                    <a:pt x="674" y="11584"/>
                  </a:lnTo>
                  <a:lnTo>
                    <a:pt x="17609" y="696"/>
                  </a:lnTo>
                  <a:close/>
                  <a:moveTo>
                    <a:pt x="17650" y="0"/>
                  </a:moveTo>
                  <a:cubicBezTo>
                    <a:pt x="17594" y="0"/>
                    <a:pt x="17536" y="16"/>
                    <a:pt x="17486" y="48"/>
                  </a:cubicBezTo>
                  <a:lnTo>
                    <a:pt x="162" y="11186"/>
                  </a:lnTo>
                  <a:cubicBezTo>
                    <a:pt x="54" y="11256"/>
                    <a:pt x="0" y="11385"/>
                    <a:pt x="29" y="11512"/>
                  </a:cubicBezTo>
                  <a:lnTo>
                    <a:pt x="3741" y="27599"/>
                  </a:lnTo>
                  <a:cubicBezTo>
                    <a:pt x="3774" y="27736"/>
                    <a:pt x="3898" y="27835"/>
                    <a:pt x="4039" y="27835"/>
                  </a:cubicBezTo>
                  <a:cubicBezTo>
                    <a:pt x="4089" y="27835"/>
                    <a:pt x="4137" y="27824"/>
                    <a:pt x="4181" y="27801"/>
                  </a:cubicBezTo>
                  <a:cubicBezTo>
                    <a:pt x="4992" y="27378"/>
                    <a:pt x="24078" y="17413"/>
                    <a:pt x="26161" y="14080"/>
                  </a:cubicBezTo>
                  <a:cubicBezTo>
                    <a:pt x="27092" y="12592"/>
                    <a:pt x="25958" y="9768"/>
                    <a:pt x="22792" y="5687"/>
                  </a:cubicBezTo>
                  <a:cubicBezTo>
                    <a:pt x="20487" y="2716"/>
                    <a:pt x="17893" y="116"/>
                    <a:pt x="17868" y="90"/>
                  </a:cubicBezTo>
                  <a:cubicBezTo>
                    <a:pt x="17808" y="31"/>
                    <a:pt x="17730" y="0"/>
                    <a:pt x="176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54"/>
            <p:cNvSpPr/>
            <p:nvPr/>
          </p:nvSpPr>
          <p:spPr>
            <a:xfrm>
              <a:off x="5155250" y="1720875"/>
              <a:ext cx="703275" cy="1107200"/>
            </a:xfrm>
            <a:custGeom>
              <a:avLst/>
              <a:gdLst/>
              <a:ahLst/>
              <a:cxnLst/>
              <a:rect l="l" t="t" r="r" b="b"/>
              <a:pathLst>
                <a:path w="28131" h="44288" extrusionOk="0">
                  <a:moveTo>
                    <a:pt x="11663" y="1"/>
                  </a:moveTo>
                  <a:cubicBezTo>
                    <a:pt x="10696" y="1"/>
                    <a:pt x="10040" y="220"/>
                    <a:pt x="10040" y="220"/>
                  </a:cubicBezTo>
                  <a:cubicBezTo>
                    <a:pt x="10040" y="220"/>
                    <a:pt x="9267" y="152"/>
                    <a:pt x="8252" y="152"/>
                  </a:cubicBezTo>
                  <a:cubicBezTo>
                    <a:pt x="6857" y="152"/>
                    <a:pt x="5005" y="279"/>
                    <a:pt x="4072" y="882"/>
                  </a:cubicBezTo>
                  <a:cubicBezTo>
                    <a:pt x="2463" y="1924"/>
                    <a:pt x="1326" y="11586"/>
                    <a:pt x="1041" y="17364"/>
                  </a:cubicBezTo>
                  <a:cubicBezTo>
                    <a:pt x="758" y="23141"/>
                    <a:pt x="0" y="27783"/>
                    <a:pt x="379" y="28920"/>
                  </a:cubicBezTo>
                  <a:cubicBezTo>
                    <a:pt x="758" y="30056"/>
                    <a:pt x="10608" y="42465"/>
                    <a:pt x="12029" y="44171"/>
                  </a:cubicBezTo>
                  <a:cubicBezTo>
                    <a:pt x="12095" y="44250"/>
                    <a:pt x="12183" y="44288"/>
                    <a:pt x="12290" y="44288"/>
                  </a:cubicBezTo>
                  <a:cubicBezTo>
                    <a:pt x="14492" y="44288"/>
                    <a:pt x="24985" y="28284"/>
                    <a:pt x="26521" y="24942"/>
                  </a:cubicBezTo>
                  <a:cubicBezTo>
                    <a:pt x="28131" y="21437"/>
                    <a:pt x="27089" y="18217"/>
                    <a:pt x="25006" y="13386"/>
                  </a:cubicBezTo>
                  <a:cubicBezTo>
                    <a:pt x="22922" y="8556"/>
                    <a:pt x="18470" y="4103"/>
                    <a:pt x="15818" y="1641"/>
                  </a:cubicBezTo>
                  <a:cubicBezTo>
                    <a:pt x="14381" y="307"/>
                    <a:pt x="12805" y="1"/>
                    <a:pt x="116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54"/>
            <p:cNvSpPr/>
            <p:nvPr/>
          </p:nvSpPr>
          <p:spPr>
            <a:xfrm>
              <a:off x="5151400" y="1713075"/>
              <a:ext cx="716700" cy="1122625"/>
            </a:xfrm>
            <a:custGeom>
              <a:avLst/>
              <a:gdLst/>
              <a:ahLst/>
              <a:cxnLst/>
              <a:rect l="l" t="t" r="r" b="b"/>
              <a:pathLst>
                <a:path w="28668" h="44905" extrusionOk="0">
                  <a:moveTo>
                    <a:pt x="11811" y="621"/>
                  </a:moveTo>
                  <a:cubicBezTo>
                    <a:pt x="12896" y="621"/>
                    <a:pt x="14399" y="909"/>
                    <a:pt x="15764" y="2177"/>
                  </a:cubicBezTo>
                  <a:cubicBezTo>
                    <a:pt x="20295" y="6383"/>
                    <a:pt x="23361" y="10299"/>
                    <a:pt x="24880" y="13818"/>
                  </a:cubicBezTo>
                  <a:cubicBezTo>
                    <a:pt x="26843" y="18371"/>
                    <a:pt x="28010" y="21617"/>
                    <a:pt x="26397" y="25125"/>
                  </a:cubicBezTo>
                  <a:cubicBezTo>
                    <a:pt x="24405" y="29462"/>
                    <a:pt x="14158" y="44303"/>
                    <a:pt x="12506" y="44303"/>
                  </a:cubicBezTo>
                  <a:cubicBezTo>
                    <a:pt x="12473" y="44303"/>
                    <a:pt x="12444" y="44297"/>
                    <a:pt x="12418" y="44285"/>
                  </a:cubicBezTo>
                  <a:cubicBezTo>
                    <a:pt x="10573" y="42071"/>
                    <a:pt x="1158" y="30140"/>
                    <a:pt x="823" y="29134"/>
                  </a:cubicBezTo>
                  <a:cubicBezTo>
                    <a:pt x="621" y="28527"/>
                    <a:pt x="798" y="26576"/>
                    <a:pt x="1020" y="24106"/>
                  </a:cubicBezTo>
                  <a:cubicBezTo>
                    <a:pt x="1183" y="22313"/>
                    <a:pt x="1384" y="20079"/>
                    <a:pt x="1501" y="17690"/>
                  </a:cubicBezTo>
                  <a:cubicBezTo>
                    <a:pt x="1855" y="10524"/>
                    <a:pt x="3100" y="2287"/>
                    <a:pt x="4392" y="1451"/>
                  </a:cubicBezTo>
                  <a:cubicBezTo>
                    <a:pt x="5261" y="889"/>
                    <a:pt x="7036" y="770"/>
                    <a:pt x="8390" y="770"/>
                  </a:cubicBezTo>
                  <a:cubicBezTo>
                    <a:pt x="9383" y="770"/>
                    <a:pt x="10150" y="834"/>
                    <a:pt x="10168" y="836"/>
                  </a:cubicBezTo>
                  <a:cubicBezTo>
                    <a:pt x="10177" y="837"/>
                    <a:pt x="10186" y="837"/>
                    <a:pt x="10194" y="837"/>
                  </a:cubicBezTo>
                  <a:cubicBezTo>
                    <a:pt x="10227" y="837"/>
                    <a:pt x="10260" y="832"/>
                    <a:pt x="10291" y="822"/>
                  </a:cubicBezTo>
                  <a:cubicBezTo>
                    <a:pt x="10304" y="817"/>
                    <a:pt x="10915" y="621"/>
                    <a:pt x="11811" y="621"/>
                  </a:cubicBezTo>
                  <a:close/>
                  <a:moveTo>
                    <a:pt x="11828" y="0"/>
                  </a:moveTo>
                  <a:cubicBezTo>
                    <a:pt x="10982" y="0"/>
                    <a:pt x="10359" y="162"/>
                    <a:pt x="10161" y="221"/>
                  </a:cubicBezTo>
                  <a:cubicBezTo>
                    <a:pt x="9950" y="205"/>
                    <a:pt x="9266" y="156"/>
                    <a:pt x="8408" y="156"/>
                  </a:cubicBezTo>
                  <a:cubicBezTo>
                    <a:pt x="6974" y="156"/>
                    <a:pt x="5056" y="292"/>
                    <a:pt x="4060" y="937"/>
                  </a:cubicBezTo>
                  <a:cubicBezTo>
                    <a:pt x="2082" y="2219"/>
                    <a:pt x="1085" y="13729"/>
                    <a:pt x="891" y="17661"/>
                  </a:cubicBezTo>
                  <a:cubicBezTo>
                    <a:pt x="773" y="20037"/>
                    <a:pt x="573" y="22263"/>
                    <a:pt x="410" y="24051"/>
                  </a:cubicBezTo>
                  <a:cubicBezTo>
                    <a:pt x="163" y="26790"/>
                    <a:pt x="0" y="28600"/>
                    <a:pt x="243" y="29328"/>
                  </a:cubicBezTo>
                  <a:cubicBezTo>
                    <a:pt x="654" y="30562"/>
                    <a:pt x="10675" y="43149"/>
                    <a:pt x="11949" y="44678"/>
                  </a:cubicBezTo>
                  <a:cubicBezTo>
                    <a:pt x="12073" y="44826"/>
                    <a:pt x="12246" y="44905"/>
                    <a:pt x="12446" y="44905"/>
                  </a:cubicBezTo>
                  <a:cubicBezTo>
                    <a:pt x="12481" y="44904"/>
                    <a:pt x="12517" y="44901"/>
                    <a:pt x="12552" y="44897"/>
                  </a:cubicBezTo>
                  <a:cubicBezTo>
                    <a:pt x="15078" y="44562"/>
                    <a:pt x="25466" y="28619"/>
                    <a:pt x="26953" y="25381"/>
                  </a:cubicBezTo>
                  <a:cubicBezTo>
                    <a:pt x="28667" y="21650"/>
                    <a:pt x="27408" y="18135"/>
                    <a:pt x="25441" y="13576"/>
                  </a:cubicBezTo>
                  <a:cubicBezTo>
                    <a:pt x="23889" y="9979"/>
                    <a:pt x="20773" y="5992"/>
                    <a:pt x="16180" y="1728"/>
                  </a:cubicBezTo>
                  <a:cubicBezTo>
                    <a:pt x="14670" y="325"/>
                    <a:pt x="13026" y="0"/>
                    <a:pt x="11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54"/>
            <p:cNvSpPr/>
            <p:nvPr/>
          </p:nvSpPr>
          <p:spPr>
            <a:xfrm>
              <a:off x="5380200" y="1851550"/>
              <a:ext cx="295000" cy="407600"/>
            </a:xfrm>
            <a:custGeom>
              <a:avLst/>
              <a:gdLst/>
              <a:ahLst/>
              <a:cxnLst/>
              <a:rect l="l" t="t" r="r" b="b"/>
              <a:pathLst>
                <a:path w="11800" h="16304" extrusionOk="0">
                  <a:moveTo>
                    <a:pt x="9835" y="1"/>
                  </a:moveTo>
                  <a:cubicBezTo>
                    <a:pt x="6881" y="1"/>
                    <a:pt x="1490" y="4488"/>
                    <a:pt x="948" y="6454"/>
                  </a:cubicBezTo>
                  <a:cubicBezTo>
                    <a:pt x="948" y="6454"/>
                    <a:pt x="922" y="6584"/>
                    <a:pt x="880" y="6820"/>
                  </a:cubicBezTo>
                  <a:cubicBezTo>
                    <a:pt x="758" y="7500"/>
                    <a:pt x="496" y="9051"/>
                    <a:pt x="285" y="10811"/>
                  </a:cubicBezTo>
                  <a:cubicBezTo>
                    <a:pt x="1" y="13178"/>
                    <a:pt x="96" y="16304"/>
                    <a:pt x="852" y="16304"/>
                  </a:cubicBezTo>
                  <a:cubicBezTo>
                    <a:pt x="1610" y="16304"/>
                    <a:pt x="11557" y="9106"/>
                    <a:pt x="11745" y="2570"/>
                  </a:cubicBezTo>
                  <a:cubicBezTo>
                    <a:pt x="11799" y="710"/>
                    <a:pt x="11010" y="1"/>
                    <a:pt x="9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54"/>
            <p:cNvSpPr/>
            <p:nvPr/>
          </p:nvSpPr>
          <p:spPr>
            <a:xfrm>
              <a:off x="5372500" y="1843925"/>
              <a:ext cx="310525" cy="422900"/>
            </a:xfrm>
            <a:custGeom>
              <a:avLst/>
              <a:gdLst/>
              <a:ahLst/>
              <a:cxnLst/>
              <a:rect l="l" t="t" r="r" b="b"/>
              <a:pathLst>
                <a:path w="12421" h="16916" extrusionOk="0">
                  <a:moveTo>
                    <a:pt x="10142" y="612"/>
                  </a:moveTo>
                  <a:cubicBezTo>
                    <a:pt x="10257" y="612"/>
                    <a:pt x="10368" y="619"/>
                    <a:pt x="10474" y="635"/>
                  </a:cubicBezTo>
                  <a:cubicBezTo>
                    <a:pt x="11370" y="770"/>
                    <a:pt x="11786" y="1499"/>
                    <a:pt x="11747" y="2866"/>
                  </a:cubicBezTo>
                  <a:cubicBezTo>
                    <a:pt x="11562" y="9242"/>
                    <a:pt x="1922" y="16149"/>
                    <a:pt x="1175" y="16307"/>
                  </a:cubicBezTo>
                  <a:cubicBezTo>
                    <a:pt x="843" y="16137"/>
                    <a:pt x="573" y="13846"/>
                    <a:pt x="896" y="11152"/>
                  </a:cubicBezTo>
                  <a:cubicBezTo>
                    <a:pt x="1111" y="9363"/>
                    <a:pt x="1382" y="7778"/>
                    <a:pt x="1489" y="7180"/>
                  </a:cubicBezTo>
                  <a:lnTo>
                    <a:pt x="1554" y="6827"/>
                  </a:lnTo>
                  <a:cubicBezTo>
                    <a:pt x="2091" y="4947"/>
                    <a:pt x="7390" y="612"/>
                    <a:pt x="10142" y="612"/>
                  </a:cubicBezTo>
                  <a:close/>
                  <a:moveTo>
                    <a:pt x="10158" y="1"/>
                  </a:moveTo>
                  <a:cubicBezTo>
                    <a:pt x="7090" y="1"/>
                    <a:pt x="1554" y="4523"/>
                    <a:pt x="960" y="6677"/>
                  </a:cubicBezTo>
                  <a:lnTo>
                    <a:pt x="954" y="6701"/>
                  </a:lnTo>
                  <a:lnTo>
                    <a:pt x="887" y="7071"/>
                  </a:lnTo>
                  <a:cubicBezTo>
                    <a:pt x="779" y="7676"/>
                    <a:pt x="506" y="9274"/>
                    <a:pt x="289" y="11079"/>
                  </a:cubicBezTo>
                  <a:cubicBezTo>
                    <a:pt x="77" y="12835"/>
                    <a:pt x="1" y="15911"/>
                    <a:pt x="691" y="16689"/>
                  </a:cubicBezTo>
                  <a:cubicBezTo>
                    <a:pt x="857" y="16876"/>
                    <a:pt x="1038" y="16916"/>
                    <a:pt x="1160" y="16916"/>
                  </a:cubicBezTo>
                  <a:cubicBezTo>
                    <a:pt x="2334" y="16916"/>
                    <a:pt x="12172" y="9354"/>
                    <a:pt x="12359" y="2884"/>
                  </a:cubicBezTo>
                  <a:cubicBezTo>
                    <a:pt x="12421" y="758"/>
                    <a:pt x="11417" y="159"/>
                    <a:pt x="10564" y="30"/>
                  </a:cubicBezTo>
                  <a:cubicBezTo>
                    <a:pt x="10435" y="10"/>
                    <a:pt x="10299" y="1"/>
                    <a:pt x="101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54"/>
            <p:cNvSpPr/>
            <p:nvPr/>
          </p:nvSpPr>
          <p:spPr>
            <a:xfrm>
              <a:off x="5337550" y="1666475"/>
              <a:ext cx="362350" cy="431725"/>
            </a:xfrm>
            <a:custGeom>
              <a:avLst/>
              <a:gdLst/>
              <a:ahLst/>
              <a:cxnLst/>
              <a:rect l="l" t="t" r="r" b="b"/>
              <a:pathLst>
                <a:path w="14494" h="17269" extrusionOk="0">
                  <a:moveTo>
                    <a:pt x="5169" y="0"/>
                  </a:moveTo>
                  <a:cubicBezTo>
                    <a:pt x="3951" y="0"/>
                    <a:pt x="2874" y="280"/>
                    <a:pt x="2180" y="974"/>
                  </a:cubicBezTo>
                  <a:cubicBezTo>
                    <a:pt x="2180" y="974"/>
                    <a:pt x="1232" y="4479"/>
                    <a:pt x="1232" y="5048"/>
                  </a:cubicBezTo>
                  <a:cubicBezTo>
                    <a:pt x="1232" y="5616"/>
                    <a:pt x="1611" y="7036"/>
                    <a:pt x="1611" y="7036"/>
                  </a:cubicBezTo>
                  <a:cubicBezTo>
                    <a:pt x="1611" y="7036"/>
                    <a:pt x="1" y="9594"/>
                    <a:pt x="190" y="9879"/>
                  </a:cubicBezTo>
                  <a:cubicBezTo>
                    <a:pt x="379" y="10162"/>
                    <a:pt x="948" y="10636"/>
                    <a:pt x="948" y="10636"/>
                  </a:cubicBezTo>
                  <a:cubicBezTo>
                    <a:pt x="948" y="10636"/>
                    <a:pt x="759" y="14236"/>
                    <a:pt x="1516" y="14993"/>
                  </a:cubicBezTo>
                  <a:cubicBezTo>
                    <a:pt x="1853" y="15330"/>
                    <a:pt x="2656" y="15423"/>
                    <a:pt x="3446" y="15423"/>
                  </a:cubicBezTo>
                  <a:cubicBezTo>
                    <a:pt x="4434" y="15423"/>
                    <a:pt x="5400" y="15277"/>
                    <a:pt x="5400" y="15277"/>
                  </a:cubicBezTo>
                  <a:lnTo>
                    <a:pt x="5400" y="15277"/>
                  </a:lnTo>
                  <a:cubicBezTo>
                    <a:pt x="5400" y="15277"/>
                    <a:pt x="3885" y="17171"/>
                    <a:pt x="5589" y="17266"/>
                  </a:cubicBezTo>
                  <a:cubicBezTo>
                    <a:pt x="5610" y="17268"/>
                    <a:pt x="5632" y="17268"/>
                    <a:pt x="5654" y="17268"/>
                  </a:cubicBezTo>
                  <a:cubicBezTo>
                    <a:pt x="7406" y="17268"/>
                    <a:pt x="11857" y="13545"/>
                    <a:pt x="13168" y="11394"/>
                  </a:cubicBezTo>
                  <a:cubicBezTo>
                    <a:pt x="14494" y="9215"/>
                    <a:pt x="14398" y="5237"/>
                    <a:pt x="13168" y="3247"/>
                  </a:cubicBezTo>
                  <a:cubicBezTo>
                    <a:pt x="12283" y="1819"/>
                    <a:pt x="8272" y="0"/>
                    <a:pt x="51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54"/>
            <p:cNvSpPr/>
            <p:nvPr/>
          </p:nvSpPr>
          <p:spPr>
            <a:xfrm>
              <a:off x="5328600" y="1658800"/>
              <a:ext cx="378100" cy="447050"/>
            </a:xfrm>
            <a:custGeom>
              <a:avLst/>
              <a:gdLst/>
              <a:ahLst/>
              <a:cxnLst/>
              <a:rect l="l" t="t" r="r" b="b"/>
              <a:pathLst>
                <a:path w="15124" h="17882" extrusionOk="0">
                  <a:moveTo>
                    <a:pt x="5520" y="612"/>
                  </a:moveTo>
                  <a:cubicBezTo>
                    <a:pt x="5882" y="612"/>
                    <a:pt x="6235" y="638"/>
                    <a:pt x="6558" y="675"/>
                  </a:cubicBezTo>
                  <a:cubicBezTo>
                    <a:pt x="9486" y="1014"/>
                    <a:pt x="12569" y="2589"/>
                    <a:pt x="13265" y="3715"/>
                  </a:cubicBezTo>
                  <a:cubicBezTo>
                    <a:pt x="14477" y="5673"/>
                    <a:pt x="14477" y="9549"/>
                    <a:pt x="13264" y="11542"/>
                  </a:cubicBezTo>
                  <a:cubicBezTo>
                    <a:pt x="11973" y="13663"/>
                    <a:pt x="7625" y="17269"/>
                    <a:pt x="6020" y="17269"/>
                  </a:cubicBezTo>
                  <a:cubicBezTo>
                    <a:pt x="6003" y="17269"/>
                    <a:pt x="5984" y="17268"/>
                    <a:pt x="5965" y="17268"/>
                  </a:cubicBezTo>
                  <a:cubicBezTo>
                    <a:pt x="5808" y="17259"/>
                    <a:pt x="5533" y="17221"/>
                    <a:pt x="5467" y="17074"/>
                  </a:cubicBezTo>
                  <a:cubicBezTo>
                    <a:pt x="5342" y="16797"/>
                    <a:pt x="5710" y="16134"/>
                    <a:pt x="5997" y="15774"/>
                  </a:cubicBezTo>
                  <a:cubicBezTo>
                    <a:pt x="6157" y="15574"/>
                    <a:pt x="6015" y="15278"/>
                    <a:pt x="5758" y="15278"/>
                  </a:cubicBezTo>
                  <a:cubicBezTo>
                    <a:pt x="5742" y="15278"/>
                    <a:pt x="5728" y="15279"/>
                    <a:pt x="5712" y="15282"/>
                  </a:cubicBezTo>
                  <a:cubicBezTo>
                    <a:pt x="5164" y="15365"/>
                    <a:pt x="4476" y="15423"/>
                    <a:pt x="3842" y="15423"/>
                  </a:cubicBezTo>
                  <a:cubicBezTo>
                    <a:pt x="3049" y="15423"/>
                    <a:pt x="2340" y="15332"/>
                    <a:pt x="2091" y="15084"/>
                  </a:cubicBezTo>
                  <a:cubicBezTo>
                    <a:pt x="1610" y="14602"/>
                    <a:pt x="1542" y="12298"/>
                    <a:pt x="1612" y="10959"/>
                  </a:cubicBezTo>
                  <a:cubicBezTo>
                    <a:pt x="1617" y="10862"/>
                    <a:pt x="1576" y="10769"/>
                    <a:pt x="1502" y="10707"/>
                  </a:cubicBezTo>
                  <a:cubicBezTo>
                    <a:pt x="1317" y="10552"/>
                    <a:pt x="996" y="10261"/>
                    <a:pt x="846" y="10074"/>
                  </a:cubicBezTo>
                  <a:cubicBezTo>
                    <a:pt x="920" y="9726"/>
                    <a:pt x="1602" y="8503"/>
                    <a:pt x="2229" y="7507"/>
                  </a:cubicBezTo>
                  <a:cubicBezTo>
                    <a:pt x="2274" y="7435"/>
                    <a:pt x="2288" y="7346"/>
                    <a:pt x="2266" y="7263"/>
                  </a:cubicBezTo>
                  <a:cubicBezTo>
                    <a:pt x="2164" y="6879"/>
                    <a:pt x="1898" y="5787"/>
                    <a:pt x="1898" y="5354"/>
                  </a:cubicBezTo>
                  <a:cubicBezTo>
                    <a:pt x="1898" y="4977"/>
                    <a:pt x="2449" y="2790"/>
                    <a:pt x="2812" y="1442"/>
                  </a:cubicBezTo>
                  <a:cubicBezTo>
                    <a:pt x="3501" y="799"/>
                    <a:pt x="4543" y="612"/>
                    <a:pt x="5520" y="612"/>
                  </a:cubicBezTo>
                  <a:close/>
                  <a:moveTo>
                    <a:pt x="5525" y="1"/>
                  </a:moveTo>
                  <a:cubicBezTo>
                    <a:pt x="4119" y="1"/>
                    <a:pt x="3024" y="363"/>
                    <a:pt x="2322" y="1065"/>
                  </a:cubicBezTo>
                  <a:cubicBezTo>
                    <a:pt x="2284" y="1103"/>
                    <a:pt x="2256" y="1150"/>
                    <a:pt x="2243" y="1202"/>
                  </a:cubicBezTo>
                  <a:cubicBezTo>
                    <a:pt x="2144" y="1564"/>
                    <a:pt x="1285" y="4762"/>
                    <a:pt x="1285" y="5355"/>
                  </a:cubicBezTo>
                  <a:cubicBezTo>
                    <a:pt x="1285" y="5862"/>
                    <a:pt x="1542" y="6911"/>
                    <a:pt x="1640" y="7293"/>
                  </a:cubicBezTo>
                  <a:cubicBezTo>
                    <a:pt x="1" y="9913"/>
                    <a:pt x="191" y="10200"/>
                    <a:pt x="294" y="10355"/>
                  </a:cubicBezTo>
                  <a:cubicBezTo>
                    <a:pt x="453" y="10592"/>
                    <a:pt x="806" y="10915"/>
                    <a:pt x="994" y="11077"/>
                  </a:cubicBezTo>
                  <a:cubicBezTo>
                    <a:pt x="956" y="11948"/>
                    <a:pt x="898" y="14756"/>
                    <a:pt x="1659" y="15516"/>
                  </a:cubicBezTo>
                  <a:cubicBezTo>
                    <a:pt x="2071" y="15929"/>
                    <a:pt x="2968" y="16042"/>
                    <a:pt x="3831" y="16042"/>
                  </a:cubicBezTo>
                  <a:cubicBezTo>
                    <a:pt x="4304" y="16042"/>
                    <a:pt x="4767" y="16008"/>
                    <a:pt x="5134" y="15970"/>
                  </a:cubicBezTo>
                  <a:lnTo>
                    <a:pt x="5134" y="15970"/>
                  </a:lnTo>
                  <a:cubicBezTo>
                    <a:pt x="4913" y="16374"/>
                    <a:pt x="4720" y="16902"/>
                    <a:pt x="4907" y="17323"/>
                  </a:cubicBezTo>
                  <a:cubicBezTo>
                    <a:pt x="5059" y="17663"/>
                    <a:pt x="5403" y="17849"/>
                    <a:pt x="5931" y="17879"/>
                  </a:cubicBezTo>
                  <a:cubicBezTo>
                    <a:pt x="5956" y="17880"/>
                    <a:pt x="5982" y="17881"/>
                    <a:pt x="6007" y="17881"/>
                  </a:cubicBezTo>
                  <a:cubicBezTo>
                    <a:pt x="7959" y="17881"/>
                    <a:pt x="12483" y="14002"/>
                    <a:pt x="13787" y="11861"/>
                  </a:cubicBezTo>
                  <a:cubicBezTo>
                    <a:pt x="15123" y="9666"/>
                    <a:pt x="15122" y="5552"/>
                    <a:pt x="13786" y="3394"/>
                  </a:cubicBezTo>
                  <a:cubicBezTo>
                    <a:pt x="12915" y="1987"/>
                    <a:pt x="9503" y="402"/>
                    <a:pt x="6629" y="68"/>
                  </a:cubicBezTo>
                  <a:cubicBezTo>
                    <a:pt x="6242" y="23"/>
                    <a:pt x="5874" y="1"/>
                    <a:pt x="55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54"/>
            <p:cNvSpPr/>
            <p:nvPr/>
          </p:nvSpPr>
          <p:spPr>
            <a:xfrm>
              <a:off x="5349400" y="1516775"/>
              <a:ext cx="483100" cy="429875"/>
            </a:xfrm>
            <a:custGeom>
              <a:avLst/>
              <a:gdLst/>
              <a:ahLst/>
              <a:cxnLst/>
              <a:rect l="l" t="t" r="r" b="b"/>
              <a:pathLst>
                <a:path w="19324" h="17195" extrusionOk="0">
                  <a:moveTo>
                    <a:pt x="11115" y="1"/>
                  </a:moveTo>
                  <a:cubicBezTo>
                    <a:pt x="10707" y="1"/>
                    <a:pt x="10313" y="46"/>
                    <a:pt x="9946" y="143"/>
                  </a:cubicBezTo>
                  <a:cubicBezTo>
                    <a:pt x="9946" y="143"/>
                    <a:pt x="2653" y="1090"/>
                    <a:pt x="1327" y="3931"/>
                  </a:cubicBezTo>
                  <a:cubicBezTo>
                    <a:pt x="1" y="6773"/>
                    <a:pt x="3032" y="10278"/>
                    <a:pt x="5211" y="10751"/>
                  </a:cubicBezTo>
                  <a:cubicBezTo>
                    <a:pt x="6764" y="11089"/>
                    <a:pt x="7933" y="11138"/>
                    <a:pt x="8475" y="11138"/>
                  </a:cubicBezTo>
                  <a:cubicBezTo>
                    <a:pt x="8693" y="11138"/>
                    <a:pt x="8810" y="11130"/>
                    <a:pt x="8810" y="11130"/>
                  </a:cubicBezTo>
                  <a:lnTo>
                    <a:pt x="8810" y="11130"/>
                  </a:lnTo>
                  <a:cubicBezTo>
                    <a:pt x="8810" y="11130"/>
                    <a:pt x="6537" y="13119"/>
                    <a:pt x="7957" y="13592"/>
                  </a:cubicBezTo>
                  <a:cubicBezTo>
                    <a:pt x="9378" y="14066"/>
                    <a:pt x="10042" y="13782"/>
                    <a:pt x="10042" y="14256"/>
                  </a:cubicBezTo>
                  <a:cubicBezTo>
                    <a:pt x="10042" y="14729"/>
                    <a:pt x="8620" y="16244"/>
                    <a:pt x="9852" y="16340"/>
                  </a:cubicBezTo>
                  <a:cubicBezTo>
                    <a:pt x="9879" y="16342"/>
                    <a:pt x="9905" y="16343"/>
                    <a:pt x="9930" y="16343"/>
                  </a:cubicBezTo>
                  <a:cubicBezTo>
                    <a:pt x="10982" y="16343"/>
                    <a:pt x="11394" y="14662"/>
                    <a:pt x="12006" y="14662"/>
                  </a:cubicBezTo>
                  <a:cubicBezTo>
                    <a:pt x="12074" y="14662"/>
                    <a:pt x="12145" y="14683"/>
                    <a:pt x="12220" y="14729"/>
                  </a:cubicBezTo>
                  <a:cubicBezTo>
                    <a:pt x="12977" y="15203"/>
                    <a:pt x="11935" y="17097"/>
                    <a:pt x="12315" y="17193"/>
                  </a:cubicBezTo>
                  <a:cubicBezTo>
                    <a:pt x="12319" y="17194"/>
                    <a:pt x="12324" y="17194"/>
                    <a:pt x="12330" y="17194"/>
                  </a:cubicBezTo>
                  <a:cubicBezTo>
                    <a:pt x="12781" y="17194"/>
                    <a:pt x="16311" y="13450"/>
                    <a:pt x="17808" y="9520"/>
                  </a:cubicBezTo>
                  <a:cubicBezTo>
                    <a:pt x="19324" y="5542"/>
                    <a:pt x="17240" y="3078"/>
                    <a:pt x="15724" y="1752"/>
                  </a:cubicBezTo>
                  <a:cubicBezTo>
                    <a:pt x="14517" y="696"/>
                    <a:pt x="12710" y="1"/>
                    <a:pt x="111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54"/>
            <p:cNvSpPr/>
            <p:nvPr/>
          </p:nvSpPr>
          <p:spPr>
            <a:xfrm>
              <a:off x="5358625" y="1509100"/>
              <a:ext cx="472550" cy="445100"/>
            </a:xfrm>
            <a:custGeom>
              <a:avLst/>
              <a:gdLst/>
              <a:ahLst/>
              <a:cxnLst/>
              <a:rect l="l" t="t" r="r" b="b"/>
              <a:pathLst>
                <a:path w="18902" h="17804" extrusionOk="0">
                  <a:moveTo>
                    <a:pt x="10741" y="615"/>
                  </a:moveTo>
                  <a:cubicBezTo>
                    <a:pt x="12224" y="615"/>
                    <a:pt x="13962" y="1248"/>
                    <a:pt x="15154" y="2290"/>
                  </a:cubicBezTo>
                  <a:cubicBezTo>
                    <a:pt x="17590" y="4422"/>
                    <a:pt x="18245" y="6852"/>
                    <a:pt x="17153" y="9718"/>
                  </a:cubicBezTo>
                  <a:cubicBezTo>
                    <a:pt x="15875" y="13072"/>
                    <a:pt x="13205" y="16127"/>
                    <a:pt x="12223" y="16977"/>
                  </a:cubicBezTo>
                  <a:cubicBezTo>
                    <a:pt x="12237" y="16910"/>
                    <a:pt x="12254" y="16845"/>
                    <a:pt x="12267" y="16785"/>
                  </a:cubicBezTo>
                  <a:cubicBezTo>
                    <a:pt x="12429" y="16106"/>
                    <a:pt x="12650" y="15176"/>
                    <a:pt x="12012" y="14777"/>
                  </a:cubicBezTo>
                  <a:cubicBezTo>
                    <a:pt x="11880" y="14694"/>
                    <a:pt x="11755" y="14659"/>
                    <a:pt x="11639" y="14659"/>
                  </a:cubicBezTo>
                  <a:lnTo>
                    <a:pt x="11639" y="14658"/>
                  </a:lnTo>
                  <a:cubicBezTo>
                    <a:pt x="11219" y="14658"/>
                    <a:pt x="10892" y="15111"/>
                    <a:pt x="10639" y="15460"/>
                  </a:cubicBezTo>
                  <a:cubicBezTo>
                    <a:pt x="10268" y="15972"/>
                    <a:pt x="9961" y="16344"/>
                    <a:pt x="9564" y="16344"/>
                  </a:cubicBezTo>
                  <a:cubicBezTo>
                    <a:pt x="9545" y="16344"/>
                    <a:pt x="9525" y="16343"/>
                    <a:pt x="9505" y="16341"/>
                  </a:cubicBezTo>
                  <a:cubicBezTo>
                    <a:pt x="9350" y="16329"/>
                    <a:pt x="9297" y="16291"/>
                    <a:pt x="9293" y="16282"/>
                  </a:cubicBezTo>
                  <a:cubicBezTo>
                    <a:pt x="9222" y="16151"/>
                    <a:pt x="9522" y="15612"/>
                    <a:pt x="9648" y="15382"/>
                  </a:cubicBezTo>
                  <a:cubicBezTo>
                    <a:pt x="9832" y="15050"/>
                    <a:pt x="9977" y="14789"/>
                    <a:pt x="9977" y="14562"/>
                  </a:cubicBezTo>
                  <a:cubicBezTo>
                    <a:pt x="9977" y="14028"/>
                    <a:pt x="9515" y="13967"/>
                    <a:pt x="9068" y="13909"/>
                  </a:cubicBezTo>
                  <a:cubicBezTo>
                    <a:pt x="8734" y="13866"/>
                    <a:pt x="8280" y="13807"/>
                    <a:pt x="7684" y="13609"/>
                  </a:cubicBezTo>
                  <a:cubicBezTo>
                    <a:pt x="7457" y="13533"/>
                    <a:pt x="7438" y="13436"/>
                    <a:pt x="7432" y="13404"/>
                  </a:cubicBezTo>
                  <a:cubicBezTo>
                    <a:pt x="7353" y="13012"/>
                    <a:pt x="8107" y="12136"/>
                    <a:pt x="8641" y="11666"/>
                  </a:cubicBezTo>
                  <a:cubicBezTo>
                    <a:pt x="8740" y="11581"/>
                    <a:pt x="8773" y="11440"/>
                    <a:pt x="8723" y="11319"/>
                  </a:cubicBezTo>
                  <a:cubicBezTo>
                    <a:pt x="8675" y="11204"/>
                    <a:pt x="8574" y="11130"/>
                    <a:pt x="8440" y="11130"/>
                  </a:cubicBezTo>
                  <a:cubicBezTo>
                    <a:pt x="8433" y="11130"/>
                    <a:pt x="8427" y="11131"/>
                    <a:pt x="8420" y="11131"/>
                  </a:cubicBezTo>
                  <a:cubicBezTo>
                    <a:pt x="8416" y="11131"/>
                    <a:pt x="8312" y="11138"/>
                    <a:pt x="8120" y="11138"/>
                  </a:cubicBezTo>
                  <a:cubicBezTo>
                    <a:pt x="7601" y="11138"/>
                    <a:pt x="6442" y="11092"/>
                    <a:pt x="4906" y="10758"/>
                  </a:cubicBezTo>
                  <a:cubicBezTo>
                    <a:pt x="3666" y="10489"/>
                    <a:pt x="2175" y="9164"/>
                    <a:pt x="1437" y="7675"/>
                  </a:cubicBezTo>
                  <a:cubicBezTo>
                    <a:pt x="1026" y="6846"/>
                    <a:pt x="659" y="5600"/>
                    <a:pt x="1235" y="4367"/>
                  </a:cubicBezTo>
                  <a:cubicBezTo>
                    <a:pt x="2475" y="1711"/>
                    <a:pt x="9545" y="762"/>
                    <a:pt x="9616" y="752"/>
                  </a:cubicBezTo>
                  <a:cubicBezTo>
                    <a:pt x="9629" y="751"/>
                    <a:pt x="9643" y="749"/>
                    <a:pt x="9655" y="746"/>
                  </a:cubicBezTo>
                  <a:cubicBezTo>
                    <a:pt x="9991" y="657"/>
                    <a:pt x="10357" y="615"/>
                    <a:pt x="10741" y="615"/>
                  </a:cubicBezTo>
                  <a:close/>
                  <a:moveTo>
                    <a:pt x="10754" y="1"/>
                  </a:moveTo>
                  <a:cubicBezTo>
                    <a:pt x="10321" y="1"/>
                    <a:pt x="9904" y="49"/>
                    <a:pt x="9518" y="149"/>
                  </a:cubicBezTo>
                  <a:cubicBezTo>
                    <a:pt x="9009" y="216"/>
                    <a:pt x="2039" y="1195"/>
                    <a:pt x="680" y="4109"/>
                  </a:cubicBezTo>
                  <a:cubicBezTo>
                    <a:pt x="1" y="5562"/>
                    <a:pt x="418" y="6998"/>
                    <a:pt x="889" y="7946"/>
                  </a:cubicBezTo>
                  <a:cubicBezTo>
                    <a:pt x="1714" y="9612"/>
                    <a:pt x="3349" y="11047"/>
                    <a:pt x="4775" y="11357"/>
                  </a:cubicBezTo>
                  <a:cubicBezTo>
                    <a:pt x="6039" y="11633"/>
                    <a:pt x="7049" y="11719"/>
                    <a:pt x="7691" y="11744"/>
                  </a:cubicBezTo>
                  <a:cubicBezTo>
                    <a:pt x="7239" y="12234"/>
                    <a:pt x="6715" y="12950"/>
                    <a:pt x="6831" y="13526"/>
                  </a:cubicBezTo>
                  <a:cubicBezTo>
                    <a:pt x="6874" y="13743"/>
                    <a:pt x="7025" y="14035"/>
                    <a:pt x="7490" y="14190"/>
                  </a:cubicBezTo>
                  <a:cubicBezTo>
                    <a:pt x="8142" y="14407"/>
                    <a:pt x="8651" y="14473"/>
                    <a:pt x="8988" y="14518"/>
                  </a:cubicBezTo>
                  <a:cubicBezTo>
                    <a:pt x="9133" y="14535"/>
                    <a:pt x="9309" y="14561"/>
                    <a:pt x="9355" y="14561"/>
                  </a:cubicBezTo>
                  <a:cubicBezTo>
                    <a:pt x="9360" y="14561"/>
                    <a:pt x="9363" y="14560"/>
                    <a:pt x="9365" y="14560"/>
                  </a:cubicBezTo>
                  <a:lnTo>
                    <a:pt x="9365" y="14560"/>
                  </a:lnTo>
                  <a:cubicBezTo>
                    <a:pt x="9358" y="14644"/>
                    <a:pt x="9211" y="14910"/>
                    <a:pt x="9113" y="15086"/>
                  </a:cubicBezTo>
                  <a:cubicBezTo>
                    <a:pt x="8837" y="15583"/>
                    <a:pt x="8524" y="16148"/>
                    <a:pt x="8753" y="16574"/>
                  </a:cubicBezTo>
                  <a:cubicBezTo>
                    <a:pt x="8875" y="16798"/>
                    <a:pt x="9111" y="16925"/>
                    <a:pt x="9459" y="16951"/>
                  </a:cubicBezTo>
                  <a:cubicBezTo>
                    <a:pt x="9493" y="16954"/>
                    <a:pt x="9527" y="16955"/>
                    <a:pt x="9560" y="16955"/>
                  </a:cubicBezTo>
                  <a:cubicBezTo>
                    <a:pt x="10313" y="16955"/>
                    <a:pt x="10786" y="16303"/>
                    <a:pt x="11134" y="15820"/>
                  </a:cubicBezTo>
                  <a:cubicBezTo>
                    <a:pt x="11393" y="15464"/>
                    <a:pt x="11540" y="15283"/>
                    <a:pt x="11642" y="15283"/>
                  </a:cubicBezTo>
                  <a:cubicBezTo>
                    <a:pt x="11658" y="15283"/>
                    <a:pt x="11673" y="15287"/>
                    <a:pt x="11688" y="15296"/>
                  </a:cubicBezTo>
                  <a:cubicBezTo>
                    <a:pt x="11954" y="15461"/>
                    <a:pt x="11784" y="16173"/>
                    <a:pt x="11672" y="16643"/>
                  </a:cubicBezTo>
                  <a:cubicBezTo>
                    <a:pt x="11545" y="17178"/>
                    <a:pt x="11424" y="17685"/>
                    <a:pt x="11872" y="17797"/>
                  </a:cubicBezTo>
                  <a:cubicBezTo>
                    <a:pt x="11891" y="17801"/>
                    <a:pt x="11913" y="17803"/>
                    <a:pt x="11934" y="17803"/>
                  </a:cubicBezTo>
                  <a:cubicBezTo>
                    <a:pt x="12913" y="17803"/>
                    <a:pt x="16481" y="13200"/>
                    <a:pt x="17724" y="9936"/>
                  </a:cubicBezTo>
                  <a:cubicBezTo>
                    <a:pt x="18901" y="6846"/>
                    <a:pt x="18171" y="4118"/>
                    <a:pt x="15556" y="1829"/>
                  </a:cubicBezTo>
                  <a:cubicBezTo>
                    <a:pt x="14244" y="682"/>
                    <a:pt x="12386" y="1"/>
                    <a:pt x="10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54"/>
            <p:cNvSpPr/>
            <p:nvPr/>
          </p:nvSpPr>
          <p:spPr>
            <a:xfrm>
              <a:off x="5574375" y="1873175"/>
              <a:ext cx="99475" cy="100225"/>
            </a:xfrm>
            <a:custGeom>
              <a:avLst/>
              <a:gdLst/>
              <a:ahLst/>
              <a:cxnLst/>
              <a:rect l="l" t="t" r="r" b="b"/>
              <a:pathLst>
                <a:path w="3979" h="4009" extrusionOk="0">
                  <a:moveTo>
                    <a:pt x="2862" y="0"/>
                  </a:moveTo>
                  <a:cubicBezTo>
                    <a:pt x="2025" y="0"/>
                    <a:pt x="947" y="2464"/>
                    <a:pt x="947" y="2464"/>
                  </a:cubicBezTo>
                  <a:lnTo>
                    <a:pt x="0" y="3599"/>
                  </a:lnTo>
                  <a:cubicBezTo>
                    <a:pt x="0" y="3599"/>
                    <a:pt x="863" y="4008"/>
                    <a:pt x="1709" y="4008"/>
                  </a:cubicBezTo>
                  <a:cubicBezTo>
                    <a:pt x="2084" y="4008"/>
                    <a:pt x="2456" y="3927"/>
                    <a:pt x="2747" y="3694"/>
                  </a:cubicBezTo>
                  <a:cubicBezTo>
                    <a:pt x="3694" y="2937"/>
                    <a:pt x="3978" y="759"/>
                    <a:pt x="3126" y="95"/>
                  </a:cubicBezTo>
                  <a:cubicBezTo>
                    <a:pt x="3042" y="30"/>
                    <a:pt x="2953" y="0"/>
                    <a:pt x="28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54"/>
            <p:cNvSpPr/>
            <p:nvPr/>
          </p:nvSpPr>
          <p:spPr>
            <a:xfrm>
              <a:off x="5565675" y="1865500"/>
              <a:ext cx="107325" cy="115500"/>
            </a:xfrm>
            <a:custGeom>
              <a:avLst/>
              <a:gdLst/>
              <a:ahLst/>
              <a:cxnLst/>
              <a:rect l="l" t="t" r="r" b="b"/>
              <a:pathLst>
                <a:path w="4293" h="4620" extrusionOk="0">
                  <a:moveTo>
                    <a:pt x="3212" y="0"/>
                  </a:moveTo>
                  <a:cubicBezTo>
                    <a:pt x="3148" y="0"/>
                    <a:pt x="3083" y="9"/>
                    <a:pt x="3017" y="26"/>
                  </a:cubicBezTo>
                  <a:cubicBezTo>
                    <a:pt x="2101" y="257"/>
                    <a:pt x="1188" y="2250"/>
                    <a:pt x="1015" y="2647"/>
                  </a:cubicBezTo>
                  <a:cubicBezTo>
                    <a:pt x="948" y="2802"/>
                    <a:pt x="1017" y="2982"/>
                    <a:pt x="1172" y="3050"/>
                  </a:cubicBezTo>
                  <a:cubicBezTo>
                    <a:pt x="1212" y="3067"/>
                    <a:pt x="1254" y="3076"/>
                    <a:pt x="1295" y="3076"/>
                  </a:cubicBezTo>
                  <a:cubicBezTo>
                    <a:pt x="1413" y="3076"/>
                    <a:pt x="1526" y="3007"/>
                    <a:pt x="1576" y="2892"/>
                  </a:cubicBezTo>
                  <a:cubicBezTo>
                    <a:pt x="1959" y="2018"/>
                    <a:pt x="2704" y="736"/>
                    <a:pt x="3167" y="618"/>
                  </a:cubicBezTo>
                  <a:cubicBezTo>
                    <a:pt x="3183" y="614"/>
                    <a:pt x="3196" y="612"/>
                    <a:pt x="3209" y="612"/>
                  </a:cubicBezTo>
                  <a:cubicBezTo>
                    <a:pt x="3236" y="612"/>
                    <a:pt x="3259" y="622"/>
                    <a:pt x="3286" y="643"/>
                  </a:cubicBezTo>
                  <a:cubicBezTo>
                    <a:pt x="3530" y="832"/>
                    <a:pt x="3673" y="1240"/>
                    <a:pt x="3676" y="1760"/>
                  </a:cubicBezTo>
                  <a:cubicBezTo>
                    <a:pt x="3681" y="2558"/>
                    <a:pt x="3356" y="3400"/>
                    <a:pt x="2904" y="3762"/>
                  </a:cubicBezTo>
                  <a:cubicBezTo>
                    <a:pt x="2680" y="3942"/>
                    <a:pt x="2376" y="4007"/>
                    <a:pt x="2056" y="4007"/>
                  </a:cubicBezTo>
                  <a:cubicBezTo>
                    <a:pt x="1447" y="4007"/>
                    <a:pt x="777" y="3769"/>
                    <a:pt x="479" y="3629"/>
                  </a:cubicBezTo>
                  <a:cubicBezTo>
                    <a:pt x="437" y="3610"/>
                    <a:pt x="393" y="3601"/>
                    <a:pt x="350" y="3601"/>
                  </a:cubicBezTo>
                  <a:cubicBezTo>
                    <a:pt x="235" y="3601"/>
                    <a:pt x="125" y="3665"/>
                    <a:pt x="72" y="3775"/>
                  </a:cubicBezTo>
                  <a:cubicBezTo>
                    <a:pt x="0" y="3928"/>
                    <a:pt x="65" y="4110"/>
                    <a:pt x="217" y="4183"/>
                  </a:cubicBezTo>
                  <a:cubicBezTo>
                    <a:pt x="272" y="4209"/>
                    <a:pt x="1154" y="4619"/>
                    <a:pt x="2055" y="4619"/>
                  </a:cubicBezTo>
                  <a:cubicBezTo>
                    <a:pt x="2492" y="4619"/>
                    <a:pt x="2933" y="4523"/>
                    <a:pt x="3286" y="4240"/>
                  </a:cubicBezTo>
                  <a:cubicBezTo>
                    <a:pt x="3985" y="3681"/>
                    <a:pt x="4293" y="2589"/>
                    <a:pt x="4287" y="1756"/>
                  </a:cubicBezTo>
                  <a:cubicBezTo>
                    <a:pt x="4283" y="1037"/>
                    <a:pt x="4060" y="470"/>
                    <a:pt x="3662" y="160"/>
                  </a:cubicBezTo>
                  <a:cubicBezTo>
                    <a:pt x="3526" y="54"/>
                    <a:pt x="3373" y="0"/>
                    <a:pt x="3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54"/>
            <p:cNvSpPr/>
            <p:nvPr/>
          </p:nvSpPr>
          <p:spPr>
            <a:xfrm>
              <a:off x="5387300" y="2105200"/>
              <a:ext cx="75800" cy="113725"/>
            </a:xfrm>
            <a:custGeom>
              <a:avLst/>
              <a:gdLst/>
              <a:ahLst/>
              <a:cxnLst/>
              <a:rect l="l" t="t" r="r" b="b"/>
              <a:pathLst>
                <a:path w="3032" h="4549" extrusionOk="0">
                  <a:moveTo>
                    <a:pt x="3031" y="1"/>
                  </a:moveTo>
                  <a:lnTo>
                    <a:pt x="0" y="1516"/>
                  </a:lnTo>
                  <a:lnTo>
                    <a:pt x="2558" y="4548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54"/>
            <p:cNvSpPr/>
            <p:nvPr/>
          </p:nvSpPr>
          <p:spPr>
            <a:xfrm>
              <a:off x="5378425" y="2097550"/>
              <a:ext cx="92750" cy="129025"/>
            </a:xfrm>
            <a:custGeom>
              <a:avLst/>
              <a:gdLst/>
              <a:ahLst/>
              <a:cxnLst/>
              <a:rect l="l" t="t" r="r" b="b"/>
              <a:pathLst>
                <a:path w="3710" h="5161" extrusionOk="0">
                  <a:moveTo>
                    <a:pt x="3386" y="1"/>
                  </a:moveTo>
                  <a:cubicBezTo>
                    <a:pt x="3341" y="1"/>
                    <a:pt x="3295" y="11"/>
                    <a:pt x="3250" y="33"/>
                  </a:cubicBezTo>
                  <a:lnTo>
                    <a:pt x="218" y="1549"/>
                  </a:lnTo>
                  <a:cubicBezTo>
                    <a:pt x="65" y="1623"/>
                    <a:pt x="1" y="1809"/>
                    <a:pt x="77" y="1962"/>
                  </a:cubicBezTo>
                  <a:cubicBezTo>
                    <a:pt x="131" y="2069"/>
                    <a:pt x="239" y="2130"/>
                    <a:pt x="351" y="2130"/>
                  </a:cubicBezTo>
                  <a:cubicBezTo>
                    <a:pt x="398" y="2130"/>
                    <a:pt x="446" y="2119"/>
                    <a:pt x="491" y="2096"/>
                  </a:cubicBezTo>
                  <a:lnTo>
                    <a:pt x="3024" y="831"/>
                  </a:lnTo>
                  <a:lnTo>
                    <a:pt x="2608" y="4822"/>
                  </a:lnTo>
                  <a:cubicBezTo>
                    <a:pt x="2591" y="4991"/>
                    <a:pt x="2713" y="5140"/>
                    <a:pt x="2881" y="5158"/>
                  </a:cubicBezTo>
                  <a:cubicBezTo>
                    <a:pt x="2892" y="5159"/>
                    <a:pt x="2903" y="5160"/>
                    <a:pt x="2913" y="5160"/>
                  </a:cubicBezTo>
                  <a:cubicBezTo>
                    <a:pt x="3070" y="5160"/>
                    <a:pt x="3201" y="5042"/>
                    <a:pt x="3217" y="4885"/>
                  </a:cubicBezTo>
                  <a:lnTo>
                    <a:pt x="3691" y="339"/>
                  </a:lnTo>
                  <a:cubicBezTo>
                    <a:pt x="3710" y="149"/>
                    <a:pt x="3558" y="1"/>
                    <a:pt x="3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54"/>
            <p:cNvSpPr/>
            <p:nvPr/>
          </p:nvSpPr>
          <p:spPr>
            <a:xfrm>
              <a:off x="4851350" y="4089525"/>
              <a:ext cx="1146875" cy="870725"/>
            </a:xfrm>
            <a:custGeom>
              <a:avLst/>
              <a:gdLst/>
              <a:ahLst/>
              <a:cxnLst/>
              <a:rect l="l" t="t" r="r" b="b"/>
              <a:pathLst>
                <a:path w="45875" h="34829" extrusionOk="0">
                  <a:moveTo>
                    <a:pt x="44465" y="0"/>
                  </a:moveTo>
                  <a:cubicBezTo>
                    <a:pt x="44465" y="0"/>
                    <a:pt x="38371" y="7489"/>
                    <a:pt x="33188" y="8785"/>
                  </a:cubicBezTo>
                  <a:cubicBezTo>
                    <a:pt x="31245" y="9271"/>
                    <a:pt x="26811" y="9423"/>
                    <a:pt x="22027" y="9423"/>
                  </a:cubicBezTo>
                  <a:cubicBezTo>
                    <a:pt x="14055" y="9423"/>
                    <a:pt x="5113" y="9001"/>
                    <a:pt x="5113" y="9001"/>
                  </a:cubicBezTo>
                  <a:cubicBezTo>
                    <a:pt x="3972" y="16229"/>
                    <a:pt x="820" y="30660"/>
                    <a:pt x="85" y="33999"/>
                  </a:cubicBezTo>
                  <a:cubicBezTo>
                    <a:pt x="1" y="34382"/>
                    <a:pt x="255" y="34756"/>
                    <a:pt x="642" y="34818"/>
                  </a:cubicBezTo>
                  <a:cubicBezTo>
                    <a:pt x="681" y="34825"/>
                    <a:pt x="720" y="34828"/>
                    <a:pt x="758" y="34828"/>
                  </a:cubicBezTo>
                  <a:cubicBezTo>
                    <a:pt x="1049" y="34828"/>
                    <a:pt x="1314" y="34641"/>
                    <a:pt x="1406" y="34357"/>
                  </a:cubicBezTo>
                  <a:cubicBezTo>
                    <a:pt x="2324" y="31504"/>
                    <a:pt x="6432" y="18621"/>
                    <a:pt x="6625" y="16128"/>
                  </a:cubicBezTo>
                  <a:cubicBezTo>
                    <a:pt x="6627" y="16098"/>
                    <a:pt x="6629" y="16069"/>
                    <a:pt x="6632" y="16042"/>
                  </a:cubicBezTo>
                  <a:cubicBezTo>
                    <a:pt x="6822" y="13816"/>
                    <a:pt x="8731" y="12148"/>
                    <a:pt x="10946" y="12148"/>
                  </a:cubicBezTo>
                  <a:cubicBezTo>
                    <a:pt x="11011" y="12148"/>
                    <a:pt x="11075" y="12149"/>
                    <a:pt x="11140" y="12152"/>
                  </a:cubicBezTo>
                  <a:cubicBezTo>
                    <a:pt x="17154" y="12416"/>
                    <a:pt x="30325" y="13040"/>
                    <a:pt x="32972" y="13536"/>
                  </a:cubicBezTo>
                  <a:cubicBezTo>
                    <a:pt x="36427" y="14184"/>
                    <a:pt x="37508" y="15480"/>
                    <a:pt x="37508" y="15480"/>
                  </a:cubicBezTo>
                  <a:lnTo>
                    <a:pt x="43545" y="34009"/>
                  </a:lnTo>
                  <a:cubicBezTo>
                    <a:pt x="43681" y="34429"/>
                    <a:pt x="44055" y="34727"/>
                    <a:pt x="44494" y="34766"/>
                  </a:cubicBezTo>
                  <a:cubicBezTo>
                    <a:pt x="44529" y="34770"/>
                    <a:pt x="44563" y="34771"/>
                    <a:pt x="44597" y="34771"/>
                  </a:cubicBezTo>
                  <a:cubicBezTo>
                    <a:pt x="45331" y="34771"/>
                    <a:pt x="45874" y="34056"/>
                    <a:pt x="45647" y="33339"/>
                  </a:cubicBezTo>
                  <a:cubicBezTo>
                    <a:pt x="44269" y="28955"/>
                    <a:pt x="40491" y="16852"/>
                    <a:pt x="40315" y="15264"/>
                  </a:cubicBezTo>
                  <a:cubicBezTo>
                    <a:pt x="40099" y="13320"/>
                    <a:pt x="45546" y="2592"/>
                    <a:pt x="45546" y="2592"/>
                  </a:cubicBezTo>
                  <a:cubicBezTo>
                    <a:pt x="45760" y="0"/>
                    <a:pt x="44465" y="0"/>
                    <a:pt x="44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54"/>
            <p:cNvSpPr/>
            <p:nvPr/>
          </p:nvSpPr>
          <p:spPr>
            <a:xfrm>
              <a:off x="4844500" y="4081875"/>
              <a:ext cx="1158900" cy="886050"/>
            </a:xfrm>
            <a:custGeom>
              <a:avLst/>
              <a:gdLst/>
              <a:ahLst/>
              <a:cxnLst/>
              <a:rect l="l" t="t" r="r" b="b"/>
              <a:pathLst>
                <a:path w="46356" h="35442" extrusionOk="0">
                  <a:moveTo>
                    <a:pt x="44858" y="642"/>
                  </a:moveTo>
                  <a:cubicBezTo>
                    <a:pt x="44970" y="687"/>
                    <a:pt x="45070" y="759"/>
                    <a:pt x="45147" y="851"/>
                  </a:cubicBezTo>
                  <a:cubicBezTo>
                    <a:pt x="45365" y="1101"/>
                    <a:pt x="45606" y="1643"/>
                    <a:pt x="45518" y="2813"/>
                  </a:cubicBezTo>
                  <a:cubicBezTo>
                    <a:pt x="44841" y="4149"/>
                    <a:pt x="40068" y="13655"/>
                    <a:pt x="40284" y="15603"/>
                  </a:cubicBezTo>
                  <a:cubicBezTo>
                    <a:pt x="40460" y="17191"/>
                    <a:pt x="44080" y="28812"/>
                    <a:pt x="45629" y="33735"/>
                  </a:cubicBezTo>
                  <a:cubicBezTo>
                    <a:pt x="45792" y="34253"/>
                    <a:pt x="45401" y="34770"/>
                    <a:pt x="44872" y="34770"/>
                  </a:cubicBezTo>
                  <a:cubicBezTo>
                    <a:pt x="44846" y="34770"/>
                    <a:pt x="44821" y="34769"/>
                    <a:pt x="44795" y="34767"/>
                  </a:cubicBezTo>
                  <a:cubicBezTo>
                    <a:pt x="44478" y="34738"/>
                    <a:pt x="44208" y="34523"/>
                    <a:pt x="44109" y="34219"/>
                  </a:cubicBezTo>
                  <a:lnTo>
                    <a:pt x="38072" y="15690"/>
                  </a:lnTo>
                  <a:cubicBezTo>
                    <a:pt x="38060" y="15653"/>
                    <a:pt x="38041" y="15619"/>
                    <a:pt x="38016" y="15589"/>
                  </a:cubicBezTo>
                  <a:cubicBezTo>
                    <a:pt x="37969" y="15532"/>
                    <a:pt x="36826" y="14202"/>
                    <a:pt x="33303" y="13541"/>
                  </a:cubicBezTo>
                  <a:cubicBezTo>
                    <a:pt x="30611" y="13037"/>
                    <a:pt x="17108" y="12401"/>
                    <a:pt x="11429" y="12151"/>
                  </a:cubicBezTo>
                  <a:cubicBezTo>
                    <a:pt x="11360" y="12149"/>
                    <a:pt x="11291" y="12147"/>
                    <a:pt x="11222" y="12147"/>
                  </a:cubicBezTo>
                  <a:cubicBezTo>
                    <a:pt x="8799" y="12147"/>
                    <a:pt x="6805" y="13940"/>
                    <a:pt x="6601" y="16321"/>
                  </a:cubicBezTo>
                  <a:lnTo>
                    <a:pt x="6594" y="16410"/>
                  </a:lnTo>
                  <a:cubicBezTo>
                    <a:pt x="6403" y="18885"/>
                    <a:pt x="2225" y="31971"/>
                    <a:pt x="1389" y="34568"/>
                  </a:cubicBezTo>
                  <a:cubicBezTo>
                    <a:pt x="1340" y="34726"/>
                    <a:pt x="1195" y="34829"/>
                    <a:pt x="1035" y="34829"/>
                  </a:cubicBezTo>
                  <a:cubicBezTo>
                    <a:pt x="1012" y="34829"/>
                    <a:pt x="990" y="34827"/>
                    <a:pt x="967" y="34823"/>
                  </a:cubicBezTo>
                  <a:cubicBezTo>
                    <a:pt x="863" y="34807"/>
                    <a:pt x="771" y="34747"/>
                    <a:pt x="713" y="34660"/>
                  </a:cubicBezTo>
                  <a:cubicBezTo>
                    <a:pt x="655" y="34575"/>
                    <a:pt x="635" y="34471"/>
                    <a:pt x="658" y="34370"/>
                  </a:cubicBezTo>
                  <a:cubicBezTo>
                    <a:pt x="1543" y="30350"/>
                    <a:pt x="4492" y="16806"/>
                    <a:pt x="5646" y="9626"/>
                  </a:cubicBezTo>
                  <a:cubicBezTo>
                    <a:pt x="7274" y="9699"/>
                    <a:pt x="15139" y="10038"/>
                    <a:pt x="22264" y="10038"/>
                  </a:cubicBezTo>
                  <a:cubicBezTo>
                    <a:pt x="27077" y="10038"/>
                    <a:pt x="31551" y="9883"/>
                    <a:pt x="33535" y="9388"/>
                  </a:cubicBezTo>
                  <a:cubicBezTo>
                    <a:pt x="38420" y="8166"/>
                    <a:pt x="43956" y="1722"/>
                    <a:pt x="44858" y="642"/>
                  </a:cubicBezTo>
                  <a:close/>
                  <a:moveTo>
                    <a:pt x="44739" y="0"/>
                  </a:moveTo>
                  <a:cubicBezTo>
                    <a:pt x="44648" y="0"/>
                    <a:pt x="44560" y="41"/>
                    <a:pt x="44502" y="113"/>
                  </a:cubicBezTo>
                  <a:cubicBezTo>
                    <a:pt x="44443" y="187"/>
                    <a:pt x="38413" y="7538"/>
                    <a:pt x="33388" y="8794"/>
                  </a:cubicBezTo>
                  <a:cubicBezTo>
                    <a:pt x="31479" y="9272"/>
                    <a:pt x="27087" y="9421"/>
                    <a:pt x="22335" y="9421"/>
                  </a:cubicBezTo>
                  <a:cubicBezTo>
                    <a:pt x="14437" y="9421"/>
                    <a:pt x="5544" y="9008"/>
                    <a:pt x="5401" y="9001"/>
                  </a:cubicBezTo>
                  <a:cubicBezTo>
                    <a:pt x="5390" y="9000"/>
                    <a:pt x="5379" y="8999"/>
                    <a:pt x="5368" y="8999"/>
                  </a:cubicBezTo>
                  <a:cubicBezTo>
                    <a:pt x="5223" y="8999"/>
                    <a:pt x="5107" y="9116"/>
                    <a:pt x="5084" y="9259"/>
                  </a:cubicBezTo>
                  <a:cubicBezTo>
                    <a:pt x="3938" y="16530"/>
                    <a:pt x="698" y="31345"/>
                    <a:pt x="61" y="34239"/>
                  </a:cubicBezTo>
                  <a:cubicBezTo>
                    <a:pt x="1" y="34503"/>
                    <a:pt x="53" y="34780"/>
                    <a:pt x="205" y="35004"/>
                  </a:cubicBezTo>
                  <a:cubicBezTo>
                    <a:pt x="391" y="35277"/>
                    <a:pt x="701" y="35441"/>
                    <a:pt x="1033" y="35441"/>
                  </a:cubicBezTo>
                  <a:cubicBezTo>
                    <a:pt x="1034" y="35441"/>
                    <a:pt x="1035" y="35441"/>
                    <a:pt x="1036" y="35441"/>
                  </a:cubicBezTo>
                  <a:cubicBezTo>
                    <a:pt x="1464" y="35441"/>
                    <a:pt x="1842" y="35165"/>
                    <a:pt x="1972" y="34757"/>
                  </a:cubicBezTo>
                  <a:cubicBezTo>
                    <a:pt x="3151" y="31090"/>
                    <a:pt x="7013" y="18937"/>
                    <a:pt x="7205" y="16458"/>
                  </a:cubicBezTo>
                  <a:lnTo>
                    <a:pt x="7211" y="16373"/>
                  </a:lnTo>
                  <a:cubicBezTo>
                    <a:pt x="7387" y="14320"/>
                    <a:pt x="9114" y="12759"/>
                    <a:pt x="11199" y="12759"/>
                  </a:cubicBezTo>
                  <a:cubicBezTo>
                    <a:pt x="11266" y="12759"/>
                    <a:pt x="11334" y="12761"/>
                    <a:pt x="11402" y="12764"/>
                  </a:cubicBezTo>
                  <a:cubicBezTo>
                    <a:pt x="17070" y="13013"/>
                    <a:pt x="30538" y="13646"/>
                    <a:pt x="33191" y="14142"/>
                  </a:cubicBezTo>
                  <a:cubicBezTo>
                    <a:pt x="36142" y="14696"/>
                    <a:pt x="37304" y="15737"/>
                    <a:pt x="37511" y="15944"/>
                  </a:cubicBezTo>
                  <a:lnTo>
                    <a:pt x="43529" y="34409"/>
                  </a:lnTo>
                  <a:cubicBezTo>
                    <a:pt x="43703" y="34945"/>
                    <a:pt x="44180" y="35326"/>
                    <a:pt x="44741" y="35377"/>
                  </a:cubicBezTo>
                  <a:cubicBezTo>
                    <a:pt x="44781" y="35380"/>
                    <a:pt x="44822" y="35382"/>
                    <a:pt x="44862" y="35382"/>
                  </a:cubicBezTo>
                  <a:cubicBezTo>
                    <a:pt x="45292" y="35382"/>
                    <a:pt x="45696" y="35194"/>
                    <a:pt x="45968" y="34858"/>
                  </a:cubicBezTo>
                  <a:cubicBezTo>
                    <a:pt x="46264" y="34491"/>
                    <a:pt x="46356" y="34000"/>
                    <a:pt x="46214" y="33551"/>
                  </a:cubicBezTo>
                  <a:cubicBezTo>
                    <a:pt x="45010" y="29724"/>
                    <a:pt x="41068" y="17113"/>
                    <a:pt x="40893" y="15536"/>
                  </a:cubicBezTo>
                  <a:cubicBezTo>
                    <a:pt x="40725" y="14016"/>
                    <a:pt x="44589" y="5998"/>
                    <a:pt x="46093" y="3036"/>
                  </a:cubicBezTo>
                  <a:cubicBezTo>
                    <a:pt x="46111" y="3000"/>
                    <a:pt x="46121" y="2961"/>
                    <a:pt x="46124" y="2923"/>
                  </a:cubicBezTo>
                  <a:cubicBezTo>
                    <a:pt x="46222" y="1757"/>
                    <a:pt x="46040" y="915"/>
                    <a:pt x="45585" y="421"/>
                  </a:cubicBezTo>
                  <a:cubicBezTo>
                    <a:pt x="45208" y="11"/>
                    <a:pt x="44786" y="0"/>
                    <a:pt x="44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54"/>
            <p:cNvSpPr/>
            <p:nvPr/>
          </p:nvSpPr>
          <p:spPr>
            <a:xfrm>
              <a:off x="5859350" y="3227275"/>
              <a:ext cx="371100" cy="1006475"/>
            </a:xfrm>
            <a:custGeom>
              <a:avLst/>
              <a:gdLst/>
              <a:ahLst/>
              <a:cxnLst/>
              <a:rect l="l" t="t" r="r" b="b"/>
              <a:pathLst>
                <a:path w="14844" h="40259" extrusionOk="0">
                  <a:moveTo>
                    <a:pt x="7765" y="0"/>
                  </a:moveTo>
                  <a:cubicBezTo>
                    <a:pt x="7421" y="0"/>
                    <a:pt x="7000" y="342"/>
                    <a:pt x="6508" y="1350"/>
                  </a:cubicBezTo>
                  <a:cubicBezTo>
                    <a:pt x="4979" y="4486"/>
                    <a:pt x="317" y="11939"/>
                    <a:pt x="159" y="14094"/>
                  </a:cubicBezTo>
                  <a:cubicBezTo>
                    <a:pt x="0" y="16247"/>
                    <a:pt x="200" y="40081"/>
                    <a:pt x="2568" y="40255"/>
                  </a:cubicBezTo>
                  <a:cubicBezTo>
                    <a:pt x="2604" y="40258"/>
                    <a:pt x="2642" y="40259"/>
                    <a:pt x="2680" y="40259"/>
                  </a:cubicBezTo>
                  <a:cubicBezTo>
                    <a:pt x="5142" y="40259"/>
                    <a:pt x="11651" y="34793"/>
                    <a:pt x="13235" y="30645"/>
                  </a:cubicBezTo>
                  <a:cubicBezTo>
                    <a:pt x="14843" y="26432"/>
                    <a:pt x="8878" y="1524"/>
                    <a:pt x="8878" y="1524"/>
                  </a:cubicBezTo>
                  <a:cubicBezTo>
                    <a:pt x="8878" y="1524"/>
                    <a:pt x="8491" y="0"/>
                    <a:pt x="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54"/>
            <p:cNvSpPr/>
            <p:nvPr/>
          </p:nvSpPr>
          <p:spPr>
            <a:xfrm>
              <a:off x="5853625" y="3219625"/>
              <a:ext cx="384350" cy="1021800"/>
            </a:xfrm>
            <a:custGeom>
              <a:avLst/>
              <a:gdLst/>
              <a:ahLst/>
              <a:cxnLst/>
              <a:rect l="l" t="t" r="r" b="b"/>
              <a:pathLst>
                <a:path w="15374" h="40872" extrusionOk="0">
                  <a:moveTo>
                    <a:pt x="8016" y="612"/>
                  </a:moveTo>
                  <a:cubicBezTo>
                    <a:pt x="8340" y="646"/>
                    <a:pt x="8682" y="1401"/>
                    <a:pt x="8810" y="1903"/>
                  </a:cubicBezTo>
                  <a:cubicBezTo>
                    <a:pt x="8899" y="2275"/>
                    <a:pt x="14731" y="26774"/>
                    <a:pt x="13179" y="30840"/>
                  </a:cubicBezTo>
                  <a:cubicBezTo>
                    <a:pt x="11578" y="35031"/>
                    <a:pt x="5070" y="40258"/>
                    <a:pt x="2910" y="40258"/>
                  </a:cubicBezTo>
                  <a:cubicBezTo>
                    <a:pt x="2879" y="40258"/>
                    <a:pt x="2849" y="40257"/>
                    <a:pt x="2820" y="40255"/>
                  </a:cubicBezTo>
                  <a:cubicBezTo>
                    <a:pt x="2693" y="40246"/>
                    <a:pt x="1557" y="39828"/>
                    <a:pt x="950" y="28206"/>
                  </a:cubicBezTo>
                  <a:cubicBezTo>
                    <a:pt x="628" y="22019"/>
                    <a:pt x="614" y="15511"/>
                    <a:pt x="693" y="14421"/>
                  </a:cubicBezTo>
                  <a:cubicBezTo>
                    <a:pt x="796" y="13018"/>
                    <a:pt x="3042" y="9009"/>
                    <a:pt x="4846" y="5788"/>
                  </a:cubicBezTo>
                  <a:cubicBezTo>
                    <a:pt x="5708" y="4248"/>
                    <a:pt x="6524" y="2792"/>
                    <a:pt x="7013" y="1789"/>
                  </a:cubicBezTo>
                  <a:cubicBezTo>
                    <a:pt x="7535" y="720"/>
                    <a:pt x="7882" y="612"/>
                    <a:pt x="7998" y="612"/>
                  </a:cubicBezTo>
                  <a:cubicBezTo>
                    <a:pt x="8002" y="612"/>
                    <a:pt x="8006" y="613"/>
                    <a:pt x="8010" y="613"/>
                  </a:cubicBezTo>
                  <a:cubicBezTo>
                    <a:pt x="8012" y="613"/>
                    <a:pt x="8014" y="613"/>
                    <a:pt x="8016" y="612"/>
                  </a:cubicBezTo>
                  <a:close/>
                  <a:moveTo>
                    <a:pt x="7995" y="0"/>
                  </a:moveTo>
                  <a:cubicBezTo>
                    <a:pt x="7469" y="0"/>
                    <a:pt x="6962" y="494"/>
                    <a:pt x="6462" y="1522"/>
                  </a:cubicBezTo>
                  <a:cubicBezTo>
                    <a:pt x="5980" y="2510"/>
                    <a:pt x="5169" y="3958"/>
                    <a:pt x="4310" y="5490"/>
                  </a:cubicBezTo>
                  <a:cubicBezTo>
                    <a:pt x="2382" y="8934"/>
                    <a:pt x="196" y="12839"/>
                    <a:pt x="82" y="14376"/>
                  </a:cubicBezTo>
                  <a:cubicBezTo>
                    <a:pt x="1" y="15479"/>
                    <a:pt x="14" y="22028"/>
                    <a:pt x="339" y="28238"/>
                  </a:cubicBezTo>
                  <a:cubicBezTo>
                    <a:pt x="991" y="40736"/>
                    <a:pt x="2241" y="40827"/>
                    <a:pt x="2776" y="40867"/>
                  </a:cubicBezTo>
                  <a:cubicBezTo>
                    <a:pt x="2817" y="40870"/>
                    <a:pt x="2859" y="40871"/>
                    <a:pt x="2902" y="40871"/>
                  </a:cubicBezTo>
                  <a:cubicBezTo>
                    <a:pt x="5540" y="40871"/>
                    <a:pt x="12115" y="35344"/>
                    <a:pt x="13750" y="31060"/>
                  </a:cubicBezTo>
                  <a:cubicBezTo>
                    <a:pt x="15374" y="26807"/>
                    <a:pt x="9647" y="2779"/>
                    <a:pt x="9404" y="1759"/>
                  </a:cubicBezTo>
                  <a:cubicBezTo>
                    <a:pt x="9403" y="1758"/>
                    <a:pt x="9403" y="1756"/>
                    <a:pt x="9403" y="1754"/>
                  </a:cubicBezTo>
                  <a:cubicBezTo>
                    <a:pt x="9333" y="1477"/>
                    <a:pt x="8939" y="93"/>
                    <a:pt x="8077" y="4"/>
                  </a:cubicBezTo>
                  <a:cubicBezTo>
                    <a:pt x="8050" y="2"/>
                    <a:pt x="8022" y="0"/>
                    <a:pt x="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54"/>
            <p:cNvSpPr/>
            <p:nvPr/>
          </p:nvSpPr>
          <p:spPr>
            <a:xfrm>
              <a:off x="4912175" y="3628875"/>
              <a:ext cx="957850" cy="772475"/>
            </a:xfrm>
            <a:custGeom>
              <a:avLst/>
              <a:gdLst/>
              <a:ahLst/>
              <a:cxnLst/>
              <a:rect l="l" t="t" r="r" b="b"/>
              <a:pathLst>
                <a:path w="38314" h="30899" extrusionOk="0">
                  <a:moveTo>
                    <a:pt x="6782" y="0"/>
                  </a:moveTo>
                  <a:cubicBezTo>
                    <a:pt x="1199" y="0"/>
                    <a:pt x="957" y="10787"/>
                    <a:pt x="721" y="14442"/>
                  </a:cubicBezTo>
                  <a:cubicBezTo>
                    <a:pt x="652" y="15519"/>
                    <a:pt x="0" y="20748"/>
                    <a:pt x="123" y="24618"/>
                  </a:cubicBezTo>
                  <a:cubicBezTo>
                    <a:pt x="200" y="27046"/>
                    <a:pt x="580" y="28939"/>
                    <a:pt x="1600" y="28939"/>
                  </a:cubicBezTo>
                  <a:cubicBezTo>
                    <a:pt x="3451" y="28939"/>
                    <a:pt x="22736" y="30898"/>
                    <a:pt x="28859" y="30898"/>
                  </a:cubicBezTo>
                  <a:cubicBezTo>
                    <a:pt x="29165" y="30898"/>
                    <a:pt x="29439" y="30893"/>
                    <a:pt x="29675" y="30883"/>
                  </a:cubicBezTo>
                  <a:cubicBezTo>
                    <a:pt x="34643" y="30666"/>
                    <a:pt x="38314" y="28075"/>
                    <a:pt x="38314" y="24404"/>
                  </a:cubicBezTo>
                  <a:cubicBezTo>
                    <a:pt x="38314" y="20732"/>
                    <a:pt x="38098" y="4536"/>
                    <a:pt x="34427" y="2375"/>
                  </a:cubicBezTo>
                  <a:cubicBezTo>
                    <a:pt x="30754" y="216"/>
                    <a:pt x="11318" y="0"/>
                    <a:pt x="67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54"/>
            <p:cNvSpPr/>
            <p:nvPr/>
          </p:nvSpPr>
          <p:spPr>
            <a:xfrm>
              <a:off x="4905150" y="3621200"/>
              <a:ext cx="972525" cy="787800"/>
            </a:xfrm>
            <a:custGeom>
              <a:avLst/>
              <a:gdLst/>
              <a:ahLst/>
              <a:cxnLst/>
              <a:rect l="l" t="t" r="r" b="b"/>
              <a:pathLst>
                <a:path w="38901" h="31512" extrusionOk="0">
                  <a:moveTo>
                    <a:pt x="7063" y="613"/>
                  </a:moveTo>
                  <a:cubicBezTo>
                    <a:pt x="15800" y="613"/>
                    <a:pt x="31421" y="1104"/>
                    <a:pt x="34551" y="2946"/>
                  </a:cubicBezTo>
                  <a:cubicBezTo>
                    <a:pt x="37310" y="4569"/>
                    <a:pt x="38289" y="15684"/>
                    <a:pt x="38289" y="24711"/>
                  </a:cubicBezTo>
                  <a:cubicBezTo>
                    <a:pt x="38289" y="28131"/>
                    <a:pt x="34857" y="30669"/>
                    <a:pt x="29943" y="30883"/>
                  </a:cubicBezTo>
                  <a:cubicBezTo>
                    <a:pt x="29709" y="30893"/>
                    <a:pt x="29437" y="30898"/>
                    <a:pt x="29132" y="30898"/>
                  </a:cubicBezTo>
                  <a:cubicBezTo>
                    <a:pt x="25178" y="30898"/>
                    <a:pt x="15594" y="30068"/>
                    <a:pt x="9096" y="29505"/>
                  </a:cubicBezTo>
                  <a:cubicBezTo>
                    <a:pt x="5296" y="29177"/>
                    <a:pt x="2551" y="28939"/>
                    <a:pt x="1881" y="28939"/>
                  </a:cubicBezTo>
                  <a:cubicBezTo>
                    <a:pt x="1568" y="28939"/>
                    <a:pt x="825" y="28547"/>
                    <a:pt x="710" y="24916"/>
                  </a:cubicBezTo>
                  <a:cubicBezTo>
                    <a:pt x="615" y="21889"/>
                    <a:pt x="994" y="18044"/>
                    <a:pt x="1197" y="15978"/>
                  </a:cubicBezTo>
                  <a:cubicBezTo>
                    <a:pt x="1253" y="15421"/>
                    <a:pt x="1293" y="15000"/>
                    <a:pt x="1308" y="14768"/>
                  </a:cubicBezTo>
                  <a:lnTo>
                    <a:pt x="1354" y="13991"/>
                  </a:lnTo>
                  <a:cubicBezTo>
                    <a:pt x="1584" y="9987"/>
                    <a:pt x="2122" y="614"/>
                    <a:pt x="7063" y="613"/>
                  </a:cubicBezTo>
                  <a:close/>
                  <a:moveTo>
                    <a:pt x="7063" y="1"/>
                  </a:moveTo>
                  <a:cubicBezTo>
                    <a:pt x="1544" y="2"/>
                    <a:pt x="982" y="9780"/>
                    <a:pt x="743" y="13955"/>
                  </a:cubicBezTo>
                  <a:lnTo>
                    <a:pt x="697" y="14730"/>
                  </a:lnTo>
                  <a:cubicBezTo>
                    <a:pt x="682" y="14957"/>
                    <a:pt x="641" y="15371"/>
                    <a:pt x="588" y="15918"/>
                  </a:cubicBezTo>
                  <a:cubicBezTo>
                    <a:pt x="383" y="17997"/>
                    <a:pt x="1" y="21869"/>
                    <a:pt x="97" y="24935"/>
                  </a:cubicBezTo>
                  <a:cubicBezTo>
                    <a:pt x="198" y="28085"/>
                    <a:pt x="764" y="29552"/>
                    <a:pt x="1881" y="29552"/>
                  </a:cubicBezTo>
                  <a:cubicBezTo>
                    <a:pt x="2526" y="29552"/>
                    <a:pt x="5401" y="29801"/>
                    <a:pt x="9043" y="30115"/>
                  </a:cubicBezTo>
                  <a:cubicBezTo>
                    <a:pt x="15932" y="30711"/>
                    <a:pt x="25180" y="31511"/>
                    <a:pt x="29132" y="31511"/>
                  </a:cubicBezTo>
                  <a:cubicBezTo>
                    <a:pt x="29446" y="31511"/>
                    <a:pt x="29727" y="31506"/>
                    <a:pt x="29970" y="31496"/>
                  </a:cubicBezTo>
                  <a:cubicBezTo>
                    <a:pt x="35228" y="31266"/>
                    <a:pt x="38900" y="28477"/>
                    <a:pt x="38900" y="24711"/>
                  </a:cubicBezTo>
                  <a:cubicBezTo>
                    <a:pt x="38900" y="20038"/>
                    <a:pt x="38610" y="4623"/>
                    <a:pt x="34863" y="2419"/>
                  </a:cubicBezTo>
                  <a:cubicBezTo>
                    <a:pt x="30868" y="68"/>
                    <a:pt x="9488" y="1"/>
                    <a:pt x="70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54"/>
            <p:cNvSpPr/>
            <p:nvPr/>
          </p:nvSpPr>
          <p:spPr>
            <a:xfrm>
              <a:off x="4875725" y="3558675"/>
              <a:ext cx="955700" cy="751450"/>
            </a:xfrm>
            <a:custGeom>
              <a:avLst/>
              <a:gdLst/>
              <a:ahLst/>
              <a:cxnLst/>
              <a:rect l="l" t="t" r="r" b="b"/>
              <a:pathLst>
                <a:path w="38228" h="30058" extrusionOk="0">
                  <a:moveTo>
                    <a:pt x="30448" y="1"/>
                  </a:moveTo>
                  <a:cubicBezTo>
                    <a:pt x="27320" y="1"/>
                    <a:pt x="24181" y="1155"/>
                    <a:pt x="23027" y="2310"/>
                  </a:cubicBezTo>
                  <a:cubicBezTo>
                    <a:pt x="20455" y="4880"/>
                    <a:pt x="19338" y="8681"/>
                    <a:pt x="16096" y="13264"/>
                  </a:cubicBezTo>
                  <a:cubicBezTo>
                    <a:pt x="12855" y="17846"/>
                    <a:pt x="0" y="27012"/>
                    <a:pt x="0" y="27012"/>
                  </a:cubicBezTo>
                  <a:cubicBezTo>
                    <a:pt x="0" y="27012"/>
                    <a:pt x="12519" y="29024"/>
                    <a:pt x="18220" y="29806"/>
                  </a:cubicBezTo>
                  <a:cubicBezTo>
                    <a:pt x="19466" y="29977"/>
                    <a:pt x="20626" y="30057"/>
                    <a:pt x="21716" y="30057"/>
                  </a:cubicBezTo>
                  <a:cubicBezTo>
                    <a:pt x="25609" y="30057"/>
                    <a:pt x="28590" y="29032"/>
                    <a:pt x="31297" y="27459"/>
                  </a:cubicBezTo>
                  <a:cubicBezTo>
                    <a:pt x="34762" y="25447"/>
                    <a:pt x="36440" y="18629"/>
                    <a:pt x="36440" y="15163"/>
                  </a:cubicBezTo>
                  <a:cubicBezTo>
                    <a:pt x="36440" y="11699"/>
                    <a:pt x="38227" y="7340"/>
                    <a:pt x="38227" y="7340"/>
                  </a:cubicBezTo>
                  <a:cubicBezTo>
                    <a:pt x="38104" y="1737"/>
                    <a:pt x="34284" y="1"/>
                    <a:pt x="30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54"/>
            <p:cNvSpPr/>
            <p:nvPr/>
          </p:nvSpPr>
          <p:spPr>
            <a:xfrm>
              <a:off x="4865700" y="3551175"/>
              <a:ext cx="973400" cy="766650"/>
            </a:xfrm>
            <a:custGeom>
              <a:avLst/>
              <a:gdLst/>
              <a:ahLst/>
              <a:cxnLst/>
              <a:rect l="l" t="t" r="r" b="b"/>
              <a:pathLst>
                <a:path w="38936" h="30666" extrusionOk="0">
                  <a:moveTo>
                    <a:pt x="30877" y="611"/>
                  </a:moveTo>
                  <a:cubicBezTo>
                    <a:pt x="32092" y="611"/>
                    <a:pt x="33305" y="791"/>
                    <a:pt x="34390" y="1226"/>
                  </a:cubicBezTo>
                  <a:cubicBezTo>
                    <a:pt x="36911" y="2239"/>
                    <a:pt x="38234" y="4377"/>
                    <a:pt x="38322" y="7584"/>
                  </a:cubicBezTo>
                  <a:cubicBezTo>
                    <a:pt x="38097" y="8144"/>
                    <a:pt x="36534" y="12159"/>
                    <a:pt x="36534" y="15465"/>
                  </a:cubicBezTo>
                  <a:cubicBezTo>
                    <a:pt x="36534" y="19198"/>
                    <a:pt x="34758" y="25631"/>
                    <a:pt x="31545" y="27495"/>
                  </a:cubicBezTo>
                  <a:cubicBezTo>
                    <a:pt x="28565" y="29225"/>
                    <a:pt x="25559" y="30052"/>
                    <a:pt x="22107" y="30052"/>
                  </a:cubicBezTo>
                  <a:cubicBezTo>
                    <a:pt x="21009" y="30052"/>
                    <a:pt x="19865" y="29969"/>
                    <a:pt x="18663" y="29804"/>
                  </a:cubicBezTo>
                  <a:cubicBezTo>
                    <a:pt x="13824" y="29139"/>
                    <a:pt x="3947" y="27568"/>
                    <a:pt x="1182" y="27127"/>
                  </a:cubicBezTo>
                  <a:cubicBezTo>
                    <a:pt x="3792" y="25236"/>
                    <a:pt x="13879" y="17796"/>
                    <a:pt x="16748" y="13741"/>
                  </a:cubicBezTo>
                  <a:cubicBezTo>
                    <a:pt x="18200" y="11686"/>
                    <a:pt x="19235" y="9778"/>
                    <a:pt x="20147" y="8096"/>
                  </a:cubicBezTo>
                  <a:cubicBezTo>
                    <a:pt x="21276" y="6017"/>
                    <a:pt x="22249" y="4222"/>
                    <a:pt x="23644" y="2827"/>
                  </a:cubicBezTo>
                  <a:cubicBezTo>
                    <a:pt x="24706" y="1764"/>
                    <a:pt x="27798" y="611"/>
                    <a:pt x="30877" y="611"/>
                  </a:cubicBezTo>
                  <a:close/>
                  <a:moveTo>
                    <a:pt x="30851" y="1"/>
                  </a:moveTo>
                  <a:cubicBezTo>
                    <a:pt x="27681" y="1"/>
                    <a:pt x="24464" y="1140"/>
                    <a:pt x="23210" y="2394"/>
                  </a:cubicBezTo>
                  <a:cubicBezTo>
                    <a:pt x="21753" y="3852"/>
                    <a:pt x="20759" y="5683"/>
                    <a:pt x="19609" y="7803"/>
                  </a:cubicBezTo>
                  <a:cubicBezTo>
                    <a:pt x="18705" y="9473"/>
                    <a:pt x="17679" y="11362"/>
                    <a:pt x="16247" y="13387"/>
                  </a:cubicBezTo>
                  <a:cubicBezTo>
                    <a:pt x="13073" y="17876"/>
                    <a:pt x="353" y="26971"/>
                    <a:pt x="224" y="27063"/>
                  </a:cubicBezTo>
                  <a:cubicBezTo>
                    <a:pt x="0" y="27221"/>
                    <a:pt x="82" y="27571"/>
                    <a:pt x="354" y="27615"/>
                  </a:cubicBezTo>
                  <a:cubicBezTo>
                    <a:pt x="479" y="27635"/>
                    <a:pt x="12941" y="29635"/>
                    <a:pt x="18579" y="30410"/>
                  </a:cubicBezTo>
                  <a:cubicBezTo>
                    <a:pt x="19814" y="30580"/>
                    <a:pt x="20988" y="30665"/>
                    <a:pt x="22117" y="30665"/>
                  </a:cubicBezTo>
                  <a:cubicBezTo>
                    <a:pt x="25675" y="30665"/>
                    <a:pt x="28776" y="29811"/>
                    <a:pt x="31852" y="28023"/>
                  </a:cubicBezTo>
                  <a:cubicBezTo>
                    <a:pt x="35548" y="25879"/>
                    <a:pt x="37146" y="18669"/>
                    <a:pt x="37146" y="15465"/>
                  </a:cubicBezTo>
                  <a:cubicBezTo>
                    <a:pt x="37146" y="12100"/>
                    <a:pt x="38894" y="7799"/>
                    <a:pt x="38912" y="7756"/>
                  </a:cubicBezTo>
                  <a:cubicBezTo>
                    <a:pt x="38928" y="7717"/>
                    <a:pt x="38935" y="7676"/>
                    <a:pt x="38934" y="7634"/>
                  </a:cubicBezTo>
                  <a:cubicBezTo>
                    <a:pt x="38839" y="3261"/>
                    <a:pt x="36534" y="1427"/>
                    <a:pt x="34617" y="658"/>
                  </a:cubicBezTo>
                  <a:cubicBezTo>
                    <a:pt x="33465" y="196"/>
                    <a:pt x="32162" y="1"/>
                    <a:pt x="308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54"/>
            <p:cNvSpPr/>
            <p:nvPr/>
          </p:nvSpPr>
          <p:spPr>
            <a:xfrm>
              <a:off x="2190775" y="1954750"/>
              <a:ext cx="3435550" cy="2655075"/>
            </a:xfrm>
            <a:custGeom>
              <a:avLst/>
              <a:gdLst/>
              <a:ahLst/>
              <a:cxnLst/>
              <a:rect l="l" t="t" r="r" b="b"/>
              <a:pathLst>
                <a:path w="137422" h="106203" extrusionOk="0">
                  <a:moveTo>
                    <a:pt x="68710" y="0"/>
                  </a:moveTo>
                  <a:cubicBezTo>
                    <a:pt x="50488" y="0"/>
                    <a:pt x="33011" y="5595"/>
                    <a:pt x="20126" y="15554"/>
                  </a:cubicBezTo>
                  <a:cubicBezTo>
                    <a:pt x="7240" y="25511"/>
                    <a:pt x="1" y="39018"/>
                    <a:pt x="1" y="53102"/>
                  </a:cubicBezTo>
                  <a:cubicBezTo>
                    <a:pt x="1" y="67185"/>
                    <a:pt x="7240" y="80692"/>
                    <a:pt x="20126" y="90650"/>
                  </a:cubicBezTo>
                  <a:cubicBezTo>
                    <a:pt x="33011" y="100609"/>
                    <a:pt x="50488" y="106203"/>
                    <a:pt x="68712" y="106203"/>
                  </a:cubicBezTo>
                  <a:cubicBezTo>
                    <a:pt x="86934" y="106203"/>
                    <a:pt x="104411" y="100609"/>
                    <a:pt x="117296" y="90650"/>
                  </a:cubicBezTo>
                  <a:cubicBezTo>
                    <a:pt x="130182" y="80692"/>
                    <a:pt x="137421" y="67185"/>
                    <a:pt x="137421" y="53102"/>
                  </a:cubicBezTo>
                  <a:cubicBezTo>
                    <a:pt x="137421" y="39018"/>
                    <a:pt x="130182" y="25511"/>
                    <a:pt x="117296" y="15554"/>
                  </a:cubicBezTo>
                  <a:cubicBezTo>
                    <a:pt x="104411" y="5595"/>
                    <a:pt x="86934" y="0"/>
                    <a:pt x="687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54"/>
            <p:cNvSpPr/>
            <p:nvPr/>
          </p:nvSpPr>
          <p:spPr>
            <a:xfrm>
              <a:off x="2183100" y="1947100"/>
              <a:ext cx="3450900" cy="2670400"/>
            </a:xfrm>
            <a:custGeom>
              <a:avLst/>
              <a:gdLst/>
              <a:ahLst/>
              <a:cxnLst/>
              <a:rect l="l" t="t" r="r" b="b"/>
              <a:pathLst>
                <a:path w="138036" h="106816" extrusionOk="0">
                  <a:moveTo>
                    <a:pt x="69019" y="612"/>
                  </a:moveTo>
                  <a:cubicBezTo>
                    <a:pt x="106736" y="612"/>
                    <a:pt x="137424" y="24295"/>
                    <a:pt x="137424" y="53408"/>
                  </a:cubicBezTo>
                  <a:cubicBezTo>
                    <a:pt x="137424" y="82520"/>
                    <a:pt x="106737" y="106203"/>
                    <a:pt x="69019" y="106203"/>
                  </a:cubicBezTo>
                  <a:cubicBezTo>
                    <a:pt x="31299" y="106203"/>
                    <a:pt x="614" y="82519"/>
                    <a:pt x="614" y="53408"/>
                  </a:cubicBezTo>
                  <a:cubicBezTo>
                    <a:pt x="614" y="24296"/>
                    <a:pt x="31300" y="612"/>
                    <a:pt x="69019" y="612"/>
                  </a:cubicBezTo>
                  <a:close/>
                  <a:moveTo>
                    <a:pt x="69019" y="1"/>
                  </a:moveTo>
                  <a:cubicBezTo>
                    <a:pt x="30962" y="1"/>
                    <a:pt x="1" y="23959"/>
                    <a:pt x="1" y="53408"/>
                  </a:cubicBezTo>
                  <a:cubicBezTo>
                    <a:pt x="1" y="82857"/>
                    <a:pt x="30962" y="106816"/>
                    <a:pt x="69019" y="106816"/>
                  </a:cubicBezTo>
                  <a:cubicBezTo>
                    <a:pt x="107074" y="106816"/>
                    <a:pt x="138035" y="82857"/>
                    <a:pt x="138035" y="53408"/>
                  </a:cubicBezTo>
                  <a:cubicBezTo>
                    <a:pt x="138035" y="23959"/>
                    <a:pt x="107074" y="1"/>
                    <a:pt x="690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54"/>
            <p:cNvSpPr/>
            <p:nvPr/>
          </p:nvSpPr>
          <p:spPr>
            <a:xfrm>
              <a:off x="2190775" y="1914975"/>
              <a:ext cx="3435550" cy="2655125"/>
            </a:xfrm>
            <a:custGeom>
              <a:avLst/>
              <a:gdLst/>
              <a:ahLst/>
              <a:cxnLst/>
              <a:rect l="l" t="t" r="r" b="b"/>
              <a:pathLst>
                <a:path w="137422" h="106205" extrusionOk="0">
                  <a:moveTo>
                    <a:pt x="68710" y="1"/>
                  </a:moveTo>
                  <a:cubicBezTo>
                    <a:pt x="50488" y="1"/>
                    <a:pt x="33011" y="5596"/>
                    <a:pt x="20126" y="15554"/>
                  </a:cubicBezTo>
                  <a:cubicBezTo>
                    <a:pt x="7240" y="25513"/>
                    <a:pt x="1" y="39019"/>
                    <a:pt x="1" y="53102"/>
                  </a:cubicBezTo>
                  <a:cubicBezTo>
                    <a:pt x="1" y="67186"/>
                    <a:pt x="7240" y="80692"/>
                    <a:pt x="20126" y="90651"/>
                  </a:cubicBezTo>
                  <a:cubicBezTo>
                    <a:pt x="33011" y="100609"/>
                    <a:pt x="50488" y="106204"/>
                    <a:pt x="68712" y="106204"/>
                  </a:cubicBezTo>
                  <a:cubicBezTo>
                    <a:pt x="86934" y="106204"/>
                    <a:pt x="104411" y="100609"/>
                    <a:pt x="117296" y="90651"/>
                  </a:cubicBezTo>
                  <a:cubicBezTo>
                    <a:pt x="130182" y="80692"/>
                    <a:pt x="137421" y="67186"/>
                    <a:pt x="137421" y="53102"/>
                  </a:cubicBezTo>
                  <a:cubicBezTo>
                    <a:pt x="137421" y="39019"/>
                    <a:pt x="130182" y="25513"/>
                    <a:pt x="117296" y="15554"/>
                  </a:cubicBezTo>
                  <a:cubicBezTo>
                    <a:pt x="104411" y="5596"/>
                    <a:pt x="86934" y="1"/>
                    <a:pt x="68710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54"/>
            <p:cNvSpPr/>
            <p:nvPr/>
          </p:nvSpPr>
          <p:spPr>
            <a:xfrm>
              <a:off x="2183100" y="1907300"/>
              <a:ext cx="3450900" cy="2670425"/>
            </a:xfrm>
            <a:custGeom>
              <a:avLst/>
              <a:gdLst/>
              <a:ahLst/>
              <a:cxnLst/>
              <a:rect l="l" t="t" r="r" b="b"/>
              <a:pathLst>
                <a:path w="138036" h="106817" extrusionOk="0">
                  <a:moveTo>
                    <a:pt x="69019" y="613"/>
                  </a:moveTo>
                  <a:cubicBezTo>
                    <a:pt x="106736" y="613"/>
                    <a:pt x="137424" y="24298"/>
                    <a:pt x="137424" y="53409"/>
                  </a:cubicBezTo>
                  <a:cubicBezTo>
                    <a:pt x="137424" y="82521"/>
                    <a:pt x="106737" y="106204"/>
                    <a:pt x="69019" y="106204"/>
                  </a:cubicBezTo>
                  <a:cubicBezTo>
                    <a:pt x="31299" y="106204"/>
                    <a:pt x="614" y="82521"/>
                    <a:pt x="614" y="53409"/>
                  </a:cubicBezTo>
                  <a:cubicBezTo>
                    <a:pt x="614" y="24298"/>
                    <a:pt x="31300" y="613"/>
                    <a:pt x="69019" y="613"/>
                  </a:cubicBezTo>
                  <a:close/>
                  <a:moveTo>
                    <a:pt x="69019" y="1"/>
                  </a:moveTo>
                  <a:cubicBezTo>
                    <a:pt x="30962" y="1"/>
                    <a:pt x="1" y="23961"/>
                    <a:pt x="1" y="53410"/>
                  </a:cubicBezTo>
                  <a:cubicBezTo>
                    <a:pt x="1" y="82858"/>
                    <a:pt x="30962" y="106817"/>
                    <a:pt x="69019" y="106817"/>
                  </a:cubicBezTo>
                  <a:cubicBezTo>
                    <a:pt x="107074" y="106817"/>
                    <a:pt x="138035" y="82859"/>
                    <a:pt x="138035" y="53410"/>
                  </a:cubicBezTo>
                  <a:cubicBezTo>
                    <a:pt x="138035" y="23960"/>
                    <a:pt x="107074" y="1"/>
                    <a:pt x="690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54"/>
            <p:cNvSpPr/>
            <p:nvPr/>
          </p:nvSpPr>
          <p:spPr>
            <a:xfrm>
              <a:off x="4369050" y="2427275"/>
              <a:ext cx="608600" cy="516250"/>
            </a:xfrm>
            <a:custGeom>
              <a:avLst/>
              <a:gdLst/>
              <a:ahLst/>
              <a:cxnLst/>
              <a:rect l="l" t="t" r="r" b="b"/>
              <a:pathLst>
                <a:path w="24344" h="20650" extrusionOk="0">
                  <a:moveTo>
                    <a:pt x="15629" y="0"/>
                  </a:moveTo>
                  <a:lnTo>
                    <a:pt x="1" y="9852"/>
                  </a:lnTo>
                  <a:lnTo>
                    <a:pt x="8904" y="20649"/>
                  </a:lnTo>
                  <a:lnTo>
                    <a:pt x="24344" y="9567"/>
                  </a:lnTo>
                  <a:lnTo>
                    <a:pt x="156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54"/>
            <p:cNvSpPr/>
            <p:nvPr/>
          </p:nvSpPr>
          <p:spPr>
            <a:xfrm>
              <a:off x="4360200" y="2419650"/>
              <a:ext cx="626175" cy="531500"/>
            </a:xfrm>
            <a:custGeom>
              <a:avLst/>
              <a:gdLst/>
              <a:ahLst/>
              <a:cxnLst/>
              <a:rect l="l" t="t" r="r" b="b"/>
              <a:pathLst>
                <a:path w="25047" h="21260" extrusionOk="0">
                  <a:moveTo>
                    <a:pt x="15930" y="702"/>
                  </a:moveTo>
                  <a:lnTo>
                    <a:pt x="24240" y="9824"/>
                  </a:lnTo>
                  <a:lnTo>
                    <a:pt x="9312" y="20540"/>
                  </a:lnTo>
                  <a:lnTo>
                    <a:pt x="812" y="10230"/>
                  </a:lnTo>
                  <a:lnTo>
                    <a:pt x="15930" y="702"/>
                  </a:lnTo>
                  <a:close/>
                  <a:moveTo>
                    <a:pt x="15984" y="0"/>
                  </a:moveTo>
                  <a:cubicBezTo>
                    <a:pt x="15927" y="0"/>
                    <a:pt x="15871" y="16"/>
                    <a:pt x="15820" y="47"/>
                  </a:cubicBezTo>
                  <a:lnTo>
                    <a:pt x="192" y="9897"/>
                  </a:lnTo>
                  <a:cubicBezTo>
                    <a:pt x="35" y="9995"/>
                    <a:pt x="0" y="10209"/>
                    <a:pt x="119" y="10352"/>
                  </a:cubicBezTo>
                  <a:lnTo>
                    <a:pt x="9023" y="21149"/>
                  </a:lnTo>
                  <a:cubicBezTo>
                    <a:pt x="9081" y="21219"/>
                    <a:pt x="9167" y="21260"/>
                    <a:pt x="9258" y="21260"/>
                  </a:cubicBezTo>
                  <a:cubicBezTo>
                    <a:pt x="9260" y="21260"/>
                    <a:pt x="9261" y="21260"/>
                    <a:pt x="9263" y="21260"/>
                  </a:cubicBezTo>
                  <a:cubicBezTo>
                    <a:pt x="9325" y="21260"/>
                    <a:pt x="9387" y="21240"/>
                    <a:pt x="9437" y="21203"/>
                  </a:cubicBezTo>
                  <a:lnTo>
                    <a:pt x="24876" y="10121"/>
                  </a:lnTo>
                  <a:cubicBezTo>
                    <a:pt x="25025" y="10014"/>
                    <a:pt x="25047" y="9802"/>
                    <a:pt x="24925" y="9666"/>
                  </a:cubicBezTo>
                  <a:lnTo>
                    <a:pt x="16210" y="99"/>
                  </a:lnTo>
                  <a:cubicBezTo>
                    <a:pt x="16151" y="34"/>
                    <a:pt x="16068" y="0"/>
                    <a:pt x="15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54"/>
            <p:cNvSpPr/>
            <p:nvPr/>
          </p:nvSpPr>
          <p:spPr>
            <a:xfrm>
              <a:off x="3224600" y="2447925"/>
              <a:ext cx="682450" cy="570375"/>
            </a:xfrm>
            <a:custGeom>
              <a:avLst/>
              <a:gdLst/>
              <a:ahLst/>
              <a:cxnLst/>
              <a:rect l="l" t="t" r="r" b="b"/>
              <a:pathLst>
                <a:path w="27298" h="22815" extrusionOk="0">
                  <a:moveTo>
                    <a:pt x="14260" y="1"/>
                  </a:moveTo>
                  <a:lnTo>
                    <a:pt x="1" y="7333"/>
                  </a:lnTo>
                  <a:lnTo>
                    <a:pt x="12631" y="22814"/>
                  </a:lnTo>
                  <a:lnTo>
                    <a:pt x="27298" y="13037"/>
                  </a:lnTo>
                  <a:lnTo>
                    <a:pt x="142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54"/>
            <p:cNvSpPr/>
            <p:nvPr/>
          </p:nvSpPr>
          <p:spPr>
            <a:xfrm>
              <a:off x="3215600" y="2440250"/>
              <a:ext cx="700250" cy="585675"/>
            </a:xfrm>
            <a:custGeom>
              <a:avLst/>
              <a:gdLst/>
              <a:ahLst/>
              <a:cxnLst/>
              <a:rect l="l" t="t" r="r" b="b"/>
              <a:pathLst>
                <a:path w="28010" h="23427" extrusionOk="0">
                  <a:moveTo>
                    <a:pt x="14562" y="682"/>
                  </a:moveTo>
                  <a:lnTo>
                    <a:pt x="27176" y="13296"/>
                  </a:lnTo>
                  <a:lnTo>
                    <a:pt x="13052" y="22712"/>
                  </a:lnTo>
                  <a:lnTo>
                    <a:pt x="837" y="7740"/>
                  </a:lnTo>
                  <a:lnTo>
                    <a:pt x="14562" y="682"/>
                  </a:lnTo>
                  <a:close/>
                  <a:moveTo>
                    <a:pt x="14620" y="1"/>
                  </a:moveTo>
                  <a:cubicBezTo>
                    <a:pt x="14573" y="1"/>
                    <a:pt x="14525" y="12"/>
                    <a:pt x="14481" y="35"/>
                  </a:cubicBezTo>
                  <a:lnTo>
                    <a:pt x="221" y="7369"/>
                  </a:lnTo>
                  <a:cubicBezTo>
                    <a:pt x="49" y="7457"/>
                    <a:pt x="1" y="7683"/>
                    <a:pt x="124" y="7834"/>
                  </a:cubicBezTo>
                  <a:lnTo>
                    <a:pt x="12754" y="23315"/>
                  </a:lnTo>
                  <a:cubicBezTo>
                    <a:pt x="12811" y="23385"/>
                    <a:pt x="12897" y="23427"/>
                    <a:pt x="12987" y="23427"/>
                  </a:cubicBezTo>
                  <a:cubicBezTo>
                    <a:pt x="12988" y="23427"/>
                    <a:pt x="12990" y="23427"/>
                    <a:pt x="12991" y="23427"/>
                  </a:cubicBezTo>
                  <a:cubicBezTo>
                    <a:pt x="13052" y="23427"/>
                    <a:pt x="13110" y="23409"/>
                    <a:pt x="13160" y="23375"/>
                  </a:cubicBezTo>
                  <a:lnTo>
                    <a:pt x="27827" y="13598"/>
                  </a:lnTo>
                  <a:cubicBezTo>
                    <a:pt x="27988" y="13491"/>
                    <a:pt x="28010" y="13263"/>
                    <a:pt x="27874" y="13127"/>
                  </a:cubicBezTo>
                  <a:lnTo>
                    <a:pt x="14836" y="91"/>
                  </a:lnTo>
                  <a:cubicBezTo>
                    <a:pt x="14777" y="32"/>
                    <a:pt x="14699" y="1"/>
                    <a:pt x="146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54"/>
            <p:cNvSpPr/>
            <p:nvPr/>
          </p:nvSpPr>
          <p:spPr>
            <a:xfrm>
              <a:off x="3765325" y="2835600"/>
              <a:ext cx="682425" cy="570375"/>
            </a:xfrm>
            <a:custGeom>
              <a:avLst/>
              <a:gdLst/>
              <a:ahLst/>
              <a:cxnLst/>
              <a:rect l="l" t="t" r="r" b="b"/>
              <a:pathLst>
                <a:path w="27297" h="22815" extrusionOk="0">
                  <a:moveTo>
                    <a:pt x="14259" y="0"/>
                  </a:moveTo>
                  <a:lnTo>
                    <a:pt x="0" y="7334"/>
                  </a:lnTo>
                  <a:lnTo>
                    <a:pt x="12630" y="22815"/>
                  </a:lnTo>
                  <a:lnTo>
                    <a:pt x="27297" y="13037"/>
                  </a:lnTo>
                  <a:lnTo>
                    <a:pt x="142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54"/>
            <p:cNvSpPr/>
            <p:nvPr/>
          </p:nvSpPr>
          <p:spPr>
            <a:xfrm>
              <a:off x="3756325" y="2827950"/>
              <a:ext cx="700250" cy="585700"/>
            </a:xfrm>
            <a:custGeom>
              <a:avLst/>
              <a:gdLst/>
              <a:ahLst/>
              <a:cxnLst/>
              <a:rect l="l" t="t" r="r" b="b"/>
              <a:pathLst>
                <a:path w="28010" h="23428" extrusionOk="0">
                  <a:moveTo>
                    <a:pt x="14561" y="681"/>
                  </a:moveTo>
                  <a:lnTo>
                    <a:pt x="27176" y="13295"/>
                  </a:lnTo>
                  <a:lnTo>
                    <a:pt x="13052" y="22711"/>
                  </a:lnTo>
                  <a:lnTo>
                    <a:pt x="837" y="7738"/>
                  </a:lnTo>
                  <a:lnTo>
                    <a:pt x="14561" y="681"/>
                  </a:lnTo>
                  <a:close/>
                  <a:moveTo>
                    <a:pt x="14619" y="0"/>
                  </a:moveTo>
                  <a:cubicBezTo>
                    <a:pt x="14572" y="0"/>
                    <a:pt x="14524" y="11"/>
                    <a:pt x="14480" y="34"/>
                  </a:cubicBezTo>
                  <a:lnTo>
                    <a:pt x="221" y="7368"/>
                  </a:lnTo>
                  <a:cubicBezTo>
                    <a:pt x="48" y="7457"/>
                    <a:pt x="0" y="7683"/>
                    <a:pt x="124" y="7834"/>
                  </a:cubicBezTo>
                  <a:lnTo>
                    <a:pt x="12753" y="23315"/>
                  </a:lnTo>
                  <a:cubicBezTo>
                    <a:pt x="12810" y="23386"/>
                    <a:pt x="12898" y="23428"/>
                    <a:pt x="12990" y="23428"/>
                  </a:cubicBezTo>
                  <a:cubicBezTo>
                    <a:pt x="13051" y="23427"/>
                    <a:pt x="13110" y="23409"/>
                    <a:pt x="13159" y="23376"/>
                  </a:cubicBezTo>
                  <a:lnTo>
                    <a:pt x="27826" y="13597"/>
                  </a:lnTo>
                  <a:cubicBezTo>
                    <a:pt x="27987" y="13490"/>
                    <a:pt x="28009" y="13263"/>
                    <a:pt x="27873" y="13127"/>
                  </a:cubicBezTo>
                  <a:lnTo>
                    <a:pt x="14835" y="89"/>
                  </a:lnTo>
                  <a:cubicBezTo>
                    <a:pt x="14777" y="31"/>
                    <a:pt x="14699" y="0"/>
                    <a:pt x="14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4"/>
            <p:cNvSpPr/>
            <p:nvPr/>
          </p:nvSpPr>
          <p:spPr>
            <a:xfrm>
              <a:off x="3697975" y="2863625"/>
              <a:ext cx="644700" cy="553250"/>
            </a:xfrm>
            <a:custGeom>
              <a:avLst/>
              <a:gdLst/>
              <a:ahLst/>
              <a:cxnLst/>
              <a:rect l="l" t="t" r="r" b="b"/>
              <a:pathLst>
                <a:path w="25788" h="22130" extrusionOk="0">
                  <a:moveTo>
                    <a:pt x="15363" y="0"/>
                  </a:moveTo>
                  <a:lnTo>
                    <a:pt x="0" y="4594"/>
                  </a:lnTo>
                  <a:lnTo>
                    <a:pt x="9577" y="22129"/>
                  </a:lnTo>
                  <a:lnTo>
                    <a:pt x="25788" y="15208"/>
                  </a:lnTo>
                  <a:lnTo>
                    <a:pt x="153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54"/>
            <p:cNvSpPr/>
            <p:nvPr/>
          </p:nvSpPr>
          <p:spPr>
            <a:xfrm>
              <a:off x="3688925" y="2856000"/>
              <a:ext cx="662800" cy="568550"/>
            </a:xfrm>
            <a:custGeom>
              <a:avLst/>
              <a:gdLst/>
              <a:ahLst/>
              <a:cxnLst/>
              <a:rect l="l" t="t" r="r" b="b"/>
              <a:pathLst>
                <a:path w="26512" h="22742" extrusionOk="0">
                  <a:moveTo>
                    <a:pt x="15598" y="663"/>
                  </a:moveTo>
                  <a:lnTo>
                    <a:pt x="25686" y="15378"/>
                  </a:lnTo>
                  <a:lnTo>
                    <a:pt x="10074" y="22044"/>
                  </a:lnTo>
                  <a:lnTo>
                    <a:pt x="812" y="5084"/>
                  </a:lnTo>
                  <a:lnTo>
                    <a:pt x="15598" y="663"/>
                  </a:lnTo>
                  <a:close/>
                  <a:moveTo>
                    <a:pt x="15724" y="0"/>
                  </a:moveTo>
                  <a:cubicBezTo>
                    <a:pt x="15695" y="0"/>
                    <a:pt x="15665" y="4"/>
                    <a:pt x="15636" y="13"/>
                  </a:cubicBezTo>
                  <a:lnTo>
                    <a:pt x="275" y="4607"/>
                  </a:lnTo>
                  <a:cubicBezTo>
                    <a:pt x="88" y="4662"/>
                    <a:pt x="1" y="4876"/>
                    <a:pt x="94" y="5047"/>
                  </a:cubicBezTo>
                  <a:lnTo>
                    <a:pt x="9670" y="22582"/>
                  </a:lnTo>
                  <a:cubicBezTo>
                    <a:pt x="9724" y="22679"/>
                    <a:pt x="9827" y="22740"/>
                    <a:pt x="9939" y="22741"/>
                  </a:cubicBezTo>
                  <a:cubicBezTo>
                    <a:pt x="9980" y="22741"/>
                    <a:pt x="10021" y="22732"/>
                    <a:pt x="10060" y="22716"/>
                  </a:cubicBezTo>
                  <a:lnTo>
                    <a:pt x="26270" y="15794"/>
                  </a:lnTo>
                  <a:cubicBezTo>
                    <a:pt x="26448" y="15718"/>
                    <a:pt x="26511" y="15499"/>
                    <a:pt x="26401" y="15339"/>
                  </a:cubicBezTo>
                  <a:lnTo>
                    <a:pt x="15976" y="133"/>
                  </a:lnTo>
                  <a:cubicBezTo>
                    <a:pt x="15918" y="48"/>
                    <a:pt x="15823" y="0"/>
                    <a:pt x="157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54"/>
            <p:cNvSpPr/>
            <p:nvPr/>
          </p:nvSpPr>
          <p:spPr>
            <a:xfrm>
              <a:off x="3532750" y="2215900"/>
              <a:ext cx="160375" cy="51225"/>
            </a:xfrm>
            <a:custGeom>
              <a:avLst/>
              <a:gdLst/>
              <a:ahLst/>
              <a:cxnLst/>
              <a:rect l="l" t="t" r="r" b="b"/>
              <a:pathLst>
                <a:path w="6415" h="2049" extrusionOk="0">
                  <a:moveTo>
                    <a:pt x="5981" y="1"/>
                  </a:moveTo>
                  <a:cubicBezTo>
                    <a:pt x="5202" y="1"/>
                    <a:pt x="3644" y="585"/>
                    <a:pt x="3644" y="585"/>
                  </a:cubicBezTo>
                  <a:cubicBezTo>
                    <a:pt x="3644" y="585"/>
                    <a:pt x="3367" y="557"/>
                    <a:pt x="2969" y="557"/>
                  </a:cubicBezTo>
                  <a:cubicBezTo>
                    <a:pt x="2371" y="557"/>
                    <a:pt x="1498" y="619"/>
                    <a:pt x="874" y="931"/>
                  </a:cubicBezTo>
                  <a:cubicBezTo>
                    <a:pt x="1" y="1368"/>
                    <a:pt x="2798" y="2049"/>
                    <a:pt x="4431" y="2049"/>
                  </a:cubicBezTo>
                  <a:cubicBezTo>
                    <a:pt x="4741" y="2049"/>
                    <a:pt x="5009" y="2025"/>
                    <a:pt x="5202" y="1969"/>
                  </a:cubicBezTo>
                  <a:cubicBezTo>
                    <a:pt x="6414" y="1624"/>
                    <a:pt x="6414" y="931"/>
                    <a:pt x="6414" y="239"/>
                  </a:cubicBezTo>
                  <a:cubicBezTo>
                    <a:pt x="6414" y="66"/>
                    <a:pt x="6241" y="1"/>
                    <a:pt x="59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54"/>
            <p:cNvSpPr/>
            <p:nvPr/>
          </p:nvSpPr>
          <p:spPr>
            <a:xfrm>
              <a:off x="3540350" y="2208425"/>
              <a:ext cx="160500" cy="66150"/>
            </a:xfrm>
            <a:custGeom>
              <a:avLst/>
              <a:gdLst/>
              <a:ahLst/>
              <a:cxnLst/>
              <a:rect l="l" t="t" r="r" b="b"/>
              <a:pathLst>
                <a:path w="6420" h="2646" extrusionOk="0">
                  <a:moveTo>
                    <a:pt x="5687" y="601"/>
                  </a:moveTo>
                  <a:cubicBezTo>
                    <a:pt x="5733" y="601"/>
                    <a:pt x="5773" y="605"/>
                    <a:pt x="5804" y="611"/>
                  </a:cubicBezTo>
                  <a:cubicBezTo>
                    <a:pt x="5803" y="1244"/>
                    <a:pt x="5768" y="1702"/>
                    <a:pt x="4815" y="1975"/>
                  </a:cubicBezTo>
                  <a:cubicBezTo>
                    <a:pt x="4634" y="2027"/>
                    <a:pt x="4389" y="2049"/>
                    <a:pt x="4109" y="2049"/>
                  </a:cubicBezTo>
                  <a:cubicBezTo>
                    <a:pt x="3025" y="2049"/>
                    <a:pt x="1407" y="1713"/>
                    <a:pt x="855" y="1437"/>
                  </a:cubicBezTo>
                  <a:lnTo>
                    <a:pt x="854" y="1437"/>
                  </a:lnTo>
                  <a:cubicBezTo>
                    <a:pt x="1410" y="1211"/>
                    <a:pt x="2143" y="1163"/>
                    <a:pt x="2662" y="1163"/>
                  </a:cubicBezTo>
                  <a:cubicBezTo>
                    <a:pt x="3038" y="1163"/>
                    <a:pt x="3303" y="1188"/>
                    <a:pt x="3310" y="1188"/>
                  </a:cubicBezTo>
                  <a:cubicBezTo>
                    <a:pt x="3319" y="1189"/>
                    <a:pt x="3329" y="1190"/>
                    <a:pt x="3338" y="1190"/>
                  </a:cubicBezTo>
                  <a:cubicBezTo>
                    <a:pt x="3375" y="1190"/>
                    <a:pt x="3413" y="1183"/>
                    <a:pt x="3448" y="1170"/>
                  </a:cubicBezTo>
                  <a:cubicBezTo>
                    <a:pt x="4347" y="834"/>
                    <a:pt x="5283" y="601"/>
                    <a:pt x="5687" y="601"/>
                  </a:cubicBezTo>
                  <a:close/>
                  <a:moveTo>
                    <a:pt x="5664" y="0"/>
                  </a:moveTo>
                  <a:cubicBezTo>
                    <a:pt x="4949" y="0"/>
                    <a:pt x="3867" y="362"/>
                    <a:pt x="3299" y="573"/>
                  </a:cubicBezTo>
                  <a:cubicBezTo>
                    <a:pt x="3187" y="565"/>
                    <a:pt x="2957" y="550"/>
                    <a:pt x="2665" y="550"/>
                  </a:cubicBezTo>
                  <a:cubicBezTo>
                    <a:pt x="2035" y="550"/>
                    <a:pt x="1111" y="618"/>
                    <a:pt x="433" y="957"/>
                  </a:cubicBezTo>
                  <a:cubicBezTo>
                    <a:pt x="1" y="1173"/>
                    <a:pt x="104" y="1505"/>
                    <a:pt x="128" y="1569"/>
                  </a:cubicBezTo>
                  <a:cubicBezTo>
                    <a:pt x="368" y="2187"/>
                    <a:pt x="2714" y="2646"/>
                    <a:pt x="4150" y="2646"/>
                  </a:cubicBezTo>
                  <a:cubicBezTo>
                    <a:pt x="4493" y="2646"/>
                    <a:pt x="4784" y="2621"/>
                    <a:pt x="4982" y="2564"/>
                  </a:cubicBezTo>
                  <a:cubicBezTo>
                    <a:pt x="6417" y="2153"/>
                    <a:pt x="6417" y="1258"/>
                    <a:pt x="6417" y="538"/>
                  </a:cubicBezTo>
                  <a:cubicBezTo>
                    <a:pt x="6419" y="372"/>
                    <a:pt x="6338" y="216"/>
                    <a:pt x="6200" y="122"/>
                  </a:cubicBezTo>
                  <a:cubicBezTo>
                    <a:pt x="6075" y="36"/>
                    <a:pt x="5888" y="0"/>
                    <a:pt x="56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54"/>
            <p:cNvSpPr/>
            <p:nvPr/>
          </p:nvSpPr>
          <p:spPr>
            <a:xfrm>
              <a:off x="2970550" y="1486750"/>
              <a:ext cx="740725" cy="865250"/>
            </a:xfrm>
            <a:custGeom>
              <a:avLst/>
              <a:gdLst/>
              <a:ahLst/>
              <a:cxnLst/>
              <a:rect l="l" t="t" r="r" b="b"/>
              <a:pathLst>
                <a:path w="29629" h="34610" extrusionOk="0">
                  <a:moveTo>
                    <a:pt x="10793" y="0"/>
                  </a:moveTo>
                  <a:cubicBezTo>
                    <a:pt x="10793" y="0"/>
                    <a:pt x="7195" y="1270"/>
                    <a:pt x="5397" y="3492"/>
                  </a:cubicBezTo>
                  <a:cubicBezTo>
                    <a:pt x="3598" y="5714"/>
                    <a:pt x="2752" y="11534"/>
                    <a:pt x="2328" y="14073"/>
                  </a:cubicBezTo>
                  <a:cubicBezTo>
                    <a:pt x="1905" y="16613"/>
                    <a:pt x="0" y="26242"/>
                    <a:pt x="1058" y="27405"/>
                  </a:cubicBezTo>
                  <a:cubicBezTo>
                    <a:pt x="2117" y="28569"/>
                    <a:pt x="13439" y="32485"/>
                    <a:pt x="15661" y="33119"/>
                  </a:cubicBezTo>
                  <a:cubicBezTo>
                    <a:pt x="17769" y="33721"/>
                    <a:pt x="20257" y="34610"/>
                    <a:pt x="21772" y="34610"/>
                  </a:cubicBezTo>
                  <a:cubicBezTo>
                    <a:pt x="21854" y="34610"/>
                    <a:pt x="21933" y="34607"/>
                    <a:pt x="22010" y="34601"/>
                  </a:cubicBezTo>
                  <a:cubicBezTo>
                    <a:pt x="23491" y="34495"/>
                    <a:pt x="24973" y="33437"/>
                    <a:pt x="24973" y="33437"/>
                  </a:cubicBezTo>
                  <a:cubicBezTo>
                    <a:pt x="24973" y="33437"/>
                    <a:pt x="27512" y="34601"/>
                    <a:pt x="28148" y="34601"/>
                  </a:cubicBezTo>
                  <a:cubicBezTo>
                    <a:pt x="28782" y="34601"/>
                    <a:pt x="29629" y="33437"/>
                    <a:pt x="28888" y="32273"/>
                  </a:cubicBezTo>
                  <a:cubicBezTo>
                    <a:pt x="28147" y="31109"/>
                    <a:pt x="26084" y="29404"/>
                    <a:pt x="24921" y="29404"/>
                  </a:cubicBezTo>
                  <a:cubicBezTo>
                    <a:pt x="23756" y="29404"/>
                    <a:pt x="19471" y="30051"/>
                    <a:pt x="19471" y="30051"/>
                  </a:cubicBezTo>
                  <a:cubicBezTo>
                    <a:pt x="19471" y="30051"/>
                    <a:pt x="12169" y="26347"/>
                    <a:pt x="10053" y="24866"/>
                  </a:cubicBezTo>
                  <a:cubicBezTo>
                    <a:pt x="7936" y="23384"/>
                    <a:pt x="6350" y="21691"/>
                    <a:pt x="6350" y="21691"/>
                  </a:cubicBezTo>
                  <a:lnTo>
                    <a:pt x="10688" y="8148"/>
                  </a:lnTo>
                  <a:lnTo>
                    <a:pt x="10793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54"/>
            <p:cNvSpPr/>
            <p:nvPr/>
          </p:nvSpPr>
          <p:spPr>
            <a:xfrm>
              <a:off x="2970150" y="1479125"/>
              <a:ext cx="740175" cy="880500"/>
            </a:xfrm>
            <a:custGeom>
              <a:avLst/>
              <a:gdLst/>
              <a:ahLst/>
              <a:cxnLst/>
              <a:rect l="l" t="t" r="r" b="b"/>
              <a:pathLst>
                <a:path w="29607" h="35220" extrusionOk="0">
                  <a:moveTo>
                    <a:pt x="10803" y="1"/>
                  </a:moveTo>
                  <a:cubicBezTo>
                    <a:pt x="10771" y="1"/>
                    <a:pt x="10739" y="6"/>
                    <a:pt x="10707" y="16"/>
                  </a:cubicBezTo>
                  <a:cubicBezTo>
                    <a:pt x="10557" y="69"/>
                    <a:pt x="7007" y="1341"/>
                    <a:pt x="5175" y="3605"/>
                  </a:cubicBezTo>
                  <a:cubicBezTo>
                    <a:pt x="3449" y="5737"/>
                    <a:pt x="2595" y="10955"/>
                    <a:pt x="2135" y="13759"/>
                  </a:cubicBezTo>
                  <a:lnTo>
                    <a:pt x="2042" y="14328"/>
                  </a:lnTo>
                  <a:cubicBezTo>
                    <a:pt x="1987" y="14660"/>
                    <a:pt x="1906" y="15114"/>
                    <a:pt x="1810" y="15653"/>
                  </a:cubicBezTo>
                  <a:cubicBezTo>
                    <a:pt x="620" y="22341"/>
                    <a:pt x="1" y="26985"/>
                    <a:pt x="848" y="27916"/>
                  </a:cubicBezTo>
                  <a:cubicBezTo>
                    <a:pt x="1991" y="29175"/>
                    <a:pt x="13466" y="33112"/>
                    <a:pt x="15593" y="33719"/>
                  </a:cubicBezTo>
                  <a:cubicBezTo>
                    <a:pt x="16061" y="33853"/>
                    <a:pt x="16548" y="34001"/>
                    <a:pt x="17038" y="34150"/>
                  </a:cubicBezTo>
                  <a:cubicBezTo>
                    <a:pt x="18773" y="34677"/>
                    <a:pt x="20563" y="35220"/>
                    <a:pt x="21790" y="35220"/>
                  </a:cubicBezTo>
                  <a:cubicBezTo>
                    <a:pt x="21879" y="35220"/>
                    <a:pt x="21965" y="35218"/>
                    <a:pt x="22047" y="35211"/>
                  </a:cubicBezTo>
                  <a:cubicBezTo>
                    <a:pt x="23335" y="35119"/>
                    <a:pt x="24592" y="34368"/>
                    <a:pt x="25017" y="34091"/>
                  </a:cubicBezTo>
                  <a:cubicBezTo>
                    <a:pt x="25676" y="34389"/>
                    <a:pt x="27553" y="35212"/>
                    <a:pt x="28161" y="35212"/>
                  </a:cubicBezTo>
                  <a:cubicBezTo>
                    <a:pt x="28571" y="35212"/>
                    <a:pt x="29003" y="34906"/>
                    <a:pt x="29264" y="34432"/>
                  </a:cubicBezTo>
                  <a:cubicBezTo>
                    <a:pt x="29606" y="33809"/>
                    <a:pt x="29568" y="33053"/>
                    <a:pt x="29161" y="32414"/>
                  </a:cubicBezTo>
                  <a:cubicBezTo>
                    <a:pt x="28407" y="31230"/>
                    <a:pt x="26254" y="29404"/>
                    <a:pt x="24936" y="29404"/>
                  </a:cubicBezTo>
                  <a:cubicBezTo>
                    <a:pt x="23847" y="29404"/>
                    <a:pt x="20198" y="29940"/>
                    <a:pt x="19536" y="30039"/>
                  </a:cubicBezTo>
                  <a:cubicBezTo>
                    <a:pt x="18706" y="29616"/>
                    <a:pt x="12194" y="26286"/>
                    <a:pt x="10243" y="24921"/>
                  </a:cubicBezTo>
                  <a:cubicBezTo>
                    <a:pt x="8513" y="23708"/>
                    <a:pt x="7124" y="22335"/>
                    <a:pt x="6713" y="21916"/>
                  </a:cubicBezTo>
                  <a:lnTo>
                    <a:pt x="10994" y="8546"/>
                  </a:lnTo>
                  <a:cubicBezTo>
                    <a:pt x="11043" y="8386"/>
                    <a:pt x="10953" y="8218"/>
                    <a:pt x="10795" y="8167"/>
                  </a:cubicBezTo>
                  <a:cubicBezTo>
                    <a:pt x="10764" y="8157"/>
                    <a:pt x="10732" y="8152"/>
                    <a:pt x="10701" y="8152"/>
                  </a:cubicBezTo>
                  <a:cubicBezTo>
                    <a:pt x="10573" y="8152"/>
                    <a:pt x="10455" y="8232"/>
                    <a:pt x="10412" y="8360"/>
                  </a:cubicBezTo>
                  <a:lnTo>
                    <a:pt x="6074" y="21903"/>
                  </a:lnTo>
                  <a:cubicBezTo>
                    <a:pt x="6039" y="22010"/>
                    <a:pt x="6066" y="22125"/>
                    <a:pt x="6141" y="22206"/>
                  </a:cubicBezTo>
                  <a:cubicBezTo>
                    <a:pt x="6208" y="22277"/>
                    <a:pt x="7775" y="23940"/>
                    <a:pt x="9893" y="25423"/>
                  </a:cubicBezTo>
                  <a:cubicBezTo>
                    <a:pt x="12002" y="26899"/>
                    <a:pt x="19049" y="30478"/>
                    <a:pt x="19347" y="30629"/>
                  </a:cubicBezTo>
                  <a:cubicBezTo>
                    <a:pt x="19392" y="30651"/>
                    <a:pt x="19441" y="30662"/>
                    <a:pt x="19490" y="30662"/>
                  </a:cubicBezTo>
                  <a:cubicBezTo>
                    <a:pt x="19504" y="30662"/>
                    <a:pt x="19518" y="30661"/>
                    <a:pt x="19532" y="30659"/>
                  </a:cubicBezTo>
                  <a:cubicBezTo>
                    <a:pt x="19574" y="30653"/>
                    <a:pt x="23808" y="30016"/>
                    <a:pt x="24936" y="30016"/>
                  </a:cubicBezTo>
                  <a:cubicBezTo>
                    <a:pt x="25934" y="30016"/>
                    <a:pt x="27903" y="31577"/>
                    <a:pt x="28644" y="32743"/>
                  </a:cubicBezTo>
                  <a:cubicBezTo>
                    <a:pt x="29055" y="33388"/>
                    <a:pt x="28839" y="33934"/>
                    <a:pt x="28726" y="34138"/>
                  </a:cubicBezTo>
                  <a:cubicBezTo>
                    <a:pt x="28560" y="34441"/>
                    <a:pt x="28317" y="34600"/>
                    <a:pt x="28163" y="34600"/>
                  </a:cubicBezTo>
                  <a:cubicBezTo>
                    <a:pt x="27749" y="34600"/>
                    <a:pt x="26074" y="33903"/>
                    <a:pt x="25116" y="33464"/>
                  </a:cubicBezTo>
                  <a:cubicBezTo>
                    <a:pt x="25076" y="33445"/>
                    <a:pt x="25032" y="33436"/>
                    <a:pt x="24989" y="33436"/>
                  </a:cubicBezTo>
                  <a:cubicBezTo>
                    <a:pt x="24926" y="33436"/>
                    <a:pt x="24863" y="33456"/>
                    <a:pt x="24810" y="33493"/>
                  </a:cubicBezTo>
                  <a:cubicBezTo>
                    <a:pt x="24796" y="33503"/>
                    <a:pt x="23384" y="34502"/>
                    <a:pt x="22003" y="34601"/>
                  </a:cubicBezTo>
                  <a:cubicBezTo>
                    <a:pt x="21934" y="34606"/>
                    <a:pt x="21862" y="34608"/>
                    <a:pt x="21787" y="34608"/>
                  </a:cubicBezTo>
                  <a:cubicBezTo>
                    <a:pt x="20660" y="34608"/>
                    <a:pt x="18911" y="34079"/>
                    <a:pt x="17217" y="33564"/>
                  </a:cubicBezTo>
                  <a:cubicBezTo>
                    <a:pt x="16723" y="33414"/>
                    <a:pt x="16232" y="33265"/>
                    <a:pt x="15761" y="33131"/>
                  </a:cubicBezTo>
                  <a:cubicBezTo>
                    <a:pt x="13436" y="32466"/>
                    <a:pt x="2266" y="28568"/>
                    <a:pt x="1301" y="27504"/>
                  </a:cubicBezTo>
                  <a:cubicBezTo>
                    <a:pt x="483" y="26605"/>
                    <a:pt x="1885" y="18726"/>
                    <a:pt x="2412" y="15761"/>
                  </a:cubicBezTo>
                  <a:cubicBezTo>
                    <a:pt x="2510" y="15218"/>
                    <a:pt x="2591" y="14763"/>
                    <a:pt x="2646" y="14428"/>
                  </a:cubicBezTo>
                  <a:lnTo>
                    <a:pt x="2740" y="13858"/>
                  </a:lnTo>
                  <a:cubicBezTo>
                    <a:pt x="3190" y="11110"/>
                    <a:pt x="4026" y="5996"/>
                    <a:pt x="5650" y="3990"/>
                  </a:cubicBezTo>
                  <a:cubicBezTo>
                    <a:pt x="7373" y="1863"/>
                    <a:pt x="10876" y="606"/>
                    <a:pt x="10911" y="594"/>
                  </a:cubicBezTo>
                  <a:cubicBezTo>
                    <a:pt x="11067" y="536"/>
                    <a:pt x="11147" y="363"/>
                    <a:pt x="11092" y="205"/>
                  </a:cubicBezTo>
                  <a:cubicBezTo>
                    <a:pt x="11047" y="80"/>
                    <a:pt x="10930" y="1"/>
                    <a:pt x="10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4"/>
            <p:cNvSpPr/>
            <p:nvPr/>
          </p:nvSpPr>
          <p:spPr>
            <a:xfrm>
              <a:off x="3353725" y="2212850"/>
              <a:ext cx="357550" cy="139150"/>
            </a:xfrm>
            <a:custGeom>
              <a:avLst/>
              <a:gdLst/>
              <a:ahLst/>
              <a:cxnLst/>
              <a:rect l="l" t="t" r="r" b="b"/>
              <a:pathLst>
                <a:path w="14302" h="5566" extrusionOk="0">
                  <a:moveTo>
                    <a:pt x="2187" y="1"/>
                  </a:moveTo>
                  <a:cubicBezTo>
                    <a:pt x="1417" y="587"/>
                    <a:pt x="514" y="1459"/>
                    <a:pt x="228" y="2489"/>
                  </a:cubicBezTo>
                  <a:cubicBezTo>
                    <a:pt x="67" y="3068"/>
                    <a:pt x="10" y="3560"/>
                    <a:pt x="0" y="3977"/>
                  </a:cubicBezTo>
                  <a:cubicBezTo>
                    <a:pt x="126" y="4014"/>
                    <a:pt x="240" y="4049"/>
                    <a:pt x="334" y="4075"/>
                  </a:cubicBezTo>
                  <a:cubicBezTo>
                    <a:pt x="2442" y="4678"/>
                    <a:pt x="4930" y="5566"/>
                    <a:pt x="6445" y="5566"/>
                  </a:cubicBezTo>
                  <a:cubicBezTo>
                    <a:pt x="6527" y="5566"/>
                    <a:pt x="6606" y="5563"/>
                    <a:pt x="6683" y="5557"/>
                  </a:cubicBezTo>
                  <a:cubicBezTo>
                    <a:pt x="8164" y="5452"/>
                    <a:pt x="9646" y="4393"/>
                    <a:pt x="9646" y="4393"/>
                  </a:cubicBezTo>
                  <a:cubicBezTo>
                    <a:pt x="9646" y="4393"/>
                    <a:pt x="12186" y="5557"/>
                    <a:pt x="12821" y="5557"/>
                  </a:cubicBezTo>
                  <a:cubicBezTo>
                    <a:pt x="13455" y="5557"/>
                    <a:pt x="14302" y="4393"/>
                    <a:pt x="13561" y="3230"/>
                  </a:cubicBezTo>
                  <a:cubicBezTo>
                    <a:pt x="12820" y="2066"/>
                    <a:pt x="10757" y="361"/>
                    <a:pt x="9593" y="361"/>
                  </a:cubicBezTo>
                  <a:cubicBezTo>
                    <a:pt x="8429" y="361"/>
                    <a:pt x="4144" y="1008"/>
                    <a:pt x="4144" y="1008"/>
                  </a:cubicBezTo>
                  <a:cubicBezTo>
                    <a:pt x="4144" y="1008"/>
                    <a:pt x="3338" y="599"/>
                    <a:pt x="2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54"/>
            <p:cNvSpPr/>
            <p:nvPr/>
          </p:nvSpPr>
          <p:spPr>
            <a:xfrm>
              <a:off x="3346000" y="2205200"/>
              <a:ext cx="364350" cy="154425"/>
            </a:xfrm>
            <a:custGeom>
              <a:avLst/>
              <a:gdLst/>
              <a:ahLst/>
              <a:cxnLst/>
              <a:rect l="l" t="t" r="r" b="b"/>
              <a:pathLst>
                <a:path w="14574" h="6177" extrusionOk="0">
                  <a:moveTo>
                    <a:pt x="2529" y="668"/>
                  </a:moveTo>
                  <a:cubicBezTo>
                    <a:pt x="3587" y="1217"/>
                    <a:pt x="4313" y="1586"/>
                    <a:pt x="4313" y="1586"/>
                  </a:cubicBezTo>
                  <a:cubicBezTo>
                    <a:pt x="4358" y="1608"/>
                    <a:pt x="4407" y="1619"/>
                    <a:pt x="4456" y="1619"/>
                  </a:cubicBezTo>
                  <a:cubicBezTo>
                    <a:pt x="4470" y="1619"/>
                    <a:pt x="4484" y="1618"/>
                    <a:pt x="4498" y="1616"/>
                  </a:cubicBezTo>
                  <a:cubicBezTo>
                    <a:pt x="4540" y="1610"/>
                    <a:pt x="8774" y="973"/>
                    <a:pt x="9902" y="973"/>
                  </a:cubicBezTo>
                  <a:cubicBezTo>
                    <a:pt x="10900" y="973"/>
                    <a:pt x="12869" y="2535"/>
                    <a:pt x="13610" y="3700"/>
                  </a:cubicBezTo>
                  <a:cubicBezTo>
                    <a:pt x="14021" y="4346"/>
                    <a:pt x="13805" y="4891"/>
                    <a:pt x="13692" y="5095"/>
                  </a:cubicBezTo>
                  <a:cubicBezTo>
                    <a:pt x="13526" y="5398"/>
                    <a:pt x="13283" y="5557"/>
                    <a:pt x="13129" y="5557"/>
                  </a:cubicBezTo>
                  <a:cubicBezTo>
                    <a:pt x="12715" y="5557"/>
                    <a:pt x="11040" y="4860"/>
                    <a:pt x="10082" y="4421"/>
                  </a:cubicBezTo>
                  <a:cubicBezTo>
                    <a:pt x="10042" y="4402"/>
                    <a:pt x="9998" y="4393"/>
                    <a:pt x="9955" y="4393"/>
                  </a:cubicBezTo>
                  <a:cubicBezTo>
                    <a:pt x="9892" y="4393"/>
                    <a:pt x="9829" y="4413"/>
                    <a:pt x="9776" y="4450"/>
                  </a:cubicBezTo>
                  <a:cubicBezTo>
                    <a:pt x="9762" y="4460"/>
                    <a:pt x="8350" y="5459"/>
                    <a:pt x="6969" y="5558"/>
                  </a:cubicBezTo>
                  <a:cubicBezTo>
                    <a:pt x="6900" y="5563"/>
                    <a:pt x="6828" y="5565"/>
                    <a:pt x="6753" y="5565"/>
                  </a:cubicBezTo>
                  <a:cubicBezTo>
                    <a:pt x="5626" y="5565"/>
                    <a:pt x="3877" y="5036"/>
                    <a:pt x="2183" y="4521"/>
                  </a:cubicBezTo>
                  <a:cubicBezTo>
                    <a:pt x="1689" y="4371"/>
                    <a:pt x="1198" y="4223"/>
                    <a:pt x="727" y="4088"/>
                  </a:cubicBezTo>
                  <a:lnTo>
                    <a:pt x="626" y="4058"/>
                  </a:lnTo>
                  <a:cubicBezTo>
                    <a:pt x="654" y="3658"/>
                    <a:pt x="723" y="3262"/>
                    <a:pt x="831" y="2876"/>
                  </a:cubicBezTo>
                  <a:cubicBezTo>
                    <a:pt x="1079" y="1983"/>
                    <a:pt x="1861" y="1200"/>
                    <a:pt x="2529" y="668"/>
                  </a:cubicBezTo>
                  <a:close/>
                  <a:moveTo>
                    <a:pt x="2496" y="0"/>
                  </a:moveTo>
                  <a:cubicBezTo>
                    <a:pt x="2431" y="0"/>
                    <a:pt x="2365" y="22"/>
                    <a:pt x="2311" y="63"/>
                  </a:cubicBezTo>
                  <a:cubicBezTo>
                    <a:pt x="1540" y="650"/>
                    <a:pt x="554" y="1586"/>
                    <a:pt x="242" y="2713"/>
                  </a:cubicBezTo>
                  <a:cubicBezTo>
                    <a:pt x="93" y="3247"/>
                    <a:pt x="16" y="3758"/>
                    <a:pt x="4" y="4276"/>
                  </a:cubicBezTo>
                  <a:cubicBezTo>
                    <a:pt x="0" y="4412"/>
                    <a:pt x="89" y="4535"/>
                    <a:pt x="220" y="4575"/>
                  </a:cubicBezTo>
                  <a:lnTo>
                    <a:pt x="559" y="4676"/>
                  </a:lnTo>
                  <a:cubicBezTo>
                    <a:pt x="1027" y="4810"/>
                    <a:pt x="1514" y="4958"/>
                    <a:pt x="2004" y="5107"/>
                  </a:cubicBezTo>
                  <a:cubicBezTo>
                    <a:pt x="3739" y="5634"/>
                    <a:pt x="5529" y="6177"/>
                    <a:pt x="6756" y="6177"/>
                  </a:cubicBezTo>
                  <a:cubicBezTo>
                    <a:pt x="6845" y="6177"/>
                    <a:pt x="6931" y="6175"/>
                    <a:pt x="7014" y="6168"/>
                  </a:cubicBezTo>
                  <a:cubicBezTo>
                    <a:pt x="8302" y="6076"/>
                    <a:pt x="9559" y="5325"/>
                    <a:pt x="9984" y="5048"/>
                  </a:cubicBezTo>
                  <a:cubicBezTo>
                    <a:pt x="10643" y="5346"/>
                    <a:pt x="12520" y="6169"/>
                    <a:pt x="13129" y="6169"/>
                  </a:cubicBezTo>
                  <a:cubicBezTo>
                    <a:pt x="13537" y="6169"/>
                    <a:pt x="13969" y="5863"/>
                    <a:pt x="14230" y="5389"/>
                  </a:cubicBezTo>
                  <a:cubicBezTo>
                    <a:pt x="14573" y="4766"/>
                    <a:pt x="14534" y="4010"/>
                    <a:pt x="14128" y="3371"/>
                  </a:cubicBezTo>
                  <a:cubicBezTo>
                    <a:pt x="13375" y="2187"/>
                    <a:pt x="11221" y="361"/>
                    <a:pt x="9902" y="361"/>
                  </a:cubicBezTo>
                  <a:cubicBezTo>
                    <a:pt x="8813" y="361"/>
                    <a:pt x="5164" y="897"/>
                    <a:pt x="4503" y="996"/>
                  </a:cubicBezTo>
                  <a:cubicBezTo>
                    <a:pt x="4266" y="875"/>
                    <a:pt x="3564" y="516"/>
                    <a:pt x="2638" y="35"/>
                  </a:cubicBezTo>
                  <a:cubicBezTo>
                    <a:pt x="2593" y="12"/>
                    <a:pt x="2545" y="0"/>
                    <a:pt x="24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54"/>
            <p:cNvSpPr/>
            <p:nvPr/>
          </p:nvSpPr>
          <p:spPr>
            <a:xfrm>
              <a:off x="2301725" y="1746050"/>
              <a:ext cx="318700" cy="436725"/>
            </a:xfrm>
            <a:custGeom>
              <a:avLst/>
              <a:gdLst/>
              <a:ahLst/>
              <a:cxnLst/>
              <a:rect l="l" t="t" r="r" b="b"/>
              <a:pathLst>
                <a:path w="12748" h="17469" extrusionOk="0">
                  <a:moveTo>
                    <a:pt x="4057" y="1"/>
                  </a:moveTo>
                  <a:cubicBezTo>
                    <a:pt x="3762" y="1"/>
                    <a:pt x="3478" y="38"/>
                    <a:pt x="3214" y="115"/>
                  </a:cubicBezTo>
                  <a:cubicBezTo>
                    <a:pt x="2888" y="211"/>
                    <a:pt x="428" y="2900"/>
                    <a:pt x="214" y="6007"/>
                  </a:cubicBezTo>
                  <a:cubicBezTo>
                    <a:pt x="1" y="9114"/>
                    <a:pt x="2357" y="14255"/>
                    <a:pt x="2785" y="15112"/>
                  </a:cubicBezTo>
                  <a:cubicBezTo>
                    <a:pt x="3213" y="15970"/>
                    <a:pt x="2678" y="17469"/>
                    <a:pt x="3749" y="17469"/>
                  </a:cubicBezTo>
                  <a:cubicBezTo>
                    <a:pt x="4820" y="17469"/>
                    <a:pt x="8142" y="12541"/>
                    <a:pt x="8142" y="12541"/>
                  </a:cubicBezTo>
                  <a:cubicBezTo>
                    <a:pt x="8142" y="12541"/>
                    <a:pt x="8498" y="12562"/>
                    <a:pt x="9003" y="12562"/>
                  </a:cubicBezTo>
                  <a:cubicBezTo>
                    <a:pt x="10137" y="12562"/>
                    <a:pt x="12022" y="12459"/>
                    <a:pt x="12319" y="11791"/>
                  </a:cubicBezTo>
                  <a:cubicBezTo>
                    <a:pt x="12748" y="10828"/>
                    <a:pt x="9320" y="5472"/>
                    <a:pt x="8570" y="3222"/>
                  </a:cubicBezTo>
                  <a:cubicBezTo>
                    <a:pt x="7929" y="1298"/>
                    <a:pt x="5799" y="1"/>
                    <a:pt x="4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4"/>
            <p:cNvSpPr/>
            <p:nvPr/>
          </p:nvSpPr>
          <p:spPr>
            <a:xfrm>
              <a:off x="2293450" y="1738550"/>
              <a:ext cx="330750" cy="451900"/>
            </a:xfrm>
            <a:custGeom>
              <a:avLst/>
              <a:gdLst/>
              <a:ahLst/>
              <a:cxnLst/>
              <a:rect l="l" t="t" r="r" b="b"/>
              <a:pathLst>
                <a:path w="13230" h="18076" extrusionOk="0">
                  <a:moveTo>
                    <a:pt x="4397" y="605"/>
                  </a:moveTo>
                  <a:cubicBezTo>
                    <a:pt x="5993" y="605"/>
                    <a:pt x="7999" y="1784"/>
                    <a:pt x="8611" y="3619"/>
                  </a:cubicBezTo>
                  <a:cubicBezTo>
                    <a:pt x="8921" y="4549"/>
                    <a:pt x="9646" y="5937"/>
                    <a:pt x="10414" y="7408"/>
                  </a:cubicBezTo>
                  <a:cubicBezTo>
                    <a:pt x="11271" y="9047"/>
                    <a:pt x="12566" y="11526"/>
                    <a:pt x="12371" y="11967"/>
                  </a:cubicBezTo>
                  <a:cubicBezTo>
                    <a:pt x="12195" y="12362"/>
                    <a:pt x="10805" y="12560"/>
                    <a:pt x="9363" y="12560"/>
                  </a:cubicBezTo>
                  <a:cubicBezTo>
                    <a:pt x="9071" y="12560"/>
                    <a:pt x="8776" y="12552"/>
                    <a:pt x="8489" y="12536"/>
                  </a:cubicBezTo>
                  <a:cubicBezTo>
                    <a:pt x="8485" y="12535"/>
                    <a:pt x="8481" y="12535"/>
                    <a:pt x="8476" y="12535"/>
                  </a:cubicBezTo>
                  <a:cubicBezTo>
                    <a:pt x="8374" y="12535"/>
                    <a:pt x="8277" y="12586"/>
                    <a:pt x="8219" y="12671"/>
                  </a:cubicBezTo>
                  <a:cubicBezTo>
                    <a:pt x="6666" y="14976"/>
                    <a:pt x="4642" y="17463"/>
                    <a:pt x="4080" y="17463"/>
                  </a:cubicBezTo>
                  <a:cubicBezTo>
                    <a:pt x="3756" y="17463"/>
                    <a:pt x="3684" y="17311"/>
                    <a:pt x="3632" y="16504"/>
                  </a:cubicBezTo>
                  <a:cubicBezTo>
                    <a:pt x="3606" y="16103"/>
                    <a:pt x="3577" y="15650"/>
                    <a:pt x="3390" y="15276"/>
                  </a:cubicBezTo>
                  <a:cubicBezTo>
                    <a:pt x="2670" y="13836"/>
                    <a:pt x="659" y="9103"/>
                    <a:pt x="851" y="6328"/>
                  </a:cubicBezTo>
                  <a:cubicBezTo>
                    <a:pt x="1053" y="3408"/>
                    <a:pt x="3314" y="911"/>
                    <a:pt x="3649" y="703"/>
                  </a:cubicBezTo>
                  <a:cubicBezTo>
                    <a:pt x="3882" y="637"/>
                    <a:pt x="4134" y="605"/>
                    <a:pt x="4397" y="605"/>
                  </a:cubicBezTo>
                  <a:close/>
                  <a:moveTo>
                    <a:pt x="4355" y="0"/>
                  </a:moveTo>
                  <a:cubicBezTo>
                    <a:pt x="4039" y="0"/>
                    <a:pt x="3736" y="40"/>
                    <a:pt x="3458" y="122"/>
                  </a:cubicBezTo>
                  <a:cubicBezTo>
                    <a:pt x="2967" y="266"/>
                    <a:pt x="459" y="3100"/>
                    <a:pt x="240" y="6286"/>
                  </a:cubicBezTo>
                  <a:cubicBezTo>
                    <a:pt x="0" y="9755"/>
                    <a:pt x="2814" y="15492"/>
                    <a:pt x="2843" y="15550"/>
                  </a:cubicBezTo>
                  <a:cubicBezTo>
                    <a:pt x="2974" y="15812"/>
                    <a:pt x="2998" y="16184"/>
                    <a:pt x="3021" y="16542"/>
                  </a:cubicBezTo>
                  <a:cubicBezTo>
                    <a:pt x="3063" y="17189"/>
                    <a:pt x="3120" y="18076"/>
                    <a:pt x="4080" y="18076"/>
                  </a:cubicBezTo>
                  <a:cubicBezTo>
                    <a:pt x="5182" y="18076"/>
                    <a:pt x="7727" y="14483"/>
                    <a:pt x="8629" y="13156"/>
                  </a:cubicBezTo>
                  <a:cubicBezTo>
                    <a:pt x="8844" y="13166"/>
                    <a:pt x="9125" y="13175"/>
                    <a:pt x="9441" y="13175"/>
                  </a:cubicBezTo>
                  <a:cubicBezTo>
                    <a:pt x="10720" y="13175"/>
                    <a:pt x="12568" y="13029"/>
                    <a:pt x="12929" y="12215"/>
                  </a:cubicBezTo>
                  <a:cubicBezTo>
                    <a:pt x="13229" y="11540"/>
                    <a:pt x="12375" y="9840"/>
                    <a:pt x="10956" y="7124"/>
                  </a:cubicBezTo>
                  <a:cubicBezTo>
                    <a:pt x="10233" y="5739"/>
                    <a:pt x="9485" y="4308"/>
                    <a:pt x="9190" y="3425"/>
                  </a:cubicBezTo>
                  <a:cubicBezTo>
                    <a:pt x="8495" y="1337"/>
                    <a:pt x="6194" y="0"/>
                    <a:pt x="43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4"/>
            <p:cNvSpPr/>
            <p:nvPr/>
          </p:nvSpPr>
          <p:spPr>
            <a:xfrm>
              <a:off x="2352600" y="1687325"/>
              <a:ext cx="257100" cy="396375"/>
            </a:xfrm>
            <a:custGeom>
              <a:avLst/>
              <a:gdLst/>
              <a:ahLst/>
              <a:cxnLst/>
              <a:rect l="l" t="t" r="r" b="b"/>
              <a:pathLst>
                <a:path w="10284" h="15855" extrusionOk="0">
                  <a:moveTo>
                    <a:pt x="1868" y="0"/>
                  </a:moveTo>
                  <a:cubicBezTo>
                    <a:pt x="1489" y="0"/>
                    <a:pt x="1197" y="207"/>
                    <a:pt x="964" y="857"/>
                  </a:cubicBezTo>
                  <a:cubicBezTo>
                    <a:pt x="964" y="857"/>
                    <a:pt x="964" y="3749"/>
                    <a:pt x="536" y="5249"/>
                  </a:cubicBezTo>
                  <a:cubicBezTo>
                    <a:pt x="107" y="6749"/>
                    <a:pt x="0" y="7499"/>
                    <a:pt x="1607" y="9856"/>
                  </a:cubicBezTo>
                  <a:cubicBezTo>
                    <a:pt x="3214" y="12213"/>
                    <a:pt x="6857" y="15854"/>
                    <a:pt x="6857" y="15854"/>
                  </a:cubicBezTo>
                  <a:cubicBezTo>
                    <a:pt x="6857" y="15854"/>
                    <a:pt x="7070" y="13390"/>
                    <a:pt x="7178" y="11998"/>
                  </a:cubicBezTo>
                  <a:cubicBezTo>
                    <a:pt x="7284" y="10605"/>
                    <a:pt x="9427" y="9749"/>
                    <a:pt x="9855" y="9106"/>
                  </a:cubicBezTo>
                  <a:cubicBezTo>
                    <a:pt x="10284" y="8463"/>
                    <a:pt x="7499" y="8034"/>
                    <a:pt x="6428" y="6107"/>
                  </a:cubicBezTo>
                  <a:cubicBezTo>
                    <a:pt x="5357" y="4178"/>
                    <a:pt x="5357" y="857"/>
                    <a:pt x="3857" y="536"/>
                  </a:cubicBezTo>
                  <a:cubicBezTo>
                    <a:pt x="3007" y="354"/>
                    <a:pt x="2364" y="0"/>
                    <a:pt x="18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4"/>
            <p:cNvSpPr/>
            <p:nvPr/>
          </p:nvSpPr>
          <p:spPr>
            <a:xfrm>
              <a:off x="2346175" y="1679775"/>
              <a:ext cx="262025" cy="411575"/>
            </a:xfrm>
            <a:custGeom>
              <a:avLst/>
              <a:gdLst/>
              <a:ahLst/>
              <a:cxnLst/>
              <a:rect l="l" t="t" r="r" b="b"/>
              <a:pathLst>
                <a:path w="10481" h="16463" extrusionOk="0">
                  <a:moveTo>
                    <a:pt x="2132" y="605"/>
                  </a:moveTo>
                  <a:cubicBezTo>
                    <a:pt x="2341" y="605"/>
                    <a:pt x="2614" y="698"/>
                    <a:pt x="3000" y="830"/>
                  </a:cubicBezTo>
                  <a:cubicBezTo>
                    <a:pt x="3307" y="934"/>
                    <a:pt x="3655" y="1053"/>
                    <a:pt x="4049" y="1137"/>
                  </a:cubicBezTo>
                  <a:cubicBezTo>
                    <a:pt x="4788" y="1295"/>
                    <a:pt x="5124" y="2555"/>
                    <a:pt x="5481" y="3888"/>
                  </a:cubicBezTo>
                  <a:cubicBezTo>
                    <a:pt x="5729" y="4818"/>
                    <a:pt x="5986" y="5781"/>
                    <a:pt x="6418" y="6557"/>
                  </a:cubicBezTo>
                  <a:cubicBezTo>
                    <a:pt x="7054" y="7703"/>
                    <a:pt x="8211" y="8332"/>
                    <a:pt x="9057" y="8792"/>
                  </a:cubicBezTo>
                  <a:cubicBezTo>
                    <a:pt x="9342" y="8947"/>
                    <a:pt x="9723" y="9154"/>
                    <a:pt x="9832" y="9274"/>
                  </a:cubicBezTo>
                  <a:cubicBezTo>
                    <a:pt x="9701" y="9439"/>
                    <a:pt x="9391" y="9659"/>
                    <a:pt x="9064" y="9892"/>
                  </a:cubicBezTo>
                  <a:cubicBezTo>
                    <a:pt x="8239" y="10479"/>
                    <a:pt x="7212" y="11210"/>
                    <a:pt x="7129" y="12277"/>
                  </a:cubicBezTo>
                  <a:cubicBezTo>
                    <a:pt x="7057" y="13215"/>
                    <a:pt x="6936" y="14640"/>
                    <a:pt x="6865" y="15468"/>
                  </a:cubicBezTo>
                  <a:cubicBezTo>
                    <a:pt x="5835" y="14408"/>
                    <a:pt x="3350" y="11794"/>
                    <a:pt x="2117" y="9986"/>
                  </a:cubicBezTo>
                  <a:cubicBezTo>
                    <a:pt x="578" y="7726"/>
                    <a:pt x="681" y="7059"/>
                    <a:pt x="1087" y="5636"/>
                  </a:cubicBezTo>
                  <a:cubicBezTo>
                    <a:pt x="1495" y="4209"/>
                    <a:pt x="1525" y="1633"/>
                    <a:pt x="1527" y="1214"/>
                  </a:cubicBezTo>
                  <a:cubicBezTo>
                    <a:pt x="1694" y="767"/>
                    <a:pt x="1858" y="605"/>
                    <a:pt x="2132" y="605"/>
                  </a:cubicBezTo>
                  <a:close/>
                  <a:moveTo>
                    <a:pt x="2122" y="0"/>
                  </a:moveTo>
                  <a:cubicBezTo>
                    <a:pt x="1648" y="0"/>
                    <a:pt x="1224" y="241"/>
                    <a:pt x="933" y="1057"/>
                  </a:cubicBezTo>
                  <a:cubicBezTo>
                    <a:pt x="921" y="1089"/>
                    <a:pt x="916" y="1125"/>
                    <a:pt x="916" y="1159"/>
                  </a:cubicBezTo>
                  <a:cubicBezTo>
                    <a:pt x="916" y="1188"/>
                    <a:pt x="910" y="4027"/>
                    <a:pt x="499" y="5467"/>
                  </a:cubicBezTo>
                  <a:cubicBezTo>
                    <a:pt x="27" y="7120"/>
                    <a:pt x="0" y="7967"/>
                    <a:pt x="1611" y="10330"/>
                  </a:cubicBezTo>
                  <a:cubicBezTo>
                    <a:pt x="3215" y="12683"/>
                    <a:pt x="6748" y="16224"/>
                    <a:pt x="6896" y="16373"/>
                  </a:cubicBezTo>
                  <a:cubicBezTo>
                    <a:pt x="6954" y="16431"/>
                    <a:pt x="7032" y="16463"/>
                    <a:pt x="7114" y="16463"/>
                  </a:cubicBezTo>
                  <a:cubicBezTo>
                    <a:pt x="7272" y="16463"/>
                    <a:pt x="7404" y="16341"/>
                    <a:pt x="7418" y="16184"/>
                  </a:cubicBezTo>
                  <a:cubicBezTo>
                    <a:pt x="7418" y="16184"/>
                    <a:pt x="7633" y="13718"/>
                    <a:pt x="7739" y="12324"/>
                  </a:cubicBezTo>
                  <a:cubicBezTo>
                    <a:pt x="7800" y="11542"/>
                    <a:pt x="8698" y="10904"/>
                    <a:pt x="9419" y="10390"/>
                  </a:cubicBezTo>
                  <a:cubicBezTo>
                    <a:pt x="9834" y="10095"/>
                    <a:pt x="10192" y="9841"/>
                    <a:pt x="10367" y="9578"/>
                  </a:cubicBezTo>
                  <a:cubicBezTo>
                    <a:pt x="10480" y="9410"/>
                    <a:pt x="10473" y="9252"/>
                    <a:pt x="10448" y="9151"/>
                  </a:cubicBezTo>
                  <a:cubicBezTo>
                    <a:pt x="10363" y="8805"/>
                    <a:pt x="9959" y="8586"/>
                    <a:pt x="9350" y="8254"/>
                  </a:cubicBezTo>
                  <a:cubicBezTo>
                    <a:pt x="8570" y="7830"/>
                    <a:pt x="7502" y="7250"/>
                    <a:pt x="6953" y="6260"/>
                  </a:cubicBezTo>
                  <a:cubicBezTo>
                    <a:pt x="6557" y="5549"/>
                    <a:pt x="6310" y="4624"/>
                    <a:pt x="6072" y="3730"/>
                  </a:cubicBezTo>
                  <a:cubicBezTo>
                    <a:pt x="5666" y="2210"/>
                    <a:pt x="5282" y="776"/>
                    <a:pt x="4178" y="539"/>
                  </a:cubicBezTo>
                  <a:cubicBezTo>
                    <a:pt x="3819" y="462"/>
                    <a:pt x="3489" y="349"/>
                    <a:pt x="3199" y="251"/>
                  </a:cubicBezTo>
                  <a:cubicBezTo>
                    <a:pt x="2834" y="126"/>
                    <a:pt x="2465" y="0"/>
                    <a:pt x="21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4"/>
            <p:cNvSpPr/>
            <p:nvPr/>
          </p:nvSpPr>
          <p:spPr>
            <a:xfrm>
              <a:off x="2258850" y="1329150"/>
              <a:ext cx="551725" cy="488550"/>
            </a:xfrm>
            <a:custGeom>
              <a:avLst/>
              <a:gdLst/>
              <a:ahLst/>
              <a:cxnLst/>
              <a:rect l="l" t="t" r="r" b="b"/>
              <a:pathLst>
                <a:path w="22069" h="19542" extrusionOk="0">
                  <a:moveTo>
                    <a:pt x="11387" y="1"/>
                  </a:moveTo>
                  <a:cubicBezTo>
                    <a:pt x="10813" y="1"/>
                    <a:pt x="10230" y="26"/>
                    <a:pt x="9643" y="80"/>
                  </a:cubicBezTo>
                  <a:cubicBezTo>
                    <a:pt x="3750" y="616"/>
                    <a:pt x="1073" y="4472"/>
                    <a:pt x="537" y="8328"/>
                  </a:cubicBezTo>
                  <a:cubicBezTo>
                    <a:pt x="1" y="12185"/>
                    <a:pt x="4072" y="15934"/>
                    <a:pt x="4500" y="16577"/>
                  </a:cubicBezTo>
                  <a:cubicBezTo>
                    <a:pt x="4929" y="17220"/>
                    <a:pt x="4393" y="17863"/>
                    <a:pt x="5679" y="18291"/>
                  </a:cubicBezTo>
                  <a:cubicBezTo>
                    <a:pt x="6107" y="18434"/>
                    <a:pt x="6548" y="18481"/>
                    <a:pt x="6944" y="18481"/>
                  </a:cubicBezTo>
                  <a:cubicBezTo>
                    <a:pt x="7738" y="18481"/>
                    <a:pt x="8357" y="18291"/>
                    <a:pt x="8357" y="18291"/>
                  </a:cubicBezTo>
                  <a:cubicBezTo>
                    <a:pt x="8357" y="18291"/>
                    <a:pt x="9190" y="19542"/>
                    <a:pt x="10637" y="19542"/>
                  </a:cubicBezTo>
                  <a:cubicBezTo>
                    <a:pt x="10831" y="19542"/>
                    <a:pt x="11035" y="19519"/>
                    <a:pt x="11249" y="19469"/>
                  </a:cubicBezTo>
                  <a:cubicBezTo>
                    <a:pt x="13070" y="19041"/>
                    <a:pt x="12534" y="15398"/>
                    <a:pt x="13285" y="14970"/>
                  </a:cubicBezTo>
                  <a:cubicBezTo>
                    <a:pt x="14035" y="14542"/>
                    <a:pt x="14570" y="13149"/>
                    <a:pt x="16820" y="11864"/>
                  </a:cubicBezTo>
                  <a:cubicBezTo>
                    <a:pt x="19069" y="10578"/>
                    <a:pt x="19069" y="8650"/>
                    <a:pt x="19069" y="8650"/>
                  </a:cubicBezTo>
                  <a:cubicBezTo>
                    <a:pt x="19069" y="8650"/>
                    <a:pt x="22069" y="7793"/>
                    <a:pt x="21532" y="4793"/>
                  </a:cubicBezTo>
                  <a:cubicBezTo>
                    <a:pt x="21051" y="2093"/>
                    <a:pt x="16574" y="1"/>
                    <a:pt x="113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4"/>
            <p:cNvSpPr/>
            <p:nvPr/>
          </p:nvSpPr>
          <p:spPr>
            <a:xfrm>
              <a:off x="2252925" y="1321450"/>
              <a:ext cx="564075" cy="503950"/>
            </a:xfrm>
            <a:custGeom>
              <a:avLst/>
              <a:gdLst/>
              <a:ahLst/>
              <a:cxnLst/>
              <a:rect l="l" t="t" r="r" b="b"/>
              <a:pathLst>
                <a:path w="22563" h="20158" extrusionOk="0">
                  <a:moveTo>
                    <a:pt x="11629" y="614"/>
                  </a:moveTo>
                  <a:cubicBezTo>
                    <a:pt x="16606" y="614"/>
                    <a:pt x="21006" y="2561"/>
                    <a:pt x="21469" y="5154"/>
                  </a:cubicBezTo>
                  <a:cubicBezTo>
                    <a:pt x="21949" y="7841"/>
                    <a:pt x="19333" y="8631"/>
                    <a:pt x="19222" y="8664"/>
                  </a:cubicBezTo>
                  <a:cubicBezTo>
                    <a:pt x="19092" y="8701"/>
                    <a:pt x="19002" y="8820"/>
                    <a:pt x="19000" y="8956"/>
                  </a:cubicBezTo>
                  <a:cubicBezTo>
                    <a:pt x="19000" y="9028"/>
                    <a:pt x="18960" y="10731"/>
                    <a:pt x="16905" y="11905"/>
                  </a:cubicBezTo>
                  <a:cubicBezTo>
                    <a:pt x="15433" y="12747"/>
                    <a:pt x="14675" y="13629"/>
                    <a:pt x="14121" y="14274"/>
                  </a:cubicBezTo>
                  <a:cubicBezTo>
                    <a:pt x="13830" y="14614"/>
                    <a:pt x="13600" y="14882"/>
                    <a:pt x="13370" y="15012"/>
                  </a:cubicBezTo>
                  <a:cubicBezTo>
                    <a:pt x="12954" y="15251"/>
                    <a:pt x="12850" y="15927"/>
                    <a:pt x="12718" y="16785"/>
                  </a:cubicBezTo>
                  <a:cubicBezTo>
                    <a:pt x="12548" y="17889"/>
                    <a:pt x="12337" y="19263"/>
                    <a:pt x="11416" y="19479"/>
                  </a:cubicBezTo>
                  <a:cubicBezTo>
                    <a:pt x="11226" y="19524"/>
                    <a:pt x="11044" y="19544"/>
                    <a:pt x="10873" y="19544"/>
                  </a:cubicBezTo>
                  <a:cubicBezTo>
                    <a:pt x="9619" y="19544"/>
                    <a:pt x="8883" y="18479"/>
                    <a:pt x="8848" y="18429"/>
                  </a:cubicBezTo>
                  <a:cubicBezTo>
                    <a:pt x="8791" y="18345"/>
                    <a:pt x="8696" y="18294"/>
                    <a:pt x="8594" y="18293"/>
                  </a:cubicBezTo>
                  <a:cubicBezTo>
                    <a:pt x="8563" y="18293"/>
                    <a:pt x="8533" y="18297"/>
                    <a:pt x="8504" y="18306"/>
                  </a:cubicBezTo>
                  <a:cubicBezTo>
                    <a:pt x="8496" y="18309"/>
                    <a:pt x="7917" y="18483"/>
                    <a:pt x="7182" y="18483"/>
                  </a:cubicBezTo>
                  <a:cubicBezTo>
                    <a:pt x="6814" y="18483"/>
                    <a:pt x="6407" y="18439"/>
                    <a:pt x="6013" y="18308"/>
                  </a:cubicBezTo>
                  <a:cubicBezTo>
                    <a:pt x="5345" y="18085"/>
                    <a:pt x="5310" y="17862"/>
                    <a:pt x="5253" y="17489"/>
                  </a:cubicBezTo>
                  <a:cubicBezTo>
                    <a:pt x="5219" y="17268"/>
                    <a:pt x="5176" y="16991"/>
                    <a:pt x="4992" y="16715"/>
                  </a:cubicBezTo>
                  <a:cubicBezTo>
                    <a:pt x="4912" y="16595"/>
                    <a:pt x="4756" y="16419"/>
                    <a:pt x="4520" y="16152"/>
                  </a:cubicBezTo>
                  <a:cubicBezTo>
                    <a:pt x="3360" y="14844"/>
                    <a:pt x="646" y="11782"/>
                    <a:pt x="1077" y="8678"/>
                  </a:cubicBezTo>
                  <a:cubicBezTo>
                    <a:pt x="1710" y="4123"/>
                    <a:pt x="5011" y="1138"/>
                    <a:pt x="9907" y="692"/>
                  </a:cubicBezTo>
                  <a:cubicBezTo>
                    <a:pt x="10485" y="640"/>
                    <a:pt x="11061" y="614"/>
                    <a:pt x="11629" y="614"/>
                  </a:cubicBezTo>
                  <a:close/>
                  <a:moveTo>
                    <a:pt x="11661" y="1"/>
                  </a:moveTo>
                  <a:cubicBezTo>
                    <a:pt x="11066" y="1"/>
                    <a:pt x="10461" y="27"/>
                    <a:pt x="9852" y="83"/>
                  </a:cubicBezTo>
                  <a:cubicBezTo>
                    <a:pt x="4652" y="556"/>
                    <a:pt x="1145" y="3737"/>
                    <a:pt x="470" y="8594"/>
                  </a:cubicBezTo>
                  <a:cubicBezTo>
                    <a:pt x="1" y="11978"/>
                    <a:pt x="2846" y="15187"/>
                    <a:pt x="4062" y="16559"/>
                  </a:cubicBezTo>
                  <a:cubicBezTo>
                    <a:pt x="4258" y="16779"/>
                    <a:pt x="4426" y="16970"/>
                    <a:pt x="4483" y="17055"/>
                  </a:cubicBezTo>
                  <a:cubicBezTo>
                    <a:pt x="4592" y="17218"/>
                    <a:pt x="4618" y="17387"/>
                    <a:pt x="4648" y="17582"/>
                  </a:cubicBezTo>
                  <a:cubicBezTo>
                    <a:pt x="4714" y="18013"/>
                    <a:pt x="4796" y="18548"/>
                    <a:pt x="5819" y="18890"/>
                  </a:cubicBezTo>
                  <a:cubicBezTo>
                    <a:pt x="6284" y="19045"/>
                    <a:pt x="6758" y="19096"/>
                    <a:pt x="7183" y="19096"/>
                  </a:cubicBezTo>
                  <a:cubicBezTo>
                    <a:pt x="7741" y="19096"/>
                    <a:pt x="8214" y="19008"/>
                    <a:pt x="8474" y="18947"/>
                  </a:cubicBezTo>
                  <a:cubicBezTo>
                    <a:pt x="8783" y="19323"/>
                    <a:pt x="9612" y="20158"/>
                    <a:pt x="10865" y="20158"/>
                  </a:cubicBezTo>
                  <a:cubicBezTo>
                    <a:pt x="11097" y="20157"/>
                    <a:pt x="11330" y="20129"/>
                    <a:pt x="11557" y="20075"/>
                  </a:cubicBezTo>
                  <a:cubicBezTo>
                    <a:pt x="12878" y="19765"/>
                    <a:pt x="13124" y="18164"/>
                    <a:pt x="13323" y="16878"/>
                  </a:cubicBezTo>
                  <a:cubicBezTo>
                    <a:pt x="13398" y="16383"/>
                    <a:pt x="13513" y="15635"/>
                    <a:pt x="13673" y="15544"/>
                  </a:cubicBezTo>
                  <a:cubicBezTo>
                    <a:pt x="13994" y="15361"/>
                    <a:pt x="14254" y="15057"/>
                    <a:pt x="14586" y="14672"/>
                  </a:cubicBezTo>
                  <a:cubicBezTo>
                    <a:pt x="15110" y="14062"/>
                    <a:pt x="15827" y="13227"/>
                    <a:pt x="17209" y="12437"/>
                  </a:cubicBezTo>
                  <a:cubicBezTo>
                    <a:pt x="19155" y="11325"/>
                    <a:pt x="19525" y="9757"/>
                    <a:pt x="19596" y="9180"/>
                  </a:cubicBezTo>
                  <a:cubicBezTo>
                    <a:pt x="20303" y="8904"/>
                    <a:pt x="22563" y="7799"/>
                    <a:pt x="22071" y="5048"/>
                  </a:cubicBezTo>
                  <a:cubicBezTo>
                    <a:pt x="21551" y="2133"/>
                    <a:pt x="16972" y="1"/>
                    <a:pt x="116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4"/>
            <p:cNvSpPr/>
            <p:nvPr/>
          </p:nvSpPr>
          <p:spPr>
            <a:xfrm>
              <a:off x="2407475" y="1545375"/>
              <a:ext cx="360250" cy="399975"/>
            </a:xfrm>
            <a:custGeom>
              <a:avLst/>
              <a:gdLst/>
              <a:ahLst/>
              <a:cxnLst/>
              <a:rect l="l" t="t" r="r" b="b"/>
              <a:pathLst>
                <a:path w="14410" h="15999" extrusionOk="0">
                  <a:moveTo>
                    <a:pt x="13125" y="0"/>
                  </a:moveTo>
                  <a:cubicBezTo>
                    <a:pt x="13125" y="0"/>
                    <a:pt x="12589" y="1929"/>
                    <a:pt x="10875" y="1929"/>
                  </a:cubicBezTo>
                  <a:cubicBezTo>
                    <a:pt x="9160" y="1929"/>
                    <a:pt x="7447" y="1394"/>
                    <a:pt x="7446" y="1394"/>
                  </a:cubicBezTo>
                  <a:lnTo>
                    <a:pt x="7446" y="1394"/>
                  </a:lnTo>
                  <a:cubicBezTo>
                    <a:pt x="7446" y="1394"/>
                    <a:pt x="8304" y="3643"/>
                    <a:pt x="7660" y="4608"/>
                  </a:cubicBezTo>
                  <a:cubicBezTo>
                    <a:pt x="7018" y="5571"/>
                    <a:pt x="5947" y="5357"/>
                    <a:pt x="5733" y="5785"/>
                  </a:cubicBezTo>
                  <a:cubicBezTo>
                    <a:pt x="5518" y="6214"/>
                    <a:pt x="5625" y="8142"/>
                    <a:pt x="5518" y="8571"/>
                  </a:cubicBezTo>
                  <a:cubicBezTo>
                    <a:pt x="5447" y="8857"/>
                    <a:pt x="5090" y="9618"/>
                    <a:pt x="4670" y="9618"/>
                  </a:cubicBezTo>
                  <a:cubicBezTo>
                    <a:pt x="4459" y="9618"/>
                    <a:pt x="4233" y="9428"/>
                    <a:pt x="4019" y="8892"/>
                  </a:cubicBezTo>
                  <a:cubicBezTo>
                    <a:pt x="4019" y="8892"/>
                    <a:pt x="4233" y="7178"/>
                    <a:pt x="2090" y="6964"/>
                  </a:cubicBezTo>
                  <a:cubicBezTo>
                    <a:pt x="1985" y="6953"/>
                    <a:pt x="1885" y="6948"/>
                    <a:pt x="1793" y="6948"/>
                  </a:cubicBezTo>
                  <a:cubicBezTo>
                    <a:pt x="1" y="6948"/>
                    <a:pt x="505" y="8832"/>
                    <a:pt x="912" y="9749"/>
                  </a:cubicBezTo>
                  <a:cubicBezTo>
                    <a:pt x="1340" y="10714"/>
                    <a:pt x="2840" y="11462"/>
                    <a:pt x="2840" y="11462"/>
                  </a:cubicBezTo>
                  <a:cubicBezTo>
                    <a:pt x="2840" y="11462"/>
                    <a:pt x="3376" y="13926"/>
                    <a:pt x="4125" y="14140"/>
                  </a:cubicBezTo>
                  <a:cubicBezTo>
                    <a:pt x="4818" y="14338"/>
                    <a:pt x="8708" y="15998"/>
                    <a:pt x="9975" y="15998"/>
                  </a:cubicBezTo>
                  <a:cubicBezTo>
                    <a:pt x="10080" y="15998"/>
                    <a:pt x="10167" y="15987"/>
                    <a:pt x="10233" y="15962"/>
                  </a:cubicBezTo>
                  <a:cubicBezTo>
                    <a:pt x="11090" y="15640"/>
                    <a:pt x="11946" y="11676"/>
                    <a:pt x="11946" y="11676"/>
                  </a:cubicBezTo>
                  <a:cubicBezTo>
                    <a:pt x="11946" y="11676"/>
                    <a:pt x="13446" y="10927"/>
                    <a:pt x="13446" y="10177"/>
                  </a:cubicBezTo>
                  <a:cubicBezTo>
                    <a:pt x="13446" y="9427"/>
                    <a:pt x="12804" y="7285"/>
                    <a:pt x="12804" y="6749"/>
                  </a:cubicBezTo>
                  <a:cubicBezTo>
                    <a:pt x="12804" y="6214"/>
                    <a:pt x="13981" y="4714"/>
                    <a:pt x="14196" y="3535"/>
                  </a:cubicBezTo>
                  <a:cubicBezTo>
                    <a:pt x="14410" y="2358"/>
                    <a:pt x="13125" y="0"/>
                    <a:pt x="13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4"/>
            <p:cNvSpPr/>
            <p:nvPr/>
          </p:nvSpPr>
          <p:spPr>
            <a:xfrm>
              <a:off x="2404625" y="1537725"/>
              <a:ext cx="370950" cy="415250"/>
            </a:xfrm>
            <a:custGeom>
              <a:avLst/>
              <a:gdLst/>
              <a:ahLst/>
              <a:cxnLst/>
              <a:rect l="l" t="t" r="r" b="b"/>
              <a:pathLst>
                <a:path w="14838" h="16610" extrusionOk="0">
                  <a:moveTo>
                    <a:pt x="13263" y="1041"/>
                  </a:moveTo>
                  <a:cubicBezTo>
                    <a:pt x="13648" y="1862"/>
                    <a:pt x="14132" y="3108"/>
                    <a:pt x="14008" y="3788"/>
                  </a:cubicBezTo>
                  <a:cubicBezTo>
                    <a:pt x="13899" y="4385"/>
                    <a:pt x="13496" y="5120"/>
                    <a:pt x="13172" y="5711"/>
                  </a:cubicBezTo>
                  <a:cubicBezTo>
                    <a:pt x="12814" y="6366"/>
                    <a:pt x="12611" y="6750"/>
                    <a:pt x="12611" y="7056"/>
                  </a:cubicBezTo>
                  <a:cubicBezTo>
                    <a:pt x="12611" y="7336"/>
                    <a:pt x="12744" y="7914"/>
                    <a:pt x="12899" y="8585"/>
                  </a:cubicBezTo>
                  <a:cubicBezTo>
                    <a:pt x="13065" y="9300"/>
                    <a:pt x="13253" y="10112"/>
                    <a:pt x="13253" y="10485"/>
                  </a:cubicBezTo>
                  <a:cubicBezTo>
                    <a:pt x="13253" y="10866"/>
                    <a:pt x="12459" y="11441"/>
                    <a:pt x="11922" y="11710"/>
                  </a:cubicBezTo>
                  <a:cubicBezTo>
                    <a:pt x="11840" y="11752"/>
                    <a:pt x="11780" y="11828"/>
                    <a:pt x="11760" y="11919"/>
                  </a:cubicBezTo>
                  <a:cubicBezTo>
                    <a:pt x="11363" y="13755"/>
                    <a:pt x="10657" y="15824"/>
                    <a:pt x="10238" y="15981"/>
                  </a:cubicBezTo>
                  <a:cubicBezTo>
                    <a:pt x="10195" y="15998"/>
                    <a:pt x="10136" y="16005"/>
                    <a:pt x="10063" y="16005"/>
                  </a:cubicBezTo>
                  <a:cubicBezTo>
                    <a:pt x="9238" y="16005"/>
                    <a:pt x="6652" y="15021"/>
                    <a:pt x="5494" y="14580"/>
                  </a:cubicBezTo>
                  <a:cubicBezTo>
                    <a:pt x="4931" y="14365"/>
                    <a:pt x="4523" y="14210"/>
                    <a:pt x="4324" y="14153"/>
                  </a:cubicBezTo>
                  <a:cubicBezTo>
                    <a:pt x="3981" y="14056"/>
                    <a:pt x="3494" y="12808"/>
                    <a:pt x="3253" y="11704"/>
                  </a:cubicBezTo>
                  <a:cubicBezTo>
                    <a:pt x="3233" y="11613"/>
                    <a:pt x="3174" y="11537"/>
                    <a:pt x="3091" y="11496"/>
                  </a:cubicBezTo>
                  <a:cubicBezTo>
                    <a:pt x="3077" y="11488"/>
                    <a:pt x="1684" y="10783"/>
                    <a:pt x="1306" y="9931"/>
                  </a:cubicBezTo>
                  <a:cubicBezTo>
                    <a:pt x="1007" y="9258"/>
                    <a:pt x="773" y="8313"/>
                    <a:pt x="1098" y="7864"/>
                  </a:cubicBezTo>
                  <a:cubicBezTo>
                    <a:pt x="1244" y="7662"/>
                    <a:pt x="1514" y="7560"/>
                    <a:pt x="1904" y="7560"/>
                  </a:cubicBezTo>
                  <a:cubicBezTo>
                    <a:pt x="1988" y="7560"/>
                    <a:pt x="2079" y="7564"/>
                    <a:pt x="2174" y="7574"/>
                  </a:cubicBezTo>
                  <a:cubicBezTo>
                    <a:pt x="2799" y="7638"/>
                    <a:pt x="3256" y="7841"/>
                    <a:pt x="3531" y="8184"/>
                  </a:cubicBezTo>
                  <a:cubicBezTo>
                    <a:pt x="3883" y="8617"/>
                    <a:pt x="3831" y="9149"/>
                    <a:pt x="3829" y="9162"/>
                  </a:cubicBezTo>
                  <a:cubicBezTo>
                    <a:pt x="3823" y="9213"/>
                    <a:pt x="3829" y="9265"/>
                    <a:pt x="3848" y="9313"/>
                  </a:cubicBezTo>
                  <a:cubicBezTo>
                    <a:pt x="4093" y="9921"/>
                    <a:pt x="4414" y="10230"/>
                    <a:pt x="4781" y="10230"/>
                  </a:cubicBezTo>
                  <a:cubicBezTo>
                    <a:pt x="4797" y="10230"/>
                    <a:pt x="4813" y="10230"/>
                    <a:pt x="4829" y="10229"/>
                  </a:cubicBezTo>
                  <a:cubicBezTo>
                    <a:pt x="5482" y="10184"/>
                    <a:pt x="5869" y="9194"/>
                    <a:pt x="5929" y="8951"/>
                  </a:cubicBezTo>
                  <a:cubicBezTo>
                    <a:pt x="5979" y="8752"/>
                    <a:pt x="5987" y="8386"/>
                    <a:pt x="5998" y="7807"/>
                  </a:cubicBezTo>
                  <a:cubicBezTo>
                    <a:pt x="6008" y="7289"/>
                    <a:pt x="6024" y="6420"/>
                    <a:pt x="6120" y="6228"/>
                  </a:cubicBezTo>
                  <a:cubicBezTo>
                    <a:pt x="6148" y="6173"/>
                    <a:pt x="6381" y="6104"/>
                    <a:pt x="6535" y="6059"/>
                  </a:cubicBezTo>
                  <a:cubicBezTo>
                    <a:pt x="6978" y="5928"/>
                    <a:pt x="7586" y="5747"/>
                    <a:pt x="8029" y="5083"/>
                  </a:cubicBezTo>
                  <a:cubicBezTo>
                    <a:pt x="8549" y="4304"/>
                    <a:pt x="8259" y="2924"/>
                    <a:pt x="8030" y="2145"/>
                  </a:cubicBezTo>
                  <a:lnTo>
                    <a:pt x="8030" y="2145"/>
                  </a:lnTo>
                  <a:cubicBezTo>
                    <a:pt x="8687" y="2308"/>
                    <a:pt x="9830" y="2542"/>
                    <a:pt x="10988" y="2542"/>
                  </a:cubicBezTo>
                  <a:cubicBezTo>
                    <a:pt x="12141" y="2542"/>
                    <a:pt x="12880" y="1751"/>
                    <a:pt x="13263" y="1041"/>
                  </a:cubicBezTo>
                  <a:close/>
                  <a:moveTo>
                    <a:pt x="13241" y="0"/>
                  </a:moveTo>
                  <a:cubicBezTo>
                    <a:pt x="13229" y="0"/>
                    <a:pt x="13216" y="1"/>
                    <a:pt x="13203" y="3"/>
                  </a:cubicBezTo>
                  <a:cubicBezTo>
                    <a:pt x="13079" y="16"/>
                    <a:pt x="12976" y="104"/>
                    <a:pt x="12943" y="224"/>
                  </a:cubicBezTo>
                  <a:cubicBezTo>
                    <a:pt x="12923" y="293"/>
                    <a:pt x="12445" y="1928"/>
                    <a:pt x="10989" y="1928"/>
                  </a:cubicBezTo>
                  <a:cubicBezTo>
                    <a:pt x="9343" y="1928"/>
                    <a:pt x="7668" y="1412"/>
                    <a:pt x="7651" y="1407"/>
                  </a:cubicBezTo>
                  <a:cubicBezTo>
                    <a:pt x="7619" y="1397"/>
                    <a:pt x="7588" y="1393"/>
                    <a:pt x="7557" y="1393"/>
                  </a:cubicBezTo>
                  <a:cubicBezTo>
                    <a:pt x="7354" y="1393"/>
                    <a:pt x="7195" y="1600"/>
                    <a:pt x="7275" y="1807"/>
                  </a:cubicBezTo>
                  <a:cubicBezTo>
                    <a:pt x="7496" y="2393"/>
                    <a:pt x="7974" y="4062"/>
                    <a:pt x="7519" y="4743"/>
                  </a:cubicBezTo>
                  <a:cubicBezTo>
                    <a:pt x="7200" y="5223"/>
                    <a:pt x="6754" y="5354"/>
                    <a:pt x="6361" y="5472"/>
                  </a:cubicBezTo>
                  <a:cubicBezTo>
                    <a:pt x="6031" y="5569"/>
                    <a:pt x="5718" y="5661"/>
                    <a:pt x="5572" y="5955"/>
                  </a:cubicBezTo>
                  <a:cubicBezTo>
                    <a:pt x="5426" y="6248"/>
                    <a:pt x="5404" y="6874"/>
                    <a:pt x="5386" y="7796"/>
                  </a:cubicBezTo>
                  <a:cubicBezTo>
                    <a:pt x="5379" y="8201"/>
                    <a:pt x="5370" y="8661"/>
                    <a:pt x="5335" y="8803"/>
                  </a:cubicBezTo>
                  <a:cubicBezTo>
                    <a:pt x="5256" y="9115"/>
                    <a:pt x="4948" y="9607"/>
                    <a:pt x="4785" y="9618"/>
                  </a:cubicBezTo>
                  <a:cubicBezTo>
                    <a:pt x="4762" y="9618"/>
                    <a:pt x="4610" y="9542"/>
                    <a:pt x="4442" y="9147"/>
                  </a:cubicBezTo>
                  <a:cubicBezTo>
                    <a:pt x="4452" y="8926"/>
                    <a:pt x="4431" y="8330"/>
                    <a:pt x="4014" y="7807"/>
                  </a:cubicBezTo>
                  <a:cubicBezTo>
                    <a:pt x="3633" y="7328"/>
                    <a:pt x="3033" y="7046"/>
                    <a:pt x="2234" y="6965"/>
                  </a:cubicBezTo>
                  <a:cubicBezTo>
                    <a:pt x="2120" y="6954"/>
                    <a:pt x="2011" y="6948"/>
                    <a:pt x="1907" y="6948"/>
                  </a:cubicBezTo>
                  <a:cubicBezTo>
                    <a:pt x="1308" y="6948"/>
                    <a:pt x="869" y="7135"/>
                    <a:pt x="601" y="7506"/>
                  </a:cubicBezTo>
                  <a:cubicBezTo>
                    <a:pt x="1" y="8335"/>
                    <a:pt x="560" y="9762"/>
                    <a:pt x="745" y="10180"/>
                  </a:cubicBezTo>
                  <a:cubicBezTo>
                    <a:pt x="1140" y="11066"/>
                    <a:pt x="2293" y="11757"/>
                    <a:pt x="2686" y="11973"/>
                  </a:cubicBezTo>
                  <a:cubicBezTo>
                    <a:pt x="2858" y="12714"/>
                    <a:pt x="3352" y="14512"/>
                    <a:pt x="4155" y="14742"/>
                  </a:cubicBezTo>
                  <a:cubicBezTo>
                    <a:pt x="4330" y="14792"/>
                    <a:pt x="4769" y="14958"/>
                    <a:pt x="5277" y="15152"/>
                  </a:cubicBezTo>
                  <a:cubicBezTo>
                    <a:pt x="7702" y="16075"/>
                    <a:pt x="9274" y="16609"/>
                    <a:pt x="10084" y="16609"/>
                  </a:cubicBezTo>
                  <a:cubicBezTo>
                    <a:pt x="10232" y="16609"/>
                    <a:pt x="10355" y="16592"/>
                    <a:pt x="10453" y="16554"/>
                  </a:cubicBezTo>
                  <a:cubicBezTo>
                    <a:pt x="11352" y="16217"/>
                    <a:pt x="12082" y="13291"/>
                    <a:pt x="12328" y="12187"/>
                  </a:cubicBezTo>
                  <a:cubicBezTo>
                    <a:pt x="12768" y="11949"/>
                    <a:pt x="13866" y="11277"/>
                    <a:pt x="13866" y="10482"/>
                  </a:cubicBezTo>
                  <a:cubicBezTo>
                    <a:pt x="13866" y="10041"/>
                    <a:pt x="13678" y="9229"/>
                    <a:pt x="13496" y="8445"/>
                  </a:cubicBezTo>
                  <a:cubicBezTo>
                    <a:pt x="13361" y="7865"/>
                    <a:pt x="13222" y="7265"/>
                    <a:pt x="13222" y="7055"/>
                  </a:cubicBezTo>
                  <a:cubicBezTo>
                    <a:pt x="13222" y="6891"/>
                    <a:pt x="13493" y="6399"/>
                    <a:pt x="13709" y="6004"/>
                  </a:cubicBezTo>
                  <a:cubicBezTo>
                    <a:pt x="14072" y="5341"/>
                    <a:pt x="14484" y="4590"/>
                    <a:pt x="14610" y="3895"/>
                  </a:cubicBezTo>
                  <a:cubicBezTo>
                    <a:pt x="14837" y="2647"/>
                    <a:pt x="13643" y="410"/>
                    <a:pt x="13507" y="160"/>
                  </a:cubicBezTo>
                  <a:cubicBezTo>
                    <a:pt x="13454" y="61"/>
                    <a:pt x="13351" y="0"/>
                    <a:pt x="13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4"/>
            <p:cNvSpPr/>
            <p:nvPr/>
          </p:nvSpPr>
          <p:spPr>
            <a:xfrm>
              <a:off x="2767700" y="1960475"/>
              <a:ext cx="337425" cy="678750"/>
            </a:xfrm>
            <a:custGeom>
              <a:avLst/>
              <a:gdLst/>
              <a:ahLst/>
              <a:cxnLst/>
              <a:rect l="l" t="t" r="r" b="b"/>
              <a:pathLst>
                <a:path w="13497" h="27150" extrusionOk="0">
                  <a:moveTo>
                    <a:pt x="3321" y="1"/>
                  </a:moveTo>
                  <a:lnTo>
                    <a:pt x="1" y="3964"/>
                  </a:lnTo>
                  <a:cubicBezTo>
                    <a:pt x="1" y="3964"/>
                    <a:pt x="536" y="8249"/>
                    <a:pt x="1607" y="9963"/>
                  </a:cubicBezTo>
                  <a:cubicBezTo>
                    <a:pt x="2677" y="11678"/>
                    <a:pt x="7177" y="18319"/>
                    <a:pt x="7177" y="18319"/>
                  </a:cubicBezTo>
                  <a:cubicBezTo>
                    <a:pt x="7177" y="18319"/>
                    <a:pt x="6856" y="20569"/>
                    <a:pt x="7177" y="21211"/>
                  </a:cubicBezTo>
                  <a:cubicBezTo>
                    <a:pt x="7498" y="21854"/>
                    <a:pt x="8783" y="24961"/>
                    <a:pt x="8783" y="25389"/>
                  </a:cubicBezTo>
                  <a:cubicBezTo>
                    <a:pt x="8783" y="25643"/>
                    <a:pt x="9085" y="25859"/>
                    <a:pt x="9353" y="25859"/>
                  </a:cubicBezTo>
                  <a:cubicBezTo>
                    <a:pt x="9537" y="25859"/>
                    <a:pt x="9705" y="25758"/>
                    <a:pt x="9748" y="25496"/>
                  </a:cubicBezTo>
                  <a:cubicBezTo>
                    <a:pt x="9855" y="24854"/>
                    <a:pt x="9855" y="23996"/>
                    <a:pt x="9855" y="23996"/>
                  </a:cubicBezTo>
                  <a:lnTo>
                    <a:pt x="11676" y="26782"/>
                  </a:lnTo>
                  <a:cubicBezTo>
                    <a:pt x="11676" y="26782"/>
                    <a:pt x="12148" y="27149"/>
                    <a:pt x="12542" y="27149"/>
                  </a:cubicBezTo>
                  <a:cubicBezTo>
                    <a:pt x="12711" y="27149"/>
                    <a:pt x="12865" y="27082"/>
                    <a:pt x="12962" y="26889"/>
                  </a:cubicBezTo>
                  <a:cubicBezTo>
                    <a:pt x="13283" y="26246"/>
                    <a:pt x="13068" y="22818"/>
                    <a:pt x="13283" y="21425"/>
                  </a:cubicBezTo>
                  <a:cubicBezTo>
                    <a:pt x="13497" y="20033"/>
                    <a:pt x="12426" y="18105"/>
                    <a:pt x="11568" y="17248"/>
                  </a:cubicBezTo>
                  <a:cubicBezTo>
                    <a:pt x="10712" y="16391"/>
                    <a:pt x="9641" y="14891"/>
                    <a:pt x="9320" y="14570"/>
                  </a:cubicBezTo>
                  <a:cubicBezTo>
                    <a:pt x="8998" y="14248"/>
                    <a:pt x="7606" y="9213"/>
                    <a:pt x="6962" y="5786"/>
                  </a:cubicBezTo>
                  <a:cubicBezTo>
                    <a:pt x="6320" y="2358"/>
                    <a:pt x="4606" y="216"/>
                    <a:pt x="33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4"/>
            <p:cNvSpPr/>
            <p:nvPr/>
          </p:nvSpPr>
          <p:spPr>
            <a:xfrm>
              <a:off x="2759600" y="1952850"/>
              <a:ext cx="353800" cy="694000"/>
            </a:xfrm>
            <a:custGeom>
              <a:avLst/>
              <a:gdLst/>
              <a:ahLst/>
              <a:cxnLst/>
              <a:rect l="l" t="t" r="r" b="b"/>
              <a:pathLst>
                <a:path w="14152" h="27760" extrusionOk="0">
                  <a:moveTo>
                    <a:pt x="3645" y="0"/>
                  </a:moveTo>
                  <a:cubicBezTo>
                    <a:pt x="3498" y="0"/>
                    <a:pt x="3368" y="106"/>
                    <a:pt x="3344" y="256"/>
                  </a:cubicBezTo>
                  <a:cubicBezTo>
                    <a:pt x="3316" y="422"/>
                    <a:pt x="3429" y="580"/>
                    <a:pt x="3595" y="608"/>
                  </a:cubicBezTo>
                  <a:cubicBezTo>
                    <a:pt x="4603" y="775"/>
                    <a:pt x="6322" y="2605"/>
                    <a:pt x="6987" y="6147"/>
                  </a:cubicBezTo>
                  <a:cubicBezTo>
                    <a:pt x="7580" y="9308"/>
                    <a:pt x="8992" y="14655"/>
                    <a:pt x="9427" y="15090"/>
                  </a:cubicBezTo>
                  <a:cubicBezTo>
                    <a:pt x="9537" y="15200"/>
                    <a:pt x="9771" y="15497"/>
                    <a:pt x="10042" y="15840"/>
                  </a:cubicBezTo>
                  <a:cubicBezTo>
                    <a:pt x="10502" y="16424"/>
                    <a:pt x="11133" y="17225"/>
                    <a:pt x="11677" y="17769"/>
                  </a:cubicBezTo>
                  <a:cubicBezTo>
                    <a:pt x="12467" y="18559"/>
                    <a:pt x="13502" y="20407"/>
                    <a:pt x="13306" y="21684"/>
                  </a:cubicBezTo>
                  <a:cubicBezTo>
                    <a:pt x="13207" y="22323"/>
                    <a:pt x="13196" y="23359"/>
                    <a:pt x="13185" y="24359"/>
                  </a:cubicBezTo>
                  <a:cubicBezTo>
                    <a:pt x="13174" y="25430"/>
                    <a:pt x="13161" y="26762"/>
                    <a:pt x="13012" y="27056"/>
                  </a:cubicBezTo>
                  <a:cubicBezTo>
                    <a:pt x="12979" y="27124"/>
                    <a:pt x="12947" y="27136"/>
                    <a:pt x="12919" y="27143"/>
                  </a:cubicBezTo>
                  <a:cubicBezTo>
                    <a:pt x="12903" y="27146"/>
                    <a:pt x="12884" y="27148"/>
                    <a:pt x="12865" y="27148"/>
                  </a:cubicBezTo>
                  <a:cubicBezTo>
                    <a:pt x="12686" y="27148"/>
                    <a:pt x="12404" y="26999"/>
                    <a:pt x="12228" y="26873"/>
                  </a:cubicBezTo>
                  <a:lnTo>
                    <a:pt x="10437" y="24134"/>
                  </a:lnTo>
                  <a:cubicBezTo>
                    <a:pt x="10379" y="24046"/>
                    <a:pt x="10282" y="23996"/>
                    <a:pt x="10181" y="23996"/>
                  </a:cubicBezTo>
                  <a:cubicBezTo>
                    <a:pt x="10152" y="23996"/>
                    <a:pt x="10122" y="24000"/>
                    <a:pt x="10093" y="24009"/>
                  </a:cubicBezTo>
                  <a:cubicBezTo>
                    <a:pt x="9964" y="24048"/>
                    <a:pt x="9875" y="24166"/>
                    <a:pt x="9875" y="24301"/>
                  </a:cubicBezTo>
                  <a:cubicBezTo>
                    <a:pt x="9875" y="24310"/>
                    <a:pt x="9874" y="25141"/>
                    <a:pt x="9772" y="25751"/>
                  </a:cubicBezTo>
                  <a:cubicBezTo>
                    <a:pt x="9756" y="25842"/>
                    <a:pt x="9731" y="25859"/>
                    <a:pt x="9688" y="25859"/>
                  </a:cubicBezTo>
                  <a:cubicBezTo>
                    <a:pt x="9680" y="25859"/>
                    <a:pt x="9671" y="25859"/>
                    <a:pt x="9661" y="25858"/>
                  </a:cubicBezTo>
                  <a:cubicBezTo>
                    <a:pt x="9532" y="25848"/>
                    <a:pt x="9415" y="25740"/>
                    <a:pt x="9415" y="25694"/>
                  </a:cubicBezTo>
                  <a:cubicBezTo>
                    <a:pt x="9415" y="25140"/>
                    <a:pt x="8015" y="21856"/>
                    <a:pt x="7776" y="21380"/>
                  </a:cubicBezTo>
                  <a:cubicBezTo>
                    <a:pt x="7573" y="20975"/>
                    <a:pt x="7686" y="19501"/>
                    <a:pt x="7806" y="18667"/>
                  </a:cubicBezTo>
                  <a:cubicBezTo>
                    <a:pt x="7816" y="18592"/>
                    <a:pt x="7798" y="18515"/>
                    <a:pt x="7756" y="18452"/>
                  </a:cubicBezTo>
                  <a:cubicBezTo>
                    <a:pt x="7710" y="18386"/>
                    <a:pt x="3247" y="11796"/>
                    <a:pt x="2192" y="10106"/>
                  </a:cubicBezTo>
                  <a:cubicBezTo>
                    <a:pt x="1169" y="8470"/>
                    <a:pt x="634" y="4274"/>
                    <a:pt x="628" y="4232"/>
                  </a:cubicBezTo>
                  <a:cubicBezTo>
                    <a:pt x="609" y="4077"/>
                    <a:pt x="477" y="3963"/>
                    <a:pt x="325" y="3963"/>
                  </a:cubicBezTo>
                  <a:cubicBezTo>
                    <a:pt x="313" y="3963"/>
                    <a:pt x="300" y="3964"/>
                    <a:pt x="287" y="3966"/>
                  </a:cubicBezTo>
                  <a:cubicBezTo>
                    <a:pt x="119" y="3987"/>
                    <a:pt x="0" y="4140"/>
                    <a:pt x="21" y="4308"/>
                  </a:cubicBezTo>
                  <a:cubicBezTo>
                    <a:pt x="44" y="4485"/>
                    <a:pt x="577" y="8679"/>
                    <a:pt x="1673" y="10431"/>
                  </a:cubicBezTo>
                  <a:cubicBezTo>
                    <a:pt x="2663" y="12016"/>
                    <a:pt x="6623" y="17870"/>
                    <a:pt x="7183" y="18698"/>
                  </a:cubicBezTo>
                  <a:cubicBezTo>
                    <a:pt x="7107" y="19271"/>
                    <a:pt x="6908" y="21013"/>
                    <a:pt x="7229" y="21653"/>
                  </a:cubicBezTo>
                  <a:cubicBezTo>
                    <a:pt x="7575" y="22346"/>
                    <a:pt x="8784" y="25317"/>
                    <a:pt x="8803" y="25694"/>
                  </a:cubicBezTo>
                  <a:cubicBezTo>
                    <a:pt x="8803" y="26117"/>
                    <a:pt x="9220" y="26435"/>
                    <a:pt x="9610" y="26467"/>
                  </a:cubicBezTo>
                  <a:cubicBezTo>
                    <a:pt x="9638" y="26470"/>
                    <a:pt x="9664" y="26471"/>
                    <a:pt x="9691" y="26471"/>
                  </a:cubicBezTo>
                  <a:cubicBezTo>
                    <a:pt x="10047" y="26471"/>
                    <a:pt x="10312" y="26231"/>
                    <a:pt x="10376" y="25851"/>
                  </a:cubicBezTo>
                  <a:cubicBezTo>
                    <a:pt x="10406" y="25664"/>
                    <a:pt x="10428" y="25461"/>
                    <a:pt x="10444" y="25265"/>
                  </a:cubicBezTo>
                  <a:lnTo>
                    <a:pt x="11745" y="27253"/>
                  </a:lnTo>
                  <a:cubicBezTo>
                    <a:pt x="11764" y="27282"/>
                    <a:pt x="11786" y="27307"/>
                    <a:pt x="11813" y="27328"/>
                  </a:cubicBezTo>
                  <a:cubicBezTo>
                    <a:pt x="11914" y="27407"/>
                    <a:pt x="12395" y="27760"/>
                    <a:pt x="12867" y="27760"/>
                  </a:cubicBezTo>
                  <a:cubicBezTo>
                    <a:pt x="12872" y="27760"/>
                    <a:pt x="12876" y="27760"/>
                    <a:pt x="12881" y="27760"/>
                  </a:cubicBezTo>
                  <a:cubicBezTo>
                    <a:pt x="12939" y="27760"/>
                    <a:pt x="12997" y="27753"/>
                    <a:pt x="13054" y="27740"/>
                  </a:cubicBezTo>
                  <a:cubicBezTo>
                    <a:pt x="13276" y="27690"/>
                    <a:pt x="13452" y="27548"/>
                    <a:pt x="13561" y="27331"/>
                  </a:cubicBezTo>
                  <a:cubicBezTo>
                    <a:pt x="13760" y="26931"/>
                    <a:pt x="13781" y="25944"/>
                    <a:pt x="13798" y="24367"/>
                  </a:cubicBezTo>
                  <a:cubicBezTo>
                    <a:pt x="13808" y="23386"/>
                    <a:pt x="13819" y="22373"/>
                    <a:pt x="13911" y="21778"/>
                  </a:cubicBezTo>
                  <a:cubicBezTo>
                    <a:pt x="14151" y="20217"/>
                    <a:pt x="12978" y="18204"/>
                    <a:pt x="12111" y="17337"/>
                  </a:cubicBezTo>
                  <a:cubicBezTo>
                    <a:pt x="11592" y="16817"/>
                    <a:pt x="10974" y="16034"/>
                    <a:pt x="10522" y="15461"/>
                  </a:cubicBezTo>
                  <a:cubicBezTo>
                    <a:pt x="10216" y="15073"/>
                    <a:pt x="9996" y="14793"/>
                    <a:pt x="9873" y="14671"/>
                  </a:cubicBezTo>
                  <a:cubicBezTo>
                    <a:pt x="9598" y="14294"/>
                    <a:pt x="8264" y="9642"/>
                    <a:pt x="7589" y="6034"/>
                  </a:cubicBezTo>
                  <a:cubicBezTo>
                    <a:pt x="6912" y="2426"/>
                    <a:pt x="5077" y="235"/>
                    <a:pt x="3696" y="4"/>
                  </a:cubicBezTo>
                  <a:cubicBezTo>
                    <a:pt x="3679" y="2"/>
                    <a:pt x="3662" y="0"/>
                    <a:pt x="36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54"/>
            <p:cNvSpPr/>
            <p:nvPr/>
          </p:nvSpPr>
          <p:spPr>
            <a:xfrm>
              <a:off x="2929725" y="2339975"/>
              <a:ext cx="175450" cy="299250"/>
            </a:xfrm>
            <a:custGeom>
              <a:avLst/>
              <a:gdLst/>
              <a:ahLst/>
              <a:cxnLst/>
              <a:rect l="l" t="t" r="r" b="b"/>
              <a:pathLst>
                <a:path w="7018" h="11970" extrusionOk="0">
                  <a:moveTo>
                    <a:pt x="3346" y="1"/>
                  </a:moveTo>
                  <a:cubicBezTo>
                    <a:pt x="1729" y="423"/>
                    <a:pt x="594" y="1447"/>
                    <a:pt x="0" y="2110"/>
                  </a:cubicBezTo>
                  <a:cubicBezTo>
                    <a:pt x="425" y="2738"/>
                    <a:pt x="697" y="3139"/>
                    <a:pt x="697" y="3139"/>
                  </a:cubicBezTo>
                  <a:cubicBezTo>
                    <a:pt x="697" y="3139"/>
                    <a:pt x="376" y="5389"/>
                    <a:pt x="697" y="6031"/>
                  </a:cubicBezTo>
                  <a:cubicBezTo>
                    <a:pt x="1018" y="6674"/>
                    <a:pt x="2303" y="9781"/>
                    <a:pt x="2303" y="10209"/>
                  </a:cubicBezTo>
                  <a:cubicBezTo>
                    <a:pt x="2303" y="10463"/>
                    <a:pt x="2605" y="10679"/>
                    <a:pt x="2872" y="10679"/>
                  </a:cubicBezTo>
                  <a:cubicBezTo>
                    <a:pt x="3056" y="10679"/>
                    <a:pt x="3224" y="10578"/>
                    <a:pt x="3267" y="10316"/>
                  </a:cubicBezTo>
                  <a:cubicBezTo>
                    <a:pt x="3375" y="9674"/>
                    <a:pt x="3375" y="8816"/>
                    <a:pt x="3375" y="8816"/>
                  </a:cubicBezTo>
                  <a:lnTo>
                    <a:pt x="5196" y="11602"/>
                  </a:lnTo>
                  <a:cubicBezTo>
                    <a:pt x="5196" y="11602"/>
                    <a:pt x="5668" y="11969"/>
                    <a:pt x="6062" y="11969"/>
                  </a:cubicBezTo>
                  <a:cubicBezTo>
                    <a:pt x="6231" y="11969"/>
                    <a:pt x="6385" y="11902"/>
                    <a:pt x="6482" y="11709"/>
                  </a:cubicBezTo>
                  <a:cubicBezTo>
                    <a:pt x="6803" y="11066"/>
                    <a:pt x="6588" y="7638"/>
                    <a:pt x="6803" y="6245"/>
                  </a:cubicBezTo>
                  <a:cubicBezTo>
                    <a:pt x="7017" y="4854"/>
                    <a:pt x="5946" y="2925"/>
                    <a:pt x="5088" y="2068"/>
                  </a:cubicBezTo>
                  <a:cubicBezTo>
                    <a:pt x="4504" y="1483"/>
                    <a:pt x="3823" y="604"/>
                    <a:pt x="3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54"/>
            <p:cNvSpPr/>
            <p:nvPr/>
          </p:nvSpPr>
          <p:spPr>
            <a:xfrm>
              <a:off x="2921450" y="2332300"/>
              <a:ext cx="191950" cy="314550"/>
            </a:xfrm>
            <a:custGeom>
              <a:avLst/>
              <a:gdLst/>
              <a:ahLst/>
              <a:cxnLst/>
              <a:rect l="l" t="t" r="r" b="b"/>
              <a:pathLst>
                <a:path w="7678" h="12582" extrusionOk="0">
                  <a:moveTo>
                    <a:pt x="3563" y="657"/>
                  </a:moveTo>
                  <a:lnTo>
                    <a:pt x="3575" y="672"/>
                  </a:lnTo>
                  <a:cubicBezTo>
                    <a:pt x="4032" y="1253"/>
                    <a:pt x="4659" y="2048"/>
                    <a:pt x="5203" y="2591"/>
                  </a:cubicBezTo>
                  <a:cubicBezTo>
                    <a:pt x="5993" y="3382"/>
                    <a:pt x="7028" y="5231"/>
                    <a:pt x="6832" y="6506"/>
                  </a:cubicBezTo>
                  <a:cubicBezTo>
                    <a:pt x="6733" y="7145"/>
                    <a:pt x="6722" y="8181"/>
                    <a:pt x="6711" y="9182"/>
                  </a:cubicBezTo>
                  <a:cubicBezTo>
                    <a:pt x="6700" y="10252"/>
                    <a:pt x="6687" y="11584"/>
                    <a:pt x="6538" y="11878"/>
                  </a:cubicBezTo>
                  <a:cubicBezTo>
                    <a:pt x="6505" y="11946"/>
                    <a:pt x="6473" y="11958"/>
                    <a:pt x="6445" y="11965"/>
                  </a:cubicBezTo>
                  <a:cubicBezTo>
                    <a:pt x="6429" y="11968"/>
                    <a:pt x="6411" y="11970"/>
                    <a:pt x="6392" y="11970"/>
                  </a:cubicBezTo>
                  <a:cubicBezTo>
                    <a:pt x="6214" y="11970"/>
                    <a:pt x="5930" y="11821"/>
                    <a:pt x="5754" y="11695"/>
                  </a:cubicBezTo>
                  <a:lnTo>
                    <a:pt x="3962" y="8956"/>
                  </a:lnTo>
                  <a:cubicBezTo>
                    <a:pt x="3905" y="8868"/>
                    <a:pt x="3808" y="8818"/>
                    <a:pt x="3706" y="8818"/>
                  </a:cubicBezTo>
                  <a:cubicBezTo>
                    <a:pt x="3677" y="8818"/>
                    <a:pt x="3647" y="8822"/>
                    <a:pt x="3618" y="8831"/>
                  </a:cubicBezTo>
                  <a:cubicBezTo>
                    <a:pt x="3489" y="8868"/>
                    <a:pt x="3400" y="8988"/>
                    <a:pt x="3400" y="9123"/>
                  </a:cubicBezTo>
                  <a:cubicBezTo>
                    <a:pt x="3400" y="9132"/>
                    <a:pt x="3399" y="9962"/>
                    <a:pt x="3297" y="10573"/>
                  </a:cubicBezTo>
                  <a:cubicBezTo>
                    <a:pt x="3282" y="10664"/>
                    <a:pt x="3256" y="10681"/>
                    <a:pt x="3213" y="10681"/>
                  </a:cubicBezTo>
                  <a:cubicBezTo>
                    <a:pt x="3205" y="10681"/>
                    <a:pt x="3196" y="10681"/>
                    <a:pt x="3186" y="10680"/>
                  </a:cubicBezTo>
                  <a:cubicBezTo>
                    <a:pt x="3057" y="10669"/>
                    <a:pt x="2940" y="10562"/>
                    <a:pt x="2940" y="10516"/>
                  </a:cubicBezTo>
                  <a:cubicBezTo>
                    <a:pt x="2940" y="9961"/>
                    <a:pt x="1540" y="6678"/>
                    <a:pt x="1302" y="6201"/>
                  </a:cubicBezTo>
                  <a:cubicBezTo>
                    <a:pt x="1099" y="5795"/>
                    <a:pt x="1212" y="4322"/>
                    <a:pt x="1331" y="3489"/>
                  </a:cubicBezTo>
                  <a:cubicBezTo>
                    <a:pt x="1342" y="3414"/>
                    <a:pt x="1324" y="3337"/>
                    <a:pt x="1281" y="3274"/>
                  </a:cubicBezTo>
                  <a:lnTo>
                    <a:pt x="721" y="2446"/>
                  </a:lnTo>
                  <a:cubicBezTo>
                    <a:pt x="1337" y="1802"/>
                    <a:pt x="2287" y="1038"/>
                    <a:pt x="3563" y="657"/>
                  </a:cubicBezTo>
                  <a:close/>
                  <a:moveTo>
                    <a:pt x="3678" y="1"/>
                  </a:moveTo>
                  <a:cubicBezTo>
                    <a:pt x="3652" y="1"/>
                    <a:pt x="3626" y="4"/>
                    <a:pt x="3600" y="11"/>
                  </a:cubicBezTo>
                  <a:cubicBezTo>
                    <a:pt x="1959" y="439"/>
                    <a:pt x="793" y="1444"/>
                    <a:pt x="104" y="2212"/>
                  </a:cubicBezTo>
                  <a:cubicBezTo>
                    <a:pt x="10" y="2316"/>
                    <a:pt x="0" y="2471"/>
                    <a:pt x="79" y="2587"/>
                  </a:cubicBezTo>
                  <a:lnTo>
                    <a:pt x="709" y="3520"/>
                  </a:lnTo>
                  <a:cubicBezTo>
                    <a:pt x="633" y="4093"/>
                    <a:pt x="434" y="5835"/>
                    <a:pt x="755" y="6475"/>
                  </a:cubicBezTo>
                  <a:cubicBezTo>
                    <a:pt x="1101" y="7168"/>
                    <a:pt x="2310" y="10139"/>
                    <a:pt x="2329" y="10516"/>
                  </a:cubicBezTo>
                  <a:cubicBezTo>
                    <a:pt x="2329" y="10939"/>
                    <a:pt x="2746" y="11258"/>
                    <a:pt x="3136" y="11290"/>
                  </a:cubicBezTo>
                  <a:cubicBezTo>
                    <a:pt x="3163" y="11293"/>
                    <a:pt x="3190" y="11294"/>
                    <a:pt x="3217" y="11294"/>
                  </a:cubicBezTo>
                  <a:cubicBezTo>
                    <a:pt x="3573" y="11294"/>
                    <a:pt x="3838" y="11053"/>
                    <a:pt x="3902" y="10674"/>
                  </a:cubicBezTo>
                  <a:cubicBezTo>
                    <a:pt x="3932" y="10486"/>
                    <a:pt x="3954" y="10283"/>
                    <a:pt x="3970" y="10087"/>
                  </a:cubicBezTo>
                  <a:lnTo>
                    <a:pt x="5271" y="12075"/>
                  </a:lnTo>
                  <a:cubicBezTo>
                    <a:pt x="5290" y="12104"/>
                    <a:pt x="5312" y="12129"/>
                    <a:pt x="5339" y="12150"/>
                  </a:cubicBezTo>
                  <a:cubicBezTo>
                    <a:pt x="5440" y="12229"/>
                    <a:pt x="5921" y="12582"/>
                    <a:pt x="6393" y="12582"/>
                  </a:cubicBezTo>
                  <a:cubicBezTo>
                    <a:pt x="6456" y="12582"/>
                    <a:pt x="6518" y="12575"/>
                    <a:pt x="6580" y="12562"/>
                  </a:cubicBezTo>
                  <a:cubicBezTo>
                    <a:pt x="6803" y="12511"/>
                    <a:pt x="6978" y="12370"/>
                    <a:pt x="7087" y="12153"/>
                  </a:cubicBezTo>
                  <a:cubicBezTo>
                    <a:pt x="7287" y="11752"/>
                    <a:pt x="7307" y="10765"/>
                    <a:pt x="7324" y="9189"/>
                  </a:cubicBezTo>
                  <a:cubicBezTo>
                    <a:pt x="7334" y="8208"/>
                    <a:pt x="7345" y="7195"/>
                    <a:pt x="7437" y="6599"/>
                  </a:cubicBezTo>
                  <a:cubicBezTo>
                    <a:pt x="7677" y="5038"/>
                    <a:pt x="6504" y="3026"/>
                    <a:pt x="5637" y="2158"/>
                  </a:cubicBezTo>
                  <a:cubicBezTo>
                    <a:pt x="5118" y="1640"/>
                    <a:pt x="4504" y="861"/>
                    <a:pt x="4056" y="293"/>
                  </a:cubicBezTo>
                  <a:lnTo>
                    <a:pt x="3917" y="117"/>
                  </a:lnTo>
                  <a:cubicBezTo>
                    <a:pt x="3858" y="43"/>
                    <a:pt x="3770" y="1"/>
                    <a:pt x="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54"/>
            <p:cNvSpPr/>
            <p:nvPr/>
          </p:nvSpPr>
          <p:spPr>
            <a:xfrm>
              <a:off x="2036575" y="1952450"/>
              <a:ext cx="1098050" cy="985600"/>
            </a:xfrm>
            <a:custGeom>
              <a:avLst/>
              <a:gdLst/>
              <a:ahLst/>
              <a:cxnLst/>
              <a:rect l="l" t="t" r="r" b="b"/>
              <a:pathLst>
                <a:path w="43922" h="39424" extrusionOk="0">
                  <a:moveTo>
                    <a:pt x="3536" y="0"/>
                  </a:moveTo>
                  <a:cubicBezTo>
                    <a:pt x="3536" y="0"/>
                    <a:pt x="1501" y="1393"/>
                    <a:pt x="751" y="4393"/>
                  </a:cubicBezTo>
                  <a:cubicBezTo>
                    <a:pt x="1" y="7393"/>
                    <a:pt x="2464" y="19604"/>
                    <a:pt x="3108" y="23140"/>
                  </a:cubicBezTo>
                  <a:cubicBezTo>
                    <a:pt x="3750" y="26675"/>
                    <a:pt x="6964" y="38458"/>
                    <a:pt x="7928" y="39208"/>
                  </a:cubicBezTo>
                  <a:cubicBezTo>
                    <a:pt x="8122" y="39359"/>
                    <a:pt x="8733" y="39423"/>
                    <a:pt x="9619" y="39423"/>
                  </a:cubicBezTo>
                  <a:cubicBezTo>
                    <a:pt x="13131" y="39423"/>
                    <a:pt x="20960" y="38414"/>
                    <a:pt x="24211" y="37815"/>
                  </a:cubicBezTo>
                  <a:cubicBezTo>
                    <a:pt x="28281" y="37066"/>
                    <a:pt x="37066" y="33958"/>
                    <a:pt x="38887" y="33423"/>
                  </a:cubicBezTo>
                  <a:cubicBezTo>
                    <a:pt x="40708" y="32887"/>
                    <a:pt x="41672" y="30102"/>
                    <a:pt x="42208" y="29567"/>
                  </a:cubicBezTo>
                  <a:cubicBezTo>
                    <a:pt x="42743" y="29031"/>
                    <a:pt x="43922" y="27210"/>
                    <a:pt x="43278" y="26567"/>
                  </a:cubicBezTo>
                  <a:cubicBezTo>
                    <a:pt x="43064" y="26353"/>
                    <a:pt x="42719" y="26282"/>
                    <a:pt x="42326" y="26282"/>
                  </a:cubicBezTo>
                  <a:cubicBezTo>
                    <a:pt x="41540" y="26282"/>
                    <a:pt x="40564" y="26567"/>
                    <a:pt x="40064" y="26567"/>
                  </a:cubicBezTo>
                  <a:cubicBezTo>
                    <a:pt x="39314" y="26567"/>
                    <a:pt x="37922" y="26460"/>
                    <a:pt x="36423" y="26460"/>
                  </a:cubicBezTo>
                  <a:cubicBezTo>
                    <a:pt x="34923" y="26460"/>
                    <a:pt x="33638" y="27531"/>
                    <a:pt x="33210" y="29031"/>
                  </a:cubicBezTo>
                  <a:cubicBezTo>
                    <a:pt x="32781" y="30531"/>
                    <a:pt x="32138" y="31281"/>
                    <a:pt x="32138" y="31281"/>
                  </a:cubicBezTo>
                  <a:cubicBezTo>
                    <a:pt x="32138" y="31281"/>
                    <a:pt x="21104" y="32781"/>
                    <a:pt x="18748" y="32781"/>
                  </a:cubicBezTo>
                  <a:cubicBezTo>
                    <a:pt x="16391" y="32781"/>
                    <a:pt x="14141" y="32459"/>
                    <a:pt x="14141" y="32459"/>
                  </a:cubicBezTo>
                  <a:cubicBezTo>
                    <a:pt x="14141" y="32459"/>
                    <a:pt x="12856" y="25067"/>
                    <a:pt x="11892" y="20461"/>
                  </a:cubicBezTo>
                  <a:cubicBezTo>
                    <a:pt x="10928" y="15855"/>
                    <a:pt x="10070" y="12320"/>
                    <a:pt x="9320" y="11142"/>
                  </a:cubicBezTo>
                  <a:lnTo>
                    <a:pt x="35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4"/>
            <p:cNvSpPr/>
            <p:nvPr/>
          </p:nvSpPr>
          <p:spPr>
            <a:xfrm>
              <a:off x="2030900" y="1944800"/>
              <a:ext cx="1115225" cy="1000750"/>
            </a:xfrm>
            <a:custGeom>
              <a:avLst/>
              <a:gdLst/>
              <a:ahLst/>
              <a:cxnLst/>
              <a:rect l="l" t="t" r="r" b="b"/>
              <a:pathLst>
                <a:path w="44609" h="40030" extrusionOk="0">
                  <a:moveTo>
                    <a:pt x="3762" y="0"/>
                  </a:moveTo>
                  <a:cubicBezTo>
                    <a:pt x="3703" y="0"/>
                    <a:pt x="3643" y="18"/>
                    <a:pt x="3590" y="54"/>
                  </a:cubicBezTo>
                  <a:cubicBezTo>
                    <a:pt x="3503" y="114"/>
                    <a:pt x="1450" y="1547"/>
                    <a:pt x="681" y="4625"/>
                  </a:cubicBezTo>
                  <a:cubicBezTo>
                    <a:pt x="1" y="7347"/>
                    <a:pt x="1857" y="17232"/>
                    <a:pt x="2750" y="21981"/>
                  </a:cubicBezTo>
                  <a:cubicBezTo>
                    <a:pt x="2863" y="22583"/>
                    <a:pt x="2961" y="23098"/>
                    <a:pt x="3034" y="23500"/>
                  </a:cubicBezTo>
                  <a:cubicBezTo>
                    <a:pt x="3589" y="26556"/>
                    <a:pt x="6834" y="38874"/>
                    <a:pt x="7967" y="39755"/>
                  </a:cubicBezTo>
                  <a:cubicBezTo>
                    <a:pt x="8216" y="39948"/>
                    <a:pt x="8943" y="40029"/>
                    <a:pt x="9964" y="40029"/>
                  </a:cubicBezTo>
                  <a:cubicBezTo>
                    <a:pt x="13890" y="40029"/>
                    <a:pt x="22177" y="38849"/>
                    <a:pt x="24493" y="38422"/>
                  </a:cubicBezTo>
                  <a:cubicBezTo>
                    <a:pt x="27565" y="37857"/>
                    <a:pt x="33293" y="35961"/>
                    <a:pt x="36714" y="34829"/>
                  </a:cubicBezTo>
                  <a:cubicBezTo>
                    <a:pt x="37851" y="34453"/>
                    <a:pt x="38749" y="34156"/>
                    <a:pt x="39200" y="34023"/>
                  </a:cubicBezTo>
                  <a:cubicBezTo>
                    <a:pt x="40627" y="33603"/>
                    <a:pt x="41535" y="31984"/>
                    <a:pt x="42136" y="30913"/>
                  </a:cubicBezTo>
                  <a:cubicBezTo>
                    <a:pt x="42339" y="30552"/>
                    <a:pt x="42530" y="30211"/>
                    <a:pt x="42652" y="30089"/>
                  </a:cubicBezTo>
                  <a:cubicBezTo>
                    <a:pt x="43128" y="29613"/>
                    <a:pt x="44608" y="27543"/>
                    <a:pt x="43723" y="26657"/>
                  </a:cubicBezTo>
                  <a:cubicBezTo>
                    <a:pt x="43440" y="26373"/>
                    <a:pt x="43016" y="26282"/>
                    <a:pt x="42549" y="26282"/>
                  </a:cubicBezTo>
                  <a:cubicBezTo>
                    <a:pt x="42085" y="26282"/>
                    <a:pt x="41579" y="26373"/>
                    <a:pt x="41128" y="26453"/>
                  </a:cubicBezTo>
                  <a:cubicBezTo>
                    <a:pt x="40799" y="26512"/>
                    <a:pt x="40488" y="26567"/>
                    <a:pt x="40293" y="26567"/>
                  </a:cubicBezTo>
                  <a:cubicBezTo>
                    <a:pt x="39986" y="26567"/>
                    <a:pt x="39569" y="26549"/>
                    <a:pt x="39082" y="26528"/>
                  </a:cubicBezTo>
                  <a:cubicBezTo>
                    <a:pt x="38393" y="26498"/>
                    <a:pt x="37535" y="26460"/>
                    <a:pt x="36650" y="26460"/>
                  </a:cubicBezTo>
                  <a:cubicBezTo>
                    <a:pt x="35030" y="26460"/>
                    <a:pt x="33620" y="27582"/>
                    <a:pt x="33142" y="29253"/>
                  </a:cubicBezTo>
                  <a:cubicBezTo>
                    <a:pt x="32821" y="30381"/>
                    <a:pt x="32370" y="31068"/>
                    <a:pt x="32200" y="31300"/>
                  </a:cubicBezTo>
                  <a:cubicBezTo>
                    <a:pt x="30977" y="31465"/>
                    <a:pt x="21151" y="32780"/>
                    <a:pt x="18976" y="32780"/>
                  </a:cubicBezTo>
                  <a:cubicBezTo>
                    <a:pt x="17089" y="32780"/>
                    <a:pt x="15251" y="32569"/>
                    <a:pt x="14632" y="32491"/>
                  </a:cubicBezTo>
                  <a:cubicBezTo>
                    <a:pt x="14409" y="31223"/>
                    <a:pt x="13279" y="24817"/>
                    <a:pt x="12419" y="20704"/>
                  </a:cubicBezTo>
                  <a:cubicBezTo>
                    <a:pt x="11241" y="15079"/>
                    <a:pt x="10485" y="12349"/>
                    <a:pt x="9807" y="11283"/>
                  </a:cubicBezTo>
                  <a:cubicBezTo>
                    <a:pt x="9748" y="11194"/>
                    <a:pt x="9650" y="11146"/>
                    <a:pt x="9551" y="11146"/>
                  </a:cubicBezTo>
                  <a:cubicBezTo>
                    <a:pt x="9494" y="11146"/>
                    <a:pt x="9438" y="11161"/>
                    <a:pt x="9387" y="11194"/>
                  </a:cubicBezTo>
                  <a:cubicBezTo>
                    <a:pt x="9246" y="11283"/>
                    <a:pt x="9203" y="11470"/>
                    <a:pt x="9290" y="11611"/>
                  </a:cubicBezTo>
                  <a:cubicBezTo>
                    <a:pt x="10079" y="12851"/>
                    <a:pt x="11012" y="16966"/>
                    <a:pt x="11819" y="20830"/>
                  </a:cubicBezTo>
                  <a:cubicBezTo>
                    <a:pt x="12772" y="25379"/>
                    <a:pt x="14055" y="32743"/>
                    <a:pt x="14067" y="32817"/>
                  </a:cubicBezTo>
                  <a:cubicBezTo>
                    <a:pt x="14090" y="32948"/>
                    <a:pt x="14194" y="33049"/>
                    <a:pt x="14325" y="33068"/>
                  </a:cubicBezTo>
                  <a:cubicBezTo>
                    <a:pt x="14348" y="33071"/>
                    <a:pt x="16625" y="33392"/>
                    <a:pt x="18976" y="33392"/>
                  </a:cubicBezTo>
                  <a:cubicBezTo>
                    <a:pt x="21325" y="33392"/>
                    <a:pt x="31955" y="31951"/>
                    <a:pt x="32407" y="31890"/>
                  </a:cubicBezTo>
                  <a:cubicBezTo>
                    <a:pt x="32482" y="31879"/>
                    <a:pt x="32549" y="31843"/>
                    <a:pt x="32598" y="31786"/>
                  </a:cubicBezTo>
                  <a:cubicBezTo>
                    <a:pt x="32626" y="31753"/>
                    <a:pt x="33289" y="30967"/>
                    <a:pt x="33731" y="29421"/>
                  </a:cubicBezTo>
                  <a:cubicBezTo>
                    <a:pt x="34133" y="28016"/>
                    <a:pt x="35305" y="27071"/>
                    <a:pt x="36650" y="27071"/>
                  </a:cubicBezTo>
                  <a:cubicBezTo>
                    <a:pt x="37522" y="27071"/>
                    <a:pt x="38373" y="27109"/>
                    <a:pt x="39055" y="27139"/>
                  </a:cubicBezTo>
                  <a:cubicBezTo>
                    <a:pt x="39554" y="27160"/>
                    <a:pt x="39979" y="27179"/>
                    <a:pt x="40293" y="27179"/>
                  </a:cubicBezTo>
                  <a:cubicBezTo>
                    <a:pt x="40542" y="27179"/>
                    <a:pt x="40863" y="27121"/>
                    <a:pt x="41234" y="27056"/>
                  </a:cubicBezTo>
                  <a:cubicBezTo>
                    <a:pt x="41647" y="26982"/>
                    <a:pt x="42147" y="26893"/>
                    <a:pt x="42564" y="26893"/>
                  </a:cubicBezTo>
                  <a:cubicBezTo>
                    <a:pt x="42878" y="26893"/>
                    <a:pt x="43144" y="26943"/>
                    <a:pt x="43290" y="27089"/>
                  </a:cubicBezTo>
                  <a:cubicBezTo>
                    <a:pt x="43691" y="27491"/>
                    <a:pt x="42817" y="29058"/>
                    <a:pt x="42219" y="29656"/>
                  </a:cubicBezTo>
                  <a:cubicBezTo>
                    <a:pt x="42037" y="29838"/>
                    <a:pt x="41846" y="30180"/>
                    <a:pt x="41602" y="30613"/>
                  </a:cubicBezTo>
                  <a:cubicBezTo>
                    <a:pt x="41049" y="31598"/>
                    <a:pt x="40215" y="33086"/>
                    <a:pt x="39027" y="33436"/>
                  </a:cubicBezTo>
                  <a:cubicBezTo>
                    <a:pt x="38567" y="33571"/>
                    <a:pt x="37664" y="33870"/>
                    <a:pt x="36522" y="34248"/>
                  </a:cubicBezTo>
                  <a:cubicBezTo>
                    <a:pt x="33115" y="35374"/>
                    <a:pt x="27412" y="37262"/>
                    <a:pt x="24383" y="37820"/>
                  </a:cubicBezTo>
                  <a:cubicBezTo>
                    <a:pt x="20321" y="38568"/>
                    <a:pt x="12889" y="39434"/>
                    <a:pt x="9752" y="39434"/>
                  </a:cubicBezTo>
                  <a:cubicBezTo>
                    <a:pt x="9002" y="39434"/>
                    <a:pt x="8498" y="39385"/>
                    <a:pt x="8343" y="39272"/>
                  </a:cubicBezTo>
                  <a:cubicBezTo>
                    <a:pt x="7537" y="38644"/>
                    <a:pt x="4332" y="27224"/>
                    <a:pt x="3635" y="23390"/>
                  </a:cubicBezTo>
                  <a:cubicBezTo>
                    <a:pt x="3562" y="22987"/>
                    <a:pt x="3465" y="22471"/>
                    <a:pt x="3352" y="21868"/>
                  </a:cubicBezTo>
                  <a:cubicBezTo>
                    <a:pt x="2536" y="17528"/>
                    <a:pt x="626" y="7365"/>
                    <a:pt x="1275" y="4773"/>
                  </a:cubicBezTo>
                  <a:cubicBezTo>
                    <a:pt x="1985" y="1932"/>
                    <a:pt x="3917" y="572"/>
                    <a:pt x="3937" y="559"/>
                  </a:cubicBezTo>
                  <a:cubicBezTo>
                    <a:pt x="4076" y="464"/>
                    <a:pt x="4112" y="273"/>
                    <a:pt x="4015" y="134"/>
                  </a:cubicBezTo>
                  <a:cubicBezTo>
                    <a:pt x="3956" y="47"/>
                    <a:pt x="3860" y="0"/>
                    <a:pt x="37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4"/>
            <p:cNvSpPr/>
            <p:nvPr/>
          </p:nvSpPr>
          <p:spPr>
            <a:xfrm>
              <a:off x="2820625" y="2609475"/>
              <a:ext cx="314000" cy="236300"/>
            </a:xfrm>
            <a:custGeom>
              <a:avLst/>
              <a:gdLst/>
              <a:ahLst/>
              <a:cxnLst/>
              <a:rect l="l" t="t" r="r" b="b"/>
              <a:pathLst>
                <a:path w="12560" h="9452" extrusionOk="0">
                  <a:moveTo>
                    <a:pt x="10965" y="1"/>
                  </a:moveTo>
                  <a:cubicBezTo>
                    <a:pt x="10179" y="1"/>
                    <a:pt x="9203" y="286"/>
                    <a:pt x="8702" y="286"/>
                  </a:cubicBezTo>
                  <a:cubicBezTo>
                    <a:pt x="7954" y="286"/>
                    <a:pt x="6560" y="179"/>
                    <a:pt x="5061" y="179"/>
                  </a:cubicBezTo>
                  <a:cubicBezTo>
                    <a:pt x="3561" y="179"/>
                    <a:pt x="2276" y="1250"/>
                    <a:pt x="1848" y="2750"/>
                  </a:cubicBezTo>
                  <a:cubicBezTo>
                    <a:pt x="1419" y="4250"/>
                    <a:pt x="776" y="5000"/>
                    <a:pt x="776" y="5000"/>
                  </a:cubicBezTo>
                  <a:cubicBezTo>
                    <a:pt x="776" y="5000"/>
                    <a:pt x="488" y="5038"/>
                    <a:pt x="1" y="5104"/>
                  </a:cubicBezTo>
                  <a:cubicBezTo>
                    <a:pt x="267" y="5684"/>
                    <a:pt x="516" y="6399"/>
                    <a:pt x="563" y="7142"/>
                  </a:cubicBezTo>
                  <a:cubicBezTo>
                    <a:pt x="610" y="7920"/>
                    <a:pt x="527" y="8762"/>
                    <a:pt x="421" y="9452"/>
                  </a:cubicBezTo>
                  <a:cubicBezTo>
                    <a:pt x="3589" y="8449"/>
                    <a:pt x="6552" y="7428"/>
                    <a:pt x="7525" y="7142"/>
                  </a:cubicBezTo>
                  <a:cubicBezTo>
                    <a:pt x="9346" y="6606"/>
                    <a:pt x="10310" y="3821"/>
                    <a:pt x="10846" y="3286"/>
                  </a:cubicBezTo>
                  <a:cubicBezTo>
                    <a:pt x="11382" y="2750"/>
                    <a:pt x="12560" y="929"/>
                    <a:pt x="11917" y="286"/>
                  </a:cubicBezTo>
                  <a:cubicBezTo>
                    <a:pt x="11703" y="72"/>
                    <a:pt x="11358" y="1"/>
                    <a:pt x="109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4"/>
            <p:cNvSpPr/>
            <p:nvPr/>
          </p:nvSpPr>
          <p:spPr>
            <a:xfrm>
              <a:off x="2811525" y="2601850"/>
              <a:ext cx="334575" cy="251575"/>
            </a:xfrm>
            <a:custGeom>
              <a:avLst/>
              <a:gdLst/>
              <a:ahLst/>
              <a:cxnLst/>
              <a:rect l="l" t="t" r="r" b="b"/>
              <a:pathLst>
                <a:path w="13383" h="10063" extrusionOk="0">
                  <a:moveTo>
                    <a:pt x="11338" y="611"/>
                  </a:moveTo>
                  <a:cubicBezTo>
                    <a:pt x="11652" y="611"/>
                    <a:pt x="11918" y="661"/>
                    <a:pt x="12064" y="807"/>
                  </a:cubicBezTo>
                  <a:cubicBezTo>
                    <a:pt x="12466" y="1209"/>
                    <a:pt x="11592" y="2776"/>
                    <a:pt x="10993" y="3374"/>
                  </a:cubicBezTo>
                  <a:cubicBezTo>
                    <a:pt x="10812" y="3556"/>
                    <a:pt x="10620" y="3898"/>
                    <a:pt x="10377" y="4331"/>
                  </a:cubicBezTo>
                  <a:cubicBezTo>
                    <a:pt x="9824" y="5316"/>
                    <a:pt x="8990" y="6804"/>
                    <a:pt x="7802" y="7154"/>
                  </a:cubicBezTo>
                  <a:cubicBezTo>
                    <a:pt x="7341" y="7289"/>
                    <a:pt x="6435" y="7588"/>
                    <a:pt x="5291" y="7968"/>
                  </a:cubicBezTo>
                  <a:cubicBezTo>
                    <a:pt x="4112" y="8358"/>
                    <a:pt x="2667" y="8835"/>
                    <a:pt x="1154" y="9318"/>
                  </a:cubicBezTo>
                  <a:cubicBezTo>
                    <a:pt x="1240" y="8615"/>
                    <a:pt x="1265" y="7980"/>
                    <a:pt x="1231" y="7428"/>
                  </a:cubicBezTo>
                  <a:cubicBezTo>
                    <a:pt x="1197" y="6876"/>
                    <a:pt x="1054" y="6282"/>
                    <a:pt x="805" y="5658"/>
                  </a:cubicBezTo>
                  <a:lnTo>
                    <a:pt x="1181" y="5608"/>
                  </a:lnTo>
                  <a:cubicBezTo>
                    <a:pt x="1256" y="5597"/>
                    <a:pt x="1323" y="5561"/>
                    <a:pt x="1372" y="5504"/>
                  </a:cubicBezTo>
                  <a:cubicBezTo>
                    <a:pt x="1401" y="5471"/>
                    <a:pt x="2064" y="4685"/>
                    <a:pt x="2506" y="3139"/>
                  </a:cubicBezTo>
                  <a:cubicBezTo>
                    <a:pt x="2907" y="1734"/>
                    <a:pt x="4080" y="789"/>
                    <a:pt x="5425" y="789"/>
                  </a:cubicBezTo>
                  <a:cubicBezTo>
                    <a:pt x="6297" y="789"/>
                    <a:pt x="7147" y="827"/>
                    <a:pt x="7829" y="857"/>
                  </a:cubicBezTo>
                  <a:cubicBezTo>
                    <a:pt x="8329" y="878"/>
                    <a:pt x="8753" y="897"/>
                    <a:pt x="9068" y="897"/>
                  </a:cubicBezTo>
                  <a:cubicBezTo>
                    <a:pt x="9317" y="897"/>
                    <a:pt x="9637" y="839"/>
                    <a:pt x="10009" y="774"/>
                  </a:cubicBezTo>
                  <a:cubicBezTo>
                    <a:pt x="10422" y="700"/>
                    <a:pt x="10922" y="611"/>
                    <a:pt x="11338" y="611"/>
                  </a:cubicBezTo>
                  <a:close/>
                  <a:moveTo>
                    <a:pt x="11324" y="0"/>
                  </a:moveTo>
                  <a:cubicBezTo>
                    <a:pt x="10860" y="0"/>
                    <a:pt x="10353" y="91"/>
                    <a:pt x="9902" y="171"/>
                  </a:cubicBezTo>
                  <a:cubicBezTo>
                    <a:pt x="9573" y="230"/>
                    <a:pt x="9261" y="285"/>
                    <a:pt x="9068" y="285"/>
                  </a:cubicBezTo>
                  <a:cubicBezTo>
                    <a:pt x="8760" y="285"/>
                    <a:pt x="8344" y="267"/>
                    <a:pt x="7856" y="246"/>
                  </a:cubicBezTo>
                  <a:cubicBezTo>
                    <a:pt x="7168" y="216"/>
                    <a:pt x="6310" y="178"/>
                    <a:pt x="5425" y="178"/>
                  </a:cubicBezTo>
                  <a:cubicBezTo>
                    <a:pt x="3803" y="178"/>
                    <a:pt x="2394" y="1300"/>
                    <a:pt x="1917" y="2971"/>
                  </a:cubicBezTo>
                  <a:cubicBezTo>
                    <a:pt x="1595" y="4099"/>
                    <a:pt x="1145" y="4786"/>
                    <a:pt x="975" y="5018"/>
                  </a:cubicBezTo>
                  <a:lnTo>
                    <a:pt x="324" y="5105"/>
                  </a:lnTo>
                  <a:cubicBezTo>
                    <a:pt x="120" y="5132"/>
                    <a:pt x="0" y="5349"/>
                    <a:pt x="87" y="5536"/>
                  </a:cubicBezTo>
                  <a:cubicBezTo>
                    <a:pt x="404" y="6230"/>
                    <a:pt x="584" y="6879"/>
                    <a:pt x="621" y="7466"/>
                  </a:cubicBezTo>
                  <a:cubicBezTo>
                    <a:pt x="660" y="8099"/>
                    <a:pt x="613" y="8854"/>
                    <a:pt x="482" y="9710"/>
                  </a:cubicBezTo>
                  <a:cubicBezTo>
                    <a:pt x="453" y="9895"/>
                    <a:pt x="596" y="10063"/>
                    <a:pt x="785" y="10063"/>
                  </a:cubicBezTo>
                  <a:cubicBezTo>
                    <a:pt x="816" y="10063"/>
                    <a:pt x="847" y="10058"/>
                    <a:pt x="877" y="10048"/>
                  </a:cubicBezTo>
                  <a:cubicBezTo>
                    <a:pt x="2559" y="9516"/>
                    <a:pt x="4183" y="8979"/>
                    <a:pt x="5483" y="8548"/>
                  </a:cubicBezTo>
                  <a:cubicBezTo>
                    <a:pt x="6623" y="8172"/>
                    <a:pt x="7522" y="7874"/>
                    <a:pt x="7975" y="7741"/>
                  </a:cubicBezTo>
                  <a:cubicBezTo>
                    <a:pt x="9401" y="7321"/>
                    <a:pt x="10309" y="5702"/>
                    <a:pt x="10911" y="4631"/>
                  </a:cubicBezTo>
                  <a:cubicBezTo>
                    <a:pt x="11114" y="4270"/>
                    <a:pt x="11305" y="3929"/>
                    <a:pt x="11426" y="3807"/>
                  </a:cubicBezTo>
                  <a:cubicBezTo>
                    <a:pt x="11902" y="3331"/>
                    <a:pt x="13382" y="1261"/>
                    <a:pt x="12497" y="375"/>
                  </a:cubicBezTo>
                  <a:cubicBezTo>
                    <a:pt x="12214" y="91"/>
                    <a:pt x="11790" y="0"/>
                    <a:pt x="11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54"/>
            <p:cNvSpPr/>
            <p:nvPr/>
          </p:nvSpPr>
          <p:spPr>
            <a:xfrm>
              <a:off x="2857025" y="3034975"/>
              <a:ext cx="273125" cy="92025"/>
            </a:xfrm>
            <a:custGeom>
              <a:avLst/>
              <a:gdLst/>
              <a:ahLst/>
              <a:cxnLst/>
              <a:rect l="l" t="t" r="r" b="b"/>
              <a:pathLst>
                <a:path w="10925" h="3681" extrusionOk="0">
                  <a:moveTo>
                    <a:pt x="2170" y="0"/>
                  </a:moveTo>
                  <a:lnTo>
                    <a:pt x="0" y="3450"/>
                  </a:lnTo>
                  <a:cubicBezTo>
                    <a:pt x="0" y="3450"/>
                    <a:pt x="2760" y="3680"/>
                    <a:pt x="3681" y="3680"/>
                  </a:cubicBezTo>
                  <a:cubicBezTo>
                    <a:pt x="4600" y="3680"/>
                    <a:pt x="10924" y="2990"/>
                    <a:pt x="10005" y="1955"/>
                  </a:cubicBezTo>
                  <a:cubicBezTo>
                    <a:pt x="9084" y="920"/>
                    <a:pt x="2170" y="0"/>
                    <a:pt x="21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4"/>
            <p:cNvSpPr/>
            <p:nvPr/>
          </p:nvSpPr>
          <p:spPr>
            <a:xfrm>
              <a:off x="2847500" y="3027275"/>
              <a:ext cx="270700" cy="107350"/>
            </a:xfrm>
            <a:custGeom>
              <a:avLst/>
              <a:gdLst/>
              <a:ahLst/>
              <a:cxnLst/>
              <a:rect l="l" t="t" r="r" b="b"/>
              <a:pathLst>
                <a:path w="10828" h="4294" extrusionOk="0">
                  <a:moveTo>
                    <a:pt x="2704" y="637"/>
                  </a:moveTo>
                  <a:cubicBezTo>
                    <a:pt x="5352" y="1001"/>
                    <a:pt x="9557" y="1790"/>
                    <a:pt x="10174" y="2444"/>
                  </a:cubicBezTo>
                  <a:cubicBezTo>
                    <a:pt x="9907" y="3009"/>
                    <a:pt x="5371" y="3681"/>
                    <a:pt x="4062" y="3681"/>
                  </a:cubicBezTo>
                  <a:cubicBezTo>
                    <a:pt x="3402" y="3681"/>
                    <a:pt x="1747" y="3558"/>
                    <a:pt x="910" y="3493"/>
                  </a:cubicBezTo>
                  <a:lnTo>
                    <a:pt x="2704" y="637"/>
                  </a:lnTo>
                  <a:close/>
                  <a:moveTo>
                    <a:pt x="2551" y="1"/>
                  </a:moveTo>
                  <a:cubicBezTo>
                    <a:pt x="2446" y="1"/>
                    <a:pt x="2347" y="54"/>
                    <a:pt x="2291" y="144"/>
                  </a:cubicBezTo>
                  <a:lnTo>
                    <a:pt x="122" y="3594"/>
                  </a:lnTo>
                  <a:cubicBezTo>
                    <a:pt x="0" y="3789"/>
                    <a:pt x="128" y="4044"/>
                    <a:pt x="356" y="4062"/>
                  </a:cubicBezTo>
                  <a:cubicBezTo>
                    <a:pt x="469" y="4072"/>
                    <a:pt x="3140" y="4294"/>
                    <a:pt x="4062" y="4294"/>
                  </a:cubicBezTo>
                  <a:cubicBezTo>
                    <a:pt x="4120" y="4294"/>
                    <a:pt x="10193" y="3897"/>
                    <a:pt x="10733" y="2694"/>
                  </a:cubicBezTo>
                  <a:cubicBezTo>
                    <a:pt x="10828" y="2482"/>
                    <a:pt x="10785" y="2251"/>
                    <a:pt x="10614" y="2060"/>
                  </a:cubicBezTo>
                  <a:cubicBezTo>
                    <a:pt x="9647" y="971"/>
                    <a:pt x="3310" y="100"/>
                    <a:pt x="2592" y="4"/>
                  </a:cubicBezTo>
                  <a:cubicBezTo>
                    <a:pt x="2578" y="2"/>
                    <a:pt x="2564" y="1"/>
                    <a:pt x="25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54"/>
            <p:cNvSpPr/>
            <p:nvPr/>
          </p:nvSpPr>
          <p:spPr>
            <a:xfrm>
              <a:off x="2698925" y="2965975"/>
              <a:ext cx="689950" cy="629575"/>
            </a:xfrm>
            <a:custGeom>
              <a:avLst/>
              <a:gdLst/>
              <a:ahLst/>
              <a:cxnLst/>
              <a:rect l="l" t="t" r="r" b="b"/>
              <a:pathLst>
                <a:path w="27598" h="25183" extrusionOk="0">
                  <a:moveTo>
                    <a:pt x="20123" y="1"/>
                  </a:moveTo>
                  <a:lnTo>
                    <a:pt x="0" y="9315"/>
                  </a:lnTo>
                  <a:lnTo>
                    <a:pt x="7820" y="25183"/>
                  </a:lnTo>
                  <a:lnTo>
                    <a:pt x="27597" y="15178"/>
                  </a:lnTo>
                  <a:lnTo>
                    <a:pt x="20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54"/>
            <p:cNvSpPr/>
            <p:nvPr/>
          </p:nvSpPr>
          <p:spPr>
            <a:xfrm>
              <a:off x="2690175" y="2958325"/>
              <a:ext cx="707425" cy="644875"/>
            </a:xfrm>
            <a:custGeom>
              <a:avLst/>
              <a:gdLst/>
              <a:ahLst/>
              <a:cxnLst/>
              <a:rect l="l" t="t" r="r" b="b"/>
              <a:pathLst>
                <a:path w="28297" h="25795" extrusionOk="0">
                  <a:moveTo>
                    <a:pt x="20330" y="710"/>
                  </a:moveTo>
                  <a:lnTo>
                    <a:pt x="27539" y="15348"/>
                  </a:lnTo>
                  <a:lnTo>
                    <a:pt x="8307" y="25075"/>
                  </a:lnTo>
                  <a:lnTo>
                    <a:pt x="763" y="9766"/>
                  </a:lnTo>
                  <a:lnTo>
                    <a:pt x="20330" y="710"/>
                  </a:lnTo>
                  <a:close/>
                  <a:moveTo>
                    <a:pt x="20473" y="0"/>
                  </a:moveTo>
                  <a:cubicBezTo>
                    <a:pt x="20430" y="0"/>
                    <a:pt x="20386" y="9"/>
                    <a:pt x="20344" y="29"/>
                  </a:cubicBezTo>
                  <a:lnTo>
                    <a:pt x="222" y="9342"/>
                  </a:lnTo>
                  <a:cubicBezTo>
                    <a:pt x="67" y="9415"/>
                    <a:pt x="0" y="9601"/>
                    <a:pt x="77" y="9755"/>
                  </a:cubicBezTo>
                  <a:lnTo>
                    <a:pt x="7895" y="25624"/>
                  </a:lnTo>
                  <a:cubicBezTo>
                    <a:pt x="7931" y="25697"/>
                    <a:pt x="7995" y="25753"/>
                    <a:pt x="8073" y="25779"/>
                  </a:cubicBezTo>
                  <a:cubicBezTo>
                    <a:pt x="8104" y="25789"/>
                    <a:pt x="8137" y="25794"/>
                    <a:pt x="8170" y="25794"/>
                  </a:cubicBezTo>
                  <a:cubicBezTo>
                    <a:pt x="8218" y="25794"/>
                    <a:pt x="8265" y="25783"/>
                    <a:pt x="8307" y="25762"/>
                  </a:cubicBezTo>
                  <a:lnTo>
                    <a:pt x="28086" y="15758"/>
                  </a:lnTo>
                  <a:cubicBezTo>
                    <a:pt x="28235" y="15683"/>
                    <a:pt x="28296" y="15500"/>
                    <a:pt x="28222" y="15350"/>
                  </a:cubicBezTo>
                  <a:lnTo>
                    <a:pt x="20748" y="172"/>
                  </a:lnTo>
                  <a:cubicBezTo>
                    <a:pt x="20695" y="63"/>
                    <a:pt x="20586" y="0"/>
                    <a:pt x="204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54"/>
            <p:cNvSpPr/>
            <p:nvPr/>
          </p:nvSpPr>
          <p:spPr>
            <a:xfrm>
              <a:off x="2865675" y="3066600"/>
              <a:ext cx="166725" cy="91525"/>
            </a:xfrm>
            <a:custGeom>
              <a:avLst/>
              <a:gdLst/>
              <a:ahLst/>
              <a:cxnLst/>
              <a:rect l="l" t="t" r="r" b="b"/>
              <a:pathLst>
                <a:path w="6669" h="3661" extrusionOk="0">
                  <a:moveTo>
                    <a:pt x="3565" y="0"/>
                  </a:moveTo>
                  <a:lnTo>
                    <a:pt x="0" y="1264"/>
                  </a:lnTo>
                  <a:cubicBezTo>
                    <a:pt x="0" y="1264"/>
                    <a:pt x="2414" y="1264"/>
                    <a:pt x="2989" y="1610"/>
                  </a:cubicBezTo>
                  <a:cubicBezTo>
                    <a:pt x="3497" y="1915"/>
                    <a:pt x="5446" y="3660"/>
                    <a:pt x="6128" y="3660"/>
                  </a:cubicBezTo>
                  <a:cubicBezTo>
                    <a:pt x="6217" y="3660"/>
                    <a:pt x="6285" y="3630"/>
                    <a:pt x="6324" y="3564"/>
                  </a:cubicBezTo>
                  <a:cubicBezTo>
                    <a:pt x="6669" y="2989"/>
                    <a:pt x="5289" y="1610"/>
                    <a:pt x="4714" y="1035"/>
                  </a:cubicBezTo>
                  <a:cubicBezTo>
                    <a:pt x="4139" y="460"/>
                    <a:pt x="3565" y="0"/>
                    <a:pt x="35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54"/>
            <p:cNvSpPr/>
            <p:nvPr/>
          </p:nvSpPr>
          <p:spPr>
            <a:xfrm>
              <a:off x="2857825" y="3059025"/>
              <a:ext cx="182250" cy="106750"/>
            </a:xfrm>
            <a:custGeom>
              <a:avLst/>
              <a:gdLst/>
              <a:ahLst/>
              <a:cxnLst/>
              <a:rect l="l" t="t" r="r" b="b"/>
              <a:pathLst>
                <a:path w="7290" h="4270" extrusionOk="0">
                  <a:moveTo>
                    <a:pt x="3884" y="0"/>
                  </a:moveTo>
                  <a:cubicBezTo>
                    <a:pt x="3793" y="0"/>
                    <a:pt x="3704" y="40"/>
                    <a:pt x="3644" y="115"/>
                  </a:cubicBezTo>
                  <a:cubicBezTo>
                    <a:pt x="3540" y="246"/>
                    <a:pt x="3560" y="435"/>
                    <a:pt x="3687" y="543"/>
                  </a:cubicBezTo>
                  <a:cubicBezTo>
                    <a:pt x="3693" y="546"/>
                    <a:pt x="4257" y="999"/>
                    <a:pt x="4813" y="1554"/>
                  </a:cubicBezTo>
                  <a:cubicBezTo>
                    <a:pt x="6247" y="2990"/>
                    <a:pt x="6409" y="3490"/>
                    <a:pt x="6392" y="3655"/>
                  </a:cubicBezTo>
                  <a:cubicBezTo>
                    <a:pt x="5990" y="3597"/>
                    <a:pt x="4778" y="2650"/>
                    <a:pt x="4246" y="2234"/>
                  </a:cubicBezTo>
                  <a:cubicBezTo>
                    <a:pt x="3900" y="1964"/>
                    <a:pt x="3627" y="1750"/>
                    <a:pt x="3461" y="1650"/>
                  </a:cubicBezTo>
                  <a:cubicBezTo>
                    <a:pt x="2844" y="1280"/>
                    <a:pt x="731" y="1261"/>
                    <a:pt x="314" y="1261"/>
                  </a:cubicBezTo>
                  <a:cubicBezTo>
                    <a:pt x="312" y="1261"/>
                    <a:pt x="310" y="1261"/>
                    <a:pt x="308" y="1261"/>
                  </a:cubicBezTo>
                  <a:cubicBezTo>
                    <a:pt x="139" y="1261"/>
                    <a:pt x="1" y="1399"/>
                    <a:pt x="1" y="1568"/>
                  </a:cubicBezTo>
                  <a:cubicBezTo>
                    <a:pt x="1" y="1738"/>
                    <a:pt x="139" y="1874"/>
                    <a:pt x="308" y="1874"/>
                  </a:cubicBezTo>
                  <a:cubicBezTo>
                    <a:pt x="310" y="1874"/>
                    <a:pt x="312" y="1874"/>
                    <a:pt x="314" y="1874"/>
                  </a:cubicBezTo>
                  <a:cubicBezTo>
                    <a:pt x="1281" y="1874"/>
                    <a:pt x="2800" y="1967"/>
                    <a:pt x="3146" y="2175"/>
                  </a:cubicBezTo>
                  <a:cubicBezTo>
                    <a:pt x="3280" y="2255"/>
                    <a:pt x="3552" y="2469"/>
                    <a:pt x="3869" y="2716"/>
                  </a:cubicBezTo>
                  <a:cubicBezTo>
                    <a:pt x="5024" y="3620"/>
                    <a:pt x="5900" y="4269"/>
                    <a:pt x="6448" y="4269"/>
                  </a:cubicBezTo>
                  <a:cubicBezTo>
                    <a:pt x="6484" y="4269"/>
                    <a:pt x="6522" y="4266"/>
                    <a:pt x="6559" y="4259"/>
                  </a:cubicBezTo>
                  <a:cubicBezTo>
                    <a:pt x="6702" y="4235"/>
                    <a:pt x="6827" y="4149"/>
                    <a:pt x="6901" y="4024"/>
                  </a:cubicBezTo>
                  <a:cubicBezTo>
                    <a:pt x="7290" y="3377"/>
                    <a:pt x="6520" y="2396"/>
                    <a:pt x="5245" y="1122"/>
                  </a:cubicBezTo>
                  <a:cubicBezTo>
                    <a:pt x="4664" y="540"/>
                    <a:pt x="4094" y="83"/>
                    <a:pt x="4071" y="64"/>
                  </a:cubicBezTo>
                  <a:cubicBezTo>
                    <a:pt x="4015" y="21"/>
                    <a:pt x="3949" y="0"/>
                    <a:pt x="38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4"/>
            <p:cNvSpPr/>
            <p:nvPr/>
          </p:nvSpPr>
          <p:spPr>
            <a:xfrm>
              <a:off x="2155400" y="2899975"/>
              <a:ext cx="755875" cy="253800"/>
            </a:xfrm>
            <a:custGeom>
              <a:avLst/>
              <a:gdLst/>
              <a:ahLst/>
              <a:cxnLst/>
              <a:rect l="l" t="t" r="r" b="b"/>
              <a:pathLst>
                <a:path w="30235" h="10152" extrusionOk="0">
                  <a:moveTo>
                    <a:pt x="9503" y="1"/>
                  </a:moveTo>
                  <a:cubicBezTo>
                    <a:pt x="0" y="433"/>
                    <a:pt x="5183" y="7559"/>
                    <a:pt x="5183" y="7559"/>
                  </a:cubicBezTo>
                  <a:lnTo>
                    <a:pt x="26995" y="10151"/>
                  </a:lnTo>
                  <a:lnTo>
                    <a:pt x="30235" y="5400"/>
                  </a:lnTo>
                  <a:lnTo>
                    <a:pt x="95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54"/>
            <p:cNvSpPr/>
            <p:nvPr/>
          </p:nvSpPr>
          <p:spPr>
            <a:xfrm>
              <a:off x="2221750" y="2892325"/>
              <a:ext cx="698825" cy="269100"/>
            </a:xfrm>
            <a:custGeom>
              <a:avLst/>
              <a:gdLst/>
              <a:ahLst/>
              <a:cxnLst/>
              <a:rect l="l" t="t" r="r" b="b"/>
              <a:pathLst>
                <a:path w="27953" h="10764" extrusionOk="0">
                  <a:moveTo>
                    <a:pt x="6816" y="615"/>
                  </a:moveTo>
                  <a:lnTo>
                    <a:pt x="27083" y="5892"/>
                  </a:lnTo>
                  <a:lnTo>
                    <a:pt x="24193" y="10132"/>
                  </a:lnTo>
                  <a:lnTo>
                    <a:pt x="2702" y="7578"/>
                  </a:lnTo>
                  <a:cubicBezTo>
                    <a:pt x="2341" y="7038"/>
                    <a:pt x="818" y="4580"/>
                    <a:pt x="1690" y="2766"/>
                  </a:cubicBezTo>
                  <a:cubicBezTo>
                    <a:pt x="2312" y="1472"/>
                    <a:pt x="4037" y="748"/>
                    <a:pt x="6816" y="615"/>
                  </a:cubicBezTo>
                  <a:close/>
                  <a:moveTo>
                    <a:pt x="6846" y="1"/>
                  </a:moveTo>
                  <a:cubicBezTo>
                    <a:pt x="6842" y="1"/>
                    <a:pt x="6838" y="1"/>
                    <a:pt x="6834" y="1"/>
                  </a:cubicBezTo>
                  <a:cubicBezTo>
                    <a:pt x="3786" y="140"/>
                    <a:pt x="1869" y="982"/>
                    <a:pt x="1138" y="2501"/>
                  </a:cubicBezTo>
                  <a:cubicBezTo>
                    <a:pt x="0" y="4864"/>
                    <a:pt x="2188" y="7917"/>
                    <a:pt x="2281" y="8046"/>
                  </a:cubicBezTo>
                  <a:cubicBezTo>
                    <a:pt x="2332" y="8114"/>
                    <a:pt x="2409" y="8160"/>
                    <a:pt x="2493" y="8170"/>
                  </a:cubicBezTo>
                  <a:lnTo>
                    <a:pt x="24305" y="10761"/>
                  </a:lnTo>
                  <a:cubicBezTo>
                    <a:pt x="24317" y="10762"/>
                    <a:pt x="24329" y="10763"/>
                    <a:pt x="24341" y="10763"/>
                  </a:cubicBezTo>
                  <a:cubicBezTo>
                    <a:pt x="24442" y="10763"/>
                    <a:pt x="24537" y="10713"/>
                    <a:pt x="24594" y="10629"/>
                  </a:cubicBezTo>
                  <a:lnTo>
                    <a:pt x="27833" y="5878"/>
                  </a:lnTo>
                  <a:cubicBezTo>
                    <a:pt x="27953" y="5704"/>
                    <a:pt x="27863" y="5464"/>
                    <a:pt x="27658" y="5410"/>
                  </a:cubicBezTo>
                  <a:lnTo>
                    <a:pt x="6925" y="11"/>
                  </a:lnTo>
                  <a:cubicBezTo>
                    <a:pt x="6900" y="4"/>
                    <a:pt x="6873" y="1"/>
                    <a:pt x="68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4"/>
            <p:cNvSpPr/>
            <p:nvPr/>
          </p:nvSpPr>
          <p:spPr>
            <a:xfrm>
              <a:off x="1655175" y="2894050"/>
              <a:ext cx="811075" cy="1382925"/>
            </a:xfrm>
            <a:custGeom>
              <a:avLst/>
              <a:gdLst/>
              <a:ahLst/>
              <a:cxnLst/>
              <a:rect l="l" t="t" r="r" b="b"/>
              <a:pathLst>
                <a:path w="32443" h="55317" extrusionOk="0">
                  <a:moveTo>
                    <a:pt x="17974" y="0"/>
                  </a:moveTo>
                  <a:cubicBezTo>
                    <a:pt x="16936" y="0"/>
                    <a:pt x="15899" y="342"/>
                    <a:pt x="14845" y="1145"/>
                  </a:cubicBezTo>
                  <a:cubicBezTo>
                    <a:pt x="14845" y="1145"/>
                    <a:pt x="9794" y="5430"/>
                    <a:pt x="8110" y="10633"/>
                  </a:cubicBezTo>
                  <a:cubicBezTo>
                    <a:pt x="6428" y="15836"/>
                    <a:pt x="5356" y="26242"/>
                    <a:pt x="5356" y="26242"/>
                  </a:cubicBezTo>
                  <a:cubicBezTo>
                    <a:pt x="5356" y="26242"/>
                    <a:pt x="0" y="33893"/>
                    <a:pt x="0" y="34659"/>
                  </a:cubicBezTo>
                  <a:cubicBezTo>
                    <a:pt x="0" y="34914"/>
                    <a:pt x="493" y="34999"/>
                    <a:pt x="1151" y="34999"/>
                  </a:cubicBezTo>
                  <a:cubicBezTo>
                    <a:pt x="2466" y="34999"/>
                    <a:pt x="4438" y="34659"/>
                    <a:pt x="4438" y="34659"/>
                  </a:cubicBezTo>
                  <a:lnTo>
                    <a:pt x="4438" y="34659"/>
                  </a:lnTo>
                  <a:lnTo>
                    <a:pt x="153" y="42004"/>
                  </a:lnTo>
                  <a:cubicBezTo>
                    <a:pt x="153" y="42004"/>
                    <a:pt x="153" y="48125"/>
                    <a:pt x="3520" y="51338"/>
                  </a:cubicBezTo>
                  <a:cubicBezTo>
                    <a:pt x="6329" y="54020"/>
                    <a:pt x="10099" y="55317"/>
                    <a:pt x="13405" y="55317"/>
                  </a:cubicBezTo>
                  <a:cubicBezTo>
                    <a:pt x="14060" y="55317"/>
                    <a:pt x="14697" y="55266"/>
                    <a:pt x="15304" y="55165"/>
                  </a:cubicBezTo>
                  <a:cubicBezTo>
                    <a:pt x="18977" y="54552"/>
                    <a:pt x="25710" y="46288"/>
                    <a:pt x="26475" y="45829"/>
                  </a:cubicBezTo>
                  <a:cubicBezTo>
                    <a:pt x="27241" y="45371"/>
                    <a:pt x="24638" y="38331"/>
                    <a:pt x="24027" y="35730"/>
                  </a:cubicBezTo>
                  <a:cubicBezTo>
                    <a:pt x="23414" y="33129"/>
                    <a:pt x="24638" y="31292"/>
                    <a:pt x="25404" y="30832"/>
                  </a:cubicBezTo>
                  <a:cubicBezTo>
                    <a:pt x="26169" y="30374"/>
                    <a:pt x="30606" y="27619"/>
                    <a:pt x="31524" y="25630"/>
                  </a:cubicBezTo>
                  <a:cubicBezTo>
                    <a:pt x="32443" y="23641"/>
                    <a:pt x="32290" y="20274"/>
                    <a:pt x="31984" y="17672"/>
                  </a:cubicBezTo>
                  <a:cubicBezTo>
                    <a:pt x="31677" y="15070"/>
                    <a:pt x="27852" y="6042"/>
                    <a:pt x="24486" y="3288"/>
                  </a:cubicBezTo>
                  <a:cubicBezTo>
                    <a:pt x="22223" y="1436"/>
                    <a:pt x="20099" y="0"/>
                    <a:pt x="179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54"/>
            <p:cNvSpPr/>
            <p:nvPr/>
          </p:nvSpPr>
          <p:spPr>
            <a:xfrm>
              <a:off x="1647500" y="2886300"/>
              <a:ext cx="825875" cy="1398450"/>
            </a:xfrm>
            <a:custGeom>
              <a:avLst/>
              <a:gdLst/>
              <a:ahLst/>
              <a:cxnLst/>
              <a:rect l="l" t="t" r="r" b="b"/>
              <a:pathLst>
                <a:path w="33035" h="55938" extrusionOk="0">
                  <a:moveTo>
                    <a:pt x="18282" y="606"/>
                  </a:moveTo>
                  <a:cubicBezTo>
                    <a:pt x="20183" y="606"/>
                    <a:pt x="22177" y="1854"/>
                    <a:pt x="24599" y="3834"/>
                  </a:cubicBezTo>
                  <a:cubicBezTo>
                    <a:pt x="27918" y="6550"/>
                    <a:pt x="31690" y="15495"/>
                    <a:pt x="31986" y="18017"/>
                  </a:cubicBezTo>
                  <a:cubicBezTo>
                    <a:pt x="32407" y="21591"/>
                    <a:pt x="32258" y="24286"/>
                    <a:pt x="31553" y="25811"/>
                  </a:cubicBezTo>
                  <a:cubicBezTo>
                    <a:pt x="30813" y="27415"/>
                    <a:pt x="27433" y="29752"/>
                    <a:pt x="25552" y="30880"/>
                  </a:cubicBezTo>
                  <a:cubicBezTo>
                    <a:pt x="24767" y="31352"/>
                    <a:pt x="23362" y="33251"/>
                    <a:pt x="24035" y="36110"/>
                  </a:cubicBezTo>
                  <a:cubicBezTo>
                    <a:pt x="24231" y="36943"/>
                    <a:pt x="24629" y="38226"/>
                    <a:pt x="25050" y="39583"/>
                  </a:cubicBezTo>
                  <a:cubicBezTo>
                    <a:pt x="25725" y="41763"/>
                    <a:pt x="26856" y="45414"/>
                    <a:pt x="26624" y="45877"/>
                  </a:cubicBezTo>
                  <a:cubicBezTo>
                    <a:pt x="26407" y="46008"/>
                    <a:pt x="25979" y="46460"/>
                    <a:pt x="25032" y="47470"/>
                  </a:cubicBezTo>
                  <a:cubicBezTo>
                    <a:pt x="22822" y="49826"/>
                    <a:pt x="18222" y="54730"/>
                    <a:pt x="15560" y="55173"/>
                  </a:cubicBezTo>
                  <a:cubicBezTo>
                    <a:pt x="14940" y="55277"/>
                    <a:pt x="14305" y="55327"/>
                    <a:pt x="13663" y="55327"/>
                  </a:cubicBezTo>
                  <a:cubicBezTo>
                    <a:pt x="10239" y="55327"/>
                    <a:pt x="6623" y="53896"/>
                    <a:pt x="4038" y="51428"/>
                  </a:cubicBezTo>
                  <a:cubicBezTo>
                    <a:pt x="1013" y="48540"/>
                    <a:pt x="785" y="43121"/>
                    <a:pt x="767" y="42395"/>
                  </a:cubicBezTo>
                  <a:lnTo>
                    <a:pt x="5010" y="35123"/>
                  </a:lnTo>
                  <a:cubicBezTo>
                    <a:pt x="5131" y="34914"/>
                    <a:pt x="4975" y="34662"/>
                    <a:pt x="4746" y="34662"/>
                  </a:cubicBezTo>
                  <a:cubicBezTo>
                    <a:pt x="4729" y="34662"/>
                    <a:pt x="4711" y="34663"/>
                    <a:pt x="4693" y="34666"/>
                  </a:cubicBezTo>
                  <a:cubicBezTo>
                    <a:pt x="3533" y="34867"/>
                    <a:pt x="2234" y="35005"/>
                    <a:pt x="1404" y="35005"/>
                  </a:cubicBezTo>
                  <a:cubicBezTo>
                    <a:pt x="1034" y="35005"/>
                    <a:pt x="757" y="34977"/>
                    <a:pt x="628" y="34915"/>
                  </a:cubicBezTo>
                  <a:cubicBezTo>
                    <a:pt x="861" y="34169"/>
                    <a:pt x="3480" y="30204"/>
                    <a:pt x="5914" y="26728"/>
                  </a:cubicBezTo>
                  <a:cubicBezTo>
                    <a:pt x="5944" y="26685"/>
                    <a:pt x="5963" y="26635"/>
                    <a:pt x="5968" y="26583"/>
                  </a:cubicBezTo>
                  <a:cubicBezTo>
                    <a:pt x="5978" y="26480"/>
                    <a:pt x="7055" y="16150"/>
                    <a:pt x="8709" y="11037"/>
                  </a:cubicBezTo>
                  <a:cubicBezTo>
                    <a:pt x="10321" y="6057"/>
                    <a:pt x="15149" y="1861"/>
                    <a:pt x="15343" y="1693"/>
                  </a:cubicBezTo>
                  <a:cubicBezTo>
                    <a:pt x="16329" y="944"/>
                    <a:pt x="17293" y="606"/>
                    <a:pt x="18282" y="606"/>
                  </a:cubicBezTo>
                  <a:close/>
                  <a:moveTo>
                    <a:pt x="18288" y="0"/>
                  </a:moveTo>
                  <a:cubicBezTo>
                    <a:pt x="17200" y="0"/>
                    <a:pt x="16092" y="354"/>
                    <a:pt x="14965" y="1211"/>
                  </a:cubicBezTo>
                  <a:lnTo>
                    <a:pt x="14952" y="1221"/>
                  </a:lnTo>
                  <a:cubicBezTo>
                    <a:pt x="14744" y="1399"/>
                    <a:pt x="9817" y="5623"/>
                    <a:pt x="8126" y="10848"/>
                  </a:cubicBezTo>
                  <a:cubicBezTo>
                    <a:pt x="6530" y="15782"/>
                    <a:pt x="5471" y="25463"/>
                    <a:pt x="5367" y="26441"/>
                  </a:cubicBezTo>
                  <a:cubicBezTo>
                    <a:pt x="4047" y="28328"/>
                    <a:pt x="1" y="34178"/>
                    <a:pt x="1" y="34969"/>
                  </a:cubicBezTo>
                  <a:cubicBezTo>
                    <a:pt x="1" y="35117"/>
                    <a:pt x="66" y="35254"/>
                    <a:pt x="187" y="35355"/>
                  </a:cubicBezTo>
                  <a:cubicBezTo>
                    <a:pt x="411" y="35545"/>
                    <a:pt x="923" y="35611"/>
                    <a:pt x="1534" y="35611"/>
                  </a:cubicBezTo>
                  <a:cubicBezTo>
                    <a:pt x="2383" y="35611"/>
                    <a:pt x="3424" y="35482"/>
                    <a:pt x="4154" y="35373"/>
                  </a:cubicBezTo>
                  <a:lnTo>
                    <a:pt x="4154" y="35373"/>
                  </a:lnTo>
                  <a:lnTo>
                    <a:pt x="196" y="42159"/>
                  </a:lnTo>
                  <a:cubicBezTo>
                    <a:pt x="168" y="42207"/>
                    <a:pt x="153" y="42260"/>
                    <a:pt x="153" y="42314"/>
                  </a:cubicBezTo>
                  <a:cubicBezTo>
                    <a:pt x="153" y="42569"/>
                    <a:pt x="193" y="48604"/>
                    <a:pt x="3615" y="51870"/>
                  </a:cubicBezTo>
                  <a:cubicBezTo>
                    <a:pt x="6312" y="54444"/>
                    <a:pt x="10088" y="55938"/>
                    <a:pt x="13668" y="55938"/>
                  </a:cubicBezTo>
                  <a:cubicBezTo>
                    <a:pt x="13675" y="55938"/>
                    <a:pt x="13682" y="55938"/>
                    <a:pt x="13688" y="55938"/>
                  </a:cubicBezTo>
                  <a:cubicBezTo>
                    <a:pt x="14350" y="55938"/>
                    <a:pt x="15009" y="55883"/>
                    <a:pt x="15661" y="55776"/>
                  </a:cubicBezTo>
                  <a:cubicBezTo>
                    <a:pt x="18527" y="55299"/>
                    <a:pt x="23049" y="50478"/>
                    <a:pt x="25478" y="47889"/>
                  </a:cubicBezTo>
                  <a:cubicBezTo>
                    <a:pt x="26151" y="47171"/>
                    <a:pt x="26787" y="46494"/>
                    <a:pt x="26939" y="46402"/>
                  </a:cubicBezTo>
                  <a:cubicBezTo>
                    <a:pt x="27563" y="46028"/>
                    <a:pt x="27160" y="44325"/>
                    <a:pt x="25633" y="39401"/>
                  </a:cubicBezTo>
                  <a:cubicBezTo>
                    <a:pt x="25216" y="38054"/>
                    <a:pt x="24821" y="36782"/>
                    <a:pt x="24631" y="35970"/>
                  </a:cubicBezTo>
                  <a:cubicBezTo>
                    <a:pt x="24041" y="33463"/>
                    <a:pt x="25233" y="31786"/>
                    <a:pt x="25868" y="31405"/>
                  </a:cubicBezTo>
                  <a:cubicBezTo>
                    <a:pt x="26402" y="31084"/>
                    <a:pt x="31121" y="28208"/>
                    <a:pt x="32109" y="26068"/>
                  </a:cubicBezTo>
                  <a:cubicBezTo>
                    <a:pt x="32870" y="24417"/>
                    <a:pt x="33034" y="21685"/>
                    <a:pt x="32593" y="17947"/>
                  </a:cubicBezTo>
                  <a:cubicBezTo>
                    <a:pt x="32295" y="15412"/>
                    <a:pt x="28543" y="6273"/>
                    <a:pt x="24985" y="3361"/>
                  </a:cubicBezTo>
                  <a:cubicBezTo>
                    <a:pt x="22851" y="1614"/>
                    <a:pt x="20614" y="0"/>
                    <a:pt x="18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4"/>
            <p:cNvSpPr/>
            <p:nvPr/>
          </p:nvSpPr>
          <p:spPr>
            <a:xfrm>
              <a:off x="2045425" y="2880400"/>
              <a:ext cx="439975" cy="497975"/>
            </a:xfrm>
            <a:custGeom>
              <a:avLst/>
              <a:gdLst/>
              <a:ahLst/>
              <a:cxnLst/>
              <a:rect l="l" t="t" r="r" b="b"/>
              <a:pathLst>
                <a:path w="17599" h="19919" extrusionOk="0">
                  <a:moveTo>
                    <a:pt x="6102" y="0"/>
                  </a:moveTo>
                  <a:cubicBezTo>
                    <a:pt x="4746" y="0"/>
                    <a:pt x="3399" y="287"/>
                    <a:pt x="2294" y="926"/>
                  </a:cubicBezTo>
                  <a:cubicBezTo>
                    <a:pt x="2294" y="926"/>
                    <a:pt x="0" y="4292"/>
                    <a:pt x="0" y="6740"/>
                  </a:cubicBezTo>
                  <a:cubicBezTo>
                    <a:pt x="0" y="9190"/>
                    <a:pt x="1989" y="13168"/>
                    <a:pt x="3519" y="15004"/>
                  </a:cubicBezTo>
                  <a:cubicBezTo>
                    <a:pt x="5049" y="16841"/>
                    <a:pt x="6427" y="18065"/>
                    <a:pt x="6427" y="18065"/>
                  </a:cubicBezTo>
                  <a:lnTo>
                    <a:pt x="9793" y="17300"/>
                  </a:lnTo>
                  <a:lnTo>
                    <a:pt x="9947" y="19901"/>
                  </a:lnTo>
                  <a:cubicBezTo>
                    <a:pt x="9947" y="19901"/>
                    <a:pt x="10377" y="19126"/>
                    <a:pt x="11496" y="19126"/>
                  </a:cubicBezTo>
                  <a:cubicBezTo>
                    <a:pt x="11869" y="19126"/>
                    <a:pt x="12319" y="19212"/>
                    <a:pt x="12855" y="19442"/>
                  </a:cubicBezTo>
                  <a:cubicBezTo>
                    <a:pt x="13667" y="19790"/>
                    <a:pt x="14369" y="19918"/>
                    <a:pt x="14927" y="19918"/>
                  </a:cubicBezTo>
                  <a:cubicBezTo>
                    <a:pt x="15843" y="19918"/>
                    <a:pt x="16374" y="19574"/>
                    <a:pt x="16374" y="19289"/>
                  </a:cubicBezTo>
                  <a:cubicBezTo>
                    <a:pt x="16374" y="18830"/>
                    <a:pt x="17598" y="15616"/>
                    <a:pt x="16374" y="10261"/>
                  </a:cubicBezTo>
                  <a:cubicBezTo>
                    <a:pt x="15150" y="4905"/>
                    <a:pt x="13772" y="3986"/>
                    <a:pt x="11783" y="1997"/>
                  </a:cubicBezTo>
                  <a:cubicBezTo>
                    <a:pt x="10550" y="763"/>
                    <a:pt x="8315" y="0"/>
                    <a:pt x="6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4"/>
            <p:cNvSpPr/>
            <p:nvPr/>
          </p:nvSpPr>
          <p:spPr>
            <a:xfrm>
              <a:off x="2037725" y="2872750"/>
              <a:ext cx="450275" cy="513300"/>
            </a:xfrm>
            <a:custGeom>
              <a:avLst/>
              <a:gdLst/>
              <a:ahLst/>
              <a:cxnLst/>
              <a:rect l="l" t="t" r="r" b="b"/>
              <a:pathLst>
                <a:path w="18011" h="20532" extrusionOk="0">
                  <a:moveTo>
                    <a:pt x="6412" y="600"/>
                  </a:moveTo>
                  <a:cubicBezTo>
                    <a:pt x="8568" y="600"/>
                    <a:pt x="10719" y="1365"/>
                    <a:pt x="11874" y="2520"/>
                  </a:cubicBezTo>
                  <a:cubicBezTo>
                    <a:pt x="12060" y="2707"/>
                    <a:pt x="12242" y="2884"/>
                    <a:pt x="12418" y="3056"/>
                  </a:cubicBezTo>
                  <a:cubicBezTo>
                    <a:pt x="14088" y="4689"/>
                    <a:pt x="15293" y="5868"/>
                    <a:pt x="16383" y="10636"/>
                  </a:cubicBezTo>
                  <a:cubicBezTo>
                    <a:pt x="17382" y="15008"/>
                    <a:pt x="16721" y="17947"/>
                    <a:pt x="16472" y="19055"/>
                  </a:cubicBezTo>
                  <a:cubicBezTo>
                    <a:pt x="16410" y="19331"/>
                    <a:pt x="16375" y="19482"/>
                    <a:pt x="16377" y="19580"/>
                  </a:cubicBezTo>
                  <a:cubicBezTo>
                    <a:pt x="16369" y="19603"/>
                    <a:pt x="16302" y="19686"/>
                    <a:pt x="16113" y="19767"/>
                  </a:cubicBezTo>
                  <a:cubicBezTo>
                    <a:pt x="15900" y="19859"/>
                    <a:pt x="15604" y="19919"/>
                    <a:pt x="15237" y="19919"/>
                  </a:cubicBezTo>
                  <a:cubicBezTo>
                    <a:pt x="14714" y="19919"/>
                    <a:pt x="14048" y="19796"/>
                    <a:pt x="13282" y="19468"/>
                  </a:cubicBezTo>
                  <a:cubicBezTo>
                    <a:pt x="12710" y="19222"/>
                    <a:pt x="12222" y="19129"/>
                    <a:pt x="11811" y="19129"/>
                  </a:cubicBezTo>
                  <a:cubicBezTo>
                    <a:pt x="11237" y="19129"/>
                    <a:pt x="10814" y="19311"/>
                    <a:pt x="10521" y="19516"/>
                  </a:cubicBezTo>
                  <a:lnTo>
                    <a:pt x="10408" y="17589"/>
                  </a:lnTo>
                  <a:cubicBezTo>
                    <a:pt x="10398" y="17423"/>
                    <a:pt x="10260" y="17301"/>
                    <a:pt x="10102" y="17301"/>
                  </a:cubicBezTo>
                  <a:cubicBezTo>
                    <a:pt x="10080" y="17301"/>
                    <a:pt x="10056" y="17304"/>
                    <a:pt x="10033" y="17309"/>
                  </a:cubicBezTo>
                  <a:lnTo>
                    <a:pt x="6823" y="18038"/>
                  </a:lnTo>
                  <a:cubicBezTo>
                    <a:pt x="6462" y="17705"/>
                    <a:pt x="5307" y="16610"/>
                    <a:pt x="4062" y="15115"/>
                  </a:cubicBezTo>
                  <a:cubicBezTo>
                    <a:pt x="2622" y="13387"/>
                    <a:pt x="614" y="9482"/>
                    <a:pt x="614" y="7047"/>
                  </a:cubicBezTo>
                  <a:cubicBezTo>
                    <a:pt x="614" y="4893"/>
                    <a:pt x="2520" y="1913"/>
                    <a:pt x="2817" y="1463"/>
                  </a:cubicBezTo>
                  <a:cubicBezTo>
                    <a:pt x="3884" y="863"/>
                    <a:pt x="5149" y="600"/>
                    <a:pt x="6412" y="600"/>
                  </a:cubicBezTo>
                  <a:close/>
                  <a:moveTo>
                    <a:pt x="6385" y="1"/>
                  </a:moveTo>
                  <a:cubicBezTo>
                    <a:pt x="4998" y="1"/>
                    <a:pt x="3611" y="294"/>
                    <a:pt x="2449" y="967"/>
                  </a:cubicBezTo>
                  <a:cubicBezTo>
                    <a:pt x="2410" y="990"/>
                    <a:pt x="2375" y="1021"/>
                    <a:pt x="2350" y="1059"/>
                  </a:cubicBezTo>
                  <a:cubicBezTo>
                    <a:pt x="2253" y="1201"/>
                    <a:pt x="0" y="4533"/>
                    <a:pt x="0" y="7047"/>
                  </a:cubicBezTo>
                  <a:cubicBezTo>
                    <a:pt x="0" y="9619"/>
                    <a:pt x="2092" y="13707"/>
                    <a:pt x="3591" y="15506"/>
                  </a:cubicBezTo>
                  <a:cubicBezTo>
                    <a:pt x="5118" y="17340"/>
                    <a:pt x="6517" y="18587"/>
                    <a:pt x="6530" y="18600"/>
                  </a:cubicBezTo>
                  <a:cubicBezTo>
                    <a:pt x="6587" y="18650"/>
                    <a:pt x="6659" y="18677"/>
                    <a:pt x="6733" y="18677"/>
                  </a:cubicBezTo>
                  <a:cubicBezTo>
                    <a:pt x="6756" y="18677"/>
                    <a:pt x="6779" y="18674"/>
                    <a:pt x="6802" y="18669"/>
                  </a:cubicBezTo>
                  <a:lnTo>
                    <a:pt x="9817" y="17985"/>
                  </a:lnTo>
                  <a:lnTo>
                    <a:pt x="9948" y="20226"/>
                  </a:lnTo>
                  <a:cubicBezTo>
                    <a:pt x="9957" y="20360"/>
                    <a:pt x="10052" y="20474"/>
                    <a:pt x="10184" y="20504"/>
                  </a:cubicBezTo>
                  <a:cubicBezTo>
                    <a:pt x="10207" y="20509"/>
                    <a:pt x="10230" y="20511"/>
                    <a:pt x="10253" y="20511"/>
                  </a:cubicBezTo>
                  <a:cubicBezTo>
                    <a:pt x="10361" y="20511"/>
                    <a:pt x="10464" y="20455"/>
                    <a:pt x="10520" y="20359"/>
                  </a:cubicBezTo>
                  <a:cubicBezTo>
                    <a:pt x="10540" y="20324"/>
                    <a:pt x="10895" y="19741"/>
                    <a:pt x="11807" y="19741"/>
                  </a:cubicBezTo>
                  <a:cubicBezTo>
                    <a:pt x="12140" y="19741"/>
                    <a:pt x="12548" y="19818"/>
                    <a:pt x="13041" y="20030"/>
                  </a:cubicBezTo>
                  <a:cubicBezTo>
                    <a:pt x="13889" y="20393"/>
                    <a:pt x="14630" y="20531"/>
                    <a:pt x="15233" y="20531"/>
                  </a:cubicBezTo>
                  <a:cubicBezTo>
                    <a:pt x="15843" y="20530"/>
                    <a:pt x="16311" y="20390"/>
                    <a:pt x="16600" y="20199"/>
                  </a:cubicBezTo>
                  <a:cubicBezTo>
                    <a:pt x="16849" y="20034"/>
                    <a:pt x="16988" y="19819"/>
                    <a:pt x="16988" y="19596"/>
                  </a:cubicBezTo>
                  <a:cubicBezTo>
                    <a:pt x="16989" y="19545"/>
                    <a:pt x="17030" y="19364"/>
                    <a:pt x="17069" y="19189"/>
                  </a:cubicBezTo>
                  <a:cubicBezTo>
                    <a:pt x="17326" y="18045"/>
                    <a:pt x="18010" y="15007"/>
                    <a:pt x="16980" y="10498"/>
                  </a:cubicBezTo>
                  <a:cubicBezTo>
                    <a:pt x="15850" y="5555"/>
                    <a:pt x="14591" y="4322"/>
                    <a:pt x="12847" y="2619"/>
                  </a:cubicBezTo>
                  <a:cubicBezTo>
                    <a:pt x="12671" y="2447"/>
                    <a:pt x="12491" y="2272"/>
                    <a:pt x="12306" y="2087"/>
                  </a:cubicBezTo>
                  <a:cubicBezTo>
                    <a:pt x="11052" y="832"/>
                    <a:pt x="8719" y="1"/>
                    <a:pt x="63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4"/>
            <p:cNvSpPr/>
            <p:nvPr/>
          </p:nvSpPr>
          <p:spPr>
            <a:xfrm>
              <a:off x="2098950" y="2915050"/>
              <a:ext cx="352000" cy="417000"/>
            </a:xfrm>
            <a:custGeom>
              <a:avLst/>
              <a:gdLst/>
              <a:ahLst/>
              <a:cxnLst/>
              <a:rect l="l" t="t" r="r" b="b"/>
              <a:pathLst>
                <a:path w="14080" h="16680" extrusionOk="0">
                  <a:moveTo>
                    <a:pt x="2823" y="0"/>
                  </a:moveTo>
                  <a:cubicBezTo>
                    <a:pt x="2336" y="0"/>
                    <a:pt x="1943" y="104"/>
                    <a:pt x="1684" y="305"/>
                  </a:cubicBezTo>
                  <a:cubicBezTo>
                    <a:pt x="1684" y="305"/>
                    <a:pt x="0" y="3213"/>
                    <a:pt x="919" y="5508"/>
                  </a:cubicBezTo>
                  <a:cubicBezTo>
                    <a:pt x="1837" y="7803"/>
                    <a:pt x="4745" y="10558"/>
                    <a:pt x="7039" y="12547"/>
                  </a:cubicBezTo>
                  <a:cubicBezTo>
                    <a:pt x="9334" y="14537"/>
                    <a:pt x="12242" y="16679"/>
                    <a:pt x="12242" y="16679"/>
                  </a:cubicBezTo>
                  <a:cubicBezTo>
                    <a:pt x="12242" y="16679"/>
                    <a:pt x="14079" y="11935"/>
                    <a:pt x="11171" y="6426"/>
                  </a:cubicBezTo>
                  <a:cubicBezTo>
                    <a:pt x="8809" y="1950"/>
                    <a:pt x="4933" y="0"/>
                    <a:pt x="2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4"/>
            <p:cNvSpPr/>
            <p:nvPr/>
          </p:nvSpPr>
          <p:spPr>
            <a:xfrm>
              <a:off x="2090750" y="2907375"/>
              <a:ext cx="367750" cy="432300"/>
            </a:xfrm>
            <a:custGeom>
              <a:avLst/>
              <a:gdLst/>
              <a:ahLst/>
              <a:cxnLst/>
              <a:rect l="l" t="t" r="r" b="b"/>
              <a:pathLst>
                <a:path w="14710" h="17292" extrusionOk="0">
                  <a:moveTo>
                    <a:pt x="3152" y="614"/>
                  </a:moveTo>
                  <a:cubicBezTo>
                    <a:pt x="3420" y="614"/>
                    <a:pt x="3722" y="648"/>
                    <a:pt x="4044" y="717"/>
                  </a:cubicBezTo>
                  <a:cubicBezTo>
                    <a:pt x="6092" y="1158"/>
                    <a:pt x="9202" y="3036"/>
                    <a:pt x="11229" y="6876"/>
                  </a:cubicBezTo>
                  <a:cubicBezTo>
                    <a:pt x="13563" y="11298"/>
                    <a:pt x="12755" y="15255"/>
                    <a:pt x="12410" y="16484"/>
                  </a:cubicBezTo>
                  <a:cubicBezTo>
                    <a:pt x="11573" y="15857"/>
                    <a:pt x="9369" y="14184"/>
                    <a:pt x="7569" y="12623"/>
                  </a:cubicBezTo>
                  <a:cubicBezTo>
                    <a:pt x="4202" y="9705"/>
                    <a:pt x="2227" y="7440"/>
                    <a:pt x="1531" y="5701"/>
                  </a:cubicBezTo>
                  <a:cubicBezTo>
                    <a:pt x="746" y="3738"/>
                    <a:pt x="2030" y="1221"/>
                    <a:pt x="2247" y="820"/>
                  </a:cubicBezTo>
                  <a:cubicBezTo>
                    <a:pt x="2454" y="684"/>
                    <a:pt x="2769" y="614"/>
                    <a:pt x="3152" y="614"/>
                  </a:cubicBezTo>
                  <a:close/>
                  <a:moveTo>
                    <a:pt x="3151" y="1"/>
                  </a:moveTo>
                  <a:cubicBezTo>
                    <a:pt x="2595" y="1"/>
                    <a:pt x="2139" y="126"/>
                    <a:pt x="1824" y="371"/>
                  </a:cubicBezTo>
                  <a:cubicBezTo>
                    <a:pt x="1793" y="395"/>
                    <a:pt x="1766" y="425"/>
                    <a:pt x="1747" y="459"/>
                  </a:cubicBezTo>
                  <a:cubicBezTo>
                    <a:pt x="1675" y="582"/>
                    <a:pt x="0" y="3522"/>
                    <a:pt x="963" y="5928"/>
                  </a:cubicBezTo>
                  <a:cubicBezTo>
                    <a:pt x="1695" y="7762"/>
                    <a:pt x="3726" y="10102"/>
                    <a:pt x="7168" y="13086"/>
                  </a:cubicBezTo>
                  <a:cubicBezTo>
                    <a:pt x="9445" y="15060"/>
                    <a:pt x="12360" y="17211"/>
                    <a:pt x="12390" y="17232"/>
                  </a:cubicBezTo>
                  <a:cubicBezTo>
                    <a:pt x="12442" y="17271"/>
                    <a:pt x="12506" y="17292"/>
                    <a:pt x="12572" y="17292"/>
                  </a:cubicBezTo>
                  <a:cubicBezTo>
                    <a:pt x="12600" y="17292"/>
                    <a:pt x="12629" y="17289"/>
                    <a:pt x="12657" y="17281"/>
                  </a:cubicBezTo>
                  <a:cubicBezTo>
                    <a:pt x="12748" y="17253"/>
                    <a:pt x="12822" y="17186"/>
                    <a:pt x="12856" y="17097"/>
                  </a:cubicBezTo>
                  <a:cubicBezTo>
                    <a:pt x="12934" y="16898"/>
                    <a:pt x="14710" y="12158"/>
                    <a:pt x="11771" y="6591"/>
                  </a:cubicBezTo>
                  <a:cubicBezTo>
                    <a:pt x="9645" y="2564"/>
                    <a:pt x="6350" y="588"/>
                    <a:pt x="4173" y="119"/>
                  </a:cubicBezTo>
                  <a:cubicBezTo>
                    <a:pt x="3806" y="40"/>
                    <a:pt x="3462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4"/>
            <p:cNvSpPr/>
            <p:nvPr/>
          </p:nvSpPr>
          <p:spPr>
            <a:xfrm>
              <a:off x="2118075" y="2574525"/>
              <a:ext cx="436175" cy="566225"/>
            </a:xfrm>
            <a:custGeom>
              <a:avLst/>
              <a:gdLst/>
              <a:ahLst/>
              <a:cxnLst/>
              <a:rect l="l" t="t" r="r" b="b"/>
              <a:pathLst>
                <a:path w="17447" h="22649" extrusionOk="0">
                  <a:moveTo>
                    <a:pt x="14232" y="0"/>
                  </a:moveTo>
                  <a:cubicBezTo>
                    <a:pt x="14232" y="0"/>
                    <a:pt x="10100" y="2448"/>
                    <a:pt x="9029" y="2908"/>
                  </a:cubicBezTo>
                  <a:cubicBezTo>
                    <a:pt x="7958" y="3367"/>
                    <a:pt x="3367" y="5509"/>
                    <a:pt x="2756" y="8264"/>
                  </a:cubicBezTo>
                  <a:cubicBezTo>
                    <a:pt x="2143" y="11018"/>
                    <a:pt x="613" y="14844"/>
                    <a:pt x="307" y="15762"/>
                  </a:cubicBezTo>
                  <a:cubicBezTo>
                    <a:pt x="1" y="16680"/>
                    <a:pt x="307" y="17904"/>
                    <a:pt x="1225" y="19129"/>
                  </a:cubicBezTo>
                  <a:cubicBezTo>
                    <a:pt x="2143" y="20353"/>
                    <a:pt x="7041" y="22649"/>
                    <a:pt x="8112" y="22649"/>
                  </a:cubicBezTo>
                  <a:cubicBezTo>
                    <a:pt x="9182" y="22649"/>
                    <a:pt x="9642" y="16221"/>
                    <a:pt x="9642" y="16221"/>
                  </a:cubicBezTo>
                  <a:lnTo>
                    <a:pt x="13927" y="16221"/>
                  </a:lnTo>
                  <a:cubicBezTo>
                    <a:pt x="15609" y="16221"/>
                    <a:pt x="14998" y="15303"/>
                    <a:pt x="15457" y="13314"/>
                  </a:cubicBezTo>
                  <a:cubicBezTo>
                    <a:pt x="15916" y="11324"/>
                    <a:pt x="15609" y="8263"/>
                    <a:pt x="15609" y="8263"/>
                  </a:cubicBezTo>
                  <a:cubicBezTo>
                    <a:pt x="15609" y="8263"/>
                    <a:pt x="16835" y="6274"/>
                    <a:pt x="17140" y="5815"/>
                  </a:cubicBezTo>
                  <a:cubicBezTo>
                    <a:pt x="17446" y="5355"/>
                    <a:pt x="15304" y="4131"/>
                    <a:pt x="15304" y="4131"/>
                  </a:cubicBezTo>
                  <a:lnTo>
                    <a:pt x="15304" y="3060"/>
                  </a:lnTo>
                  <a:cubicBezTo>
                    <a:pt x="15304" y="2601"/>
                    <a:pt x="14232" y="0"/>
                    <a:pt x="142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4"/>
            <p:cNvSpPr/>
            <p:nvPr/>
          </p:nvSpPr>
          <p:spPr>
            <a:xfrm>
              <a:off x="2109800" y="2566850"/>
              <a:ext cx="445875" cy="581550"/>
            </a:xfrm>
            <a:custGeom>
              <a:avLst/>
              <a:gdLst/>
              <a:ahLst/>
              <a:cxnLst/>
              <a:rect l="l" t="t" r="r" b="b"/>
              <a:pathLst>
                <a:path w="17835" h="23262" extrusionOk="0">
                  <a:moveTo>
                    <a:pt x="14414" y="750"/>
                  </a:moveTo>
                  <a:cubicBezTo>
                    <a:pt x="14875" y="1895"/>
                    <a:pt x="15328" y="3140"/>
                    <a:pt x="15328" y="3368"/>
                  </a:cubicBezTo>
                  <a:lnTo>
                    <a:pt x="15328" y="4439"/>
                  </a:lnTo>
                  <a:cubicBezTo>
                    <a:pt x="15328" y="4549"/>
                    <a:pt x="15387" y="4650"/>
                    <a:pt x="15482" y="4704"/>
                  </a:cubicBezTo>
                  <a:cubicBezTo>
                    <a:pt x="16305" y="5175"/>
                    <a:pt x="17071" y="5762"/>
                    <a:pt x="17183" y="6001"/>
                  </a:cubicBezTo>
                  <a:cubicBezTo>
                    <a:pt x="16835" y="6532"/>
                    <a:pt x="15728" y="8332"/>
                    <a:pt x="15679" y="8411"/>
                  </a:cubicBezTo>
                  <a:cubicBezTo>
                    <a:pt x="15644" y="8467"/>
                    <a:pt x="15628" y="8535"/>
                    <a:pt x="15636" y="8601"/>
                  </a:cubicBezTo>
                  <a:cubicBezTo>
                    <a:pt x="15638" y="8631"/>
                    <a:pt x="15932" y="11633"/>
                    <a:pt x="15488" y="13552"/>
                  </a:cubicBezTo>
                  <a:cubicBezTo>
                    <a:pt x="15350" y="14152"/>
                    <a:pt x="15306" y="14659"/>
                    <a:pt x="15270" y="15064"/>
                  </a:cubicBezTo>
                  <a:cubicBezTo>
                    <a:pt x="15184" y="16045"/>
                    <a:pt x="15168" y="16223"/>
                    <a:pt x="14257" y="16223"/>
                  </a:cubicBezTo>
                  <a:lnTo>
                    <a:pt x="9972" y="16223"/>
                  </a:lnTo>
                  <a:cubicBezTo>
                    <a:pt x="9811" y="16223"/>
                    <a:pt x="9678" y="16347"/>
                    <a:pt x="9667" y="16506"/>
                  </a:cubicBezTo>
                  <a:cubicBezTo>
                    <a:pt x="9440" y="19681"/>
                    <a:pt x="8875" y="22495"/>
                    <a:pt x="8442" y="22650"/>
                  </a:cubicBezTo>
                  <a:cubicBezTo>
                    <a:pt x="7475" y="22650"/>
                    <a:pt x="2664" y="20403"/>
                    <a:pt x="1801" y="19252"/>
                  </a:cubicBezTo>
                  <a:cubicBezTo>
                    <a:pt x="964" y="18137"/>
                    <a:pt x="646" y="17011"/>
                    <a:pt x="928" y="16166"/>
                  </a:cubicBezTo>
                  <a:cubicBezTo>
                    <a:pt x="995" y="15963"/>
                    <a:pt x="1124" y="15618"/>
                    <a:pt x="1288" y="15174"/>
                  </a:cubicBezTo>
                  <a:cubicBezTo>
                    <a:pt x="1853" y="13645"/>
                    <a:pt x="2905" y="10799"/>
                    <a:pt x="3385" y="8637"/>
                  </a:cubicBezTo>
                  <a:cubicBezTo>
                    <a:pt x="3989" y="5920"/>
                    <a:pt x="8920" y="3736"/>
                    <a:pt x="9481" y="3495"/>
                  </a:cubicBezTo>
                  <a:cubicBezTo>
                    <a:pt x="10398" y="3103"/>
                    <a:pt x="13430" y="1330"/>
                    <a:pt x="14414" y="750"/>
                  </a:cubicBezTo>
                  <a:close/>
                  <a:moveTo>
                    <a:pt x="14563" y="1"/>
                  </a:moveTo>
                  <a:cubicBezTo>
                    <a:pt x="14509" y="1"/>
                    <a:pt x="14455" y="15"/>
                    <a:pt x="14407" y="44"/>
                  </a:cubicBezTo>
                  <a:cubicBezTo>
                    <a:pt x="14366" y="69"/>
                    <a:pt x="10281" y="2487"/>
                    <a:pt x="9241" y="2934"/>
                  </a:cubicBezTo>
                  <a:cubicBezTo>
                    <a:pt x="8278" y="3346"/>
                    <a:pt x="3444" y="5554"/>
                    <a:pt x="2788" y="8505"/>
                  </a:cubicBezTo>
                  <a:cubicBezTo>
                    <a:pt x="2316" y="10626"/>
                    <a:pt x="1273" y="13447"/>
                    <a:pt x="714" y="14962"/>
                  </a:cubicBezTo>
                  <a:cubicBezTo>
                    <a:pt x="546" y="15414"/>
                    <a:pt x="417" y="15766"/>
                    <a:pt x="347" y="15972"/>
                  </a:cubicBezTo>
                  <a:cubicBezTo>
                    <a:pt x="1" y="17013"/>
                    <a:pt x="352" y="18341"/>
                    <a:pt x="1311" y="19619"/>
                  </a:cubicBezTo>
                  <a:cubicBezTo>
                    <a:pt x="2287" y="20921"/>
                    <a:pt x="7319" y="23262"/>
                    <a:pt x="8442" y="23262"/>
                  </a:cubicBezTo>
                  <a:cubicBezTo>
                    <a:pt x="9578" y="23262"/>
                    <a:pt x="10063" y="19361"/>
                    <a:pt x="10256" y="16835"/>
                  </a:cubicBezTo>
                  <a:lnTo>
                    <a:pt x="14258" y="16835"/>
                  </a:lnTo>
                  <a:cubicBezTo>
                    <a:pt x="15730" y="16835"/>
                    <a:pt x="15796" y="16078"/>
                    <a:pt x="15881" y="15118"/>
                  </a:cubicBezTo>
                  <a:cubicBezTo>
                    <a:pt x="15915" y="14732"/>
                    <a:pt x="15957" y="14249"/>
                    <a:pt x="16086" y="13690"/>
                  </a:cubicBezTo>
                  <a:cubicBezTo>
                    <a:pt x="16509" y="11858"/>
                    <a:pt x="16305" y="9208"/>
                    <a:pt x="16255" y="8644"/>
                  </a:cubicBezTo>
                  <a:cubicBezTo>
                    <a:pt x="16494" y="8257"/>
                    <a:pt x="17462" y="6687"/>
                    <a:pt x="17725" y="6293"/>
                  </a:cubicBezTo>
                  <a:cubicBezTo>
                    <a:pt x="17779" y="6211"/>
                    <a:pt x="17835" y="6077"/>
                    <a:pt x="17791" y="5893"/>
                  </a:cubicBezTo>
                  <a:cubicBezTo>
                    <a:pt x="17661" y="5338"/>
                    <a:pt x="16488" y="4588"/>
                    <a:pt x="15940" y="4263"/>
                  </a:cubicBezTo>
                  <a:lnTo>
                    <a:pt x="15940" y="3368"/>
                  </a:lnTo>
                  <a:cubicBezTo>
                    <a:pt x="15940" y="2886"/>
                    <a:pt x="15103" y="814"/>
                    <a:pt x="14847" y="191"/>
                  </a:cubicBezTo>
                  <a:cubicBezTo>
                    <a:pt x="14813" y="109"/>
                    <a:pt x="14745" y="45"/>
                    <a:pt x="14661" y="17"/>
                  </a:cubicBezTo>
                  <a:cubicBezTo>
                    <a:pt x="14629" y="6"/>
                    <a:pt x="14596" y="1"/>
                    <a:pt x="145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4"/>
            <p:cNvSpPr/>
            <p:nvPr/>
          </p:nvSpPr>
          <p:spPr>
            <a:xfrm>
              <a:off x="1808175" y="2836350"/>
              <a:ext cx="264025" cy="251425"/>
            </a:xfrm>
            <a:custGeom>
              <a:avLst/>
              <a:gdLst/>
              <a:ahLst/>
              <a:cxnLst/>
              <a:rect l="l" t="t" r="r" b="b"/>
              <a:pathLst>
                <a:path w="10561" h="10057" extrusionOk="0">
                  <a:moveTo>
                    <a:pt x="5413" y="1"/>
                  </a:moveTo>
                  <a:cubicBezTo>
                    <a:pt x="4942" y="1"/>
                    <a:pt x="4501" y="25"/>
                    <a:pt x="4133" y="87"/>
                  </a:cubicBezTo>
                  <a:cubicBezTo>
                    <a:pt x="2296" y="392"/>
                    <a:pt x="1" y="2995"/>
                    <a:pt x="1" y="5596"/>
                  </a:cubicBezTo>
                  <a:cubicBezTo>
                    <a:pt x="1" y="8197"/>
                    <a:pt x="1990" y="9726"/>
                    <a:pt x="5204" y="10033"/>
                  </a:cubicBezTo>
                  <a:cubicBezTo>
                    <a:pt x="5371" y="10049"/>
                    <a:pt x="5534" y="10057"/>
                    <a:pt x="5695" y="10057"/>
                  </a:cubicBezTo>
                  <a:cubicBezTo>
                    <a:pt x="8634" y="10057"/>
                    <a:pt x="10560" y="7506"/>
                    <a:pt x="10560" y="6054"/>
                  </a:cubicBezTo>
                  <a:cubicBezTo>
                    <a:pt x="10560" y="4524"/>
                    <a:pt x="10407" y="2841"/>
                    <a:pt x="9642" y="392"/>
                  </a:cubicBezTo>
                  <a:cubicBezTo>
                    <a:pt x="9642" y="392"/>
                    <a:pt x="7293" y="1"/>
                    <a:pt x="5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4"/>
            <p:cNvSpPr/>
            <p:nvPr/>
          </p:nvSpPr>
          <p:spPr>
            <a:xfrm>
              <a:off x="1800550" y="2828675"/>
              <a:ext cx="279325" cy="266750"/>
            </a:xfrm>
            <a:custGeom>
              <a:avLst/>
              <a:gdLst/>
              <a:ahLst/>
              <a:cxnLst/>
              <a:rect l="l" t="t" r="r" b="b"/>
              <a:pathLst>
                <a:path w="11173" h="10670" extrusionOk="0">
                  <a:moveTo>
                    <a:pt x="5713" y="613"/>
                  </a:moveTo>
                  <a:cubicBezTo>
                    <a:pt x="7244" y="613"/>
                    <a:pt x="9122" y="881"/>
                    <a:pt x="9711" y="972"/>
                  </a:cubicBezTo>
                  <a:cubicBezTo>
                    <a:pt x="10458" y="3421"/>
                    <a:pt x="10559" y="5068"/>
                    <a:pt x="10559" y="6361"/>
                  </a:cubicBezTo>
                  <a:cubicBezTo>
                    <a:pt x="10559" y="6961"/>
                    <a:pt x="10143" y="7944"/>
                    <a:pt x="9211" y="8791"/>
                  </a:cubicBezTo>
                  <a:cubicBezTo>
                    <a:pt x="8672" y="9282"/>
                    <a:pt x="7573" y="10059"/>
                    <a:pt x="6012" y="10059"/>
                  </a:cubicBezTo>
                  <a:cubicBezTo>
                    <a:pt x="5858" y="10059"/>
                    <a:pt x="5700" y="10052"/>
                    <a:pt x="5538" y="10036"/>
                  </a:cubicBezTo>
                  <a:cubicBezTo>
                    <a:pt x="2362" y="9733"/>
                    <a:pt x="613" y="8265"/>
                    <a:pt x="613" y="5903"/>
                  </a:cubicBezTo>
                  <a:cubicBezTo>
                    <a:pt x="613" y="3489"/>
                    <a:pt x="2780" y="980"/>
                    <a:pt x="4489" y="695"/>
                  </a:cubicBezTo>
                  <a:cubicBezTo>
                    <a:pt x="4839" y="636"/>
                    <a:pt x="5261" y="613"/>
                    <a:pt x="5713" y="613"/>
                  </a:cubicBezTo>
                  <a:close/>
                  <a:moveTo>
                    <a:pt x="5725" y="1"/>
                  </a:moveTo>
                  <a:cubicBezTo>
                    <a:pt x="5236" y="1"/>
                    <a:pt x="4775" y="27"/>
                    <a:pt x="4388" y="91"/>
                  </a:cubicBezTo>
                  <a:cubicBezTo>
                    <a:pt x="2413" y="420"/>
                    <a:pt x="0" y="3166"/>
                    <a:pt x="0" y="5903"/>
                  </a:cubicBezTo>
                  <a:cubicBezTo>
                    <a:pt x="0" y="8585"/>
                    <a:pt x="1997" y="10313"/>
                    <a:pt x="5480" y="10645"/>
                  </a:cubicBezTo>
                  <a:cubicBezTo>
                    <a:pt x="5653" y="10662"/>
                    <a:pt x="5825" y="10669"/>
                    <a:pt x="5995" y="10669"/>
                  </a:cubicBezTo>
                  <a:cubicBezTo>
                    <a:pt x="7329" y="10669"/>
                    <a:pt x="8601" y="10173"/>
                    <a:pt x="9623" y="9244"/>
                  </a:cubicBezTo>
                  <a:cubicBezTo>
                    <a:pt x="10564" y="8387"/>
                    <a:pt x="11172" y="7256"/>
                    <a:pt x="11172" y="6361"/>
                  </a:cubicBezTo>
                  <a:cubicBezTo>
                    <a:pt x="11172" y="4991"/>
                    <a:pt x="11060" y="3236"/>
                    <a:pt x="10239" y="609"/>
                  </a:cubicBezTo>
                  <a:cubicBezTo>
                    <a:pt x="10205" y="498"/>
                    <a:pt x="10111" y="416"/>
                    <a:pt x="9998" y="397"/>
                  </a:cubicBezTo>
                  <a:cubicBezTo>
                    <a:pt x="9877" y="377"/>
                    <a:pt x="7595" y="1"/>
                    <a:pt x="57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4"/>
            <p:cNvSpPr/>
            <p:nvPr/>
          </p:nvSpPr>
          <p:spPr>
            <a:xfrm>
              <a:off x="1945925" y="2374125"/>
              <a:ext cx="573900" cy="595300"/>
            </a:xfrm>
            <a:custGeom>
              <a:avLst/>
              <a:gdLst/>
              <a:ahLst/>
              <a:cxnLst/>
              <a:rect l="l" t="t" r="r" b="b"/>
              <a:pathLst>
                <a:path w="22956" h="23812" extrusionOk="0">
                  <a:moveTo>
                    <a:pt x="14815" y="0"/>
                  </a:moveTo>
                  <a:cubicBezTo>
                    <a:pt x="12912" y="0"/>
                    <a:pt x="10669" y="248"/>
                    <a:pt x="7805" y="1282"/>
                  </a:cubicBezTo>
                  <a:cubicBezTo>
                    <a:pt x="2296" y="3272"/>
                    <a:pt x="1" y="9699"/>
                    <a:pt x="307" y="13067"/>
                  </a:cubicBezTo>
                  <a:cubicBezTo>
                    <a:pt x="612" y="16434"/>
                    <a:pt x="5663" y="23319"/>
                    <a:pt x="8264" y="23779"/>
                  </a:cubicBezTo>
                  <a:cubicBezTo>
                    <a:pt x="8388" y="23801"/>
                    <a:pt x="8506" y="23811"/>
                    <a:pt x="8618" y="23811"/>
                  </a:cubicBezTo>
                  <a:cubicBezTo>
                    <a:pt x="10866" y="23811"/>
                    <a:pt x="10866" y="19647"/>
                    <a:pt x="10866" y="19647"/>
                  </a:cubicBezTo>
                  <a:lnTo>
                    <a:pt x="13467" y="18116"/>
                  </a:lnTo>
                  <a:cubicBezTo>
                    <a:pt x="13467" y="18116"/>
                    <a:pt x="19283" y="11841"/>
                    <a:pt x="21118" y="8016"/>
                  </a:cubicBezTo>
                  <a:cubicBezTo>
                    <a:pt x="22955" y="4190"/>
                    <a:pt x="22343" y="212"/>
                    <a:pt x="19436" y="212"/>
                  </a:cubicBezTo>
                  <a:cubicBezTo>
                    <a:pt x="18039" y="212"/>
                    <a:pt x="16573" y="0"/>
                    <a:pt x="148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54"/>
            <p:cNvSpPr/>
            <p:nvPr/>
          </p:nvSpPr>
          <p:spPr>
            <a:xfrm>
              <a:off x="1937575" y="2366500"/>
              <a:ext cx="578925" cy="610550"/>
            </a:xfrm>
            <a:custGeom>
              <a:avLst/>
              <a:gdLst/>
              <a:ahLst/>
              <a:cxnLst/>
              <a:rect l="l" t="t" r="r" b="b"/>
              <a:pathLst>
                <a:path w="23157" h="24422" extrusionOk="0">
                  <a:moveTo>
                    <a:pt x="15131" y="610"/>
                  </a:moveTo>
                  <a:cubicBezTo>
                    <a:pt x="16050" y="610"/>
                    <a:pt x="16895" y="669"/>
                    <a:pt x="17705" y="725"/>
                  </a:cubicBezTo>
                  <a:cubicBezTo>
                    <a:pt x="18423" y="775"/>
                    <a:pt x="19101" y="823"/>
                    <a:pt x="19770" y="823"/>
                  </a:cubicBezTo>
                  <a:cubicBezTo>
                    <a:pt x="20585" y="823"/>
                    <a:pt x="21213" y="1164"/>
                    <a:pt x="21636" y="1836"/>
                  </a:cubicBezTo>
                  <a:cubicBezTo>
                    <a:pt x="22515" y="3232"/>
                    <a:pt x="22331" y="5786"/>
                    <a:pt x="21177" y="8188"/>
                  </a:cubicBezTo>
                  <a:cubicBezTo>
                    <a:pt x="19448" y="11788"/>
                    <a:pt x="14061" y="17686"/>
                    <a:pt x="13607" y="18181"/>
                  </a:cubicBezTo>
                  <a:lnTo>
                    <a:pt x="11045" y="19687"/>
                  </a:lnTo>
                  <a:cubicBezTo>
                    <a:pt x="10951" y="19742"/>
                    <a:pt x="10893" y="19843"/>
                    <a:pt x="10893" y="19952"/>
                  </a:cubicBezTo>
                  <a:cubicBezTo>
                    <a:pt x="10893" y="19977"/>
                    <a:pt x="10878" y="22591"/>
                    <a:pt x="9784" y="23508"/>
                  </a:cubicBezTo>
                  <a:cubicBezTo>
                    <a:pt x="9543" y="23710"/>
                    <a:pt x="9270" y="23810"/>
                    <a:pt x="8954" y="23810"/>
                  </a:cubicBezTo>
                  <a:cubicBezTo>
                    <a:pt x="8857" y="23810"/>
                    <a:pt x="8756" y="23800"/>
                    <a:pt x="8651" y="23781"/>
                  </a:cubicBezTo>
                  <a:cubicBezTo>
                    <a:pt x="6213" y="23352"/>
                    <a:pt x="1243" y="16620"/>
                    <a:pt x="945" y="13343"/>
                  </a:cubicBezTo>
                  <a:cubicBezTo>
                    <a:pt x="627" y="9848"/>
                    <a:pt x="3043" y="3753"/>
                    <a:pt x="8243" y="1875"/>
                  </a:cubicBezTo>
                  <a:cubicBezTo>
                    <a:pt x="11065" y="856"/>
                    <a:pt x="13253" y="610"/>
                    <a:pt x="15131" y="610"/>
                  </a:cubicBezTo>
                  <a:close/>
                  <a:moveTo>
                    <a:pt x="15171" y="0"/>
                  </a:moveTo>
                  <a:cubicBezTo>
                    <a:pt x="13244" y="0"/>
                    <a:pt x="10941" y="250"/>
                    <a:pt x="8035" y="1300"/>
                  </a:cubicBezTo>
                  <a:cubicBezTo>
                    <a:pt x="2549" y="3281"/>
                    <a:pt x="0" y="9712"/>
                    <a:pt x="336" y="13398"/>
                  </a:cubicBezTo>
                  <a:cubicBezTo>
                    <a:pt x="657" y="16932"/>
                    <a:pt x="5874" y="23913"/>
                    <a:pt x="8545" y="24384"/>
                  </a:cubicBezTo>
                  <a:cubicBezTo>
                    <a:pt x="8680" y="24410"/>
                    <a:pt x="8817" y="24422"/>
                    <a:pt x="8955" y="24422"/>
                  </a:cubicBezTo>
                  <a:cubicBezTo>
                    <a:pt x="9415" y="24422"/>
                    <a:pt x="9825" y="24272"/>
                    <a:pt x="10178" y="23976"/>
                  </a:cubicBezTo>
                  <a:cubicBezTo>
                    <a:pt x="11317" y="23021"/>
                    <a:pt x="11479" y="20780"/>
                    <a:pt x="11502" y="20129"/>
                  </a:cubicBezTo>
                  <a:lnTo>
                    <a:pt x="13956" y="18685"/>
                  </a:lnTo>
                  <a:cubicBezTo>
                    <a:pt x="13982" y="18669"/>
                    <a:pt x="14005" y="18650"/>
                    <a:pt x="14025" y="18629"/>
                  </a:cubicBezTo>
                  <a:cubicBezTo>
                    <a:pt x="14264" y="18371"/>
                    <a:pt x="19893" y="12277"/>
                    <a:pt x="21728" y="8453"/>
                  </a:cubicBezTo>
                  <a:cubicBezTo>
                    <a:pt x="22989" y="5828"/>
                    <a:pt x="23156" y="3103"/>
                    <a:pt x="22154" y="1511"/>
                  </a:cubicBezTo>
                  <a:cubicBezTo>
                    <a:pt x="21619" y="660"/>
                    <a:pt x="20794" y="210"/>
                    <a:pt x="19769" y="210"/>
                  </a:cubicBezTo>
                  <a:cubicBezTo>
                    <a:pt x="19122" y="210"/>
                    <a:pt x="18454" y="164"/>
                    <a:pt x="17747" y="115"/>
                  </a:cubicBezTo>
                  <a:cubicBezTo>
                    <a:pt x="16960" y="60"/>
                    <a:pt x="16110" y="0"/>
                    <a:pt x="151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54"/>
            <p:cNvSpPr/>
            <p:nvPr/>
          </p:nvSpPr>
          <p:spPr>
            <a:xfrm>
              <a:off x="2183150" y="2795950"/>
              <a:ext cx="133925" cy="136850"/>
            </a:xfrm>
            <a:custGeom>
              <a:avLst/>
              <a:gdLst/>
              <a:ahLst/>
              <a:cxnLst/>
              <a:rect l="l" t="t" r="r" b="b"/>
              <a:pathLst>
                <a:path w="5357" h="5474" extrusionOk="0">
                  <a:moveTo>
                    <a:pt x="2323" y="0"/>
                  </a:moveTo>
                  <a:cubicBezTo>
                    <a:pt x="2116" y="0"/>
                    <a:pt x="1902" y="52"/>
                    <a:pt x="1683" y="172"/>
                  </a:cubicBezTo>
                  <a:cubicBezTo>
                    <a:pt x="0" y="1090"/>
                    <a:pt x="1530" y="4457"/>
                    <a:pt x="2601" y="5222"/>
                  </a:cubicBezTo>
                  <a:cubicBezTo>
                    <a:pt x="2856" y="5404"/>
                    <a:pt x="3146" y="5474"/>
                    <a:pt x="3439" y="5474"/>
                  </a:cubicBezTo>
                  <a:cubicBezTo>
                    <a:pt x="4378" y="5474"/>
                    <a:pt x="5356" y="4762"/>
                    <a:pt x="5356" y="4762"/>
                  </a:cubicBezTo>
                  <a:lnTo>
                    <a:pt x="4744" y="2314"/>
                  </a:lnTo>
                  <a:cubicBezTo>
                    <a:pt x="4744" y="2314"/>
                    <a:pt x="3702" y="0"/>
                    <a:pt x="23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4"/>
            <p:cNvSpPr/>
            <p:nvPr/>
          </p:nvSpPr>
          <p:spPr>
            <a:xfrm>
              <a:off x="2196825" y="2788275"/>
              <a:ext cx="128800" cy="152175"/>
            </a:xfrm>
            <a:custGeom>
              <a:avLst/>
              <a:gdLst/>
              <a:ahLst/>
              <a:cxnLst/>
              <a:rect l="l" t="t" r="r" b="b"/>
              <a:pathLst>
                <a:path w="5152" h="6087" extrusionOk="0">
                  <a:moveTo>
                    <a:pt x="1774" y="0"/>
                  </a:moveTo>
                  <a:cubicBezTo>
                    <a:pt x="1507" y="0"/>
                    <a:pt x="1244" y="70"/>
                    <a:pt x="988" y="211"/>
                  </a:cubicBezTo>
                  <a:cubicBezTo>
                    <a:pt x="441" y="509"/>
                    <a:pt x="129" y="1048"/>
                    <a:pt x="86" y="1770"/>
                  </a:cubicBezTo>
                  <a:cubicBezTo>
                    <a:pt x="0" y="3179"/>
                    <a:pt x="998" y="5151"/>
                    <a:pt x="1876" y="5778"/>
                  </a:cubicBezTo>
                  <a:cubicBezTo>
                    <a:pt x="2189" y="6002"/>
                    <a:pt x="2539" y="6086"/>
                    <a:pt x="2889" y="6086"/>
                  </a:cubicBezTo>
                  <a:cubicBezTo>
                    <a:pt x="3915" y="6086"/>
                    <a:pt x="4932" y="5358"/>
                    <a:pt x="4989" y="5317"/>
                  </a:cubicBezTo>
                  <a:cubicBezTo>
                    <a:pt x="5123" y="5218"/>
                    <a:pt x="5151" y="5028"/>
                    <a:pt x="5053" y="4892"/>
                  </a:cubicBezTo>
                  <a:cubicBezTo>
                    <a:pt x="4993" y="4810"/>
                    <a:pt x="4899" y="4766"/>
                    <a:pt x="4805" y="4766"/>
                  </a:cubicBezTo>
                  <a:cubicBezTo>
                    <a:pt x="4744" y="4766"/>
                    <a:pt x="4682" y="4784"/>
                    <a:pt x="4629" y="4822"/>
                  </a:cubicBezTo>
                  <a:cubicBezTo>
                    <a:pt x="4617" y="4831"/>
                    <a:pt x="3703" y="5473"/>
                    <a:pt x="2889" y="5473"/>
                  </a:cubicBezTo>
                  <a:cubicBezTo>
                    <a:pt x="2653" y="5473"/>
                    <a:pt x="2426" y="5419"/>
                    <a:pt x="2231" y="5280"/>
                  </a:cubicBezTo>
                  <a:cubicBezTo>
                    <a:pt x="1571" y="4808"/>
                    <a:pt x="621" y="3064"/>
                    <a:pt x="696" y="1807"/>
                  </a:cubicBezTo>
                  <a:cubicBezTo>
                    <a:pt x="728" y="1298"/>
                    <a:pt x="924" y="943"/>
                    <a:pt x="1282" y="748"/>
                  </a:cubicBezTo>
                  <a:cubicBezTo>
                    <a:pt x="1446" y="658"/>
                    <a:pt x="1610" y="613"/>
                    <a:pt x="1776" y="613"/>
                  </a:cubicBezTo>
                  <a:cubicBezTo>
                    <a:pt x="1883" y="613"/>
                    <a:pt x="1991" y="632"/>
                    <a:pt x="2102" y="668"/>
                  </a:cubicBezTo>
                  <a:cubicBezTo>
                    <a:pt x="3123" y="1012"/>
                    <a:pt x="3908" y="2730"/>
                    <a:pt x="3916" y="2747"/>
                  </a:cubicBezTo>
                  <a:cubicBezTo>
                    <a:pt x="3967" y="2860"/>
                    <a:pt x="4079" y="2928"/>
                    <a:pt x="4196" y="2928"/>
                  </a:cubicBezTo>
                  <a:cubicBezTo>
                    <a:pt x="4238" y="2928"/>
                    <a:pt x="4281" y="2919"/>
                    <a:pt x="4322" y="2900"/>
                  </a:cubicBezTo>
                  <a:cubicBezTo>
                    <a:pt x="4476" y="2832"/>
                    <a:pt x="4544" y="2650"/>
                    <a:pt x="4475" y="2496"/>
                  </a:cubicBezTo>
                  <a:cubicBezTo>
                    <a:pt x="4438" y="2415"/>
                    <a:pt x="3572" y="517"/>
                    <a:pt x="2298" y="89"/>
                  </a:cubicBezTo>
                  <a:cubicBezTo>
                    <a:pt x="2122" y="30"/>
                    <a:pt x="1947" y="0"/>
                    <a:pt x="17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4"/>
            <p:cNvSpPr/>
            <p:nvPr/>
          </p:nvSpPr>
          <p:spPr>
            <a:xfrm>
              <a:off x="2458000" y="2670025"/>
              <a:ext cx="51325" cy="72850"/>
            </a:xfrm>
            <a:custGeom>
              <a:avLst/>
              <a:gdLst/>
              <a:ahLst/>
              <a:cxnLst/>
              <a:rect l="l" t="t" r="r" b="b"/>
              <a:pathLst>
                <a:path w="2053" h="2914" extrusionOk="0">
                  <a:moveTo>
                    <a:pt x="1709" y="1"/>
                  </a:moveTo>
                  <a:cubicBezTo>
                    <a:pt x="1576" y="1"/>
                    <a:pt x="1453" y="88"/>
                    <a:pt x="1414" y="221"/>
                  </a:cubicBezTo>
                  <a:cubicBezTo>
                    <a:pt x="1178" y="990"/>
                    <a:pt x="650" y="2149"/>
                    <a:pt x="216" y="2323"/>
                  </a:cubicBezTo>
                  <a:cubicBezTo>
                    <a:pt x="79" y="2377"/>
                    <a:pt x="1" y="2521"/>
                    <a:pt x="28" y="2665"/>
                  </a:cubicBezTo>
                  <a:cubicBezTo>
                    <a:pt x="56" y="2809"/>
                    <a:pt x="182" y="2913"/>
                    <a:pt x="330" y="2913"/>
                  </a:cubicBezTo>
                  <a:cubicBezTo>
                    <a:pt x="368" y="2913"/>
                    <a:pt x="407" y="2906"/>
                    <a:pt x="443" y="2891"/>
                  </a:cubicBezTo>
                  <a:cubicBezTo>
                    <a:pt x="1300" y="2548"/>
                    <a:pt x="1891" y="758"/>
                    <a:pt x="1999" y="402"/>
                  </a:cubicBezTo>
                  <a:cubicBezTo>
                    <a:pt x="2052" y="239"/>
                    <a:pt x="1961" y="65"/>
                    <a:pt x="1799" y="14"/>
                  </a:cubicBezTo>
                  <a:cubicBezTo>
                    <a:pt x="1769" y="5"/>
                    <a:pt x="1738" y="1"/>
                    <a:pt x="17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4"/>
            <p:cNvSpPr/>
            <p:nvPr/>
          </p:nvSpPr>
          <p:spPr>
            <a:xfrm>
              <a:off x="2739375" y="3363375"/>
              <a:ext cx="97725" cy="171250"/>
            </a:xfrm>
            <a:custGeom>
              <a:avLst/>
              <a:gdLst/>
              <a:ahLst/>
              <a:cxnLst/>
              <a:rect l="l" t="t" r="r" b="b"/>
              <a:pathLst>
                <a:path w="3909" h="6850" extrusionOk="0">
                  <a:moveTo>
                    <a:pt x="1383" y="1"/>
                  </a:moveTo>
                  <a:cubicBezTo>
                    <a:pt x="1140" y="1"/>
                    <a:pt x="921" y="122"/>
                    <a:pt x="859" y="522"/>
                  </a:cubicBezTo>
                  <a:cubicBezTo>
                    <a:pt x="745" y="1266"/>
                    <a:pt x="1343" y="2053"/>
                    <a:pt x="1672" y="2420"/>
                  </a:cubicBezTo>
                  <a:lnTo>
                    <a:pt x="1672" y="2420"/>
                  </a:lnTo>
                  <a:cubicBezTo>
                    <a:pt x="1380" y="2129"/>
                    <a:pt x="847" y="1640"/>
                    <a:pt x="542" y="1640"/>
                  </a:cubicBezTo>
                  <a:cubicBezTo>
                    <a:pt x="417" y="1640"/>
                    <a:pt x="330" y="1721"/>
                    <a:pt x="313" y="1930"/>
                  </a:cubicBezTo>
                  <a:cubicBezTo>
                    <a:pt x="234" y="2868"/>
                    <a:pt x="1173" y="3884"/>
                    <a:pt x="1173" y="3884"/>
                  </a:cubicBezTo>
                  <a:cubicBezTo>
                    <a:pt x="1173" y="3884"/>
                    <a:pt x="599" y="3616"/>
                    <a:pt x="254" y="3616"/>
                  </a:cubicBezTo>
                  <a:cubicBezTo>
                    <a:pt x="106" y="3616"/>
                    <a:pt x="1" y="3665"/>
                    <a:pt x="1" y="3806"/>
                  </a:cubicBezTo>
                  <a:cubicBezTo>
                    <a:pt x="1" y="4275"/>
                    <a:pt x="1641" y="5917"/>
                    <a:pt x="1720" y="6699"/>
                  </a:cubicBezTo>
                  <a:cubicBezTo>
                    <a:pt x="1730" y="6802"/>
                    <a:pt x="1765" y="6849"/>
                    <a:pt x="1818" y="6849"/>
                  </a:cubicBezTo>
                  <a:cubicBezTo>
                    <a:pt x="2170" y="6849"/>
                    <a:pt x="3324" y="4809"/>
                    <a:pt x="3597" y="3182"/>
                  </a:cubicBezTo>
                  <a:cubicBezTo>
                    <a:pt x="3909" y="1305"/>
                    <a:pt x="2189" y="288"/>
                    <a:pt x="2189" y="288"/>
                  </a:cubicBezTo>
                  <a:cubicBezTo>
                    <a:pt x="2189" y="288"/>
                    <a:pt x="1758" y="1"/>
                    <a:pt x="1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4"/>
            <p:cNvSpPr/>
            <p:nvPr/>
          </p:nvSpPr>
          <p:spPr>
            <a:xfrm>
              <a:off x="2731700" y="3355750"/>
              <a:ext cx="113500" cy="186500"/>
            </a:xfrm>
            <a:custGeom>
              <a:avLst/>
              <a:gdLst/>
              <a:ahLst/>
              <a:cxnLst/>
              <a:rect l="l" t="t" r="r" b="b"/>
              <a:pathLst>
                <a:path w="4540" h="7460" extrusionOk="0">
                  <a:moveTo>
                    <a:pt x="1689" y="612"/>
                  </a:moveTo>
                  <a:cubicBezTo>
                    <a:pt x="1871" y="612"/>
                    <a:pt x="2155" y="734"/>
                    <a:pt x="2327" y="848"/>
                  </a:cubicBezTo>
                  <a:cubicBezTo>
                    <a:pt x="2332" y="850"/>
                    <a:pt x="2336" y="854"/>
                    <a:pt x="2340" y="857"/>
                  </a:cubicBezTo>
                  <a:cubicBezTo>
                    <a:pt x="2355" y="866"/>
                    <a:pt x="3877" y="1785"/>
                    <a:pt x="3601" y="3435"/>
                  </a:cubicBezTo>
                  <a:cubicBezTo>
                    <a:pt x="3387" y="4716"/>
                    <a:pt x="2651" y="6119"/>
                    <a:pt x="2252" y="6652"/>
                  </a:cubicBezTo>
                  <a:cubicBezTo>
                    <a:pt x="2079" y="6191"/>
                    <a:pt x="1668" y="5639"/>
                    <a:pt x="1268" y="5102"/>
                  </a:cubicBezTo>
                  <a:cubicBezTo>
                    <a:pt x="1055" y="4816"/>
                    <a:pt x="780" y="4445"/>
                    <a:pt x="665" y="4236"/>
                  </a:cubicBezTo>
                  <a:lnTo>
                    <a:pt x="665" y="4236"/>
                  </a:lnTo>
                  <a:cubicBezTo>
                    <a:pt x="837" y="4264"/>
                    <a:pt x="1112" y="4355"/>
                    <a:pt x="1350" y="4466"/>
                  </a:cubicBezTo>
                  <a:cubicBezTo>
                    <a:pt x="1391" y="4485"/>
                    <a:pt x="1435" y="4495"/>
                    <a:pt x="1479" y="4495"/>
                  </a:cubicBezTo>
                  <a:cubicBezTo>
                    <a:pt x="1574" y="4495"/>
                    <a:pt x="1667" y="4450"/>
                    <a:pt x="1727" y="4370"/>
                  </a:cubicBezTo>
                  <a:cubicBezTo>
                    <a:pt x="1813" y="4252"/>
                    <a:pt x="1803" y="4089"/>
                    <a:pt x="1705" y="3982"/>
                  </a:cubicBezTo>
                  <a:cubicBezTo>
                    <a:pt x="1470" y="3727"/>
                    <a:pt x="877" y="2929"/>
                    <a:pt x="924" y="2271"/>
                  </a:cubicBezTo>
                  <a:lnTo>
                    <a:pt x="924" y="2271"/>
                  </a:lnTo>
                  <a:cubicBezTo>
                    <a:pt x="1098" y="2345"/>
                    <a:pt x="1425" y="2605"/>
                    <a:pt x="1739" y="2916"/>
                  </a:cubicBezTo>
                  <a:cubicBezTo>
                    <a:pt x="1866" y="3060"/>
                    <a:pt x="1960" y="3149"/>
                    <a:pt x="1974" y="3161"/>
                  </a:cubicBezTo>
                  <a:cubicBezTo>
                    <a:pt x="2033" y="3217"/>
                    <a:pt x="2109" y="3245"/>
                    <a:pt x="2185" y="3245"/>
                  </a:cubicBezTo>
                  <a:cubicBezTo>
                    <a:pt x="2262" y="3245"/>
                    <a:pt x="2340" y="3216"/>
                    <a:pt x="2399" y="3158"/>
                  </a:cubicBezTo>
                  <a:cubicBezTo>
                    <a:pt x="2517" y="3041"/>
                    <a:pt x="2522" y="2853"/>
                    <a:pt x="2410" y="2732"/>
                  </a:cubicBezTo>
                  <a:cubicBezTo>
                    <a:pt x="2336" y="2650"/>
                    <a:pt x="2250" y="2558"/>
                    <a:pt x="2157" y="2465"/>
                  </a:cubicBezTo>
                  <a:cubicBezTo>
                    <a:pt x="1823" y="2079"/>
                    <a:pt x="1384" y="1424"/>
                    <a:pt x="1470" y="873"/>
                  </a:cubicBezTo>
                  <a:cubicBezTo>
                    <a:pt x="1484" y="780"/>
                    <a:pt x="1516" y="662"/>
                    <a:pt x="1592" y="629"/>
                  </a:cubicBezTo>
                  <a:cubicBezTo>
                    <a:pt x="1619" y="617"/>
                    <a:pt x="1652" y="612"/>
                    <a:pt x="1689" y="612"/>
                  </a:cubicBezTo>
                  <a:close/>
                  <a:moveTo>
                    <a:pt x="1688" y="0"/>
                  </a:moveTo>
                  <a:cubicBezTo>
                    <a:pt x="1571" y="0"/>
                    <a:pt x="1454" y="20"/>
                    <a:pt x="1343" y="68"/>
                  </a:cubicBezTo>
                  <a:cubicBezTo>
                    <a:pt x="1162" y="148"/>
                    <a:pt x="931" y="337"/>
                    <a:pt x="863" y="780"/>
                  </a:cubicBezTo>
                  <a:cubicBezTo>
                    <a:pt x="818" y="1077"/>
                    <a:pt x="865" y="1374"/>
                    <a:pt x="960" y="1653"/>
                  </a:cubicBezTo>
                  <a:cubicBezTo>
                    <a:pt x="917" y="1645"/>
                    <a:pt x="875" y="1640"/>
                    <a:pt x="835" y="1640"/>
                  </a:cubicBezTo>
                  <a:cubicBezTo>
                    <a:pt x="780" y="1640"/>
                    <a:pt x="727" y="1649"/>
                    <a:pt x="677" y="1667"/>
                  </a:cubicBezTo>
                  <a:cubicBezTo>
                    <a:pt x="555" y="1708"/>
                    <a:pt x="345" y="1833"/>
                    <a:pt x="314" y="2208"/>
                  </a:cubicBezTo>
                  <a:cubicBezTo>
                    <a:pt x="272" y="2713"/>
                    <a:pt x="474" y="3224"/>
                    <a:pt x="702" y="3624"/>
                  </a:cubicBezTo>
                  <a:cubicBezTo>
                    <a:pt x="657" y="3620"/>
                    <a:pt x="613" y="3617"/>
                    <a:pt x="570" y="3617"/>
                  </a:cubicBezTo>
                  <a:cubicBezTo>
                    <a:pt x="437" y="3617"/>
                    <a:pt x="314" y="3641"/>
                    <a:pt x="217" y="3703"/>
                  </a:cubicBezTo>
                  <a:cubicBezTo>
                    <a:pt x="79" y="3790"/>
                    <a:pt x="1" y="3939"/>
                    <a:pt x="1" y="4110"/>
                  </a:cubicBezTo>
                  <a:cubicBezTo>
                    <a:pt x="1" y="4411"/>
                    <a:pt x="268" y="4783"/>
                    <a:pt x="777" y="5467"/>
                  </a:cubicBezTo>
                  <a:cubicBezTo>
                    <a:pt x="1162" y="5984"/>
                    <a:pt x="1688" y="6691"/>
                    <a:pt x="1722" y="7033"/>
                  </a:cubicBezTo>
                  <a:cubicBezTo>
                    <a:pt x="1753" y="7338"/>
                    <a:pt x="1944" y="7454"/>
                    <a:pt x="2113" y="7459"/>
                  </a:cubicBezTo>
                  <a:lnTo>
                    <a:pt x="2122" y="7459"/>
                  </a:lnTo>
                  <a:cubicBezTo>
                    <a:pt x="2832" y="7459"/>
                    <a:pt x="3969" y="4952"/>
                    <a:pt x="4204" y="3535"/>
                  </a:cubicBezTo>
                  <a:cubicBezTo>
                    <a:pt x="4539" y="1522"/>
                    <a:pt x="2806" y="424"/>
                    <a:pt x="2657" y="334"/>
                  </a:cubicBezTo>
                  <a:cubicBezTo>
                    <a:pt x="2575" y="279"/>
                    <a:pt x="2131" y="0"/>
                    <a:pt x="1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4"/>
            <p:cNvSpPr/>
            <p:nvPr/>
          </p:nvSpPr>
          <p:spPr>
            <a:xfrm>
              <a:off x="2737850" y="3339450"/>
              <a:ext cx="164525" cy="367525"/>
            </a:xfrm>
            <a:custGeom>
              <a:avLst/>
              <a:gdLst/>
              <a:ahLst/>
              <a:cxnLst/>
              <a:rect l="l" t="t" r="r" b="b"/>
              <a:pathLst>
                <a:path w="6581" h="14701" extrusionOk="0">
                  <a:moveTo>
                    <a:pt x="2630" y="0"/>
                  </a:moveTo>
                  <a:cubicBezTo>
                    <a:pt x="2425" y="0"/>
                    <a:pt x="2213" y="51"/>
                    <a:pt x="1990" y="162"/>
                  </a:cubicBezTo>
                  <a:cubicBezTo>
                    <a:pt x="766" y="774"/>
                    <a:pt x="3367" y="2917"/>
                    <a:pt x="2756" y="4141"/>
                  </a:cubicBezTo>
                  <a:cubicBezTo>
                    <a:pt x="2143" y="5365"/>
                    <a:pt x="766" y="7507"/>
                    <a:pt x="766" y="8732"/>
                  </a:cubicBezTo>
                  <a:cubicBezTo>
                    <a:pt x="766" y="9956"/>
                    <a:pt x="1" y="12864"/>
                    <a:pt x="1" y="12864"/>
                  </a:cubicBezTo>
                  <a:lnTo>
                    <a:pt x="766" y="14700"/>
                  </a:lnTo>
                  <a:cubicBezTo>
                    <a:pt x="766" y="14700"/>
                    <a:pt x="1378" y="14394"/>
                    <a:pt x="2296" y="13476"/>
                  </a:cubicBezTo>
                  <a:cubicBezTo>
                    <a:pt x="3214" y="12558"/>
                    <a:pt x="4744" y="10415"/>
                    <a:pt x="5663" y="8426"/>
                  </a:cubicBezTo>
                  <a:cubicBezTo>
                    <a:pt x="6581" y="6436"/>
                    <a:pt x="6275" y="3528"/>
                    <a:pt x="5204" y="2151"/>
                  </a:cubicBezTo>
                  <a:cubicBezTo>
                    <a:pt x="4327" y="1025"/>
                    <a:pt x="3553" y="0"/>
                    <a:pt x="2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4"/>
            <p:cNvSpPr/>
            <p:nvPr/>
          </p:nvSpPr>
          <p:spPr>
            <a:xfrm>
              <a:off x="2730025" y="3331650"/>
              <a:ext cx="179725" cy="382950"/>
            </a:xfrm>
            <a:custGeom>
              <a:avLst/>
              <a:gdLst/>
              <a:ahLst/>
              <a:cxnLst/>
              <a:rect l="l" t="t" r="r" b="b"/>
              <a:pathLst>
                <a:path w="7189" h="15318" extrusionOk="0">
                  <a:moveTo>
                    <a:pt x="2940" y="621"/>
                  </a:moveTo>
                  <a:cubicBezTo>
                    <a:pt x="3652" y="621"/>
                    <a:pt x="4306" y="1404"/>
                    <a:pt x="5213" y="2572"/>
                  </a:cubicBezTo>
                  <a:lnTo>
                    <a:pt x="5275" y="2652"/>
                  </a:lnTo>
                  <a:cubicBezTo>
                    <a:pt x="6217" y="3862"/>
                    <a:pt x="6623" y="6606"/>
                    <a:pt x="5699" y="8609"/>
                  </a:cubicBezTo>
                  <a:cubicBezTo>
                    <a:pt x="4809" y="10536"/>
                    <a:pt x="3319" y="12645"/>
                    <a:pt x="2393" y="13571"/>
                  </a:cubicBezTo>
                  <a:cubicBezTo>
                    <a:pt x="1887" y="14078"/>
                    <a:pt x="1477" y="14391"/>
                    <a:pt x="1224" y="14562"/>
                  </a:cubicBezTo>
                  <a:lnTo>
                    <a:pt x="636" y="13153"/>
                  </a:lnTo>
                  <a:cubicBezTo>
                    <a:pt x="773" y="12619"/>
                    <a:pt x="1385" y="10177"/>
                    <a:pt x="1385" y="9044"/>
                  </a:cubicBezTo>
                  <a:cubicBezTo>
                    <a:pt x="1385" y="8179"/>
                    <a:pt x="2214" y="6671"/>
                    <a:pt x="2818" y="5568"/>
                  </a:cubicBezTo>
                  <a:cubicBezTo>
                    <a:pt x="3017" y="5208"/>
                    <a:pt x="3199" y="4874"/>
                    <a:pt x="3342" y="4589"/>
                  </a:cubicBezTo>
                  <a:cubicBezTo>
                    <a:pt x="3706" y="3864"/>
                    <a:pt x="3217" y="2978"/>
                    <a:pt x="2785" y="2196"/>
                  </a:cubicBezTo>
                  <a:cubicBezTo>
                    <a:pt x="2516" y="1709"/>
                    <a:pt x="2209" y="1154"/>
                    <a:pt x="2290" y="897"/>
                  </a:cubicBezTo>
                  <a:cubicBezTo>
                    <a:pt x="2302" y="857"/>
                    <a:pt x="2331" y="802"/>
                    <a:pt x="2441" y="747"/>
                  </a:cubicBezTo>
                  <a:cubicBezTo>
                    <a:pt x="2613" y="662"/>
                    <a:pt x="2778" y="621"/>
                    <a:pt x="2940" y="621"/>
                  </a:cubicBezTo>
                  <a:close/>
                  <a:moveTo>
                    <a:pt x="2951" y="0"/>
                  </a:moveTo>
                  <a:cubicBezTo>
                    <a:pt x="2702" y="0"/>
                    <a:pt x="2442" y="62"/>
                    <a:pt x="2166" y="200"/>
                  </a:cubicBezTo>
                  <a:cubicBezTo>
                    <a:pt x="1929" y="319"/>
                    <a:pt x="1774" y="492"/>
                    <a:pt x="1704" y="715"/>
                  </a:cubicBezTo>
                  <a:cubicBezTo>
                    <a:pt x="1547" y="1222"/>
                    <a:pt x="1888" y="1840"/>
                    <a:pt x="2249" y="2493"/>
                  </a:cubicBezTo>
                  <a:cubicBezTo>
                    <a:pt x="2607" y="3142"/>
                    <a:pt x="3013" y="3877"/>
                    <a:pt x="2794" y="4316"/>
                  </a:cubicBezTo>
                  <a:cubicBezTo>
                    <a:pt x="2656" y="4595"/>
                    <a:pt x="2475" y="4922"/>
                    <a:pt x="2281" y="5274"/>
                  </a:cubicBezTo>
                  <a:cubicBezTo>
                    <a:pt x="1609" y="6499"/>
                    <a:pt x="772" y="8023"/>
                    <a:pt x="772" y="9044"/>
                  </a:cubicBezTo>
                  <a:cubicBezTo>
                    <a:pt x="772" y="10214"/>
                    <a:pt x="25" y="13069"/>
                    <a:pt x="17" y="13098"/>
                  </a:cubicBezTo>
                  <a:cubicBezTo>
                    <a:pt x="0" y="13162"/>
                    <a:pt x="5" y="13232"/>
                    <a:pt x="31" y="13293"/>
                  </a:cubicBezTo>
                  <a:lnTo>
                    <a:pt x="797" y="15130"/>
                  </a:lnTo>
                  <a:cubicBezTo>
                    <a:pt x="829" y="15208"/>
                    <a:pt x="893" y="15269"/>
                    <a:pt x="972" y="15299"/>
                  </a:cubicBezTo>
                  <a:cubicBezTo>
                    <a:pt x="1006" y="15311"/>
                    <a:pt x="1043" y="15318"/>
                    <a:pt x="1079" y="15318"/>
                  </a:cubicBezTo>
                  <a:cubicBezTo>
                    <a:pt x="1127" y="15318"/>
                    <a:pt x="1173" y="15307"/>
                    <a:pt x="1215" y="15285"/>
                  </a:cubicBezTo>
                  <a:cubicBezTo>
                    <a:pt x="1243" y="15273"/>
                    <a:pt x="1883" y="14947"/>
                    <a:pt x="2826" y="14004"/>
                  </a:cubicBezTo>
                  <a:cubicBezTo>
                    <a:pt x="3790" y="13039"/>
                    <a:pt x="5336" y="10854"/>
                    <a:pt x="6254" y="8866"/>
                  </a:cubicBezTo>
                  <a:cubicBezTo>
                    <a:pt x="7189" y="6841"/>
                    <a:pt x="6961" y="3823"/>
                    <a:pt x="5758" y="2276"/>
                  </a:cubicBezTo>
                  <a:lnTo>
                    <a:pt x="5696" y="2196"/>
                  </a:lnTo>
                  <a:cubicBezTo>
                    <a:pt x="4823" y="1074"/>
                    <a:pt x="3988" y="0"/>
                    <a:pt x="29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4"/>
            <p:cNvSpPr/>
            <p:nvPr/>
          </p:nvSpPr>
          <p:spPr>
            <a:xfrm>
              <a:off x="2766850" y="3370525"/>
              <a:ext cx="62750" cy="217050"/>
            </a:xfrm>
            <a:custGeom>
              <a:avLst/>
              <a:gdLst/>
              <a:ahLst/>
              <a:cxnLst/>
              <a:rect l="l" t="t" r="r" b="b"/>
              <a:pathLst>
                <a:path w="2510" h="8682" extrusionOk="0">
                  <a:moveTo>
                    <a:pt x="1148" y="1"/>
                  </a:moveTo>
                  <a:cubicBezTo>
                    <a:pt x="1111" y="1"/>
                    <a:pt x="1090" y="2"/>
                    <a:pt x="1090" y="2"/>
                  </a:cubicBezTo>
                  <a:cubicBezTo>
                    <a:pt x="1090" y="2"/>
                    <a:pt x="1" y="2865"/>
                    <a:pt x="1" y="4803"/>
                  </a:cubicBezTo>
                  <a:lnTo>
                    <a:pt x="1" y="8682"/>
                  </a:lnTo>
                  <a:lnTo>
                    <a:pt x="2510" y="5146"/>
                  </a:lnTo>
                  <a:cubicBezTo>
                    <a:pt x="2510" y="5146"/>
                    <a:pt x="2053" y="2865"/>
                    <a:pt x="2281" y="1381"/>
                  </a:cubicBezTo>
                  <a:cubicBezTo>
                    <a:pt x="2482" y="81"/>
                    <a:pt x="1414" y="1"/>
                    <a:pt x="11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4"/>
            <p:cNvSpPr/>
            <p:nvPr/>
          </p:nvSpPr>
          <p:spPr>
            <a:xfrm>
              <a:off x="2759175" y="3362900"/>
              <a:ext cx="78850" cy="232350"/>
            </a:xfrm>
            <a:custGeom>
              <a:avLst/>
              <a:gdLst/>
              <a:ahLst/>
              <a:cxnLst/>
              <a:rect l="l" t="t" r="r" b="b"/>
              <a:pathLst>
                <a:path w="3154" h="9294" extrusionOk="0">
                  <a:moveTo>
                    <a:pt x="1445" y="0"/>
                  </a:moveTo>
                  <a:cubicBezTo>
                    <a:pt x="1405" y="0"/>
                    <a:pt x="1379" y="1"/>
                    <a:pt x="1374" y="1"/>
                  </a:cubicBezTo>
                  <a:cubicBezTo>
                    <a:pt x="1256" y="10"/>
                    <a:pt x="1153" y="87"/>
                    <a:pt x="1111" y="198"/>
                  </a:cubicBezTo>
                  <a:cubicBezTo>
                    <a:pt x="1064" y="317"/>
                    <a:pt x="1" y="3136"/>
                    <a:pt x="1" y="5108"/>
                  </a:cubicBezTo>
                  <a:lnTo>
                    <a:pt x="1" y="8987"/>
                  </a:lnTo>
                  <a:cubicBezTo>
                    <a:pt x="1" y="9156"/>
                    <a:pt x="138" y="9293"/>
                    <a:pt x="308" y="9293"/>
                  </a:cubicBezTo>
                  <a:cubicBezTo>
                    <a:pt x="476" y="9293"/>
                    <a:pt x="613" y="9156"/>
                    <a:pt x="613" y="8988"/>
                  </a:cubicBezTo>
                  <a:lnTo>
                    <a:pt x="613" y="5108"/>
                  </a:lnTo>
                  <a:cubicBezTo>
                    <a:pt x="613" y="3542"/>
                    <a:pt x="1364" y="1303"/>
                    <a:pt x="1608" y="621"/>
                  </a:cubicBezTo>
                  <a:cubicBezTo>
                    <a:pt x="1767" y="640"/>
                    <a:pt x="1989" y="696"/>
                    <a:pt x="2138" y="856"/>
                  </a:cubicBezTo>
                  <a:cubicBezTo>
                    <a:pt x="2290" y="1022"/>
                    <a:pt x="2340" y="1285"/>
                    <a:pt x="2286" y="1640"/>
                  </a:cubicBezTo>
                  <a:cubicBezTo>
                    <a:pt x="2052" y="3159"/>
                    <a:pt x="2498" y="5415"/>
                    <a:pt x="2516" y="5510"/>
                  </a:cubicBezTo>
                  <a:cubicBezTo>
                    <a:pt x="2544" y="5658"/>
                    <a:pt x="2673" y="5763"/>
                    <a:pt x="2817" y="5763"/>
                  </a:cubicBezTo>
                  <a:cubicBezTo>
                    <a:pt x="2837" y="5763"/>
                    <a:pt x="2857" y="5761"/>
                    <a:pt x="2878" y="5756"/>
                  </a:cubicBezTo>
                  <a:cubicBezTo>
                    <a:pt x="3046" y="5723"/>
                    <a:pt x="3153" y="5558"/>
                    <a:pt x="3117" y="5391"/>
                  </a:cubicBezTo>
                  <a:cubicBezTo>
                    <a:pt x="3112" y="5369"/>
                    <a:pt x="2674" y="3144"/>
                    <a:pt x="2891" y="1733"/>
                  </a:cubicBezTo>
                  <a:cubicBezTo>
                    <a:pt x="2975" y="1186"/>
                    <a:pt x="2873" y="751"/>
                    <a:pt x="2586" y="440"/>
                  </a:cubicBezTo>
                  <a:cubicBezTo>
                    <a:pt x="2212" y="34"/>
                    <a:pt x="1644" y="0"/>
                    <a:pt x="1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4"/>
            <p:cNvSpPr/>
            <p:nvPr/>
          </p:nvSpPr>
          <p:spPr>
            <a:xfrm>
              <a:off x="1865600" y="3423825"/>
              <a:ext cx="975575" cy="860850"/>
            </a:xfrm>
            <a:custGeom>
              <a:avLst/>
              <a:gdLst/>
              <a:ahLst/>
              <a:cxnLst/>
              <a:rect l="l" t="t" r="r" b="b"/>
              <a:pathLst>
                <a:path w="39023" h="34434" extrusionOk="0">
                  <a:moveTo>
                    <a:pt x="8110" y="0"/>
                  </a:moveTo>
                  <a:lnTo>
                    <a:pt x="2143" y="4285"/>
                  </a:lnTo>
                  <a:cubicBezTo>
                    <a:pt x="2143" y="4285"/>
                    <a:pt x="0" y="7346"/>
                    <a:pt x="1071" y="10713"/>
                  </a:cubicBezTo>
                  <a:cubicBezTo>
                    <a:pt x="2143" y="14080"/>
                    <a:pt x="17446" y="34433"/>
                    <a:pt x="19588" y="34433"/>
                  </a:cubicBezTo>
                  <a:cubicBezTo>
                    <a:pt x="21730" y="34433"/>
                    <a:pt x="37186" y="14386"/>
                    <a:pt x="38104" y="13162"/>
                  </a:cubicBezTo>
                  <a:cubicBezTo>
                    <a:pt x="39023" y="11938"/>
                    <a:pt x="35044" y="8877"/>
                    <a:pt x="35044" y="8877"/>
                  </a:cubicBezTo>
                  <a:lnTo>
                    <a:pt x="19588" y="22956"/>
                  </a:lnTo>
                  <a:cubicBezTo>
                    <a:pt x="19588" y="22956"/>
                    <a:pt x="15456" y="6428"/>
                    <a:pt x="13772" y="3368"/>
                  </a:cubicBezTo>
                  <a:cubicBezTo>
                    <a:pt x="12089" y="307"/>
                    <a:pt x="8110" y="0"/>
                    <a:pt x="8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4"/>
            <p:cNvSpPr/>
            <p:nvPr/>
          </p:nvSpPr>
          <p:spPr>
            <a:xfrm>
              <a:off x="1857450" y="3416125"/>
              <a:ext cx="993025" cy="876200"/>
            </a:xfrm>
            <a:custGeom>
              <a:avLst/>
              <a:gdLst/>
              <a:ahLst/>
              <a:cxnLst/>
              <a:rect l="l" t="t" r="r" b="b"/>
              <a:pathLst>
                <a:path w="39721" h="35048" extrusionOk="0">
                  <a:moveTo>
                    <a:pt x="8415" y="0"/>
                  </a:moveTo>
                  <a:cubicBezTo>
                    <a:pt x="8263" y="0"/>
                    <a:pt x="8143" y="132"/>
                    <a:pt x="8132" y="285"/>
                  </a:cubicBezTo>
                  <a:cubicBezTo>
                    <a:pt x="8118" y="454"/>
                    <a:pt x="8244" y="601"/>
                    <a:pt x="8412" y="614"/>
                  </a:cubicBezTo>
                  <a:cubicBezTo>
                    <a:pt x="8451" y="616"/>
                    <a:pt x="12248" y="948"/>
                    <a:pt x="13830" y="3823"/>
                  </a:cubicBezTo>
                  <a:cubicBezTo>
                    <a:pt x="15475" y="6813"/>
                    <a:pt x="19575" y="23173"/>
                    <a:pt x="19616" y="23338"/>
                  </a:cubicBezTo>
                  <a:cubicBezTo>
                    <a:pt x="19653" y="23483"/>
                    <a:pt x="19782" y="23569"/>
                    <a:pt x="19915" y="23569"/>
                  </a:cubicBezTo>
                  <a:cubicBezTo>
                    <a:pt x="19987" y="23569"/>
                    <a:pt x="20060" y="23544"/>
                    <a:pt x="20120" y="23490"/>
                  </a:cubicBezTo>
                  <a:lnTo>
                    <a:pt x="35384" y="9585"/>
                  </a:lnTo>
                  <a:cubicBezTo>
                    <a:pt x="36862" y="10764"/>
                    <a:pt x="38665" y="12646"/>
                    <a:pt x="38186" y="13286"/>
                  </a:cubicBezTo>
                  <a:cubicBezTo>
                    <a:pt x="34491" y="18212"/>
                    <a:pt x="21572" y="34436"/>
                    <a:pt x="19914" y="34436"/>
                  </a:cubicBezTo>
                  <a:cubicBezTo>
                    <a:pt x="18207" y="34436"/>
                    <a:pt x="2877" y="14663"/>
                    <a:pt x="1689" y="10929"/>
                  </a:cubicBezTo>
                  <a:cubicBezTo>
                    <a:pt x="677" y="7750"/>
                    <a:pt x="2699" y="4798"/>
                    <a:pt x="2719" y="4768"/>
                  </a:cubicBezTo>
                  <a:cubicBezTo>
                    <a:pt x="2815" y="4630"/>
                    <a:pt x="2782" y="4439"/>
                    <a:pt x="2644" y="4343"/>
                  </a:cubicBezTo>
                  <a:cubicBezTo>
                    <a:pt x="2590" y="4305"/>
                    <a:pt x="2529" y="4287"/>
                    <a:pt x="2469" y="4287"/>
                  </a:cubicBezTo>
                  <a:cubicBezTo>
                    <a:pt x="2372" y="4287"/>
                    <a:pt x="2277" y="4333"/>
                    <a:pt x="2217" y="4418"/>
                  </a:cubicBezTo>
                  <a:cubicBezTo>
                    <a:pt x="2126" y="4548"/>
                    <a:pt x="1" y="7643"/>
                    <a:pt x="1105" y="11114"/>
                  </a:cubicBezTo>
                  <a:cubicBezTo>
                    <a:pt x="1680" y="12919"/>
                    <a:pt x="6020" y="19130"/>
                    <a:pt x="10010" y="24329"/>
                  </a:cubicBezTo>
                  <a:cubicBezTo>
                    <a:pt x="12484" y="27552"/>
                    <a:pt x="18399" y="35047"/>
                    <a:pt x="19914" y="35047"/>
                  </a:cubicBezTo>
                  <a:cubicBezTo>
                    <a:pt x="22342" y="35047"/>
                    <a:pt x="38515" y="13867"/>
                    <a:pt x="38674" y="13653"/>
                  </a:cubicBezTo>
                  <a:cubicBezTo>
                    <a:pt x="39721" y="12258"/>
                    <a:pt x="36260" y="9484"/>
                    <a:pt x="35556" y="8941"/>
                  </a:cubicBezTo>
                  <a:cubicBezTo>
                    <a:pt x="35501" y="8899"/>
                    <a:pt x="35435" y="8879"/>
                    <a:pt x="35370" y="8879"/>
                  </a:cubicBezTo>
                  <a:cubicBezTo>
                    <a:pt x="35296" y="8879"/>
                    <a:pt x="35221" y="8905"/>
                    <a:pt x="35162" y="8958"/>
                  </a:cubicBezTo>
                  <a:lnTo>
                    <a:pt x="20086" y="22692"/>
                  </a:lnTo>
                  <a:cubicBezTo>
                    <a:pt x="19370" y="19864"/>
                    <a:pt x="15904" y="6325"/>
                    <a:pt x="14366" y="3528"/>
                  </a:cubicBezTo>
                  <a:cubicBezTo>
                    <a:pt x="12624" y="359"/>
                    <a:pt x="8629" y="16"/>
                    <a:pt x="8460" y="4"/>
                  </a:cubicBezTo>
                  <a:cubicBezTo>
                    <a:pt x="8444" y="1"/>
                    <a:pt x="8429" y="0"/>
                    <a:pt x="8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4"/>
            <p:cNvSpPr/>
            <p:nvPr/>
          </p:nvSpPr>
          <p:spPr>
            <a:xfrm>
              <a:off x="3748275" y="1839425"/>
              <a:ext cx="212500" cy="174025"/>
            </a:xfrm>
            <a:custGeom>
              <a:avLst/>
              <a:gdLst/>
              <a:ahLst/>
              <a:cxnLst/>
              <a:rect l="l" t="t" r="r" b="b"/>
              <a:pathLst>
                <a:path w="8500" h="6961" extrusionOk="0">
                  <a:moveTo>
                    <a:pt x="5902" y="1"/>
                  </a:moveTo>
                  <a:cubicBezTo>
                    <a:pt x="5677" y="1"/>
                    <a:pt x="5438" y="24"/>
                    <a:pt x="5185" y="73"/>
                  </a:cubicBezTo>
                  <a:cubicBezTo>
                    <a:pt x="2963" y="496"/>
                    <a:pt x="847" y="2823"/>
                    <a:pt x="847" y="2823"/>
                  </a:cubicBezTo>
                  <a:cubicBezTo>
                    <a:pt x="847" y="2823"/>
                    <a:pt x="1" y="3564"/>
                    <a:pt x="529" y="4939"/>
                  </a:cubicBezTo>
                  <a:cubicBezTo>
                    <a:pt x="1059" y="6315"/>
                    <a:pt x="2963" y="6844"/>
                    <a:pt x="4127" y="6950"/>
                  </a:cubicBezTo>
                  <a:cubicBezTo>
                    <a:pt x="4206" y="6957"/>
                    <a:pt x="4289" y="6961"/>
                    <a:pt x="4375" y="6961"/>
                  </a:cubicBezTo>
                  <a:cubicBezTo>
                    <a:pt x="5558" y="6961"/>
                    <a:pt x="7344" y="6242"/>
                    <a:pt x="7937" y="3776"/>
                  </a:cubicBezTo>
                  <a:cubicBezTo>
                    <a:pt x="8500" y="1432"/>
                    <a:pt x="7649" y="1"/>
                    <a:pt x="590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4"/>
            <p:cNvSpPr/>
            <p:nvPr/>
          </p:nvSpPr>
          <p:spPr>
            <a:xfrm>
              <a:off x="3740250" y="1831750"/>
              <a:ext cx="222875" cy="189325"/>
            </a:xfrm>
            <a:custGeom>
              <a:avLst/>
              <a:gdLst/>
              <a:ahLst/>
              <a:cxnLst/>
              <a:rect l="l" t="t" r="r" b="b"/>
              <a:pathLst>
                <a:path w="8915" h="7573" extrusionOk="0">
                  <a:moveTo>
                    <a:pt x="6223" y="613"/>
                  </a:moveTo>
                  <a:cubicBezTo>
                    <a:pt x="6801" y="613"/>
                    <a:pt x="7268" y="787"/>
                    <a:pt x="7593" y="1127"/>
                  </a:cubicBezTo>
                  <a:cubicBezTo>
                    <a:pt x="8139" y="1699"/>
                    <a:pt x="8269" y="2723"/>
                    <a:pt x="7960" y="4011"/>
                  </a:cubicBezTo>
                  <a:cubicBezTo>
                    <a:pt x="7400" y="6347"/>
                    <a:pt x="5748" y="6963"/>
                    <a:pt x="4706" y="6963"/>
                  </a:cubicBezTo>
                  <a:cubicBezTo>
                    <a:pt x="4625" y="6963"/>
                    <a:pt x="4548" y="6959"/>
                    <a:pt x="4476" y="6952"/>
                  </a:cubicBezTo>
                  <a:cubicBezTo>
                    <a:pt x="3213" y="6837"/>
                    <a:pt x="1581" y="6293"/>
                    <a:pt x="1136" y="5136"/>
                  </a:cubicBezTo>
                  <a:cubicBezTo>
                    <a:pt x="695" y="3991"/>
                    <a:pt x="1344" y="3384"/>
                    <a:pt x="1372" y="3358"/>
                  </a:cubicBezTo>
                  <a:cubicBezTo>
                    <a:pt x="1380" y="3352"/>
                    <a:pt x="1388" y="3345"/>
                    <a:pt x="1395" y="3336"/>
                  </a:cubicBezTo>
                  <a:cubicBezTo>
                    <a:pt x="1415" y="3313"/>
                    <a:pt x="3467" y="1079"/>
                    <a:pt x="5564" y="680"/>
                  </a:cubicBezTo>
                  <a:cubicBezTo>
                    <a:pt x="5797" y="635"/>
                    <a:pt x="6017" y="613"/>
                    <a:pt x="6223" y="613"/>
                  </a:cubicBezTo>
                  <a:close/>
                  <a:moveTo>
                    <a:pt x="6227" y="1"/>
                  </a:moveTo>
                  <a:cubicBezTo>
                    <a:pt x="5981" y="1"/>
                    <a:pt x="5721" y="26"/>
                    <a:pt x="5449" y="78"/>
                  </a:cubicBezTo>
                  <a:cubicBezTo>
                    <a:pt x="3205" y="506"/>
                    <a:pt x="1128" y="2721"/>
                    <a:pt x="951" y="2914"/>
                  </a:cubicBezTo>
                  <a:cubicBezTo>
                    <a:pt x="820" y="3037"/>
                    <a:pt x="1" y="3889"/>
                    <a:pt x="564" y="5357"/>
                  </a:cubicBezTo>
                  <a:cubicBezTo>
                    <a:pt x="1112" y="6775"/>
                    <a:pt x="2983" y="7432"/>
                    <a:pt x="4421" y="7562"/>
                  </a:cubicBezTo>
                  <a:cubicBezTo>
                    <a:pt x="4498" y="7569"/>
                    <a:pt x="4581" y="7572"/>
                    <a:pt x="4669" y="7572"/>
                  </a:cubicBezTo>
                  <a:cubicBezTo>
                    <a:pt x="5854" y="7572"/>
                    <a:pt x="7901" y="6881"/>
                    <a:pt x="8556" y="4154"/>
                  </a:cubicBezTo>
                  <a:cubicBezTo>
                    <a:pt x="8915" y="2657"/>
                    <a:pt x="8730" y="1433"/>
                    <a:pt x="8036" y="705"/>
                  </a:cubicBezTo>
                  <a:cubicBezTo>
                    <a:pt x="7591" y="239"/>
                    <a:pt x="6974" y="1"/>
                    <a:pt x="62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4"/>
            <p:cNvSpPr/>
            <p:nvPr/>
          </p:nvSpPr>
          <p:spPr>
            <a:xfrm>
              <a:off x="3573675" y="1894125"/>
              <a:ext cx="283075" cy="198425"/>
            </a:xfrm>
            <a:custGeom>
              <a:avLst/>
              <a:gdLst/>
              <a:ahLst/>
              <a:cxnLst/>
              <a:rect l="l" t="t" r="r" b="b"/>
              <a:pathLst>
                <a:path w="11323" h="7937" extrusionOk="0">
                  <a:moveTo>
                    <a:pt x="9101" y="1"/>
                  </a:moveTo>
                  <a:cubicBezTo>
                    <a:pt x="9101" y="1"/>
                    <a:pt x="4551" y="635"/>
                    <a:pt x="3493" y="1376"/>
                  </a:cubicBezTo>
                  <a:cubicBezTo>
                    <a:pt x="2434" y="2116"/>
                    <a:pt x="0" y="6244"/>
                    <a:pt x="0" y="6772"/>
                  </a:cubicBezTo>
                  <a:cubicBezTo>
                    <a:pt x="0" y="7302"/>
                    <a:pt x="1483" y="7830"/>
                    <a:pt x="2223" y="7830"/>
                  </a:cubicBezTo>
                  <a:cubicBezTo>
                    <a:pt x="2964" y="7830"/>
                    <a:pt x="4868" y="5292"/>
                    <a:pt x="4868" y="5291"/>
                  </a:cubicBezTo>
                  <a:lnTo>
                    <a:pt x="4868" y="5291"/>
                  </a:lnTo>
                  <a:lnTo>
                    <a:pt x="3915" y="7937"/>
                  </a:lnTo>
                  <a:cubicBezTo>
                    <a:pt x="3915" y="7937"/>
                    <a:pt x="4868" y="7830"/>
                    <a:pt x="4973" y="7407"/>
                  </a:cubicBezTo>
                  <a:cubicBezTo>
                    <a:pt x="5080" y="6984"/>
                    <a:pt x="6561" y="4127"/>
                    <a:pt x="6561" y="4127"/>
                  </a:cubicBezTo>
                  <a:cubicBezTo>
                    <a:pt x="6561" y="4127"/>
                    <a:pt x="6616" y="4129"/>
                    <a:pt x="6714" y="4129"/>
                  </a:cubicBezTo>
                  <a:cubicBezTo>
                    <a:pt x="7303" y="4129"/>
                    <a:pt x="9418" y="4052"/>
                    <a:pt x="10052" y="2963"/>
                  </a:cubicBezTo>
                  <a:cubicBezTo>
                    <a:pt x="10793" y="1693"/>
                    <a:pt x="11323" y="847"/>
                    <a:pt x="9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4"/>
            <p:cNvSpPr/>
            <p:nvPr/>
          </p:nvSpPr>
          <p:spPr>
            <a:xfrm>
              <a:off x="3566025" y="1886475"/>
              <a:ext cx="286700" cy="213725"/>
            </a:xfrm>
            <a:custGeom>
              <a:avLst/>
              <a:gdLst/>
              <a:ahLst/>
              <a:cxnLst/>
              <a:rect l="l" t="t" r="r" b="b"/>
              <a:pathLst>
                <a:path w="11468" h="8549" extrusionOk="0">
                  <a:moveTo>
                    <a:pt x="9370" y="621"/>
                  </a:moveTo>
                  <a:cubicBezTo>
                    <a:pt x="10126" y="917"/>
                    <a:pt x="10548" y="1216"/>
                    <a:pt x="10661" y="1533"/>
                  </a:cubicBezTo>
                  <a:cubicBezTo>
                    <a:pt x="10795" y="1915"/>
                    <a:pt x="10498" y="2422"/>
                    <a:pt x="10095" y="3115"/>
                  </a:cubicBezTo>
                  <a:cubicBezTo>
                    <a:pt x="9601" y="3960"/>
                    <a:pt x="7863" y="4130"/>
                    <a:pt x="7047" y="4130"/>
                  </a:cubicBezTo>
                  <a:cubicBezTo>
                    <a:pt x="6985" y="4130"/>
                    <a:pt x="6929" y="4129"/>
                    <a:pt x="6879" y="4127"/>
                  </a:cubicBezTo>
                  <a:cubicBezTo>
                    <a:pt x="6875" y="4127"/>
                    <a:pt x="6871" y="4127"/>
                    <a:pt x="6867" y="4127"/>
                  </a:cubicBezTo>
                  <a:cubicBezTo>
                    <a:pt x="6753" y="4127"/>
                    <a:pt x="6648" y="4190"/>
                    <a:pt x="6595" y="4292"/>
                  </a:cubicBezTo>
                  <a:cubicBezTo>
                    <a:pt x="6345" y="4774"/>
                    <a:pt x="5092" y="7202"/>
                    <a:pt x="4983" y="7639"/>
                  </a:cubicBezTo>
                  <a:cubicBezTo>
                    <a:pt x="4970" y="7689"/>
                    <a:pt x="4859" y="7756"/>
                    <a:pt x="4701" y="7816"/>
                  </a:cubicBezTo>
                  <a:lnTo>
                    <a:pt x="5462" y="5700"/>
                  </a:lnTo>
                  <a:cubicBezTo>
                    <a:pt x="5513" y="5558"/>
                    <a:pt x="5452" y="5400"/>
                    <a:pt x="5319" y="5328"/>
                  </a:cubicBezTo>
                  <a:cubicBezTo>
                    <a:pt x="5273" y="5303"/>
                    <a:pt x="5223" y="5291"/>
                    <a:pt x="5174" y="5291"/>
                  </a:cubicBezTo>
                  <a:cubicBezTo>
                    <a:pt x="5080" y="5291"/>
                    <a:pt x="4989" y="5334"/>
                    <a:pt x="4929" y="5413"/>
                  </a:cubicBezTo>
                  <a:cubicBezTo>
                    <a:pt x="3947" y="6723"/>
                    <a:pt x="2848" y="7831"/>
                    <a:pt x="2529" y="7831"/>
                  </a:cubicBezTo>
                  <a:cubicBezTo>
                    <a:pt x="1775" y="7831"/>
                    <a:pt x="649" y="7308"/>
                    <a:pt x="612" y="7087"/>
                  </a:cubicBezTo>
                  <a:cubicBezTo>
                    <a:pt x="668" y="6584"/>
                    <a:pt x="2985" y="2625"/>
                    <a:pt x="3974" y="1933"/>
                  </a:cubicBezTo>
                  <a:cubicBezTo>
                    <a:pt x="4776" y="1371"/>
                    <a:pt x="8066" y="807"/>
                    <a:pt x="9370" y="621"/>
                  </a:cubicBezTo>
                  <a:close/>
                  <a:moveTo>
                    <a:pt x="9409" y="1"/>
                  </a:moveTo>
                  <a:cubicBezTo>
                    <a:pt x="9394" y="1"/>
                    <a:pt x="9380" y="2"/>
                    <a:pt x="9365" y="4"/>
                  </a:cubicBezTo>
                  <a:cubicBezTo>
                    <a:pt x="8892" y="69"/>
                    <a:pt x="4711" y="670"/>
                    <a:pt x="3623" y="1431"/>
                  </a:cubicBezTo>
                  <a:cubicBezTo>
                    <a:pt x="2504" y="2214"/>
                    <a:pt x="1" y="6425"/>
                    <a:pt x="1" y="7078"/>
                  </a:cubicBezTo>
                  <a:cubicBezTo>
                    <a:pt x="1" y="7914"/>
                    <a:pt x="1779" y="8443"/>
                    <a:pt x="2529" y="8443"/>
                  </a:cubicBezTo>
                  <a:cubicBezTo>
                    <a:pt x="2988" y="8443"/>
                    <a:pt x="3682" y="7817"/>
                    <a:pt x="4289" y="7154"/>
                  </a:cubicBezTo>
                  <a:lnTo>
                    <a:pt x="4289" y="7154"/>
                  </a:lnTo>
                  <a:lnTo>
                    <a:pt x="3934" y="8138"/>
                  </a:lnTo>
                  <a:cubicBezTo>
                    <a:pt x="3862" y="8338"/>
                    <a:pt x="4010" y="8548"/>
                    <a:pt x="4222" y="8548"/>
                  </a:cubicBezTo>
                  <a:cubicBezTo>
                    <a:pt x="4233" y="8548"/>
                    <a:pt x="4245" y="8548"/>
                    <a:pt x="4256" y="8547"/>
                  </a:cubicBezTo>
                  <a:cubicBezTo>
                    <a:pt x="4451" y="8525"/>
                    <a:pt x="5428" y="8388"/>
                    <a:pt x="5577" y="7788"/>
                  </a:cubicBezTo>
                  <a:cubicBezTo>
                    <a:pt x="5644" y="7519"/>
                    <a:pt x="6483" y="5844"/>
                    <a:pt x="7053" y="4742"/>
                  </a:cubicBezTo>
                  <a:cubicBezTo>
                    <a:pt x="7728" y="4739"/>
                    <a:pt x="9920" y="4631"/>
                    <a:pt x="10652" y="3375"/>
                  </a:cubicBezTo>
                  <a:cubicBezTo>
                    <a:pt x="11089" y="2626"/>
                    <a:pt x="11467" y="1979"/>
                    <a:pt x="11237" y="1330"/>
                  </a:cubicBezTo>
                  <a:cubicBezTo>
                    <a:pt x="11055" y="815"/>
                    <a:pt x="10509" y="398"/>
                    <a:pt x="9516" y="21"/>
                  </a:cubicBezTo>
                  <a:cubicBezTo>
                    <a:pt x="9482" y="7"/>
                    <a:pt x="9446" y="1"/>
                    <a:pt x="94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4"/>
            <p:cNvSpPr/>
            <p:nvPr/>
          </p:nvSpPr>
          <p:spPr>
            <a:xfrm>
              <a:off x="3960075" y="1719450"/>
              <a:ext cx="202550" cy="700950"/>
            </a:xfrm>
            <a:custGeom>
              <a:avLst/>
              <a:gdLst/>
              <a:ahLst/>
              <a:cxnLst/>
              <a:rect l="l" t="t" r="r" b="b"/>
              <a:pathLst>
                <a:path w="8102" h="28038" extrusionOk="0">
                  <a:moveTo>
                    <a:pt x="2778" y="1"/>
                  </a:moveTo>
                  <a:cubicBezTo>
                    <a:pt x="2778" y="1"/>
                    <a:pt x="1504" y="4283"/>
                    <a:pt x="1504" y="6945"/>
                  </a:cubicBezTo>
                  <a:cubicBezTo>
                    <a:pt x="1504" y="9607"/>
                    <a:pt x="3357" y="18172"/>
                    <a:pt x="3357" y="18172"/>
                  </a:cubicBezTo>
                  <a:cubicBezTo>
                    <a:pt x="3357" y="18172"/>
                    <a:pt x="3010" y="20486"/>
                    <a:pt x="1504" y="22106"/>
                  </a:cubicBezTo>
                  <a:cubicBezTo>
                    <a:pt x="0" y="23727"/>
                    <a:pt x="463" y="25925"/>
                    <a:pt x="1158" y="26619"/>
                  </a:cubicBezTo>
                  <a:cubicBezTo>
                    <a:pt x="1694" y="27156"/>
                    <a:pt x="2645" y="28038"/>
                    <a:pt x="3263" y="28038"/>
                  </a:cubicBezTo>
                  <a:cubicBezTo>
                    <a:pt x="3445" y="28038"/>
                    <a:pt x="3598" y="27961"/>
                    <a:pt x="3703" y="27777"/>
                  </a:cubicBezTo>
                  <a:cubicBezTo>
                    <a:pt x="4166" y="26967"/>
                    <a:pt x="3820" y="25463"/>
                    <a:pt x="4283" y="24884"/>
                  </a:cubicBezTo>
                  <a:cubicBezTo>
                    <a:pt x="4746" y="24305"/>
                    <a:pt x="6482" y="23379"/>
                    <a:pt x="6713" y="21643"/>
                  </a:cubicBezTo>
                  <a:cubicBezTo>
                    <a:pt x="6945" y="19907"/>
                    <a:pt x="6597" y="14584"/>
                    <a:pt x="6597" y="11690"/>
                  </a:cubicBezTo>
                  <a:cubicBezTo>
                    <a:pt x="6597" y="8797"/>
                    <a:pt x="8101" y="4515"/>
                    <a:pt x="6482" y="1506"/>
                  </a:cubicBezTo>
                  <a:lnTo>
                    <a:pt x="27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54"/>
            <p:cNvSpPr/>
            <p:nvPr/>
          </p:nvSpPr>
          <p:spPr>
            <a:xfrm>
              <a:off x="3950375" y="1711825"/>
              <a:ext cx="207725" cy="716250"/>
            </a:xfrm>
            <a:custGeom>
              <a:avLst/>
              <a:gdLst/>
              <a:ahLst/>
              <a:cxnLst/>
              <a:rect l="l" t="t" r="r" b="b"/>
              <a:pathLst>
                <a:path w="8309" h="28650" extrusionOk="0">
                  <a:moveTo>
                    <a:pt x="3166" y="0"/>
                  </a:moveTo>
                  <a:cubicBezTo>
                    <a:pt x="3034" y="0"/>
                    <a:pt x="2912" y="87"/>
                    <a:pt x="2873" y="219"/>
                  </a:cubicBezTo>
                  <a:cubicBezTo>
                    <a:pt x="2820" y="397"/>
                    <a:pt x="1587" y="4575"/>
                    <a:pt x="1587" y="7250"/>
                  </a:cubicBezTo>
                  <a:cubicBezTo>
                    <a:pt x="1587" y="9829"/>
                    <a:pt x="3257" y="17665"/>
                    <a:pt x="3433" y="18483"/>
                  </a:cubicBezTo>
                  <a:cubicBezTo>
                    <a:pt x="3370" y="18829"/>
                    <a:pt x="2967" y="20806"/>
                    <a:pt x="1669" y="22203"/>
                  </a:cubicBezTo>
                  <a:cubicBezTo>
                    <a:pt x="0" y="24000"/>
                    <a:pt x="561" y="26374"/>
                    <a:pt x="1330" y="27142"/>
                  </a:cubicBezTo>
                  <a:cubicBezTo>
                    <a:pt x="2353" y="28166"/>
                    <a:pt x="3098" y="28649"/>
                    <a:pt x="3652" y="28649"/>
                  </a:cubicBezTo>
                  <a:cubicBezTo>
                    <a:pt x="3691" y="28649"/>
                    <a:pt x="3731" y="28646"/>
                    <a:pt x="3771" y="28642"/>
                  </a:cubicBezTo>
                  <a:cubicBezTo>
                    <a:pt x="4022" y="28607"/>
                    <a:pt x="4224" y="28467"/>
                    <a:pt x="4357" y="28234"/>
                  </a:cubicBezTo>
                  <a:cubicBezTo>
                    <a:pt x="4624" y="27769"/>
                    <a:pt x="4655" y="27163"/>
                    <a:pt x="4687" y="26576"/>
                  </a:cubicBezTo>
                  <a:cubicBezTo>
                    <a:pt x="4712" y="26094"/>
                    <a:pt x="4738" y="25594"/>
                    <a:pt x="4910" y="25380"/>
                  </a:cubicBezTo>
                  <a:cubicBezTo>
                    <a:pt x="5011" y="25254"/>
                    <a:pt x="5208" y="25088"/>
                    <a:pt x="5435" y="24895"/>
                  </a:cubicBezTo>
                  <a:cubicBezTo>
                    <a:pt x="6145" y="24297"/>
                    <a:pt x="7217" y="23392"/>
                    <a:pt x="7405" y="21988"/>
                  </a:cubicBezTo>
                  <a:cubicBezTo>
                    <a:pt x="7554" y="20864"/>
                    <a:pt x="7469" y="18317"/>
                    <a:pt x="7386" y="15853"/>
                  </a:cubicBezTo>
                  <a:cubicBezTo>
                    <a:pt x="7337" y="14412"/>
                    <a:pt x="7292" y="13052"/>
                    <a:pt x="7292" y="11995"/>
                  </a:cubicBezTo>
                  <a:cubicBezTo>
                    <a:pt x="7292" y="11125"/>
                    <a:pt x="7432" y="10116"/>
                    <a:pt x="7581" y="9048"/>
                  </a:cubicBezTo>
                  <a:cubicBezTo>
                    <a:pt x="7922" y="6606"/>
                    <a:pt x="8309" y="3836"/>
                    <a:pt x="7140" y="1666"/>
                  </a:cubicBezTo>
                  <a:cubicBezTo>
                    <a:pt x="7085" y="1560"/>
                    <a:pt x="6978" y="1500"/>
                    <a:pt x="6867" y="1500"/>
                  </a:cubicBezTo>
                  <a:cubicBezTo>
                    <a:pt x="6818" y="1500"/>
                    <a:pt x="6768" y="1512"/>
                    <a:pt x="6722" y="1537"/>
                  </a:cubicBezTo>
                  <a:cubicBezTo>
                    <a:pt x="6572" y="1617"/>
                    <a:pt x="6516" y="1806"/>
                    <a:pt x="6600" y="1955"/>
                  </a:cubicBezTo>
                  <a:cubicBezTo>
                    <a:pt x="7675" y="3950"/>
                    <a:pt x="7303" y="6615"/>
                    <a:pt x="6975" y="8964"/>
                  </a:cubicBezTo>
                  <a:cubicBezTo>
                    <a:pt x="6823" y="10054"/>
                    <a:pt x="6680" y="11083"/>
                    <a:pt x="6680" y="11995"/>
                  </a:cubicBezTo>
                  <a:cubicBezTo>
                    <a:pt x="6680" y="13062"/>
                    <a:pt x="6726" y="14428"/>
                    <a:pt x="6774" y="15873"/>
                  </a:cubicBezTo>
                  <a:cubicBezTo>
                    <a:pt x="6856" y="18313"/>
                    <a:pt x="6941" y="20834"/>
                    <a:pt x="6798" y="21907"/>
                  </a:cubicBezTo>
                  <a:cubicBezTo>
                    <a:pt x="6643" y="23077"/>
                    <a:pt x="5716" y="23858"/>
                    <a:pt x="5041" y="24428"/>
                  </a:cubicBezTo>
                  <a:cubicBezTo>
                    <a:pt x="4788" y="24641"/>
                    <a:pt x="4570" y="24825"/>
                    <a:pt x="4431" y="24998"/>
                  </a:cubicBezTo>
                  <a:cubicBezTo>
                    <a:pt x="4137" y="25366"/>
                    <a:pt x="4107" y="25939"/>
                    <a:pt x="4075" y="26545"/>
                  </a:cubicBezTo>
                  <a:cubicBezTo>
                    <a:pt x="4048" y="27059"/>
                    <a:pt x="4019" y="27591"/>
                    <a:pt x="3825" y="27930"/>
                  </a:cubicBezTo>
                  <a:cubicBezTo>
                    <a:pt x="3782" y="28007"/>
                    <a:pt x="3740" y="28028"/>
                    <a:pt x="3689" y="28034"/>
                  </a:cubicBezTo>
                  <a:cubicBezTo>
                    <a:pt x="3678" y="28036"/>
                    <a:pt x="3665" y="28037"/>
                    <a:pt x="3650" y="28037"/>
                  </a:cubicBezTo>
                  <a:cubicBezTo>
                    <a:pt x="3459" y="28037"/>
                    <a:pt x="2934" y="27879"/>
                    <a:pt x="1763" y="26708"/>
                  </a:cubicBezTo>
                  <a:cubicBezTo>
                    <a:pt x="1157" y="26104"/>
                    <a:pt x="733" y="24111"/>
                    <a:pt x="2117" y="22620"/>
                  </a:cubicBezTo>
                  <a:cubicBezTo>
                    <a:pt x="3669" y="20949"/>
                    <a:pt x="4034" y="18621"/>
                    <a:pt x="4048" y="18522"/>
                  </a:cubicBezTo>
                  <a:cubicBezTo>
                    <a:pt x="4054" y="18485"/>
                    <a:pt x="4053" y="18448"/>
                    <a:pt x="4044" y="18412"/>
                  </a:cubicBezTo>
                  <a:cubicBezTo>
                    <a:pt x="4026" y="18327"/>
                    <a:pt x="2199" y="9849"/>
                    <a:pt x="2199" y="7250"/>
                  </a:cubicBezTo>
                  <a:cubicBezTo>
                    <a:pt x="2199" y="4665"/>
                    <a:pt x="3448" y="436"/>
                    <a:pt x="3460" y="393"/>
                  </a:cubicBezTo>
                  <a:cubicBezTo>
                    <a:pt x="3508" y="232"/>
                    <a:pt x="3416" y="61"/>
                    <a:pt x="3254" y="13"/>
                  </a:cubicBezTo>
                  <a:cubicBezTo>
                    <a:pt x="3224" y="5"/>
                    <a:pt x="3195" y="0"/>
                    <a:pt x="3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54"/>
            <p:cNvSpPr/>
            <p:nvPr/>
          </p:nvSpPr>
          <p:spPr>
            <a:xfrm>
              <a:off x="3960075" y="2136825"/>
              <a:ext cx="170875" cy="283575"/>
            </a:xfrm>
            <a:custGeom>
              <a:avLst/>
              <a:gdLst/>
              <a:ahLst/>
              <a:cxnLst/>
              <a:rect l="l" t="t" r="r" b="b"/>
              <a:pathLst>
                <a:path w="6835" h="11343" extrusionOk="0">
                  <a:moveTo>
                    <a:pt x="5684" y="0"/>
                  </a:moveTo>
                  <a:cubicBezTo>
                    <a:pt x="4452" y="0"/>
                    <a:pt x="3707" y="513"/>
                    <a:pt x="3267" y="1057"/>
                  </a:cubicBezTo>
                  <a:cubicBezTo>
                    <a:pt x="3323" y="1323"/>
                    <a:pt x="3357" y="1477"/>
                    <a:pt x="3357" y="1477"/>
                  </a:cubicBezTo>
                  <a:cubicBezTo>
                    <a:pt x="3357" y="1477"/>
                    <a:pt x="3009" y="3791"/>
                    <a:pt x="1504" y="5411"/>
                  </a:cubicBezTo>
                  <a:cubicBezTo>
                    <a:pt x="0" y="7032"/>
                    <a:pt x="463" y="9230"/>
                    <a:pt x="1158" y="9924"/>
                  </a:cubicBezTo>
                  <a:cubicBezTo>
                    <a:pt x="1694" y="10461"/>
                    <a:pt x="2645" y="11343"/>
                    <a:pt x="3263" y="11343"/>
                  </a:cubicBezTo>
                  <a:cubicBezTo>
                    <a:pt x="3445" y="11343"/>
                    <a:pt x="3598" y="11266"/>
                    <a:pt x="3703" y="11082"/>
                  </a:cubicBezTo>
                  <a:cubicBezTo>
                    <a:pt x="4166" y="10272"/>
                    <a:pt x="3820" y="8768"/>
                    <a:pt x="4283" y="8189"/>
                  </a:cubicBezTo>
                  <a:cubicBezTo>
                    <a:pt x="4745" y="7610"/>
                    <a:pt x="6482" y="6684"/>
                    <a:pt x="6712" y="4948"/>
                  </a:cubicBezTo>
                  <a:cubicBezTo>
                    <a:pt x="6835" y="4036"/>
                    <a:pt x="6796" y="2130"/>
                    <a:pt x="6732" y="110"/>
                  </a:cubicBezTo>
                  <a:cubicBezTo>
                    <a:pt x="6349" y="34"/>
                    <a:pt x="6001" y="0"/>
                    <a:pt x="5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54"/>
            <p:cNvSpPr/>
            <p:nvPr/>
          </p:nvSpPr>
          <p:spPr>
            <a:xfrm>
              <a:off x="3950375" y="2129175"/>
              <a:ext cx="188075" cy="298900"/>
            </a:xfrm>
            <a:custGeom>
              <a:avLst/>
              <a:gdLst/>
              <a:ahLst/>
              <a:cxnLst/>
              <a:rect l="l" t="t" r="r" b="b"/>
              <a:pathLst>
                <a:path w="7523" h="11956" extrusionOk="0">
                  <a:moveTo>
                    <a:pt x="6084" y="614"/>
                  </a:moveTo>
                  <a:cubicBezTo>
                    <a:pt x="6318" y="614"/>
                    <a:pt x="6564" y="634"/>
                    <a:pt x="6822" y="674"/>
                  </a:cubicBezTo>
                  <a:cubicBezTo>
                    <a:pt x="6878" y="2547"/>
                    <a:pt x="6911" y="4360"/>
                    <a:pt x="6797" y="5213"/>
                  </a:cubicBezTo>
                  <a:cubicBezTo>
                    <a:pt x="6641" y="6383"/>
                    <a:pt x="5716" y="7164"/>
                    <a:pt x="5040" y="7734"/>
                  </a:cubicBezTo>
                  <a:cubicBezTo>
                    <a:pt x="4788" y="7947"/>
                    <a:pt x="4569" y="8131"/>
                    <a:pt x="4430" y="8304"/>
                  </a:cubicBezTo>
                  <a:cubicBezTo>
                    <a:pt x="4137" y="8672"/>
                    <a:pt x="4106" y="9245"/>
                    <a:pt x="4075" y="9851"/>
                  </a:cubicBezTo>
                  <a:cubicBezTo>
                    <a:pt x="4048" y="10365"/>
                    <a:pt x="4019" y="10897"/>
                    <a:pt x="3825" y="11236"/>
                  </a:cubicBezTo>
                  <a:cubicBezTo>
                    <a:pt x="3782" y="11313"/>
                    <a:pt x="3739" y="11334"/>
                    <a:pt x="3688" y="11340"/>
                  </a:cubicBezTo>
                  <a:cubicBezTo>
                    <a:pt x="3677" y="11342"/>
                    <a:pt x="3664" y="11343"/>
                    <a:pt x="3649" y="11343"/>
                  </a:cubicBezTo>
                  <a:cubicBezTo>
                    <a:pt x="3458" y="11343"/>
                    <a:pt x="2933" y="11185"/>
                    <a:pt x="1762" y="10014"/>
                  </a:cubicBezTo>
                  <a:cubicBezTo>
                    <a:pt x="1157" y="9410"/>
                    <a:pt x="733" y="7417"/>
                    <a:pt x="2117" y="5926"/>
                  </a:cubicBezTo>
                  <a:cubicBezTo>
                    <a:pt x="3668" y="4255"/>
                    <a:pt x="4034" y="1927"/>
                    <a:pt x="4047" y="1828"/>
                  </a:cubicBezTo>
                  <a:cubicBezTo>
                    <a:pt x="4053" y="1791"/>
                    <a:pt x="4051" y="1754"/>
                    <a:pt x="4044" y="1717"/>
                  </a:cubicBezTo>
                  <a:lnTo>
                    <a:pt x="3986" y="1447"/>
                  </a:lnTo>
                  <a:cubicBezTo>
                    <a:pt x="4487" y="895"/>
                    <a:pt x="5200" y="614"/>
                    <a:pt x="6084" y="614"/>
                  </a:cubicBezTo>
                  <a:close/>
                  <a:moveTo>
                    <a:pt x="6073" y="1"/>
                  </a:moveTo>
                  <a:cubicBezTo>
                    <a:pt x="4690" y="1"/>
                    <a:pt x="3877" y="602"/>
                    <a:pt x="3418" y="1170"/>
                  </a:cubicBezTo>
                  <a:cubicBezTo>
                    <a:pt x="3359" y="1242"/>
                    <a:pt x="3337" y="1336"/>
                    <a:pt x="3356" y="1426"/>
                  </a:cubicBezTo>
                  <a:lnTo>
                    <a:pt x="3433" y="1789"/>
                  </a:lnTo>
                  <a:cubicBezTo>
                    <a:pt x="3372" y="2134"/>
                    <a:pt x="2970" y="4107"/>
                    <a:pt x="1669" y="5509"/>
                  </a:cubicBezTo>
                  <a:cubicBezTo>
                    <a:pt x="0" y="7306"/>
                    <a:pt x="561" y="9680"/>
                    <a:pt x="1330" y="10448"/>
                  </a:cubicBezTo>
                  <a:cubicBezTo>
                    <a:pt x="2353" y="11472"/>
                    <a:pt x="3098" y="11955"/>
                    <a:pt x="3652" y="11955"/>
                  </a:cubicBezTo>
                  <a:cubicBezTo>
                    <a:pt x="3691" y="11955"/>
                    <a:pt x="3731" y="11953"/>
                    <a:pt x="3770" y="11948"/>
                  </a:cubicBezTo>
                  <a:cubicBezTo>
                    <a:pt x="4022" y="11914"/>
                    <a:pt x="4224" y="11774"/>
                    <a:pt x="4357" y="11540"/>
                  </a:cubicBezTo>
                  <a:cubicBezTo>
                    <a:pt x="4623" y="11075"/>
                    <a:pt x="4655" y="10469"/>
                    <a:pt x="4686" y="9883"/>
                  </a:cubicBezTo>
                  <a:cubicBezTo>
                    <a:pt x="4712" y="9400"/>
                    <a:pt x="4737" y="8901"/>
                    <a:pt x="4909" y="8686"/>
                  </a:cubicBezTo>
                  <a:cubicBezTo>
                    <a:pt x="5011" y="8560"/>
                    <a:pt x="5207" y="8394"/>
                    <a:pt x="5435" y="8202"/>
                  </a:cubicBezTo>
                  <a:cubicBezTo>
                    <a:pt x="6144" y="7604"/>
                    <a:pt x="7217" y="6699"/>
                    <a:pt x="7404" y="5295"/>
                  </a:cubicBezTo>
                  <a:cubicBezTo>
                    <a:pt x="7522" y="4412"/>
                    <a:pt x="7499" y="2702"/>
                    <a:pt x="7427" y="406"/>
                  </a:cubicBezTo>
                  <a:cubicBezTo>
                    <a:pt x="7422" y="264"/>
                    <a:pt x="7319" y="143"/>
                    <a:pt x="7180" y="115"/>
                  </a:cubicBezTo>
                  <a:cubicBezTo>
                    <a:pt x="6775" y="36"/>
                    <a:pt x="6407" y="1"/>
                    <a:pt x="60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54"/>
            <p:cNvSpPr/>
            <p:nvPr/>
          </p:nvSpPr>
          <p:spPr>
            <a:xfrm>
              <a:off x="3931150" y="2136125"/>
              <a:ext cx="549725" cy="515025"/>
            </a:xfrm>
            <a:custGeom>
              <a:avLst/>
              <a:gdLst/>
              <a:ahLst/>
              <a:cxnLst/>
              <a:rect l="l" t="t" r="r" b="b"/>
              <a:pathLst>
                <a:path w="21989" h="20601" extrusionOk="0">
                  <a:moveTo>
                    <a:pt x="11110" y="0"/>
                  </a:moveTo>
                  <a:lnTo>
                    <a:pt x="1" y="12614"/>
                  </a:lnTo>
                  <a:lnTo>
                    <a:pt x="11226" y="20600"/>
                  </a:lnTo>
                  <a:lnTo>
                    <a:pt x="21989" y="6944"/>
                  </a:lnTo>
                  <a:lnTo>
                    <a:pt x="111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4"/>
            <p:cNvSpPr/>
            <p:nvPr/>
          </p:nvSpPr>
          <p:spPr>
            <a:xfrm>
              <a:off x="3922400" y="2128475"/>
              <a:ext cx="567325" cy="530325"/>
            </a:xfrm>
            <a:custGeom>
              <a:avLst/>
              <a:gdLst/>
              <a:ahLst/>
              <a:cxnLst/>
              <a:rect l="l" t="t" r="r" b="b"/>
              <a:pathLst>
                <a:path w="22693" h="21213" extrusionOk="0">
                  <a:moveTo>
                    <a:pt x="11517" y="705"/>
                  </a:moveTo>
                  <a:lnTo>
                    <a:pt x="21890" y="7326"/>
                  </a:lnTo>
                  <a:lnTo>
                    <a:pt x="11517" y="20488"/>
                  </a:lnTo>
                  <a:lnTo>
                    <a:pt x="805" y="12868"/>
                  </a:lnTo>
                  <a:lnTo>
                    <a:pt x="11517" y="705"/>
                  </a:lnTo>
                  <a:close/>
                  <a:moveTo>
                    <a:pt x="11460" y="0"/>
                  </a:moveTo>
                  <a:cubicBezTo>
                    <a:pt x="11375" y="0"/>
                    <a:pt x="11291" y="36"/>
                    <a:pt x="11231" y="104"/>
                  </a:cubicBezTo>
                  <a:lnTo>
                    <a:pt x="120" y="12718"/>
                  </a:lnTo>
                  <a:cubicBezTo>
                    <a:pt x="0" y="12854"/>
                    <a:pt x="24" y="13064"/>
                    <a:pt x="172" y="13170"/>
                  </a:cubicBezTo>
                  <a:lnTo>
                    <a:pt x="11398" y="21156"/>
                  </a:lnTo>
                  <a:cubicBezTo>
                    <a:pt x="11450" y="21192"/>
                    <a:pt x="11512" y="21212"/>
                    <a:pt x="11577" y="21212"/>
                  </a:cubicBezTo>
                  <a:cubicBezTo>
                    <a:pt x="11670" y="21212"/>
                    <a:pt x="11758" y="21169"/>
                    <a:pt x="11817" y="21096"/>
                  </a:cubicBezTo>
                  <a:lnTo>
                    <a:pt x="22579" y="7439"/>
                  </a:lnTo>
                  <a:cubicBezTo>
                    <a:pt x="22692" y="7297"/>
                    <a:pt x="22657" y="7089"/>
                    <a:pt x="22504" y="6992"/>
                  </a:cubicBezTo>
                  <a:lnTo>
                    <a:pt x="11624" y="48"/>
                  </a:lnTo>
                  <a:cubicBezTo>
                    <a:pt x="11574" y="16"/>
                    <a:pt x="11517" y="0"/>
                    <a:pt x="114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4"/>
            <p:cNvSpPr/>
            <p:nvPr/>
          </p:nvSpPr>
          <p:spPr>
            <a:xfrm>
              <a:off x="4087375" y="2214250"/>
              <a:ext cx="63700" cy="182325"/>
            </a:xfrm>
            <a:custGeom>
              <a:avLst/>
              <a:gdLst/>
              <a:ahLst/>
              <a:cxnLst/>
              <a:rect l="l" t="t" r="r" b="b"/>
              <a:pathLst>
                <a:path w="2548" h="7293" extrusionOk="0">
                  <a:moveTo>
                    <a:pt x="1621" y="0"/>
                  </a:moveTo>
                  <a:lnTo>
                    <a:pt x="0" y="2083"/>
                  </a:lnTo>
                  <a:cubicBezTo>
                    <a:pt x="0" y="2083"/>
                    <a:pt x="117" y="6018"/>
                    <a:pt x="117" y="6597"/>
                  </a:cubicBezTo>
                  <a:cubicBezTo>
                    <a:pt x="117" y="6926"/>
                    <a:pt x="528" y="7292"/>
                    <a:pt x="904" y="7292"/>
                  </a:cubicBezTo>
                  <a:cubicBezTo>
                    <a:pt x="1189" y="7292"/>
                    <a:pt x="1455" y="7081"/>
                    <a:pt x="1505" y="6481"/>
                  </a:cubicBezTo>
                  <a:cubicBezTo>
                    <a:pt x="1621" y="5093"/>
                    <a:pt x="1621" y="4513"/>
                    <a:pt x="1736" y="4167"/>
                  </a:cubicBezTo>
                  <a:cubicBezTo>
                    <a:pt x="1853" y="3819"/>
                    <a:pt x="2547" y="1620"/>
                    <a:pt x="1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4"/>
            <p:cNvSpPr/>
            <p:nvPr/>
          </p:nvSpPr>
          <p:spPr>
            <a:xfrm>
              <a:off x="4079625" y="2206625"/>
              <a:ext cx="78525" cy="197575"/>
            </a:xfrm>
            <a:custGeom>
              <a:avLst/>
              <a:gdLst/>
              <a:ahLst/>
              <a:cxnLst/>
              <a:rect l="l" t="t" r="r" b="b"/>
              <a:pathLst>
                <a:path w="3141" h="7903" extrusionOk="0">
                  <a:moveTo>
                    <a:pt x="1932" y="0"/>
                  </a:moveTo>
                  <a:cubicBezTo>
                    <a:pt x="1881" y="0"/>
                    <a:pt x="1828" y="13"/>
                    <a:pt x="1780" y="41"/>
                  </a:cubicBezTo>
                  <a:cubicBezTo>
                    <a:pt x="1635" y="124"/>
                    <a:pt x="1583" y="310"/>
                    <a:pt x="1665" y="456"/>
                  </a:cubicBezTo>
                  <a:cubicBezTo>
                    <a:pt x="2505" y="1924"/>
                    <a:pt x="1889" y="3978"/>
                    <a:pt x="1757" y="4374"/>
                  </a:cubicBezTo>
                  <a:cubicBezTo>
                    <a:pt x="1663" y="4651"/>
                    <a:pt x="1639" y="5001"/>
                    <a:pt x="1591" y="5698"/>
                  </a:cubicBezTo>
                  <a:cubicBezTo>
                    <a:pt x="1570" y="5987"/>
                    <a:pt x="1546" y="6335"/>
                    <a:pt x="1510" y="6760"/>
                  </a:cubicBezTo>
                  <a:cubicBezTo>
                    <a:pt x="1490" y="6996"/>
                    <a:pt x="1416" y="7291"/>
                    <a:pt x="1227" y="7291"/>
                  </a:cubicBezTo>
                  <a:cubicBezTo>
                    <a:pt x="1219" y="7291"/>
                    <a:pt x="1211" y="7291"/>
                    <a:pt x="1202" y="7290"/>
                  </a:cubicBezTo>
                  <a:cubicBezTo>
                    <a:pt x="968" y="7281"/>
                    <a:pt x="733" y="7034"/>
                    <a:pt x="733" y="6902"/>
                  </a:cubicBezTo>
                  <a:cubicBezTo>
                    <a:pt x="733" y="6325"/>
                    <a:pt x="622" y="2540"/>
                    <a:pt x="616" y="2379"/>
                  </a:cubicBezTo>
                  <a:cubicBezTo>
                    <a:pt x="610" y="2213"/>
                    <a:pt x="473" y="2082"/>
                    <a:pt x="308" y="2082"/>
                  </a:cubicBezTo>
                  <a:cubicBezTo>
                    <a:pt x="306" y="2082"/>
                    <a:pt x="304" y="2082"/>
                    <a:pt x="302" y="2082"/>
                  </a:cubicBezTo>
                  <a:cubicBezTo>
                    <a:pt x="133" y="2087"/>
                    <a:pt x="0" y="2227"/>
                    <a:pt x="5" y="2397"/>
                  </a:cubicBezTo>
                  <a:cubicBezTo>
                    <a:pt x="6" y="2437"/>
                    <a:pt x="120" y="6334"/>
                    <a:pt x="120" y="6902"/>
                  </a:cubicBezTo>
                  <a:cubicBezTo>
                    <a:pt x="120" y="7384"/>
                    <a:pt x="643" y="7879"/>
                    <a:pt x="1177" y="7902"/>
                  </a:cubicBezTo>
                  <a:lnTo>
                    <a:pt x="1209" y="7902"/>
                  </a:lnTo>
                  <a:cubicBezTo>
                    <a:pt x="1439" y="7902"/>
                    <a:pt x="2037" y="7805"/>
                    <a:pt x="2121" y="6811"/>
                  </a:cubicBezTo>
                  <a:cubicBezTo>
                    <a:pt x="2157" y="6383"/>
                    <a:pt x="2182" y="6031"/>
                    <a:pt x="2201" y="5740"/>
                  </a:cubicBezTo>
                  <a:cubicBezTo>
                    <a:pt x="2246" y="5115"/>
                    <a:pt x="2270" y="4772"/>
                    <a:pt x="2338" y="4568"/>
                  </a:cubicBezTo>
                  <a:cubicBezTo>
                    <a:pt x="2544" y="3950"/>
                    <a:pt x="3141" y="1804"/>
                    <a:pt x="2197" y="152"/>
                  </a:cubicBezTo>
                  <a:cubicBezTo>
                    <a:pt x="2140" y="55"/>
                    <a:pt x="2038" y="0"/>
                    <a:pt x="1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4"/>
            <p:cNvSpPr/>
            <p:nvPr/>
          </p:nvSpPr>
          <p:spPr>
            <a:xfrm>
              <a:off x="4280375" y="1456175"/>
              <a:ext cx="712625" cy="1035850"/>
            </a:xfrm>
            <a:custGeom>
              <a:avLst/>
              <a:gdLst/>
              <a:ahLst/>
              <a:cxnLst/>
              <a:rect l="l" t="t" r="r" b="b"/>
              <a:pathLst>
                <a:path w="28505" h="41434" extrusionOk="0">
                  <a:moveTo>
                    <a:pt x="27232" y="0"/>
                  </a:moveTo>
                  <a:lnTo>
                    <a:pt x="23529" y="1737"/>
                  </a:lnTo>
                  <a:cubicBezTo>
                    <a:pt x="23529" y="1737"/>
                    <a:pt x="20404" y="5209"/>
                    <a:pt x="18899" y="8450"/>
                  </a:cubicBezTo>
                  <a:cubicBezTo>
                    <a:pt x="17395" y="11691"/>
                    <a:pt x="16237" y="20023"/>
                    <a:pt x="16237" y="20023"/>
                  </a:cubicBezTo>
                  <a:cubicBezTo>
                    <a:pt x="16237" y="20023"/>
                    <a:pt x="10219" y="29860"/>
                    <a:pt x="9409" y="30670"/>
                  </a:cubicBezTo>
                  <a:cubicBezTo>
                    <a:pt x="8599" y="31481"/>
                    <a:pt x="9062" y="31365"/>
                    <a:pt x="7095" y="32291"/>
                  </a:cubicBezTo>
                  <a:cubicBezTo>
                    <a:pt x="5127" y="33216"/>
                    <a:pt x="2581" y="33680"/>
                    <a:pt x="2234" y="34258"/>
                  </a:cubicBezTo>
                  <a:cubicBezTo>
                    <a:pt x="1888" y="34836"/>
                    <a:pt x="614" y="37615"/>
                    <a:pt x="266" y="37961"/>
                  </a:cubicBezTo>
                  <a:cubicBezTo>
                    <a:pt x="1" y="38227"/>
                    <a:pt x="411" y="38694"/>
                    <a:pt x="826" y="38694"/>
                  </a:cubicBezTo>
                  <a:cubicBezTo>
                    <a:pt x="954" y="38694"/>
                    <a:pt x="1083" y="38649"/>
                    <a:pt x="1193" y="38540"/>
                  </a:cubicBezTo>
                  <a:cubicBezTo>
                    <a:pt x="1656" y="38078"/>
                    <a:pt x="3275" y="36226"/>
                    <a:pt x="3275" y="36225"/>
                  </a:cubicBezTo>
                  <a:lnTo>
                    <a:pt x="3275" y="36225"/>
                  </a:lnTo>
                  <a:lnTo>
                    <a:pt x="1308" y="40854"/>
                  </a:lnTo>
                  <a:cubicBezTo>
                    <a:pt x="1308" y="40854"/>
                    <a:pt x="1308" y="41433"/>
                    <a:pt x="2002" y="41433"/>
                  </a:cubicBezTo>
                  <a:cubicBezTo>
                    <a:pt x="2697" y="41433"/>
                    <a:pt x="4433" y="40622"/>
                    <a:pt x="4433" y="40622"/>
                  </a:cubicBezTo>
                  <a:cubicBezTo>
                    <a:pt x="4433" y="40622"/>
                    <a:pt x="6400" y="40159"/>
                    <a:pt x="7095" y="39234"/>
                  </a:cubicBezTo>
                  <a:cubicBezTo>
                    <a:pt x="7789" y="38308"/>
                    <a:pt x="10335" y="33332"/>
                    <a:pt x="10335" y="33332"/>
                  </a:cubicBezTo>
                  <a:cubicBezTo>
                    <a:pt x="10335" y="33332"/>
                    <a:pt x="17047" y="29049"/>
                    <a:pt x="19477" y="26156"/>
                  </a:cubicBezTo>
                  <a:cubicBezTo>
                    <a:pt x="21908" y="23262"/>
                    <a:pt x="23529" y="19675"/>
                    <a:pt x="23875" y="18518"/>
                  </a:cubicBezTo>
                  <a:cubicBezTo>
                    <a:pt x="24222" y="17360"/>
                    <a:pt x="28505" y="4514"/>
                    <a:pt x="28389" y="2431"/>
                  </a:cubicBezTo>
                  <a:cubicBezTo>
                    <a:pt x="28274" y="348"/>
                    <a:pt x="27232" y="0"/>
                    <a:pt x="272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4"/>
            <p:cNvSpPr/>
            <p:nvPr/>
          </p:nvSpPr>
          <p:spPr>
            <a:xfrm>
              <a:off x="4275250" y="1448525"/>
              <a:ext cx="724750" cy="1051125"/>
            </a:xfrm>
            <a:custGeom>
              <a:avLst/>
              <a:gdLst/>
              <a:ahLst/>
              <a:cxnLst/>
              <a:rect l="l" t="t" r="r" b="b"/>
              <a:pathLst>
                <a:path w="28990" h="42045" extrusionOk="0">
                  <a:moveTo>
                    <a:pt x="27439" y="1"/>
                  </a:moveTo>
                  <a:cubicBezTo>
                    <a:pt x="27313" y="1"/>
                    <a:pt x="27196" y="79"/>
                    <a:pt x="27153" y="204"/>
                  </a:cubicBezTo>
                  <a:cubicBezTo>
                    <a:pt x="27098" y="363"/>
                    <a:pt x="27179" y="535"/>
                    <a:pt x="27336" y="594"/>
                  </a:cubicBezTo>
                  <a:cubicBezTo>
                    <a:pt x="27370" y="607"/>
                    <a:pt x="28189" y="939"/>
                    <a:pt x="28290" y="2754"/>
                  </a:cubicBezTo>
                  <a:cubicBezTo>
                    <a:pt x="28384" y="4461"/>
                    <a:pt x="25231" y="14244"/>
                    <a:pt x="24196" y="17459"/>
                  </a:cubicBezTo>
                  <a:cubicBezTo>
                    <a:pt x="23987" y="18105"/>
                    <a:pt x="23842" y="18558"/>
                    <a:pt x="23789" y="18735"/>
                  </a:cubicBezTo>
                  <a:cubicBezTo>
                    <a:pt x="23494" y="19718"/>
                    <a:pt x="21918" y="23327"/>
                    <a:pt x="19450" y="26265"/>
                  </a:cubicBezTo>
                  <a:cubicBezTo>
                    <a:pt x="17077" y="29089"/>
                    <a:pt x="10442" y="33337"/>
                    <a:pt x="10376" y="33380"/>
                  </a:cubicBezTo>
                  <a:cubicBezTo>
                    <a:pt x="10331" y="33409"/>
                    <a:pt x="10293" y="33450"/>
                    <a:pt x="10269" y="33498"/>
                  </a:cubicBezTo>
                  <a:cubicBezTo>
                    <a:pt x="10243" y="33547"/>
                    <a:pt x="7727" y="38461"/>
                    <a:pt x="7056" y="39356"/>
                  </a:cubicBezTo>
                  <a:cubicBezTo>
                    <a:pt x="6542" y="40041"/>
                    <a:pt x="5086" y="40507"/>
                    <a:pt x="4569" y="40630"/>
                  </a:cubicBezTo>
                  <a:cubicBezTo>
                    <a:pt x="4548" y="40635"/>
                    <a:pt x="4528" y="40642"/>
                    <a:pt x="4509" y="40650"/>
                  </a:cubicBezTo>
                  <a:cubicBezTo>
                    <a:pt x="4043" y="40868"/>
                    <a:pt x="2721" y="41432"/>
                    <a:pt x="2208" y="41432"/>
                  </a:cubicBezTo>
                  <a:cubicBezTo>
                    <a:pt x="1929" y="41432"/>
                    <a:pt x="1847" y="41306"/>
                    <a:pt x="1826" y="41207"/>
                  </a:cubicBezTo>
                  <a:lnTo>
                    <a:pt x="3763" y="36650"/>
                  </a:lnTo>
                  <a:cubicBezTo>
                    <a:pt x="3822" y="36512"/>
                    <a:pt x="3773" y="36350"/>
                    <a:pt x="3644" y="36270"/>
                  </a:cubicBezTo>
                  <a:cubicBezTo>
                    <a:pt x="3594" y="36238"/>
                    <a:pt x="3538" y="36223"/>
                    <a:pt x="3482" y="36223"/>
                  </a:cubicBezTo>
                  <a:cubicBezTo>
                    <a:pt x="3396" y="36223"/>
                    <a:pt x="3311" y="36260"/>
                    <a:pt x="3251" y="36329"/>
                  </a:cubicBezTo>
                  <a:cubicBezTo>
                    <a:pt x="3234" y="36348"/>
                    <a:pt x="1632" y="38179"/>
                    <a:pt x="1182" y="38629"/>
                  </a:cubicBezTo>
                  <a:cubicBezTo>
                    <a:pt x="1162" y="38648"/>
                    <a:pt x="1116" y="38694"/>
                    <a:pt x="1030" y="38694"/>
                  </a:cubicBezTo>
                  <a:cubicBezTo>
                    <a:pt x="997" y="38694"/>
                    <a:pt x="960" y="38687"/>
                    <a:pt x="916" y="38671"/>
                  </a:cubicBezTo>
                  <a:cubicBezTo>
                    <a:pt x="774" y="38615"/>
                    <a:pt x="695" y="38501"/>
                    <a:pt x="687" y="38483"/>
                  </a:cubicBezTo>
                  <a:cubicBezTo>
                    <a:pt x="924" y="38246"/>
                    <a:pt x="1376" y="37351"/>
                    <a:pt x="2041" y="36011"/>
                  </a:cubicBezTo>
                  <a:cubicBezTo>
                    <a:pt x="2318" y="35453"/>
                    <a:pt x="2580" y="34924"/>
                    <a:pt x="2701" y="34721"/>
                  </a:cubicBezTo>
                  <a:cubicBezTo>
                    <a:pt x="2838" y="34494"/>
                    <a:pt x="3870" y="34159"/>
                    <a:pt x="4701" y="33888"/>
                  </a:cubicBezTo>
                  <a:cubicBezTo>
                    <a:pt x="5567" y="33607"/>
                    <a:pt x="6549" y="33288"/>
                    <a:pt x="7430" y="32873"/>
                  </a:cubicBezTo>
                  <a:cubicBezTo>
                    <a:pt x="8934" y="32166"/>
                    <a:pt x="9077" y="32039"/>
                    <a:pt x="9437" y="31621"/>
                  </a:cubicBezTo>
                  <a:cubicBezTo>
                    <a:pt x="9531" y="31511"/>
                    <a:pt x="9646" y="31376"/>
                    <a:pt x="9831" y="31192"/>
                  </a:cubicBezTo>
                  <a:cubicBezTo>
                    <a:pt x="10657" y="30366"/>
                    <a:pt x="16458" y="20891"/>
                    <a:pt x="16704" y="20488"/>
                  </a:cubicBezTo>
                  <a:cubicBezTo>
                    <a:pt x="16726" y="20452"/>
                    <a:pt x="16740" y="20412"/>
                    <a:pt x="16746" y="20370"/>
                  </a:cubicBezTo>
                  <a:cubicBezTo>
                    <a:pt x="16757" y="20287"/>
                    <a:pt x="17914" y="12046"/>
                    <a:pt x="19382" y="8884"/>
                  </a:cubicBezTo>
                  <a:cubicBezTo>
                    <a:pt x="20849" y="5723"/>
                    <a:pt x="23931" y="2281"/>
                    <a:pt x="23962" y="2247"/>
                  </a:cubicBezTo>
                  <a:cubicBezTo>
                    <a:pt x="24075" y="2122"/>
                    <a:pt x="24064" y="1928"/>
                    <a:pt x="23939" y="1815"/>
                  </a:cubicBezTo>
                  <a:cubicBezTo>
                    <a:pt x="23880" y="1762"/>
                    <a:pt x="23806" y="1736"/>
                    <a:pt x="23733" y="1736"/>
                  </a:cubicBezTo>
                  <a:cubicBezTo>
                    <a:pt x="23650" y="1736"/>
                    <a:pt x="23567" y="1770"/>
                    <a:pt x="23506" y="1837"/>
                  </a:cubicBezTo>
                  <a:cubicBezTo>
                    <a:pt x="23377" y="1981"/>
                    <a:pt x="20334" y="5381"/>
                    <a:pt x="18827" y="8627"/>
                  </a:cubicBezTo>
                  <a:cubicBezTo>
                    <a:pt x="17373" y="11757"/>
                    <a:pt x="16266" y="19388"/>
                    <a:pt x="16149" y="20223"/>
                  </a:cubicBezTo>
                  <a:cubicBezTo>
                    <a:pt x="14455" y="22991"/>
                    <a:pt x="10037" y="30120"/>
                    <a:pt x="9398" y="30759"/>
                  </a:cubicBezTo>
                  <a:cubicBezTo>
                    <a:pt x="9198" y="30958"/>
                    <a:pt x="9074" y="31103"/>
                    <a:pt x="8972" y="31222"/>
                  </a:cubicBezTo>
                  <a:cubicBezTo>
                    <a:pt x="8688" y="31551"/>
                    <a:pt x="8611" y="31641"/>
                    <a:pt x="7169" y="32319"/>
                  </a:cubicBezTo>
                  <a:cubicBezTo>
                    <a:pt x="6323" y="32717"/>
                    <a:pt x="5360" y="33030"/>
                    <a:pt x="4513" y="33307"/>
                  </a:cubicBezTo>
                  <a:cubicBezTo>
                    <a:pt x="3144" y="33751"/>
                    <a:pt x="2419" y="34002"/>
                    <a:pt x="2176" y="34406"/>
                  </a:cubicBezTo>
                  <a:cubicBezTo>
                    <a:pt x="2041" y="34631"/>
                    <a:pt x="1787" y="35143"/>
                    <a:pt x="1493" y="35739"/>
                  </a:cubicBezTo>
                  <a:cubicBezTo>
                    <a:pt x="1098" y="36535"/>
                    <a:pt x="438" y="37867"/>
                    <a:pt x="255" y="38050"/>
                  </a:cubicBezTo>
                  <a:cubicBezTo>
                    <a:pt x="1" y="38305"/>
                    <a:pt x="32" y="38706"/>
                    <a:pt x="329" y="39003"/>
                  </a:cubicBezTo>
                  <a:cubicBezTo>
                    <a:pt x="513" y="39187"/>
                    <a:pt x="773" y="39304"/>
                    <a:pt x="1033" y="39304"/>
                  </a:cubicBezTo>
                  <a:cubicBezTo>
                    <a:pt x="1239" y="39304"/>
                    <a:pt x="1445" y="39231"/>
                    <a:pt x="1614" y="39062"/>
                  </a:cubicBezTo>
                  <a:cubicBezTo>
                    <a:pt x="1789" y="38888"/>
                    <a:pt x="2118" y="38528"/>
                    <a:pt x="2463" y="38141"/>
                  </a:cubicBezTo>
                  <a:lnTo>
                    <a:pt x="2463" y="38141"/>
                  </a:lnTo>
                  <a:lnTo>
                    <a:pt x="1231" y="41040"/>
                  </a:lnTo>
                  <a:cubicBezTo>
                    <a:pt x="1215" y="41078"/>
                    <a:pt x="1207" y="41119"/>
                    <a:pt x="1207" y="41160"/>
                  </a:cubicBezTo>
                  <a:cubicBezTo>
                    <a:pt x="1207" y="41515"/>
                    <a:pt x="1473" y="42045"/>
                    <a:pt x="2207" y="42045"/>
                  </a:cubicBezTo>
                  <a:cubicBezTo>
                    <a:pt x="2920" y="42045"/>
                    <a:pt x="4457" y="41349"/>
                    <a:pt x="4740" y="41218"/>
                  </a:cubicBezTo>
                  <a:cubicBezTo>
                    <a:pt x="5011" y="41152"/>
                    <a:pt x="6834" y="40670"/>
                    <a:pt x="7546" y="39723"/>
                  </a:cubicBezTo>
                  <a:cubicBezTo>
                    <a:pt x="8209" y="38839"/>
                    <a:pt x="10444" y="34497"/>
                    <a:pt x="10776" y="33851"/>
                  </a:cubicBezTo>
                  <a:cubicBezTo>
                    <a:pt x="11537" y="33361"/>
                    <a:pt x="17591" y="29430"/>
                    <a:pt x="19918" y="26659"/>
                  </a:cubicBezTo>
                  <a:cubicBezTo>
                    <a:pt x="22400" y="23706"/>
                    <a:pt x="24017" y="20102"/>
                    <a:pt x="24374" y="18911"/>
                  </a:cubicBezTo>
                  <a:cubicBezTo>
                    <a:pt x="24427" y="18735"/>
                    <a:pt x="24572" y="18288"/>
                    <a:pt x="24778" y="17647"/>
                  </a:cubicBezTo>
                  <a:cubicBezTo>
                    <a:pt x="26745" y="11545"/>
                    <a:pt x="28990" y="4334"/>
                    <a:pt x="28900" y="2720"/>
                  </a:cubicBezTo>
                  <a:cubicBezTo>
                    <a:pt x="28775" y="455"/>
                    <a:pt x="27585" y="33"/>
                    <a:pt x="27534" y="16"/>
                  </a:cubicBezTo>
                  <a:cubicBezTo>
                    <a:pt x="27503" y="5"/>
                    <a:pt x="27471" y="1"/>
                    <a:pt x="27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4"/>
            <p:cNvSpPr/>
            <p:nvPr/>
          </p:nvSpPr>
          <p:spPr>
            <a:xfrm>
              <a:off x="4280375" y="2232175"/>
              <a:ext cx="285600" cy="259850"/>
            </a:xfrm>
            <a:custGeom>
              <a:avLst/>
              <a:gdLst/>
              <a:ahLst/>
              <a:cxnLst/>
              <a:rect l="l" t="t" r="r" b="b"/>
              <a:pathLst>
                <a:path w="11424" h="10394" extrusionOk="0">
                  <a:moveTo>
                    <a:pt x="9064" y="0"/>
                  </a:moveTo>
                  <a:cubicBezTo>
                    <a:pt x="8687" y="433"/>
                    <a:pt x="8694" y="497"/>
                    <a:pt x="7095" y="1250"/>
                  </a:cubicBezTo>
                  <a:cubicBezTo>
                    <a:pt x="5127" y="2176"/>
                    <a:pt x="2581" y="2639"/>
                    <a:pt x="2234" y="3217"/>
                  </a:cubicBezTo>
                  <a:cubicBezTo>
                    <a:pt x="1888" y="3796"/>
                    <a:pt x="614" y="6574"/>
                    <a:pt x="266" y="6921"/>
                  </a:cubicBezTo>
                  <a:cubicBezTo>
                    <a:pt x="1" y="7186"/>
                    <a:pt x="411" y="7654"/>
                    <a:pt x="826" y="7654"/>
                  </a:cubicBezTo>
                  <a:cubicBezTo>
                    <a:pt x="954" y="7654"/>
                    <a:pt x="1083" y="7609"/>
                    <a:pt x="1193" y="7500"/>
                  </a:cubicBezTo>
                  <a:cubicBezTo>
                    <a:pt x="1656" y="7037"/>
                    <a:pt x="3275" y="5185"/>
                    <a:pt x="3275" y="5184"/>
                  </a:cubicBezTo>
                  <a:lnTo>
                    <a:pt x="3275" y="5184"/>
                  </a:lnTo>
                  <a:lnTo>
                    <a:pt x="1308" y="9814"/>
                  </a:lnTo>
                  <a:cubicBezTo>
                    <a:pt x="1308" y="9814"/>
                    <a:pt x="1308" y="10393"/>
                    <a:pt x="2002" y="10393"/>
                  </a:cubicBezTo>
                  <a:cubicBezTo>
                    <a:pt x="2697" y="10393"/>
                    <a:pt x="4433" y="9582"/>
                    <a:pt x="4433" y="9582"/>
                  </a:cubicBezTo>
                  <a:cubicBezTo>
                    <a:pt x="4433" y="9582"/>
                    <a:pt x="6400" y="9119"/>
                    <a:pt x="7095" y="8194"/>
                  </a:cubicBezTo>
                  <a:cubicBezTo>
                    <a:pt x="7789" y="7268"/>
                    <a:pt x="10335" y="2292"/>
                    <a:pt x="10335" y="2292"/>
                  </a:cubicBezTo>
                  <a:cubicBezTo>
                    <a:pt x="10335" y="2292"/>
                    <a:pt x="10755" y="2023"/>
                    <a:pt x="11424" y="1575"/>
                  </a:cubicBezTo>
                  <a:cubicBezTo>
                    <a:pt x="10749" y="696"/>
                    <a:pt x="9818" y="236"/>
                    <a:pt x="9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4"/>
            <p:cNvSpPr/>
            <p:nvPr/>
          </p:nvSpPr>
          <p:spPr>
            <a:xfrm>
              <a:off x="4275250" y="2224500"/>
              <a:ext cx="299525" cy="275150"/>
            </a:xfrm>
            <a:custGeom>
              <a:avLst/>
              <a:gdLst/>
              <a:ahLst/>
              <a:cxnLst/>
              <a:rect l="l" t="t" r="r" b="b"/>
              <a:pathLst>
                <a:path w="11981" h="11006" extrusionOk="0">
                  <a:moveTo>
                    <a:pt x="9366" y="661"/>
                  </a:moveTo>
                  <a:cubicBezTo>
                    <a:pt x="9922" y="860"/>
                    <a:pt x="10615" y="1210"/>
                    <a:pt x="11175" y="1818"/>
                  </a:cubicBezTo>
                  <a:cubicBezTo>
                    <a:pt x="10677" y="2147"/>
                    <a:pt x="10376" y="2340"/>
                    <a:pt x="10375" y="2341"/>
                  </a:cubicBezTo>
                  <a:cubicBezTo>
                    <a:pt x="10328" y="2370"/>
                    <a:pt x="10292" y="2411"/>
                    <a:pt x="10266" y="2459"/>
                  </a:cubicBezTo>
                  <a:cubicBezTo>
                    <a:pt x="10242" y="2509"/>
                    <a:pt x="7725" y="7423"/>
                    <a:pt x="7054" y="8317"/>
                  </a:cubicBezTo>
                  <a:cubicBezTo>
                    <a:pt x="6541" y="9002"/>
                    <a:pt x="5085" y="9469"/>
                    <a:pt x="4567" y="9591"/>
                  </a:cubicBezTo>
                  <a:cubicBezTo>
                    <a:pt x="4547" y="9597"/>
                    <a:pt x="4527" y="9603"/>
                    <a:pt x="4507" y="9612"/>
                  </a:cubicBezTo>
                  <a:cubicBezTo>
                    <a:pt x="4042" y="9829"/>
                    <a:pt x="2720" y="10393"/>
                    <a:pt x="2207" y="10393"/>
                  </a:cubicBezTo>
                  <a:cubicBezTo>
                    <a:pt x="1928" y="10393"/>
                    <a:pt x="1846" y="10267"/>
                    <a:pt x="1825" y="10170"/>
                  </a:cubicBezTo>
                  <a:lnTo>
                    <a:pt x="3762" y="5611"/>
                  </a:lnTo>
                  <a:cubicBezTo>
                    <a:pt x="3821" y="5473"/>
                    <a:pt x="3771" y="5311"/>
                    <a:pt x="3643" y="5231"/>
                  </a:cubicBezTo>
                  <a:cubicBezTo>
                    <a:pt x="3593" y="5200"/>
                    <a:pt x="3536" y="5184"/>
                    <a:pt x="3481" y="5184"/>
                  </a:cubicBezTo>
                  <a:cubicBezTo>
                    <a:pt x="3395" y="5184"/>
                    <a:pt x="3309" y="5221"/>
                    <a:pt x="3250" y="5290"/>
                  </a:cubicBezTo>
                  <a:cubicBezTo>
                    <a:pt x="3233" y="5309"/>
                    <a:pt x="1630" y="7140"/>
                    <a:pt x="1180" y="7590"/>
                  </a:cubicBezTo>
                  <a:cubicBezTo>
                    <a:pt x="1161" y="7609"/>
                    <a:pt x="1115" y="7655"/>
                    <a:pt x="1029" y="7655"/>
                  </a:cubicBezTo>
                  <a:cubicBezTo>
                    <a:pt x="997" y="7655"/>
                    <a:pt x="959" y="7649"/>
                    <a:pt x="915" y="7632"/>
                  </a:cubicBezTo>
                  <a:cubicBezTo>
                    <a:pt x="772" y="7576"/>
                    <a:pt x="694" y="7462"/>
                    <a:pt x="686" y="7444"/>
                  </a:cubicBezTo>
                  <a:cubicBezTo>
                    <a:pt x="923" y="7208"/>
                    <a:pt x="1375" y="6312"/>
                    <a:pt x="2040" y="4972"/>
                  </a:cubicBezTo>
                  <a:cubicBezTo>
                    <a:pt x="2317" y="4414"/>
                    <a:pt x="2578" y="3886"/>
                    <a:pt x="2700" y="3682"/>
                  </a:cubicBezTo>
                  <a:cubicBezTo>
                    <a:pt x="2837" y="3456"/>
                    <a:pt x="3869" y="3120"/>
                    <a:pt x="4700" y="2849"/>
                  </a:cubicBezTo>
                  <a:cubicBezTo>
                    <a:pt x="5566" y="2568"/>
                    <a:pt x="6548" y="2250"/>
                    <a:pt x="7429" y="1835"/>
                  </a:cubicBezTo>
                  <a:cubicBezTo>
                    <a:pt x="8833" y="1174"/>
                    <a:pt x="9050" y="1020"/>
                    <a:pt x="9366" y="661"/>
                  </a:cubicBezTo>
                  <a:close/>
                  <a:moveTo>
                    <a:pt x="9269" y="0"/>
                  </a:moveTo>
                  <a:cubicBezTo>
                    <a:pt x="9182" y="0"/>
                    <a:pt x="9098" y="37"/>
                    <a:pt x="9039" y="105"/>
                  </a:cubicBezTo>
                  <a:lnTo>
                    <a:pt x="8971" y="183"/>
                  </a:lnTo>
                  <a:cubicBezTo>
                    <a:pt x="8688" y="512"/>
                    <a:pt x="8612" y="602"/>
                    <a:pt x="7169" y="1280"/>
                  </a:cubicBezTo>
                  <a:cubicBezTo>
                    <a:pt x="6323" y="1678"/>
                    <a:pt x="5360" y="1991"/>
                    <a:pt x="4513" y="2268"/>
                  </a:cubicBezTo>
                  <a:cubicBezTo>
                    <a:pt x="3144" y="2712"/>
                    <a:pt x="2419" y="2963"/>
                    <a:pt x="2176" y="3367"/>
                  </a:cubicBezTo>
                  <a:cubicBezTo>
                    <a:pt x="2041" y="3592"/>
                    <a:pt x="1787" y="4104"/>
                    <a:pt x="1493" y="4700"/>
                  </a:cubicBezTo>
                  <a:cubicBezTo>
                    <a:pt x="1098" y="5496"/>
                    <a:pt x="438" y="6828"/>
                    <a:pt x="255" y="7011"/>
                  </a:cubicBezTo>
                  <a:cubicBezTo>
                    <a:pt x="1" y="7266"/>
                    <a:pt x="32" y="7667"/>
                    <a:pt x="329" y="7964"/>
                  </a:cubicBezTo>
                  <a:cubicBezTo>
                    <a:pt x="513" y="8148"/>
                    <a:pt x="773" y="8265"/>
                    <a:pt x="1033" y="8265"/>
                  </a:cubicBezTo>
                  <a:cubicBezTo>
                    <a:pt x="1239" y="8265"/>
                    <a:pt x="1445" y="8192"/>
                    <a:pt x="1614" y="8023"/>
                  </a:cubicBezTo>
                  <a:cubicBezTo>
                    <a:pt x="1789" y="7849"/>
                    <a:pt x="2118" y="7489"/>
                    <a:pt x="2463" y="7102"/>
                  </a:cubicBezTo>
                  <a:lnTo>
                    <a:pt x="2463" y="7102"/>
                  </a:lnTo>
                  <a:lnTo>
                    <a:pt x="1231" y="10001"/>
                  </a:lnTo>
                  <a:cubicBezTo>
                    <a:pt x="1215" y="10039"/>
                    <a:pt x="1207" y="10080"/>
                    <a:pt x="1207" y="10121"/>
                  </a:cubicBezTo>
                  <a:cubicBezTo>
                    <a:pt x="1207" y="10476"/>
                    <a:pt x="1473" y="11006"/>
                    <a:pt x="2207" y="11006"/>
                  </a:cubicBezTo>
                  <a:cubicBezTo>
                    <a:pt x="2920" y="11006"/>
                    <a:pt x="4457" y="10310"/>
                    <a:pt x="4740" y="10179"/>
                  </a:cubicBezTo>
                  <a:cubicBezTo>
                    <a:pt x="5011" y="10112"/>
                    <a:pt x="6834" y="9631"/>
                    <a:pt x="7545" y="8684"/>
                  </a:cubicBezTo>
                  <a:cubicBezTo>
                    <a:pt x="8208" y="7800"/>
                    <a:pt x="10444" y="3458"/>
                    <a:pt x="10775" y="2812"/>
                  </a:cubicBezTo>
                  <a:cubicBezTo>
                    <a:pt x="10921" y="2718"/>
                    <a:pt x="11289" y="2479"/>
                    <a:pt x="11800" y="2137"/>
                  </a:cubicBezTo>
                  <a:cubicBezTo>
                    <a:pt x="11947" y="2038"/>
                    <a:pt x="11980" y="1837"/>
                    <a:pt x="11872" y="1696"/>
                  </a:cubicBezTo>
                  <a:cubicBezTo>
                    <a:pt x="11128" y="725"/>
                    <a:pt x="10095" y="245"/>
                    <a:pt x="9361" y="15"/>
                  </a:cubicBezTo>
                  <a:cubicBezTo>
                    <a:pt x="9331" y="5"/>
                    <a:pt x="9300" y="0"/>
                    <a:pt x="9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4"/>
            <p:cNvSpPr/>
            <p:nvPr/>
          </p:nvSpPr>
          <p:spPr>
            <a:xfrm>
              <a:off x="4847400" y="2242575"/>
              <a:ext cx="1032450" cy="480900"/>
            </a:xfrm>
            <a:custGeom>
              <a:avLst/>
              <a:gdLst/>
              <a:ahLst/>
              <a:cxnLst/>
              <a:rect l="l" t="t" r="r" b="b"/>
              <a:pathLst>
                <a:path w="41298" h="19236" extrusionOk="0">
                  <a:moveTo>
                    <a:pt x="39308" y="1"/>
                  </a:moveTo>
                  <a:lnTo>
                    <a:pt x="32300" y="3221"/>
                  </a:lnTo>
                  <a:cubicBezTo>
                    <a:pt x="32300" y="3221"/>
                    <a:pt x="29742" y="8052"/>
                    <a:pt x="29269" y="9946"/>
                  </a:cubicBezTo>
                  <a:cubicBezTo>
                    <a:pt x="28795" y="11840"/>
                    <a:pt x="28037" y="13924"/>
                    <a:pt x="28037" y="13924"/>
                  </a:cubicBezTo>
                  <a:cubicBezTo>
                    <a:pt x="28037" y="13924"/>
                    <a:pt x="23301" y="13166"/>
                    <a:pt x="19228" y="12692"/>
                  </a:cubicBezTo>
                  <a:cubicBezTo>
                    <a:pt x="15154" y="12219"/>
                    <a:pt x="9377" y="11177"/>
                    <a:pt x="7956" y="10892"/>
                  </a:cubicBezTo>
                  <a:cubicBezTo>
                    <a:pt x="6861" y="10673"/>
                    <a:pt x="5033" y="10172"/>
                    <a:pt x="3993" y="10172"/>
                  </a:cubicBezTo>
                  <a:cubicBezTo>
                    <a:pt x="3685" y="10172"/>
                    <a:pt x="3446" y="10216"/>
                    <a:pt x="3316" y="10325"/>
                  </a:cubicBezTo>
                  <a:cubicBezTo>
                    <a:pt x="2747" y="10799"/>
                    <a:pt x="3126" y="10704"/>
                    <a:pt x="3789" y="10987"/>
                  </a:cubicBezTo>
                  <a:cubicBezTo>
                    <a:pt x="4073" y="11110"/>
                    <a:pt x="4428" y="11144"/>
                    <a:pt x="4739" y="11144"/>
                  </a:cubicBezTo>
                  <a:cubicBezTo>
                    <a:pt x="5154" y="11144"/>
                    <a:pt x="5493" y="11083"/>
                    <a:pt x="5494" y="11083"/>
                  </a:cubicBezTo>
                  <a:lnTo>
                    <a:pt x="5494" y="11083"/>
                  </a:lnTo>
                  <a:cubicBezTo>
                    <a:pt x="5493" y="11083"/>
                    <a:pt x="4546" y="11366"/>
                    <a:pt x="3505" y="11745"/>
                  </a:cubicBezTo>
                  <a:cubicBezTo>
                    <a:pt x="2463" y="12124"/>
                    <a:pt x="568" y="12788"/>
                    <a:pt x="285" y="13166"/>
                  </a:cubicBezTo>
                  <a:cubicBezTo>
                    <a:pt x="0" y="13545"/>
                    <a:pt x="664" y="14871"/>
                    <a:pt x="1705" y="14871"/>
                  </a:cubicBezTo>
                  <a:cubicBezTo>
                    <a:pt x="2400" y="14871"/>
                    <a:pt x="2968" y="14829"/>
                    <a:pt x="3438" y="14829"/>
                  </a:cubicBezTo>
                  <a:cubicBezTo>
                    <a:pt x="3674" y="14829"/>
                    <a:pt x="3884" y="14840"/>
                    <a:pt x="4073" y="14871"/>
                  </a:cubicBezTo>
                  <a:cubicBezTo>
                    <a:pt x="4641" y="14967"/>
                    <a:pt x="4925" y="15535"/>
                    <a:pt x="6820" y="15535"/>
                  </a:cubicBezTo>
                  <a:cubicBezTo>
                    <a:pt x="8714" y="15535"/>
                    <a:pt x="11366" y="14018"/>
                    <a:pt x="11366" y="14018"/>
                  </a:cubicBezTo>
                  <a:cubicBezTo>
                    <a:pt x="11366" y="14018"/>
                    <a:pt x="20270" y="18092"/>
                    <a:pt x="25291" y="18945"/>
                  </a:cubicBezTo>
                  <a:cubicBezTo>
                    <a:pt x="26472" y="19145"/>
                    <a:pt x="27417" y="19235"/>
                    <a:pt x="28199" y="19235"/>
                  </a:cubicBezTo>
                  <a:cubicBezTo>
                    <a:pt x="30741" y="19235"/>
                    <a:pt x="31558" y="18281"/>
                    <a:pt x="33152" y="17050"/>
                  </a:cubicBezTo>
                  <a:cubicBezTo>
                    <a:pt x="35236" y="15440"/>
                    <a:pt x="41298" y="5494"/>
                    <a:pt x="40824" y="3504"/>
                  </a:cubicBezTo>
                  <a:cubicBezTo>
                    <a:pt x="40351" y="1516"/>
                    <a:pt x="39308" y="1"/>
                    <a:pt x="393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4"/>
            <p:cNvSpPr/>
            <p:nvPr/>
          </p:nvSpPr>
          <p:spPr>
            <a:xfrm>
              <a:off x="4843725" y="2234750"/>
              <a:ext cx="1044575" cy="496350"/>
            </a:xfrm>
            <a:custGeom>
              <a:avLst/>
              <a:gdLst/>
              <a:ahLst/>
              <a:cxnLst/>
              <a:rect l="l" t="t" r="r" b="b"/>
              <a:pathLst>
                <a:path w="41783" h="19854" extrusionOk="0">
                  <a:moveTo>
                    <a:pt x="39449" y="0"/>
                  </a:moveTo>
                  <a:cubicBezTo>
                    <a:pt x="39389" y="0"/>
                    <a:pt x="39329" y="18"/>
                    <a:pt x="39276" y="54"/>
                  </a:cubicBezTo>
                  <a:cubicBezTo>
                    <a:pt x="39134" y="152"/>
                    <a:pt x="39100" y="347"/>
                    <a:pt x="39202" y="486"/>
                  </a:cubicBezTo>
                  <a:cubicBezTo>
                    <a:pt x="39212" y="501"/>
                    <a:pt x="40219" y="1982"/>
                    <a:pt x="40672" y="3888"/>
                  </a:cubicBezTo>
                  <a:cubicBezTo>
                    <a:pt x="41096" y="5672"/>
                    <a:pt x="35249" y="15467"/>
                    <a:pt x="33110" y="17120"/>
                  </a:cubicBezTo>
                  <a:cubicBezTo>
                    <a:pt x="32904" y="17279"/>
                    <a:pt x="32711" y="17434"/>
                    <a:pt x="32525" y="17583"/>
                  </a:cubicBezTo>
                  <a:cubicBezTo>
                    <a:pt x="31312" y="18553"/>
                    <a:pt x="30453" y="19242"/>
                    <a:pt x="28337" y="19242"/>
                  </a:cubicBezTo>
                  <a:cubicBezTo>
                    <a:pt x="27575" y="19242"/>
                    <a:pt x="26650" y="19153"/>
                    <a:pt x="25486" y="18955"/>
                  </a:cubicBezTo>
                  <a:cubicBezTo>
                    <a:pt x="20565" y="18119"/>
                    <a:pt x="11727" y="14094"/>
                    <a:pt x="11639" y="14053"/>
                  </a:cubicBezTo>
                  <a:cubicBezTo>
                    <a:pt x="11598" y="14035"/>
                    <a:pt x="11555" y="14025"/>
                    <a:pt x="11511" y="14025"/>
                  </a:cubicBezTo>
                  <a:cubicBezTo>
                    <a:pt x="11459" y="14025"/>
                    <a:pt x="11407" y="14039"/>
                    <a:pt x="11360" y="14065"/>
                  </a:cubicBezTo>
                  <a:cubicBezTo>
                    <a:pt x="11333" y="14080"/>
                    <a:pt x="8755" y="15541"/>
                    <a:pt x="6964" y="15541"/>
                  </a:cubicBezTo>
                  <a:cubicBezTo>
                    <a:pt x="5728" y="15541"/>
                    <a:pt x="5245" y="15298"/>
                    <a:pt x="4857" y="15103"/>
                  </a:cubicBezTo>
                  <a:cubicBezTo>
                    <a:pt x="4668" y="15008"/>
                    <a:pt x="4490" y="14918"/>
                    <a:pt x="4268" y="14882"/>
                  </a:cubicBezTo>
                  <a:cubicBezTo>
                    <a:pt x="4060" y="14847"/>
                    <a:pt x="3836" y="14835"/>
                    <a:pt x="3588" y="14835"/>
                  </a:cubicBezTo>
                  <a:cubicBezTo>
                    <a:pt x="3371" y="14835"/>
                    <a:pt x="3135" y="14844"/>
                    <a:pt x="2873" y="14854"/>
                  </a:cubicBezTo>
                  <a:cubicBezTo>
                    <a:pt x="2567" y="14865"/>
                    <a:pt x="2228" y="14877"/>
                    <a:pt x="1850" y="14877"/>
                  </a:cubicBezTo>
                  <a:cubicBezTo>
                    <a:pt x="1301" y="14877"/>
                    <a:pt x="954" y="14396"/>
                    <a:pt x="861" y="14248"/>
                  </a:cubicBezTo>
                  <a:cubicBezTo>
                    <a:pt x="660" y="13933"/>
                    <a:pt x="657" y="13702"/>
                    <a:pt x="674" y="13662"/>
                  </a:cubicBezTo>
                  <a:cubicBezTo>
                    <a:pt x="885" y="13385"/>
                    <a:pt x="2716" y="12722"/>
                    <a:pt x="3498" y="12439"/>
                  </a:cubicBezTo>
                  <a:lnTo>
                    <a:pt x="3754" y="12346"/>
                  </a:lnTo>
                  <a:cubicBezTo>
                    <a:pt x="4775" y="11975"/>
                    <a:pt x="5718" y="11691"/>
                    <a:pt x="5727" y="11688"/>
                  </a:cubicBezTo>
                  <a:cubicBezTo>
                    <a:pt x="5882" y="11642"/>
                    <a:pt x="5974" y="11482"/>
                    <a:pt x="5936" y="11324"/>
                  </a:cubicBezTo>
                  <a:cubicBezTo>
                    <a:pt x="5903" y="11184"/>
                    <a:pt x="5778" y="11089"/>
                    <a:pt x="5639" y="11089"/>
                  </a:cubicBezTo>
                  <a:cubicBezTo>
                    <a:pt x="5621" y="11089"/>
                    <a:pt x="5602" y="11091"/>
                    <a:pt x="5584" y="11094"/>
                  </a:cubicBezTo>
                  <a:cubicBezTo>
                    <a:pt x="5451" y="11118"/>
                    <a:pt x="5183" y="11151"/>
                    <a:pt x="4889" y="11151"/>
                  </a:cubicBezTo>
                  <a:cubicBezTo>
                    <a:pt x="4601" y="11151"/>
                    <a:pt x="4289" y="11120"/>
                    <a:pt x="4054" y="11019"/>
                  </a:cubicBezTo>
                  <a:cubicBezTo>
                    <a:pt x="3906" y="10956"/>
                    <a:pt x="3772" y="10909"/>
                    <a:pt x="3657" y="10873"/>
                  </a:cubicBezTo>
                  <a:cubicBezTo>
                    <a:pt x="3732" y="10810"/>
                    <a:pt x="3890" y="10784"/>
                    <a:pt x="4102" y="10784"/>
                  </a:cubicBezTo>
                  <a:cubicBezTo>
                    <a:pt x="4836" y="10784"/>
                    <a:pt x="6216" y="11098"/>
                    <a:pt x="7042" y="11286"/>
                  </a:cubicBezTo>
                  <a:cubicBezTo>
                    <a:pt x="7409" y="11370"/>
                    <a:pt x="7751" y="11448"/>
                    <a:pt x="8042" y="11506"/>
                  </a:cubicBezTo>
                  <a:cubicBezTo>
                    <a:pt x="9333" y="11765"/>
                    <a:pt x="15197" y="12828"/>
                    <a:pt x="19338" y="13310"/>
                  </a:cubicBezTo>
                  <a:cubicBezTo>
                    <a:pt x="23357" y="13777"/>
                    <a:pt x="28086" y="14532"/>
                    <a:pt x="28134" y="14540"/>
                  </a:cubicBezTo>
                  <a:cubicBezTo>
                    <a:pt x="28150" y="14542"/>
                    <a:pt x="28165" y="14543"/>
                    <a:pt x="28181" y="14543"/>
                  </a:cubicBezTo>
                  <a:cubicBezTo>
                    <a:pt x="28308" y="14543"/>
                    <a:pt x="28424" y="14464"/>
                    <a:pt x="28470" y="14341"/>
                  </a:cubicBezTo>
                  <a:cubicBezTo>
                    <a:pt x="28477" y="14320"/>
                    <a:pt x="29238" y="12221"/>
                    <a:pt x="29710" y="10332"/>
                  </a:cubicBezTo>
                  <a:cubicBezTo>
                    <a:pt x="30170" y="8496"/>
                    <a:pt x="32690" y="3725"/>
                    <a:pt x="32716" y="3677"/>
                  </a:cubicBezTo>
                  <a:cubicBezTo>
                    <a:pt x="32801" y="3527"/>
                    <a:pt x="32746" y="3336"/>
                    <a:pt x="32593" y="3256"/>
                  </a:cubicBezTo>
                  <a:cubicBezTo>
                    <a:pt x="32547" y="3231"/>
                    <a:pt x="32498" y="3220"/>
                    <a:pt x="32450" y="3220"/>
                  </a:cubicBezTo>
                  <a:cubicBezTo>
                    <a:pt x="32337" y="3220"/>
                    <a:pt x="32229" y="3282"/>
                    <a:pt x="32175" y="3391"/>
                  </a:cubicBezTo>
                  <a:cubicBezTo>
                    <a:pt x="32070" y="3589"/>
                    <a:pt x="29594" y="8276"/>
                    <a:pt x="29118" y="10185"/>
                  </a:cubicBezTo>
                  <a:cubicBezTo>
                    <a:pt x="28745" y="11673"/>
                    <a:pt x="28189" y="13297"/>
                    <a:pt x="27980" y="13895"/>
                  </a:cubicBezTo>
                  <a:cubicBezTo>
                    <a:pt x="26945" y="13732"/>
                    <a:pt x="22911" y="13108"/>
                    <a:pt x="19409" y="12702"/>
                  </a:cubicBezTo>
                  <a:cubicBezTo>
                    <a:pt x="15288" y="12222"/>
                    <a:pt x="9448" y="11163"/>
                    <a:pt x="8162" y="10906"/>
                  </a:cubicBezTo>
                  <a:cubicBezTo>
                    <a:pt x="7876" y="10848"/>
                    <a:pt x="7539" y="10772"/>
                    <a:pt x="7179" y="10690"/>
                  </a:cubicBezTo>
                  <a:cubicBezTo>
                    <a:pt x="5912" y="10401"/>
                    <a:pt x="4867" y="10181"/>
                    <a:pt x="4145" y="10181"/>
                  </a:cubicBezTo>
                  <a:cubicBezTo>
                    <a:pt x="3750" y="10181"/>
                    <a:pt x="3452" y="10247"/>
                    <a:pt x="3266" y="10402"/>
                  </a:cubicBezTo>
                  <a:cubicBezTo>
                    <a:pt x="3028" y="10599"/>
                    <a:pt x="2836" y="10784"/>
                    <a:pt x="2886" y="11033"/>
                  </a:cubicBezTo>
                  <a:cubicBezTo>
                    <a:pt x="2934" y="11283"/>
                    <a:pt x="3166" y="11357"/>
                    <a:pt x="3412" y="11436"/>
                  </a:cubicBezTo>
                  <a:cubicBezTo>
                    <a:pt x="3524" y="11472"/>
                    <a:pt x="3661" y="11515"/>
                    <a:pt x="3815" y="11582"/>
                  </a:cubicBezTo>
                  <a:cubicBezTo>
                    <a:pt x="3856" y="11600"/>
                    <a:pt x="3898" y="11615"/>
                    <a:pt x="3941" y="11631"/>
                  </a:cubicBezTo>
                  <a:cubicBezTo>
                    <a:pt x="3812" y="11675"/>
                    <a:pt x="3680" y="11722"/>
                    <a:pt x="3547" y="11771"/>
                  </a:cubicBezTo>
                  <a:lnTo>
                    <a:pt x="3291" y="11863"/>
                  </a:lnTo>
                  <a:cubicBezTo>
                    <a:pt x="1442" y="12533"/>
                    <a:pt x="454" y="12938"/>
                    <a:pt x="186" y="13296"/>
                  </a:cubicBezTo>
                  <a:cubicBezTo>
                    <a:pt x="1" y="13544"/>
                    <a:pt x="21" y="13951"/>
                    <a:pt x="238" y="14387"/>
                  </a:cubicBezTo>
                  <a:cubicBezTo>
                    <a:pt x="493" y="14895"/>
                    <a:pt x="1069" y="15490"/>
                    <a:pt x="1852" y="15490"/>
                  </a:cubicBezTo>
                  <a:cubicBezTo>
                    <a:pt x="2237" y="15490"/>
                    <a:pt x="2584" y="15477"/>
                    <a:pt x="2897" y="15466"/>
                  </a:cubicBezTo>
                  <a:cubicBezTo>
                    <a:pt x="3152" y="15457"/>
                    <a:pt x="3381" y="15448"/>
                    <a:pt x="3587" y="15448"/>
                  </a:cubicBezTo>
                  <a:cubicBezTo>
                    <a:pt x="3807" y="15448"/>
                    <a:pt x="3999" y="15458"/>
                    <a:pt x="4169" y="15486"/>
                  </a:cubicBezTo>
                  <a:cubicBezTo>
                    <a:pt x="4300" y="15508"/>
                    <a:pt x="4419" y="15568"/>
                    <a:pt x="4585" y="15651"/>
                  </a:cubicBezTo>
                  <a:cubicBezTo>
                    <a:pt x="5007" y="15862"/>
                    <a:pt x="5586" y="16154"/>
                    <a:pt x="6967" y="16154"/>
                  </a:cubicBezTo>
                  <a:cubicBezTo>
                    <a:pt x="8691" y="16154"/>
                    <a:pt x="10946" y="14990"/>
                    <a:pt x="11527" y="14675"/>
                  </a:cubicBezTo>
                  <a:cubicBezTo>
                    <a:pt x="12725" y="15215"/>
                    <a:pt x="20670" y="18758"/>
                    <a:pt x="25386" y="19559"/>
                  </a:cubicBezTo>
                  <a:cubicBezTo>
                    <a:pt x="26582" y="19762"/>
                    <a:pt x="27545" y="19854"/>
                    <a:pt x="28346" y="19854"/>
                  </a:cubicBezTo>
                  <a:cubicBezTo>
                    <a:pt x="30670" y="19854"/>
                    <a:pt x="31629" y="19086"/>
                    <a:pt x="32908" y="18061"/>
                  </a:cubicBezTo>
                  <a:cubicBezTo>
                    <a:pt x="33091" y="17914"/>
                    <a:pt x="33281" y="17762"/>
                    <a:pt x="33484" y="17605"/>
                  </a:cubicBezTo>
                  <a:cubicBezTo>
                    <a:pt x="35632" y="15945"/>
                    <a:pt x="41783" y="5913"/>
                    <a:pt x="41268" y="3747"/>
                  </a:cubicBezTo>
                  <a:cubicBezTo>
                    <a:pt x="40786" y="1726"/>
                    <a:pt x="39750" y="204"/>
                    <a:pt x="39706" y="140"/>
                  </a:cubicBezTo>
                  <a:cubicBezTo>
                    <a:pt x="39647" y="49"/>
                    <a:pt x="39549" y="0"/>
                    <a:pt x="39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4"/>
            <p:cNvSpPr/>
            <p:nvPr/>
          </p:nvSpPr>
          <p:spPr>
            <a:xfrm>
              <a:off x="4847400" y="2496875"/>
              <a:ext cx="335200" cy="134075"/>
            </a:xfrm>
            <a:custGeom>
              <a:avLst/>
              <a:gdLst/>
              <a:ahLst/>
              <a:cxnLst/>
              <a:rect l="l" t="t" r="r" b="b"/>
              <a:pathLst>
                <a:path w="13408" h="5363" extrusionOk="0">
                  <a:moveTo>
                    <a:pt x="3993" y="1"/>
                  </a:moveTo>
                  <a:cubicBezTo>
                    <a:pt x="3684" y="1"/>
                    <a:pt x="3446" y="45"/>
                    <a:pt x="3316" y="153"/>
                  </a:cubicBezTo>
                  <a:cubicBezTo>
                    <a:pt x="2747" y="627"/>
                    <a:pt x="3126" y="532"/>
                    <a:pt x="3789" y="817"/>
                  </a:cubicBezTo>
                  <a:cubicBezTo>
                    <a:pt x="4073" y="938"/>
                    <a:pt x="4426" y="973"/>
                    <a:pt x="4737" y="973"/>
                  </a:cubicBezTo>
                  <a:cubicBezTo>
                    <a:pt x="5153" y="973"/>
                    <a:pt x="5493" y="911"/>
                    <a:pt x="5494" y="911"/>
                  </a:cubicBezTo>
                  <a:lnTo>
                    <a:pt x="5494" y="911"/>
                  </a:lnTo>
                  <a:cubicBezTo>
                    <a:pt x="5493" y="911"/>
                    <a:pt x="4546" y="1195"/>
                    <a:pt x="3505" y="1574"/>
                  </a:cubicBezTo>
                  <a:cubicBezTo>
                    <a:pt x="2463" y="1953"/>
                    <a:pt x="568" y="2616"/>
                    <a:pt x="284" y="2994"/>
                  </a:cubicBezTo>
                  <a:cubicBezTo>
                    <a:pt x="0" y="3374"/>
                    <a:pt x="663" y="4699"/>
                    <a:pt x="1705" y="4699"/>
                  </a:cubicBezTo>
                  <a:cubicBezTo>
                    <a:pt x="2399" y="4699"/>
                    <a:pt x="2968" y="4657"/>
                    <a:pt x="3438" y="4657"/>
                  </a:cubicBezTo>
                  <a:cubicBezTo>
                    <a:pt x="3673" y="4657"/>
                    <a:pt x="3883" y="4668"/>
                    <a:pt x="4072" y="4699"/>
                  </a:cubicBezTo>
                  <a:cubicBezTo>
                    <a:pt x="4641" y="4795"/>
                    <a:pt x="4925" y="5363"/>
                    <a:pt x="6820" y="5363"/>
                  </a:cubicBezTo>
                  <a:cubicBezTo>
                    <a:pt x="8714" y="5363"/>
                    <a:pt x="11366" y="3847"/>
                    <a:pt x="11366" y="3847"/>
                  </a:cubicBezTo>
                  <a:cubicBezTo>
                    <a:pt x="11366" y="3847"/>
                    <a:pt x="12062" y="4165"/>
                    <a:pt x="13170" y="4642"/>
                  </a:cubicBezTo>
                  <a:lnTo>
                    <a:pt x="13408" y="1683"/>
                  </a:lnTo>
                  <a:cubicBezTo>
                    <a:pt x="10932" y="1280"/>
                    <a:pt x="8755" y="881"/>
                    <a:pt x="7956" y="721"/>
                  </a:cubicBezTo>
                  <a:cubicBezTo>
                    <a:pt x="6861" y="502"/>
                    <a:pt x="5032" y="1"/>
                    <a:pt x="39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4"/>
            <p:cNvSpPr/>
            <p:nvPr/>
          </p:nvSpPr>
          <p:spPr>
            <a:xfrm>
              <a:off x="4843725" y="2489275"/>
              <a:ext cx="346800" cy="149325"/>
            </a:xfrm>
            <a:custGeom>
              <a:avLst/>
              <a:gdLst/>
              <a:ahLst/>
              <a:cxnLst/>
              <a:rect l="l" t="t" r="r" b="b"/>
              <a:pathLst>
                <a:path w="13872" h="5973" extrusionOk="0">
                  <a:moveTo>
                    <a:pt x="4104" y="603"/>
                  </a:moveTo>
                  <a:cubicBezTo>
                    <a:pt x="4839" y="603"/>
                    <a:pt x="6218" y="917"/>
                    <a:pt x="7045" y="1106"/>
                  </a:cubicBezTo>
                  <a:cubicBezTo>
                    <a:pt x="7411" y="1189"/>
                    <a:pt x="7753" y="1267"/>
                    <a:pt x="8043" y="1325"/>
                  </a:cubicBezTo>
                  <a:cubicBezTo>
                    <a:pt x="8793" y="1475"/>
                    <a:pt x="10833" y="1851"/>
                    <a:pt x="13228" y="2244"/>
                  </a:cubicBezTo>
                  <a:lnTo>
                    <a:pt x="13047" y="4495"/>
                  </a:lnTo>
                  <a:cubicBezTo>
                    <a:pt x="12173" y="4116"/>
                    <a:pt x="11642" y="3872"/>
                    <a:pt x="11641" y="3872"/>
                  </a:cubicBezTo>
                  <a:cubicBezTo>
                    <a:pt x="11601" y="3854"/>
                    <a:pt x="11557" y="3845"/>
                    <a:pt x="11514" y="3845"/>
                  </a:cubicBezTo>
                  <a:cubicBezTo>
                    <a:pt x="11462" y="3845"/>
                    <a:pt x="11409" y="3858"/>
                    <a:pt x="11362" y="3886"/>
                  </a:cubicBezTo>
                  <a:cubicBezTo>
                    <a:pt x="11337" y="3900"/>
                    <a:pt x="8758" y="5360"/>
                    <a:pt x="6968" y="5360"/>
                  </a:cubicBezTo>
                  <a:cubicBezTo>
                    <a:pt x="5731" y="5360"/>
                    <a:pt x="5248" y="5117"/>
                    <a:pt x="4860" y="4922"/>
                  </a:cubicBezTo>
                  <a:cubicBezTo>
                    <a:pt x="4670" y="4828"/>
                    <a:pt x="4492" y="4739"/>
                    <a:pt x="4270" y="4701"/>
                  </a:cubicBezTo>
                  <a:cubicBezTo>
                    <a:pt x="4061" y="4667"/>
                    <a:pt x="3837" y="4655"/>
                    <a:pt x="3588" y="4655"/>
                  </a:cubicBezTo>
                  <a:cubicBezTo>
                    <a:pt x="3371" y="4655"/>
                    <a:pt x="3136" y="4663"/>
                    <a:pt x="2876" y="4673"/>
                  </a:cubicBezTo>
                  <a:cubicBezTo>
                    <a:pt x="2569" y="4684"/>
                    <a:pt x="2230" y="4696"/>
                    <a:pt x="1853" y="4696"/>
                  </a:cubicBezTo>
                  <a:cubicBezTo>
                    <a:pt x="1304" y="4696"/>
                    <a:pt x="956" y="4215"/>
                    <a:pt x="863" y="4067"/>
                  </a:cubicBezTo>
                  <a:cubicBezTo>
                    <a:pt x="663" y="3752"/>
                    <a:pt x="659" y="3521"/>
                    <a:pt x="677" y="3482"/>
                  </a:cubicBezTo>
                  <a:cubicBezTo>
                    <a:pt x="887" y="3204"/>
                    <a:pt x="2718" y="2541"/>
                    <a:pt x="3500" y="2258"/>
                  </a:cubicBezTo>
                  <a:lnTo>
                    <a:pt x="3756" y="2165"/>
                  </a:lnTo>
                  <a:cubicBezTo>
                    <a:pt x="4778" y="1794"/>
                    <a:pt x="5720" y="1510"/>
                    <a:pt x="5729" y="1507"/>
                  </a:cubicBezTo>
                  <a:cubicBezTo>
                    <a:pt x="5884" y="1461"/>
                    <a:pt x="5976" y="1301"/>
                    <a:pt x="5939" y="1143"/>
                  </a:cubicBezTo>
                  <a:cubicBezTo>
                    <a:pt x="5905" y="1003"/>
                    <a:pt x="5780" y="908"/>
                    <a:pt x="5641" y="908"/>
                  </a:cubicBezTo>
                  <a:cubicBezTo>
                    <a:pt x="5623" y="908"/>
                    <a:pt x="5605" y="910"/>
                    <a:pt x="5586" y="913"/>
                  </a:cubicBezTo>
                  <a:cubicBezTo>
                    <a:pt x="5453" y="937"/>
                    <a:pt x="5185" y="970"/>
                    <a:pt x="4891" y="970"/>
                  </a:cubicBezTo>
                  <a:cubicBezTo>
                    <a:pt x="4604" y="970"/>
                    <a:pt x="4292" y="939"/>
                    <a:pt x="4058" y="838"/>
                  </a:cubicBezTo>
                  <a:cubicBezTo>
                    <a:pt x="3908" y="775"/>
                    <a:pt x="3774" y="730"/>
                    <a:pt x="3659" y="692"/>
                  </a:cubicBezTo>
                  <a:cubicBezTo>
                    <a:pt x="3734" y="629"/>
                    <a:pt x="3892" y="603"/>
                    <a:pt x="4104" y="603"/>
                  </a:cubicBezTo>
                  <a:close/>
                  <a:moveTo>
                    <a:pt x="4145" y="1"/>
                  </a:moveTo>
                  <a:cubicBezTo>
                    <a:pt x="3750" y="1"/>
                    <a:pt x="3452" y="66"/>
                    <a:pt x="3266" y="221"/>
                  </a:cubicBezTo>
                  <a:cubicBezTo>
                    <a:pt x="3028" y="419"/>
                    <a:pt x="2836" y="604"/>
                    <a:pt x="2886" y="852"/>
                  </a:cubicBezTo>
                  <a:cubicBezTo>
                    <a:pt x="2934" y="1102"/>
                    <a:pt x="3166" y="1176"/>
                    <a:pt x="3412" y="1255"/>
                  </a:cubicBezTo>
                  <a:cubicBezTo>
                    <a:pt x="3524" y="1291"/>
                    <a:pt x="3661" y="1335"/>
                    <a:pt x="3815" y="1401"/>
                  </a:cubicBezTo>
                  <a:cubicBezTo>
                    <a:pt x="3856" y="1419"/>
                    <a:pt x="3898" y="1434"/>
                    <a:pt x="3941" y="1450"/>
                  </a:cubicBezTo>
                  <a:cubicBezTo>
                    <a:pt x="3812" y="1494"/>
                    <a:pt x="3680" y="1541"/>
                    <a:pt x="3547" y="1590"/>
                  </a:cubicBezTo>
                  <a:lnTo>
                    <a:pt x="3291" y="1682"/>
                  </a:lnTo>
                  <a:cubicBezTo>
                    <a:pt x="1442" y="2352"/>
                    <a:pt x="454" y="2758"/>
                    <a:pt x="186" y="3115"/>
                  </a:cubicBezTo>
                  <a:cubicBezTo>
                    <a:pt x="1" y="3363"/>
                    <a:pt x="21" y="3770"/>
                    <a:pt x="238" y="4206"/>
                  </a:cubicBezTo>
                  <a:cubicBezTo>
                    <a:pt x="493" y="4715"/>
                    <a:pt x="1069" y="5309"/>
                    <a:pt x="1852" y="5309"/>
                  </a:cubicBezTo>
                  <a:cubicBezTo>
                    <a:pt x="2237" y="5309"/>
                    <a:pt x="2584" y="5297"/>
                    <a:pt x="2897" y="5285"/>
                  </a:cubicBezTo>
                  <a:cubicBezTo>
                    <a:pt x="3152" y="5276"/>
                    <a:pt x="3381" y="5267"/>
                    <a:pt x="3587" y="5267"/>
                  </a:cubicBezTo>
                  <a:cubicBezTo>
                    <a:pt x="3807" y="5267"/>
                    <a:pt x="3999" y="5277"/>
                    <a:pt x="4169" y="5305"/>
                  </a:cubicBezTo>
                  <a:cubicBezTo>
                    <a:pt x="4300" y="5327"/>
                    <a:pt x="4419" y="5387"/>
                    <a:pt x="4585" y="5470"/>
                  </a:cubicBezTo>
                  <a:cubicBezTo>
                    <a:pt x="5007" y="5681"/>
                    <a:pt x="5586" y="5973"/>
                    <a:pt x="6967" y="5973"/>
                  </a:cubicBezTo>
                  <a:cubicBezTo>
                    <a:pt x="8691" y="5973"/>
                    <a:pt x="10946" y="4809"/>
                    <a:pt x="11526" y="4493"/>
                  </a:cubicBezTo>
                  <a:cubicBezTo>
                    <a:pt x="11783" y="4609"/>
                    <a:pt x="12377" y="4875"/>
                    <a:pt x="13196" y="5226"/>
                  </a:cubicBezTo>
                  <a:cubicBezTo>
                    <a:pt x="13236" y="5243"/>
                    <a:pt x="13277" y="5251"/>
                    <a:pt x="13317" y="5251"/>
                  </a:cubicBezTo>
                  <a:cubicBezTo>
                    <a:pt x="13470" y="5251"/>
                    <a:pt x="13609" y="5135"/>
                    <a:pt x="13622" y="4969"/>
                  </a:cubicBezTo>
                  <a:lnTo>
                    <a:pt x="13858" y="2011"/>
                  </a:lnTo>
                  <a:cubicBezTo>
                    <a:pt x="13871" y="1853"/>
                    <a:pt x="13761" y="1711"/>
                    <a:pt x="13602" y="1684"/>
                  </a:cubicBezTo>
                  <a:cubicBezTo>
                    <a:pt x="11096" y="1277"/>
                    <a:pt x="8936" y="880"/>
                    <a:pt x="8162" y="725"/>
                  </a:cubicBezTo>
                  <a:cubicBezTo>
                    <a:pt x="7876" y="667"/>
                    <a:pt x="7539" y="591"/>
                    <a:pt x="7179" y="509"/>
                  </a:cubicBezTo>
                  <a:cubicBezTo>
                    <a:pt x="5912" y="220"/>
                    <a:pt x="4867" y="1"/>
                    <a:pt x="4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4"/>
            <p:cNvSpPr/>
            <p:nvPr/>
          </p:nvSpPr>
          <p:spPr>
            <a:xfrm>
              <a:off x="4722300" y="1958400"/>
              <a:ext cx="354800" cy="408550"/>
            </a:xfrm>
            <a:custGeom>
              <a:avLst/>
              <a:gdLst/>
              <a:ahLst/>
              <a:cxnLst/>
              <a:rect l="l" t="t" r="r" b="b"/>
              <a:pathLst>
                <a:path w="14192" h="16342" extrusionOk="0">
                  <a:moveTo>
                    <a:pt x="12298" y="1"/>
                  </a:moveTo>
                  <a:cubicBezTo>
                    <a:pt x="12298" y="1"/>
                    <a:pt x="7846" y="2180"/>
                    <a:pt x="6141" y="3695"/>
                  </a:cubicBezTo>
                  <a:cubicBezTo>
                    <a:pt x="4436" y="5211"/>
                    <a:pt x="173" y="14777"/>
                    <a:pt x="79" y="15440"/>
                  </a:cubicBezTo>
                  <a:cubicBezTo>
                    <a:pt x="0" y="15988"/>
                    <a:pt x="2247" y="16341"/>
                    <a:pt x="3246" y="16341"/>
                  </a:cubicBezTo>
                  <a:cubicBezTo>
                    <a:pt x="3457" y="16341"/>
                    <a:pt x="3612" y="16326"/>
                    <a:pt x="3678" y="16293"/>
                  </a:cubicBezTo>
                  <a:cubicBezTo>
                    <a:pt x="4057" y="16103"/>
                    <a:pt x="10781" y="8337"/>
                    <a:pt x="12487" y="7010"/>
                  </a:cubicBezTo>
                  <a:cubicBezTo>
                    <a:pt x="14192" y="5684"/>
                    <a:pt x="13434" y="4074"/>
                    <a:pt x="13434" y="4074"/>
                  </a:cubicBezTo>
                  <a:lnTo>
                    <a:pt x="122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4"/>
            <p:cNvSpPr/>
            <p:nvPr/>
          </p:nvSpPr>
          <p:spPr>
            <a:xfrm>
              <a:off x="4716150" y="1950750"/>
              <a:ext cx="369975" cy="423750"/>
            </a:xfrm>
            <a:custGeom>
              <a:avLst/>
              <a:gdLst/>
              <a:ahLst/>
              <a:cxnLst/>
              <a:rect l="l" t="t" r="r" b="b"/>
              <a:pathLst>
                <a:path w="14799" h="16950" extrusionOk="0">
                  <a:moveTo>
                    <a:pt x="12544" y="1"/>
                  </a:moveTo>
                  <a:cubicBezTo>
                    <a:pt x="12499" y="1"/>
                    <a:pt x="12453" y="11"/>
                    <a:pt x="12410" y="32"/>
                  </a:cubicBezTo>
                  <a:cubicBezTo>
                    <a:pt x="12226" y="122"/>
                    <a:pt x="7900" y="2246"/>
                    <a:pt x="6183" y="3772"/>
                  </a:cubicBezTo>
                  <a:cubicBezTo>
                    <a:pt x="4436" y="5325"/>
                    <a:pt x="121" y="15003"/>
                    <a:pt x="21" y="15704"/>
                  </a:cubicBezTo>
                  <a:cubicBezTo>
                    <a:pt x="0" y="15852"/>
                    <a:pt x="34" y="16073"/>
                    <a:pt x="315" y="16275"/>
                  </a:cubicBezTo>
                  <a:cubicBezTo>
                    <a:pt x="885" y="16687"/>
                    <a:pt x="2512" y="16950"/>
                    <a:pt x="3447" y="16950"/>
                  </a:cubicBezTo>
                  <a:cubicBezTo>
                    <a:pt x="3734" y="16950"/>
                    <a:pt x="3955" y="16925"/>
                    <a:pt x="4061" y="16872"/>
                  </a:cubicBezTo>
                  <a:cubicBezTo>
                    <a:pt x="4242" y="16783"/>
                    <a:pt x="4780" y="16200"/>
                    <a:pt x="6828" y="13946"/>
                  </a:cubicBezTo>
                  <a:cubicBezTo>
                    <a:pt x="8970" y="11584"/>
                    <a:pt x="11905" y="8349"/>
                    <a:pt x="12921" y="7558"/>
                  </a:cubicBezTo>
                  <a:cubicBezTo>
                    <a:pt x="14798" y="6098"/>
                    <a:pt x="13967" y="4267"/>
                    <a:pt x="13958" y="4249"/>
                  </a:cubicBezTo>
                  <a:cubicBezTo>
                    <a:pt x="13906" y="4139"/>
                    <a:pt x="13796" y="4074"/>
                    <a:pt x="13681" y="4074"/>
                  </a:cubicBezTo>
                  <a:cubicBezTo>
                    <a:pt x="13637" y="4074"/>
                    <a:pt x="13593" y="4083"/>
                    <a:pt x="13551" y="4103"/>
                  </a:cubicBezTo>
                  <a:cubicBezTo>
                    <a:pt x="13398" y="4175"/>
                    <a:pt x="13332" y="4357"/>
                    <a:pt x="13404" y="4510"/>
                  </a:cubicBezTo>
                  <a:cubicBezTo>
                    <a:pt x="13410" y="4524"/>
                    <a:pt x="14039" y="5912"/>
                    <a:pt x="12546" y="7075"/>
                  </a:cubicBezTo>
                  <a:cubicBezTo>
                    <a:pt x="11486" y="7898"/>
                    <a:pt x="8650" y="11023"/>
                    <a:pt x="6372" y="13533"/>
                  </a:cubicBezTo>
                  <a:cubicBezTo>
                    <a:pt x="5181" y="14846"/>
                    <a:pt x="3950" y="16204"/>
                    <a:pt x="3800" y="16320"/>
                  </a:cubicBezTo>
                  <a:cubicBezTo>
                    <a:pt x="3735" y="16341"/>
                    <a:pt x="3620" y="16350"/>
                    <a:pt x="3472" y="16350"/>
                  </a:cubicBezTo>
                  <a:cubicBezTo>
                    <a:pt x="2655" y="16350"/>
                    <a:pt x="822" y="16056"/>
                    <a:pt x="627" y="15790"/>
                  </a:cubicBezTo>
                  <a:cubicBezTo>
                    <a:pt x="745" y="15093"/>
                    <a:pt x="4975" y="5665"/>
                    <a:pt x="6589" y="4229"/>
                  </a:cubicBezTo>
                  <a:cubicBezTo>
                    <a:pt x="8244" y="2759"/>
                    <a:pt x="12635" y="604"/>
                    <a:pt x="12679" y="581"/>
                  </a:cubicBezTo>
                  <a:cubicBezTo>
                    <a:pt x="12831" y="507"/>
                    <a:pt x="12893" y="324"/>
                    <a:pt x="12818" y="173"/>
                  </a:cubicBezTo>
                  <a:cubicBezTo>
                    <a:pt x="12765" y="63"/>
                    <a:pt x="12657" y="1"/>
                    <a:pt x="125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4"/>
            <p:cNvSpPr/>
            <p:nvPr/>
          </p:nvSpPr>
          <p:spPr>
            <a:xfrm>
              <a:off x="4565600" y="2266675"/>
              <a:ext cx="284175" cy="234825"/>
            </a:xfrm>
            <a:custGeom>
              <a:avLst/>
              <a:gdLst/>
              <a:ahLst/>
              <a:cxnLst/>
              <a:rect l="l" t="t" r="r" b="b"/>
              <a:pathLst>
                <a:path w="11367" h="9393" extrusionOk="0">
                  <a:moveTo>
                    <a:pt x="10235" y="1"/>
                  </a:moveTo>
                  <a:cubicBezTo>
                    <a:pt x="9342" y="1"/>
                    <a:pt x="7957" y="1120"/>
                    <a:pt x="7957" y="1120"/>
                  </a:cubicBezTo>
                  <a:cubicBezTo>
                    <a:pt x="7957" y="1120"/>
                    <a:pt x="4926" y="1783"/>
                    <a:pt x="3789" y="2257"/>
                  </a:cubicBezTo>
                  <a:cubicBezTo>
                    <a:pt x="2651" y="2730"/>
                    <a:pt x="1" y="6141"/>
                    <a:pt x="663" y="6330"/>
                  </a:cubicBezTo>
                  <a:cubicBezTo>
                    <a:pt x="691" y="6338"/>
                    <a:pt x="720" y="6342"/>
                    <a:pt x="752" y="6342"/>
                  </a:cubicBezTo>
                  <a:cubicBezTo>
                    <a:pt x="1473" y="6342"/>
                    <a:pt x="3125" y="4341"/>
                    <a:pt x="3126" y="4341"/>
                  </a:cubicBezTo>
                  <a:lnTo>
                    <a:pt x="3126" y="4341"/>
                  </a:lnTo>
                  <a:cubicBezTo>
                    <a:pt x="3125" y="4341"/>
                    <a:pt x="1705" y="6424"/>
                    <a:pt x="1516" y="7182"/>
                  </a:cubicBezTo>
                  <a:cubicBezTo>
                    <a:pt x="1341" y="7882"/>
                    <a:pt x="1166" y="9392"/>
                    <a:pt x="1739" y="9392"/>
                  </a:cubicBezTo>
                  <a:cubicBezTo>
                    <a:pt x="1786" y="9392"/>
                    <a:pt x="1838" y="9382"/>
                    <a:pt x="1895" y="9361"/>
                  </a:cubicBezTo>
                  <a:cubicBezTo>
                    <a:pt x="2653" y="9076"/>
                    <a:pt x="4168" y="6993"/>
                    <a:pt x="4168" y="6993"/>
                  </a:cubicBezTo>
                  <a:cubicBezTo>
                    <a:pt x="4168" y="6993"/>
                    <a:pt x="6062" y="5856"/>
                    <a:pt x="7578" y="5856"/>
                  </a:cubicBezTo>
                  <a:cubicBezTo>
                    <a:pt x="9093" y="5856"/>
                    <a:pt x="10136" y="3015"/>
                    <a:pt x="10136" y="3015"/>
                  </a:cubicBezTo>
                  <a:cubicBezTo>
                    <a:pt x="10136" y="3015"/>
                    <a:pt x="11366" y="1783"/>
                    <a:pt x="10893" y="457"/>
                  </a:cubicBezTo>
                  <a:cubicBezTo>
                    <a:pt x="10775" y="125"/>
                    <a:pt x="10532" y="1"/>
                    <a:pt x="10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4"/>
            <p:cNvSpPr/>
            <p:nvPr/>
          </p:nvSpPr>
          <p:spPr>
            <a:xfrm>
              <a:off x="4570625" y="2259075"/>
              <a:ext cx="286550" cy="250075"/>
            </a:xfrm>
            <a:custGeom>
              <a:avLst/>
              <a:gdLst/>
              <a:ahLst/>
              <a:cxnLst/>
              <a:rect l="l" t="t" r="r" b="b"/>
              <a:pathLst>
                <a:path w="11462" h="10003" extrusionOk="0">
                  <a:moveTo>
                    <a:pt x="10030" y="610"/>
                  </a:moveTo>
                  <a:cubicBezTo>
                    <a:pt x="10085" y="610"/>
                    <a:pt x="10135" y="616"/>
                    <a:pt x="10180" y="629"/>
                  </a:cubicBezTo>
                  <a:cubicBezTo>
                    <a:pt x="10252" y="649"/>
                    <a:pt x="10343" y="694"/>
                    <a:pt x="10404" y="864"/>
                  </a:cubicBezTo>
                  <a:cubicBezTo>
                    <a:pt x="10805" y="1988"/>
                    <a:pt x="9729" y="3091"/>
                    <a:pt x="9717" y="3103"/>
                  </a:cubicBezTo>
                  <a:cubicBezTo>
                    <a:pt x="9686" y="3134"/>
                    <a:pt x="9662" y="3171"/>
                    <a:pt x="9647" y="3213"/>
                  </a:cubicBezTo>
                  <a:cubicBezTo>
                    <a:pt x="9377" y="3948"/>
                    <a:pt x="8445" y="5854"/>
                    <a:pt x="7377" y="5854"/>
                  </a:cubicBezTo>
                  <a:cubicBezTo>
                    <a:pt x="5795" y="5854"/>
                    <a:pt x="3891" y="6986"/>
                    <a:pt x="3810" y="7034"/>
                  </a:cubicBezTo>
                  <a:cubicBezTo>
                    <a:pt x="3774" y="7055"/>
                    <a:pt x="3744" y="7084"/>
                    <a:pt x="3720" y="7117"/>
                  </a:cubicBezTo>
                  <a:cubicBezTo>
                    <a:pt x="3154" y="7894"/>
                    <a:pt x="2075" y="9195"/>
                    <a:pt x="1555" y="9398"/>
                  </a:cubicBezTo>
                  <a:cubicBezTo>
                    <a:pt x="1409" y="9272"/>
                    <a:pt x="1407" y="8381"/>
                    <a:pt x="1612" y="7560"/>
                  </a:cubicBezTo>
                  <a:cubicBezTo>
                    <a:pt x="1756" y="6983"/>
                    <a:pt x="2791" y="5385"/>
                    <a:pt x="3177" y="4817"/>
                  </a:cubicBezTo>
                  <a:cubicBezTo>
                    <a:pt x="3317" y="4615"/>
                    <a:pt x="3170" y="4339"/>
                    <a:pt x="2925" y="4339"/>
                  </a:cubicBezTo>
                  <a:cubicBezTo>
                    <a:pt x="2834" y="4339"/>
                    <a:pt x="2747" y="4379"/>
                    <a:pt x="2689" y="4450"/>
                  </a:cubicBezTo>
                  <a:cubicBezTo>
                    <a:pt x="1953" y="5340"/>
                    <a:pt x="1092" y="6132"/>
                    <a:pt x="698" y="6306"/>
                  </a:cubicBezTo>
                  <a:cubicBezTo>
                    <a:pt x="972" y="5552"/>
                    <a:pt x="2807" y="3218"/>
                    <a:pt x="3706" y="2843"/>
                  </a:cubicBezTo>
                  <a:cubicBezTo>
                    <a:pt x="4804" y="2386"/>
                    <a:pt x="7791" y="1729"/>
                    <a:pt x="7821" y="1722"/>
                  </a:cubicBezTo>
                  <a:cubicBezTo>
                    <a:pt x="7867" y="1712"/>
                    <a:pt x="7912" y="1691"/>
                    <a:pt x="7948" y="1662"/>
                  </a:cubicBezTo>
                  <a:cubicBezTo>
                    <a:pt x="8523" y="1198"/>
                    <a:pt x="9491" y="610"/>
                    <a:pt x="10030" y="610"/>
                  </a:cubicBezTo>
                  <a:close/>
                  <a:moveTo>
                    <a:pt x="10043" y="1"/>
                  </a:moveTo>
                  <a:cubicBezTo>
                    <a:pt x="9135" y="1"/>
                    <a:pt x="7929" y="898"/>
                    <a:pt x="7620" y="1140"/>
                  </a:cubicBezTo>
                  <a:cubicBezTo>
                    <a:pt x="7150" y="1245"/>
                    <a:pt x="4536" y="1833"/>
                    <a:pt x="3471" y="2277"/>
                  </a:cubicBezTo>
                  <a:cubicBezTo>
                    <a:pt x="2460" y="2698"/>
                    <a:pt x="0" y="5591"/>
                    <a:pt x="52" y="6502"/>
                  </a:cubicBezTo>
                  <a:cubicBezTo>
                    <a:pt x="65" y="6714"/>
                    <a:pt x="187" y="6872"/>
                    <a:pt x="378" y="6928"/>
                  </a:cubicBezTo>
                  <a:cubicBezTo>
                    <a:pt x="427" y="6941"/>
                    <a:pt x="478" y="6948"/>
                    <a:pt x="532" y="6948"/>
                  </a:cubicBezTo>
                  <a:cubicBezTo>
                    <a:pt x="774" y="6948"/>
                    <a:pt x="1062" y="6815"/>
                    <a:pt x="1360" y="6609"/>
                  </a:cubicBezTo>
                  <a:lnTo>
                    <a:pt x="1360" y="6609"/>
                  </a:lnTo>
                  <a:cubicBezTo>
                    <a:pt x="1198" y="6921"/>
                    <a:pt x="1070" y="7206"/>
                    <a:pt x="1018" y="7412"/>
                  </a:cubicBezTo>
                  <a:cubicBezTo>
                    <a:pt x="999" y="7489"/>
                    <a:pt x="549" y="9319"/>
                    <a:pt x="1148" y="9854"/>
                  </a:cubicBezTo>
                  <a:cubicBezTo>
                    <a:pt x="1255" y="9950"/>
                    <a:pt x="1394" y="10003"/>
                    <a:pt x="1538" y="10003"/>
                  </a:cubicBezTo>
                  <a:cubicBezTo>
                    <a:pt x="1627" y="10001"/>
                    <a:pt x="1717" y="9984"/>
                    <a:pt x="1801" y="9951"/>
                  </a:cubicBezTo>
                  <a:cubicBezTo>
                    <a:pt x="2576" y="9661"/>
                    <a:pt x="3897" y="7908"/>
                    <a:pt x="4176" y="7528"/>
                  </a:cubicBezTo>
                  <a:cubicBezTo>
                    <a:pt x="4483" y="7352"/>
                    <a:pt x="6096" y="6466"/>
                    <a:pt x="7377" y="6466"/>
                  </a:cubicBezTo>
                  <a:cubicBezTo>
                    <a:pt x="8972" y="6466"/>
                    <a:pt x="10028" y="3926"/>
                    <a:pt x="10198" y="3484"/>
                  </a:cubicBezTo>
                  <a:cubicBezTo>
                    <a:pt x="10440" y="3221"/>
                    <a:pt x="11461" y="2006"/>
                    <a:pt x="10980" y="658"/>
                  </a:cubicBezTo>
                  <a:cubicBezTo>
                    <a:pt x="10866" y="338"/>
                    <a:pt x="10647" y="124"/>
                    <a:pt x="10346" y="40"/>
                  </a:cubicBezTo>
                  <a:cubicBezTo>
                    <a:pt x="10250" y="13"/>
                    <a:pt x="10148" y="1"/>
                    <a:pt x="100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4"/>
            <p:cNvSpPr/>
            <p:nvPr/>
          </p:nvSpPr>
          <p:spPr>
            <a:xfrm>
              <a:off x="4731350" y="2244600"/>
              <a:ext cx="97125" cy="117925"/>
            </a:xfrm>
            <a:custGeom>
              <a:avLst/>
              <a:gdLst/>
              <a:ahLst/>
              <a:cxnLst/>
              <a:rect l="l" t="t" r="r" b="b"/>
              <a:pathLst>
                <a:path w="3885" h="4717" extrusionOk="0">
                  <a:moveTo>
                    <a:pt x="1307" y="0"/>
                  </a:moveTo>
                  <a:cubicBezTo>
                    <a:pt x="901" y="0"/>
                    <a:pt x="664" y="670"/>
                    <a:pt x="664" y="1341"/>
                  </a:cubicBezTo>
                  <a:cubicBezTo>
                    <a:pt x="664" y="2288"/>
                    <a:pt x="1611" y="2572"/>
                    <a:pt x="1611" y="2572"/>
                  </a:cubicBezTo>
                  <a:cubicBezTo>
                    <a:pt x="1611" y="2572"/>
                    <a:pt x="1" y="4087"/>
                    <a:pt x="948" y="4561"/>
                  </a:cubicBezTo>
                  <a:cubicBezTo>
                    <a:pt x="1173" y="4674"/>
                    <a:pt x="1398" y="4717"/>
                    <a:pt x="1611" y="4717"/>
                  </a:cubicBezTo>
                  <a:cubicBezTo>
                    <a:pt x="2292" y="4717"/>
                    <a:pt x="2842" y="4276"/>
                    <a:pt x="2842" y="4276"/>
                  </a:cubicBezTo>
                  <a:lnTo>
                    <a:pt x="3884" y="1246"/>
                  </a:lnTo>
                  <a:lnTo>
                    <a:pt x="3884" y="1246"/>
                  </a:lnTo>
                  <a:cubicBezTo>
                    <a:pt x="3884" y="1246"/>
                    <a:pt x="3850" y="1248"/>
                    <a:pt x="3789" y="1248"/>
                  </a:cubicBezTo>
                  <a:cubicBezTo>
                    <a:pt x="3485" y="1248"/>
                    <a:pt x="2526" y="1182"/>
                    <a:pt x="1895" y="393"/>
                  </a:cubicBezTo>
                  <a:cubicBezTo>
                    <a:pt x="1673" y="115"/>
                    <a:pt x="1475" y="0"/>
                    <a:pt x="13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4"/>
            <p:cNvSpPr/>
            <p:nvPr/>
          </p:nvSpPr>
          <p:spPr>
            <a:xfrm>
              <a:off x="4738175" y="2236950"/>
              <a:ext cx="98250" cy="133250"/>
            </a:xfrm>
            <a:custGeom>
              <a:avLst/>
              <a:gdLst/>
              <a:ahLst/>
              <a:cxnLst/>
              <a:rect l="l" t="t" r="r" b="b"/>
              <a:pathLst>
                <a:path w="3930" h="5330" extrusionOk="0">
                  <a:moveTo>
                    <a:pt x="1036" y="0"/>
                  </a:moveTo>
                  <a:cubicBezTo>
                    <a:pt x="953" y="0"/>
                    <a:pt x="878" y="16"/>
                    <a:pt x="813" y="38"/>
                  </a:cubicBezTo>
                  <a:cubicBezTo>
                    <a:pt x="275" y="227"/>
                    <a:pt x="84" y="1023"/>
                    <a:pt x="84" y="1646"/>
                  </a:cubicBezTo>
                  <a:cubicBezTo>
                    <a:pt x="84" y="2299"/>
                    <a:pt x="461" y="2728"/>
                    <a:pt x="825" y="2967"/>
                  </a:cubicBezTo>
                  <a:cubicBezTo>
                    <a:pt x="479" y="3353"/>
                    <a:pt x="0" y="3999"/>
                    <a:pt x="80" y="4538"/>
                  </a:cubicBezTo>
                  <a:cubicBezTo>
                    <a:pt x="106" y="4722"/>
                    <a:pt x="207" y="4976"/>
                    <a:pt x="538" y="5141"/>
                  </a:cubicBezTo>
                  <a:cubicBezTo>
                    <a:pt x="785" y="5264"/>
                    <a:pt x="1057" y="5329"/>
                    <a:pt x="1332" y="5329"/>
                  </a:cubicBezTo>
                  <a:cubicBezTo>
                    <a:pt x="1335" y="5329"/>
                    <a:pt x="1337" y="5329"/>
                    <a:pt x="1339" y="5329"/>
                  </a:cubicBezTo>
                  <a:cubicBezTo>
                    <a:pt x="2114" y="5329"/>
                    <a:pt x="2726" y="4848"/>
                    <a:pt x="2761" y="4822"/>
                  </a:cubicBezTo>
                  <a:cubicBezTo>
                    <a:pt x="2892" y="4716"/>
                    <a:pt x="2915" y="4524"/>
                    <a:pt x="2808" y="4391"/>
                  </a:cubicBezTo>
                  <a:cubicBezTo>
                    <a:pt x="2748" y="4315"/>
                    <a:pt x="2659" y="4276"/>
                    <a:pt x="2570" y="4276"/>
                  </a:cubicBezTo>
                  <a:cubicBezTo>
                    <a:pt x="2502" y="4276"/>
                    <a:pt x="2435" y="4298"/>
                    <a:pt x="2378" y="4343"/>
                  </a:cubicBezTo>
                  <a:cubicBezTo>
                    <a:pt x="2373" y="4348"/>
                    <a:pt x="1903" y="4716"/>
                    <a:pt x="1341" y="4716"/>
                  </a:cubicBezTo>
                  <a:cubicBezTo>
                    <a:pt x="1170" y="4716"/>
                    <a:pt x="990" y="4681"/>
                    <a:pt x="812" y="4592"/>
                  </a:cubicBezTo>
                  <a:cubicBezTo>
                    <a:pt x="698" y="4536"/>
                    <a:pt x="689" y="4479"/>
                    <a:pt x="685" y="4449"/>
                  </a:cubicBezTo>
                  <a:cubicBezTo>
                    <a:pt x="638" y="4128"/>
                    <a:pt x="1172" y="3455"/>
                    <a:pt x="1548" y="3100"/>
                  </a:cubicBezTo>
                  <a:cubicBezTo>
                    <a:pt x="1717" y="2938"/>
                    <a:pt x="1651" y="2655"/>
                    <a:pt x="1428" y="2585"/>
                  </a:cubicBezTo>
                  <a:cubicBezTo>
                    <a:pt x="1398" y="2575"/>
                    <a:pt x="697" y="2348"/>
                    <a:pt x="697" y="1646"/>
                  </a:cubicBezTo>
                  <a:cubicBezTo>
                    <a:pt x="697" y="1076"/>
                    <a:pt x="883" y="662"/>
                    <a:pt x="1016" y="615"/>
                  </a:cubicBezTo>
                  <a:cubicBezTo>
                    <a:pt x="1020" y="614"/>
                    <a:pt x="1026" y="613"/>
                    <a:pt x="1032" y="613"/>
                  </a:cubicBezTo>
                  <a:cubicBezTo>
                    <a:pt x="1087" y="613"/>
                    <a:pt x="1206" y="668"/>
                    <a:pt x="1383" y="890"/>
                  </a:cubicBezTo>
                  <a:cubicBezTo>
                    <a:pt x="2096" y="1780"/>
                    <a:pt x="3158" y="1860"/>
                    <a:pt x="3515" y="1860"/>
                  </a:cubicBezTo>
                  <a:cubicBezTo>
                    <a:pt x="3583" y="1860"/>
                    <a:pt x="3626" y="1857"/>
                    <a:pt x="3635" y="1856"/>
                  </a:cubicBezTo>
                  <a:cubicBezTo>
                    <a:pt x="3803" y="1843"/>
                    <a:pt x="3929" y="1696"/>
                    <a:pt x="3916" y="1527"/>
                  </a:cubicBezTo>
                  <a:cubicBezTo>
                    <a:pt x="3904" y="1367"/>
                    <a:pt x="3760" y="1245"/>
                    <a:pt x="3611" y="1245"/>
                  </a:cubicBezTo>
                  <a:cubicBezTo>
                    <a:pt x="3603" y="1245"/>
                    <a:pt x="3596" y="1245"/>
                    <a:pt x="3588" y="1246"/>
                  </a:cubicBezTo>
                  <a:cubicBezTo>
                    <a:pt x="3586" y="1246"/>
                    <a:pt x="3557" y="1248"/>
                    <a:pt x="3507" y="1248"/>
                  </a:cubicBezTo>
                  <a:cubicBezTo>
                    <a:pt x="3244" y="1248"/>
                    <a:pt x="2407" y="1189"/>
                    <a:pt x="1861" y="508"/>
                  </a:cubicBezTo>
                  <a:cubicBezTo>
                    <a:pt x="1545" y="113"/>
                    <a:pt x="1261" y="0"/>
                    <a:pt x="10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4"/>
            <p:cNvSpPr/>
            <p:nvPr/>
          </p:nvSpPr>
          <p:spPr>
            <a:xfrm>
              <a:off x="5244575" y="2861075"/>
              <a:ext cx="586850" cy="176925"/>
            </a:xfrm>
            <a:custGeom>
              <a:avLst/>
              <a:gdLst/>
              <a:ahLst/>
              <a:cxnLst/>
              <a:rect l="l" t="t" r="r" b="b"/>
              <a:pathLst>
                <a:path w="23474" h="7077" extrusionOk="0">
                  <a:moveTo>
                    <a:pt x="9885" y="1"/>
                  </a:moveTo>
                  <a:cubicBezTo>
                    <a:pt x="7870" y="1"/>
                    <a:pt x="3022" y="1974"/>
                    <a:pt x="1566" y="2494"/>
                  </a:cubicBezTo>
                  <a:cubicBezTo>
                    <a:pt x="1" y="3053"/>
                    <a:pt x="1566" y="3500"/>
                    <a:pt x="3242" y="3836"/>
                  </a:cubicBezTo>
                  <a:cubicBezTo>
                    <a:pt x="3578" y="3903"/>
                    <a:pt x="3980" y="3930"/>
                    <a:pt x="4409" y="3930"/>
                  </a:cubicBezTo>
                  <a:cubicBezTo>
                    <a:pt x="6126" y="3930"/>
                    <a:pt x="8272" y="3500"/>
                    <a:pt x="8273" y="3500"/>
                  </a:cubicBezTo>
                  <a:lnTo>
                    <a:pt x="8273" y="3500"/>
                  </a:lnTo>
                  <a:cubicBezTo>
                    <a:pt x="8272" y="3500"/>
                    <a:pt x="4584" y="5065"/>
                    <a:pt x="5478" y="5288"/>
                  </a:cubicBezTo>
                  <a:cubicBezTo>
                    <a:pt x="5653" y="5332"/>
                    <a:pt x="5862" y="5350"/>
                    <a:pt x="6097" y="5350"/>
                  </a:cubicBezTo>
                  <a:cubicBezTo>
                    <a:pt x="7063" y="5350"/>
                    <a:pt x="8467" y="5043"/>
                    <a:pt x="9725" y="4953"/>
                  </a:cubicBezTo>
                  <a:cubicBezTo>
                    <a:pt x="11290" y="4841"/>
                    <a:pt x="12854" y="3388"/>
                    <a:pt x="12854" y="3388"/>
                  </a:cubicBezTo>
                  <a:cubicBezTo>
                    <a:pt x="12854" y="3388"/>
                    <a:pt x="20344" y="7077"/>
                    <a:pt x="21238" y="7077"/>
                  </a:cubicBezTo>
                  <a:cubicBezTo>
                    <a:pt x="22132" y="7077"/>
                    <a:pt x="23473" y="4394"/>
                    <a:pt x="21574" y="3277"/>
                  </a:cubicBezTo>
                  <a:cubicBezTo>
                    <a:pt x="19673" y="2160"/>
                    <a:pt x="16655" y="1264"/>
                    <a:pt x="16655" y="1264"/>
                  </a:cubicBezTo>
                  <a:cubicBezTo>
                    <a:pt x="16655" y="1264"/>
                    <a:pt x="11961" y="370"/>
                    <a:pt x="10284" y="35"/>
                  </a:cubicBezTo>
                  <a:cubicBezTo>
                    <a:pt x="10169" y="12"/>
                    <a:pt x="10035" y="1"/>
                    <a:pt x="98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4"/>
            <p:cNvSpPr/>
            <p:nvPr/>
          </p:nvSpPr>
          <p:spPr>
            <a:xfrm>
              <a:off x="5259200" y="2853425"/>
              <a:ext cx="561600" cy="192225"/>
            </a:xfrm>
            <a:custGeom>
              <a:avLst/>
              <a:gdLst/>
              <a:ahLst/>
              <a:cxnLst/>
              <a:rect l="l" t="t" r="r" b="b"/>
              <a:pathLst>
                <a:path w="22464" h="7689" extrusionOk="0">
                  <a:moveTo>
                    <a:pt x="9288" y="611"/>
                  </a:moveTo>
                  <a:cubicBezTo>
                    <a:pt x="9420" y="611"/>
                    <a:pt x="9538" y="621"/>
                    <a:pt x="9639" y="641"/>
                  </a:cubicBezTo>
                  <a:cubicBezTo>
                    <a:pt x="11261" y="966"/>
                    <a:pt x="15702" y="1812"/>
                    <a:pt x="15997" y="1868"/>
                  </a:cubicBezTo>
                  <a:cubicBezTo>
                    <a:pt x="16224" y="1936"/>
                    <a:pt x="19052" y="2799"/>
                    <a:pt x="20834" y="3846"/>
                  </a:cubicBezTo>
                  <a:cubicBezTo>
                    <a:pt x="21827" y="4431"/>
                    <a:pt x="21675" y="5447"/>
                    <a:pt x="21564" y="5856"/>
                  </a:cubicBezTo>
                  <a:cubicBezTo>
                    <a:pt x="21364" y="6590"/>
                    <a:pt x="20883" y="7076"/>
                    <a:pt x="20653" y="7076"/>
                  </a:cubicBezTo>
                  <a:cubicBezTo>
                    <a:pt x="20118" y="7076"/>
                    <a:pt x="16005" y="5193"/>
                    <a:pt x="12406" y="3420"/>
                  </a:cubicBezTo>
                  <a:cubicBezTo>
                    <a:pt x="12363" y="3399"/>
                    <a:pt x="12317" y="3388"/>
                    <a:pt x="12270" y="3388"/>
                  </a:cubicBezTo>
                  <a:cubicBezTo>
                    <a:pt x="12193" y="3388"/>
                    <a:pt x="12119" y="3417"/>
                    <a:pt x="12062" y="3470"/>
                  </a:cubicBezTo>
                  <a:cubicBezTo>
                    <a:pt x="12048" y="3484"/>
                    <a:pt x="10559" y="4851"/>
                    <a:pt x="9119" y="4954"/>
                  </a:cubicBezTo>
                  <a:cubicBezTo>
                    <a:pt x="8547" y="4995"/>
                    <a:pt x="7955" y="5078"/>
                    <a:pt x="7382" y="5159"/>
                  </a:cubicBezTo>
                  <a:cubicBezTo>
                    <a:pt x="6702" y="5255"/>
                    <a:pt x="6047" y="5350"/>
                    <a:pt x="5536" y="5350"/>
                  </a:cubicBezTo>
                  <a:cubicBezTo>
                    <a:pt x="5453" y="5350"/>
                    <a:pt x="5374" y="5348"/>
                    <a:pt x="5299" y="5342"/>
                  </a:cubicBezTo>
                  <a:cubicBezTo>
                    <a:pt x="5788" y="5018"/>
                    <a:pt x="6856" y="4492"/>
                    <a:pt x="7807" y="4087"/>
                  </a:cubicBezTo>
                  <a:cubicBezTo>
                    <a:pt x="7951" y="4026"/>
                    <a:pt x="8027" y="3866"/>
                    <a:pt x="7980" y="3716"/>
                  </a:cubicBezTo>
                  <a:cubicBezTo>
                    <a:pt x="7940" y="3587"/>
                    <a:pt x="7818" y="3499"/>
                    <a:pt x="7688" y="3499"/>
                  </a:cubicBezTo>
                  <a:cubicBezTo>
                    <a:pt x="7668" y="3499"/>
                    <a:pt x="7648" y="3501"/>
                    <a:pt x="7628" y="3506"/>
                  </a:cubicBezTo>
                  <a:cubicBezTo>
                    <a:pt x="7601" y="3511"/>
                    <a:pt x="5487" y="3930"/>
                    <a:pt x="3826" y="3930"/>
                  </a:cubicBezTo>
                  <a:cubicBezTo>
                    <a:pt x="3416" y="3930"/>
                    <a:pt x="3034" y="3905"/>
                    <a:pt x="2717" y="3841"/>
                  </a:cubicBezTo>
                  <a:cubicBezTo>
                    <a:pt x="1337" y="3566"/>
                    <a:pt x="864" y="3365"/>
                    <a:pt x="702" y="3261"/>
                  </a:cubicBezTo>
                  <a:cubicBezTo>
                    <a:pt x="765" y="3220"/>
                    <a:pt x="881" y="3160"/>
                    <a:pt x="1084" y="3088"/>
                  </a:cubicBezTo>
                  <a:cubicBezTo>
                    <a:pt x="1321" y="3004"/>
                    <a:pt x="1649" y="2880"/>
                    <a:pt x="2040" y="2732"/>
                  </a:cubicBezTo>
                  <a:cubicBezTo>
                    <a:pt x="3919" y="2025"/>
                    <a:pt x="7673" y="611"/>
                    <a:pt x="9288" y="611"/>
                  </a:cubicBezTo>
                  <a:close/>
                  <a:moveTo>
                    <a:pt x="9293" y="0"/>
                  </a:moveTo>
                  <a:cubicBezTo>
                    <a:pt x="7695" y="0"/>
                    <a:pt x="4628" y="1103"/>
                    <a:pt x="1824" y="2160"/>
                  </a:cubicBezTo>
                  <a:cubicBezTo>
                    <a:pt x="1438" y="2305"/>
                    <a:pt x="1113" y="2427"/>
                    <a:pt x="878" y="2511"/>
                  </a:cubicBezTo>
                  <a:cubicBezTo>
                    <a:pt x="467" y="2658"/>
                    <a:pt x="1" y="2879"/>
                    <a:pt x="31" y="3293"/>
                  </a:cubicBezTo>
                  <a:cubicBezTo>
                    <a:pt x="65" y="3768"/>
                    <a:pt x="737" y="4070"/>
                    <a:pt x="2597" y="4441"/>
                  </a:cubicBezTo>
                  <a:cubicBezTo>
                    <a:pt x="2956" y="4512"/>
                    <a:pt x="3382" y="4541"/>
                    <a:pt x="3834" y="4541"/>
                  </a:cubicBezTo>
                  <a:cubicBezTo>
                    <a:pt x="4426" y="4541"/>
                    <a:pt x="5061" y="4492"/>
                    <a:pt x="5644" y="4427"/>
                  </a:cubicBezTo>
                  <a:lnTo>
                    <a:pt x="5644" y="4427"/>
                  </a:lnTo>
                  <a:cubicBezTo>
                    <a:pt x="4416" y="5091"/>
                    <a:pt x="4437" y="5369"/>
                    <a:pt x="4448" y="5510"/>
                  </a:cubicBezTo>
                  <a:cubicBezTo>
                    <a:pt x="4456" y="5598"/>
                    <a:pt x="4505" y="5813"/>
                    <a:pt x="4820" y="5891"/>
                  </a:cubicBezTo>
                  <a:cubicBezTo>
                    <a:pt x="5019" y="5940"/>
                    <a:pt x="5253" y="5961"/>
                    <a:pt x="5512" y="5961"/>
                  </a:cubicBezTo>
                  <a:cubicBezTo>
                    <a:pt x="6075" y="5961"/>
                    <a:pt x="6757" y="5865"/>
                    <a:pt x="7467" y="5764"/>
                  </a:cubicBezTo>
                  <a:cubicBezTo>
                    <a:pt x="8030" y="5686"/>
                    <a:pt x="8613" y="5603"/>
                    <a:pt x="9162" y="5564"/>
                  </a:cubicBezTo>
                  <a:cubicBezTo>
                    <a:pt x="10533" y="5466"/>
                    <a:pt x="11866" y="4441"/>
                    <a:pt x="12318" y="4060"/>
                  </a:cubicBezTo>
                  <a:cubicBezTo>
                    <a:pt x="13914" y="4844"/>
                    <a:pt x="19772" y="7689"/>
                    <a:pt x="20653" y="7689"/>
                  </a:cubicBezTo>
                  <a:cubicBezTo>
                    <a:pt x="21308" y="7689"/>
                    <a:pt x="21931" y="6839"/>
                    <a:pt x="22154" y="6017"/>
                  </a:cubicBezTo>
                  <a:cubicBezTo>
                    <a:pt x="22463" y="4882"/>
                    <a:pt x="22085" y="3873"/>
                    <a:pt x="21144" y="3320"/>
                  </a:cubicBezTo>
                  <a:cubicBezTo>
                    <a:pt x="19233" y="2195"/>
                    <a:pt x="16282" y="1315"/>
                    <a:pt x="16157" y="1277"/>
                  </a:cubicBezTo>
                  <a:cubicBezTo>
                    <a:pt x="16147" y="1274"/>
                    <a:pt x="16138" y="1271"/>
                    <a:pt x="16128" y="1270"/>
                  </a:cubicBezTo>
                  <a:cubicBezTo>
                    <a:pt x="16128" y="1270"/>
                    <a:pt x="11434" y="376"/>
                    <a:pt x="9759" y="41"/>
                  </a:cubicBezTo>
                  <a:cubicBezTo>
                    <a:pt x="9622" y="13"/>
                    <a:pt x="9466" y="0"/>
                    <a:pt x="9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4"/>
            <p:cNvSpPr/>
            <p:nvPr/>
          </p:nvSpPr>
          <p:spPr>
            <a:xfrm>
              <a:off x="5415050" y="2937650"/>
              <a:ext cx="617575" cy="914575"/>
            </a:xfrm>
            <a:custGeom>
              <a:avLst/>
              <a:gdLst/>
              <a:ahLst/>
              <a:cxnLst/>
              <a:rect l="l" t="t" r="r" b="b"/>
              <a:pathLst>
                <a:path w="24703" h="36583" extrusionOk="0">
                  <a:moveTo>
                    <a:pt x="15671" y="1"/>
                  </a:moveTo>
                  <a:cubicBezTo>
                    <a:pt x="13489" y="1"/>
                    <a:pt x="11513" y="2337"/>
                    <a:pt x="11513" y="2337"/>
                  </a:cubicBezTo>
                  <a:cubicBezTo>
                    <a:pt x="11513" y="2337"/>
                    <a:pt x="7042" y="5579"/>
                    <a:pt x="3800" y="10161"/>
                  </a:cubicBezTo>
                  <a:cubicBezTo>
                    <a:pt x="558" y="14743"/>
                    <a:pt x="0" y="24021"/>
                    <a:pt x="670" y="26703"/>
                  </a:cubicBezTo>
                  <a:cubicBezTo>
                    <a:pt x="1342" y="29386"/>
                    <a:pt x="1788" y="32516"/>
                    <a:pt x="5029" y="34639"/>
                  </a:cubicBezTo>
                  <a:cubicBezTo>
                    <a:pt x="6789" y="35792"/>
                    <a:pt x="8284" y="36582"/>
                    <a:pt x="10177" y="36582"/>
                  </a:cubicBezTo>
                  <a:cubicBezTo>
                    <a:pt x="11772" y="36582"/>
                    <a:pt x="13650" y="36020"/>
                    <a:pt x="16207" y="34639"/>
                  </a:cubicBezTo>
                  <a:cubicBezTo>
                    <a:pt x="21796" y="31621"/>
                    <a:pt x="24702" y="21562"/>
                    <a:pt x="24143" y="13850"/>
                  </a:cubicBezTo>
                  <a:cubicBezTo>
                    <a:pt x="23585" y="6138"/>
                    <a:pt x="18890" y="771"/>
                    <a:pt x="16431" y="101"/>
                  </a:cubicBezTo>
                  <a:cubicBezTo>
                    <a:pt x="16176" y="32"/>
                    <a:pt x="15922" y="1"/>
                    <a:pt x="15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4"/>
            <p:cNvSpPr/>
            <p:nvPr/>
          </p:nvSpPr>
          <p:spPr>
            <a:xfrm>
              <a:off x="5407500" y="2929975"/>
              <a:ext cx="632800" cy="929725"/>
            </a:xfrm>
            <a:custGeom>
              <a:avLst/>
              <a:gdLst/>
              <a:ahLst/>
              <a:cxnLst/>
              <a:rect l="l" t="t" r="r" b="b"/>
              <a:pathLst>
                <a:path w="25312" h="37189" extrusionOk="0">
                  <a:moveTo>
                    <a:pt x="15972" y="614"/>
                  </a:moveTo>
                  <a:cubicBezTo>
                    <a:pt x="16202" y="614"/>
                    <a:pt x="16430" y="644"/>
                    <a:pt x="16652" y="704"/>
                  </a:cubicBezTo>
                  <a:cubicBezTo>
                    <a:pt x="18970" y="1337"/>
                    <a:pt x="23585" y="6522"/>
                    <a:pt x="24139" y="14179"/>
                  </a:cubicBezTo>
                  <a:cubicBezTo>
                    <a:pt x="24687" y="21723"/>
                    <a:pt x="21868" y="31705"/>
                    <a:pt x="16364" y="34677"/>
                  </a:cubicBezTo>
                  <a:cubicBezTo>
                    <a:pt x="13846" y="36037"/>
                    <a:pt x="12007" y="36578"/>
                    <a:pt x="10465" y="36578"/>
                  </a:cubicBezTo>
                  <a:cubicBezTo>
                    <a:pt x="8598" y="36578"/>
                    <a:pt x="7168" y="35785"/>
                    <a:pt x="5500" y="34692"/>
                  </a:cubicBezTo>
                  <a:cubicBezTo>
                    <a:pt x="2678" y="32843"/>
                    <a:pt x="2061" y="30250"/>
                    <a:pt x="1464" y="27742"/>
                  </a:cubicBezTo>
                  <a:cubicBezTo>
                    <a:pt x="1400" y="27470"/>
                    <a:pt x="1336" y="27201"/>
                    <a:pt x="1270" y="26937"/>
                  </a:cubicBezTo>
                  <a:cubicBezTo>
                    <a:pt x="633" y="24394"/>
                    <a:pt x="1173" y="15142"/>
                    <a:pt x="4352" y="10645"/>
                  </a:cubicBezTo>
                  <a:cubicBezTo>
                    <a:pt x="7526" y="6160"/>
                    <a:pt x="11950" y="2924"/>
                    <a:pt x="11995" y="2892"/>
                  </a:cubicBezTo>
                  <a:cubicBezTo>
                    <a:pt x="12015" y="2877"/>
                    <a:pt x="12032" y="2861"/>
                    <a:pt x="12049" y="2842"/>
                  </a:cubicBezTo>
                  <a:cubicBezTo>
                    <a:pt x="12070" y="2817"/>
                    <a:pt x="13960" y="614"/>
                    <a:pt x="15972" y="614"/>
                  </a:cubicBezTo>
                  <a:close/>
                  <a:moveTo>
                    <a:pt x="15964" y="1"/>
                  </a:moveTo>
                  <a:cubicBezTo>
                    <a:pt x="13779" y="1"/>
                    <a:pt x="11856" y="2129"/>
                    <a:pt x="11606" y="2418"/>
                  </a:cubicBezTo>
                  <a:cubicBezTo>
                    <a:pt x="11208" y="2712"/>
                    <a:pt x="6948" y="5916"/>
                    <a:pt x="3853" y="10292"/>
                  </a:cubicBezTo>
                  <a:cubicBezTo>
                    <a:pt x="518" y="15007"/>
                    <a:pt x="1" y="24387"/>
                    <a:pt x="675" y="27086"/>
                  </a:cubicBezTo>
                  <a:cubicBezTo>
                    <a:pt x="742" y="27348"/>
                    <a:pt x="805" y="27614"/>
                    <a:pt x="868" y="27883"/>
                  </a:cubicBezTo>
                  <a:cubicBezTo>
                    <a:pt x="1464" y="30385"/>
                    <a:pt x="2139" y="33221"/>
                    <a:pt x="5164" y="35203"/>
                  </a:cubicBezTo>
                  <a:cubicBezTo>
                    <a:pt x="6900" y="36340"/>
                    <a:pt x="8439" y="37189"/>
                    <a:pt x="10454" y="37189"/>
                  </a:cubicBezTo>
                  <a:cubicBezTo>
                    <a:pt x="12089" y="37189"/>
                    <a:pt x="14035" y="36630"/>
                    <a:pt x="16655" y="35217"/>
                  </a:cubicBezTo>
                  <a:cubicBezTo>
                    <a:pt x="22376" y="32127"/>
                    <a:pt x="25311" y="21868"/>
                    <a:pt x="24751" y="14135"/>
                  </a:cubicBezTo>
                  <a:cubicBezTo>
                    <a:pt x="24176" y="6194"/>
                    <a:pt x="19278" y="786"/>
                    <a:pt x="16814" y="114"/>
                  </a:cubicBezTo>
                  <a:cubicBezTo>
                    <a:pt x="16528" y="36"/>
                    <a:pt x="16244" y="1"/>
                    <a:pt x="159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4"/>
            <p:cNvSpPr/>
            <p:nvPr/>
          </p:nvSpPr>
          <p:spPr>
            <a:xfrm>
              <a:off x="5596700" y="3020350"/>
              <a:ext cx="271050" cy="253200"/>
            </a:xfrm>
            <a:custGeom>
              <a:avLst/>
              <a:gdLst/>
              <a:ahLst/>
              <a:cxnLst/>
              <a:rect l="l" t="t" r="r" b="b"/>
              <a:pathLst>
                <a:path w="10842" h="10128" extrusionOk="0">
                  <a:moveTo>
                    <a:pt x="7822" y="0"/>
                  </a:moveTo>
                  <a:cubicBezTo>
                    <a:pt x="6404" y="0"/>
                    <a:pt x="4583" y="482"/>
                    <a:pt x="4583" y="482"/>
                  </a:cubicBezTo>
                  <a:cubicBezTo>
                    <a:pt x="4583" y="482"/>
                    <a:pt x="2570" y="706"/>
                    <a:pt x="1564" y="2047"/>
                  </a:cubicBezTo>
                  <a:cubicBezTo>
                    <a:pt x="558" y="3388"/>
                    <a:pt x="894" y="3835"/>
                    <a:pt x="1564" y="4171"/>
                  </a:cubicBezTo>
                  <a:cubicBezTo>
                    <a:pt x="2236" y="4507"/>
                    <a:pt x="2347" y="5401"/>
                    <a:pt x="2347" y="5401"/>
                  </a:cubicBezTo>
                  <a:cubicBezTo>
                    <a:pt x="2347" y="5401"/>
                    <a:pt x="0" y="9200"/>
                    <a:pt x="1230" y="9984"/>
                  </a:cubicBezTo>
                  <a:cubicBezTo>
                    <a:pt x="1385" y="10082"/>
                    <a:pt x="1607" y="10128"/>
                    <a:pt x="1881" y="10128"/>
                  </a:cubicBezTo>
                  <a:cubicBezTo>
                    <a:pt x="3776" y="10128"/>
                    <a:pt x="8119" y="7955"/>
                    <a:pt x="9388" y="6295"/>
                  </a:cubicBezTo>
                  <a:cubicBezTo>
                    <a:pt x="10842" y="4394"/>
                    <a:pt x="10172" y="1264"/>
                    <a:pt x="9277" y="370"/>
                  </a:cubicBezTo>
                  <a:cubicBezTo>
                    <a:pt x="9002" y="95"/>
                    <a:pt x="8451" y="0"/>
                    <a:pt x="7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4"/>
            <p:cNvSpPr/>
            <p:nvPr/>
          </p:nvSpPr>
          <p:spPr>
            <a:xfrm>
              <a:off x="5589500" y="3012625"/>
              <a:ext cx="287400" cy="268300"/>
            </a:xfrm>
            <a:custGeom>
              <a:avLst/>
              <a:gdLst/>
              <a:ahLst/>
              <a:cxnLst/>
              <a:rect l="l" t="t" r="r" b="b"/>
              <a:pathLst>
                <a:path w="11496" h="10732" extrusionOk="0">
                  <a:moveTo>
                    <a:pt x="8126" y="612"/>
                  </a:moveTo>
                  <a:cubicBezTo>
                    <a:pt x="8688" y="612"/>
                    <a:pt x="9144" y="690"/>
                    <a:pt x="9349" y="896"/>
                  </a:cubicBezTo>
                  <a:cubicBezTo>
                    <a:pt x="10163" y="1710"/>
                    <a:pt x="10771" y="4669"/>
                    <a:pt x="9434" y="6418"/>
                  </a:cubicBezTo>
                  <a:cubicBezTo>
                    <a:pt x="8096" y="8167"/>
                    <a:pt x="3819" y="10139"/>
                    <a:pt x="2176" y="10139"/>
                  </a:cubicBezTo>
                  <a:cubicBezTo>
                    <a:pt x="1963" y="10139"/>
                    <a:pt x="1794" y="10106"/>
                    <a:pt x="1682" y="10034"/>
                  </a:cubicBezTo>
                  <a:cubicBezTo>
                    <a:pt x="1017" y="9611"/>
                    <a:pt x="2013" y="7299"/>
                    <a:pt x="2896" y="5870"/>
                  </a:cubicBezTo>
                  <a:cubicBezTo>
                    <a:pt x="2932" y="5810"/>
                    <a:pt x="2948" y="5741"/>
                    <a:pt x="2939" y="5671"/>
                  </a:cubicBezTo>
                  <a:cubicBezTo>
                    <a:pt x="2933" y="5628"/>
                    <a:pt x="2797" y="4611"/>
                    <a:pt x="1990" y="4206"/>
                  </a:cubicBezTo>
                  <a:cubicBezTo>
                    <a:pt x="1705" y="4064"/>
                    <a:pt x="1569" y="3941"/>
                    <a:pt x="1534" y="3793"/>
                  </a:cubicBezTo>
                  <a:cubicBezTo>
                    <a:pt x="1492" y="3618"/>
                    <a:pt x="1558" y="3259"/>
                    <a:pt x="2097" y="2539"/>
                  </a:cubicBezTo>
                  <a:cubicBezTo>
                    <a:pt x="3010" y="1323"/>
                    <a:pt x="4886" y="1097"/>
                    <a:pt x="4904" y="1096"/>
                  </a:cubicBezTo>
                  <a:cubicBezTo>
                    <a:pt x="4920" y="1094"/>
                    <a:pt x="4934" y="1091"/>
                    <a:pt x="4948" y="1087"/>
                  </a:cubicBezTo>
                  <a:cubicBezTo>
                    <a:pt x="5839" y="851"/>
                    <a:pt x="7146" y="612"/>
                    <a:pt x="8126" y="612"/>
                  </a:cubicBezTo>
                  <a:close/>
                  <a:moveTo>
                    <a:pt x="8064" y="0"/>
                  </a:moveTo>
                  <a:cubicBezTo>
                    <a:pt x="6781" y="0"/>
                    <a:pt x="5267" y="371"/>
                    <a:pt x="4813" y="490"/>
                  </a:cubicBezTo>
                  <a:cubicBezTo>
                    <a:pt x="4564" y="522"/>
                    <a:pt x="2632" y="807"/>
                    <a:pt x="1607" y="2173"/>
                  </a:cubicBezTo>
                  <a:cubicBezTo>
                    <a:pt x="1045" y="2923"/>
                    <a:pt x="832" y="3483"/>
                    <a:pt x="938" y="3934"/>
                  </a:cubicBezTo>
                  <a:cubicBezTo>
                    <a:pt x="1040" y="4367"/>
                    <a:pt x="1407" y="4600"/>
                    <a:pt x="1716" y="4754"/>
                  </a:cubicBezTo>
                  <a:cubicBezTo>
                    <a:pt x="2115" y="4953"/>
                    <a:pt x="2264" y="5440"/>
                    <a:pt x="2313" y="5650"/>
                  </a:cubicBezTo>
                  <a:cubicBezTo>
                    <a:pt x="1789" y="6514"/>
                    <a:pt x="0" y="9690"/>
                    <a:pt x="1353" y="10551"/>
                  </a:cubicBezTo>
                  <a:cubicBezTo>
                    <a:pt x="1548" y="10675"/>
                    <a:pt x="1822" y="10731"/>
                    <a:pt x="2155" y="10731"/>
                  </a:cubicBezTo>
                  <a:cubicBezTo>
                    <a:pt x="4245" y="10731"/>
                    <a:pt x="8619" y="8491"/>
                    <a:pt x="9920" y="6790"/>
                  </a:cubicBezTo>
                  <a:cubicBezTo>
                    <a:pt x="11495" y="4729"/>
                    <a:pt x="10772" y="1454"/>
                    <a:pt x="9782" y="463"/>
                  </a:cubicBezTo>
                  <a:cubicBezTo>
                    <a:pt x="9436" y="118"/>
                    <a:pt x="8787" y="0"/>
                    <a:pt x="80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4"/>
            <p:cNvSpPr/>
            <p:nvPr/>
          </p:nvSpPr>
          <p:spPr>
            <a:xfrm>
              <a:off x="5571550" y="2661300"/>
              <a:ext cx="349300" cy="526375"/>
            </a:xfrm>
            <a:custGeom>
              <a:avLst/>
              <a:gdLst/>
              <a:ahLst/>
              <a:cxnLst/>
              <a:rect l="l" t="t" r="r" b="b"/>
              <a:pathLst>
                <a:path w="13972" h="21055" extrusionOk="0">
                  <a:moveTo>
                    <a:pt x="6374" y="0"/>
                  </a:moveTo>
                  <a:cubicBezTo>
                    <a:pt x="5139" y="0"/>
                    <a:pt x="4247" y="313"/>
                    <a:pt x="4247" y="313"/>
                  </a:cubicBezTo>
                  <a:cubicBezTo>
                    <a:pt x="4247" y="313"/>
                    <a:pt x="2906" y="1879"/>
                    <a:pt x="2012" y="2325"/>
                  </a:cubicBezTo>
                  <a:cubicBezTo>
                    <a:pt x="1118" y="2773"/>
                    <a:pt x="0" y="3220"/>
                    <a:pt x="894" y="3890"/>
                  </a:cubicBezTo>
                  <a:cubicBezTo>
                    <a:pt x="1788" y="4561"/>
                    <a:pt x="2346" y="5120"/>
                    <a:pt x="2346" y="5120"/>
                  </a:cubicBezTo>
                  <a:cubicBezTo>
                    <a:pt x="2346" y="5120"/>
                    <a:pt x="1229" y="8808"/>
                    <a:pt x="1676" y="10933"/>
                  </a:cubicBezTo>
                  <a:cubicBezTo>
                    <a:pt x="1969" y="12323"/>
                    <a:pt x="2933" y="12563"/>
                    <a:pt x="3564" y="12563"/>
                  </a:cubicBezTo>
                  <a:cubicBezTo>
                    <a:pt x="3896" y="12563"/>
                    <a:pt x="4135" y="12497"/>
                    <a:pt x="4136" y="12497"/>
                  </a:cubicBezTo>
                  <a:lnTo>
                    <a:pt x="4136" y="12497"/>
                  </a:lnTo>
                  <a:cubicBezTo>
                    <a:pt x="4136" y="12497"/>
                    <a:pt x="3800" y="18086"/>
                    <a:pt x="3353" y="19763"/>
                  </a:cubicBezTo>
                  <a:cubicBezTo>
                    <a:pt x="3111" y="20671"/>
                    <a:pt x="3624" y="21055"/>
                    <a:pt x="4412" y="21055"/>
                  </a:cubicBezTo>
                  <a:cubicBezTo>
                    <a:pt x="5078" y="21055"/>
                    <a:pt x="5939" y="20781"/>
                    <a:pt x="6707" y="20321"/>
                  </a:cubicBezTo>
                  <a:cubicBezTo>
                    <a:pt x="8383" y="19315"/>
                    <a:pt x="8607" y="15180"/>
                    <a:pt x="9277" y="12161"/>
                  </a:cubicBezTo>
                  <a:cubicBezTo>
                    <a:pt x="9948" y="9142"/>
                    <a:pt x="13971" y="5567"/>
                    <a:pt x="11178" y="2213"/>
                  </a:cubicBezTo>
                  <a:cubicBezTo>
                    <a:pt x="9681" y="417"/>
                    <a:pt x="7799" y="0"/>
                    <a:pt x="6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4"/>
            <p:cNvSpPr/>
            <p:nvPr/>
          </p:nvSpPr>
          <p:spPr>
            <a:xfrm>
              <a:off x="5577425" y="2653900"/>
              <a:ext cx="330750" cy="541375"/>
            </a:xfrm>
            <a:custGeom>
              <a:avLst/>
              <a:gdLst/>
              <a:ahLst/>
              <a:cxnLst/>
              <a:rect l="l" t="t" r="r" b="b"/>
              <a:pathLst>
                <a:path w="13230" h="21655" extrusionOk="0">
                  <a:moveTo>
                    <a:pt x="6126" y="607"/>
                  </a:moveTo>
                  <a:cubicBezTo>
                    <a:pt x="7486" y="607"/>
                    <a:pt x="9286" y="1001"/>
                    <a:pt x="10707" y="2705"/>
                  </a:cubicBezTo>
                  <a:cubicBezTo>
                    <a:pt x="12495" y="4850"/>
                    <a:pt x="11265" y="7131"/>
                    <a:pt x="10076" y="9338"/>
                  </a:cubicBezTo>
                  <a:cubicBezTo>
                    <a:pt x="9504" y="10401"/>
                    <a:pt x="8962" y="11405"/>
                    <a:pt x="8743" y="12391"/>
                  </a:cubicBezTo>
                  <a:cubicBezTo>
                    <a:pt x="8579" y="13132"/>
                    <a:pt x="8439" y="13952"/>
                    <a:pt x="8303" y="14744"/>
                  </a:cubicBezTo>
                  <a:cubicBezTo>
                    <a:pt x="7890" y="17163"/>
                    <a:pt x="7462" y="19665"/>
                    <a:pt x="6314" y="20354"/>
                  </a:cubicBezTo>
                  <a:cubicBezTo>
                    <a:pt x="5578" y="20796"/>
                    <a:pt x="4759" y="21047"/>
                    <a:pt x="4171" y="21047"/>
                  </a:cubicBezTo>
                  <a:cubicBezTo>
                    <a:pt x="3905" y="21047"/>
                    <a:pt x="3685" y="20996"/>
                    <a:pt x="3542" y="20887"/>
                  </a:cubicBezTo>
                  <a:cubicBezTo>
                    <a:pt x="3474" y="20836"/>
                    <a:pt x="3268" y="20681"/>
                    <a:pt x="3413" y="20136"/>
                  </a:cubicBezTo>
                  <a:cubicBezTo>
                    <a:pt x="3863" y="18451"/>
                    <a:pt x="4192" y="13041"/>
                    <a:pt x="4206" y="12812"/>
                  </a:cubicBezTo>
                  <a:cubicBezTo>
                    <a:pt x="4216" y="12635"/>
                    <a:pt x="4076" y="12487"/>
                    <a:pt x="3899" y="12487"/>
                  </a:cubicBezTo>
                  <a:cubicBezTo>
                    <a:pt x="3896" y="12487"/>
                    <a:pt x="3893" y="12487"/>
                    <a:pt x="3889" y="12487"/>
                  </a:cubicBezTo>
                  <a:cubicBezTo>
                    <a:pt x="3866" y="12487"/>
                    <a:pt x="3842" y="12490"/>
                    <a:pt x="3819" y="12496"/>
                  </a:cubicBezTo>
                  <a:cubicBezTo>
                    <a:pt x="3815" y="12497"/>
                    <a:pt x="3608" y="12551"/>
                    <a:pt x="3327" y="12551"/>
                  </a:cubicBezTo>
                  <a:cubicBezTo>
                    <a:pt x="3068" y="12551"/>
                    <a:pt x="2746" y="12505"/>
                    <a:pt x="2460" y="12330"/>
                  </a:cubicBezTo>
                  <a:cubicBezTo>
                    <a:pt x="2098" y="12108"/>
                    <a:pt x="1857" y="11716"/>
                    <a:pt x="1740" y="11164"/>
                  </a:cubicBezTo>
                  <a:cubicBezTo>
                    <a:pt x="1315" y="9142"/>
                    <a:pt x="2394" y="5539"/>
                    <a:pt x="2405" y="5504"/>
                  </a:cubicBezTo>
                  <a:cubicBezTo>
                    <a:pt x="2437" y="5395"/>
                    <a:pt x="2408" y="5278"/>
                    <a:pt x="2329" y="5199"/>
                  </a:cubicBezTo>
                  <a:cubicBezTo>
                    <a:pt x="2305" y="5175"/>
                    <a:pt x="1744" y="4616"/>
                    <a:pt x="842" y="3941"/>
                  </a:cubicBezTo>
                  <a:cubicBezTo>
                    <a:pt x="674" y="3814"/>
                    <a:pt x="634" y="3729"/>
                    <a:pt x="636" y="3701"/>
                  </a:cubicBezTo>
                  <a:cubicBezTo>
                    <a:pt x="655" y="3512"/>
                    <a:pt x="1325" y="3184"/>
                    <a:pt x="1685" y="3007"/>
                  </a:cubicBezTo>
                  <a:lnTo>
                    <a:pt x="1913" y="2895"/>
                  </a:lnTo>
                  <a:cubicBezTo>
                    <a:pt x="2754" y="2474"/>
                    <a:pt x="3914" y="1186"/>
                    <a:pt x="4186" y="874"/>
                  </a:cubicBezTo>
                  <a:cubicBezTo>
                    <a:pt x="4416" y="805"/>
                    <a:pt x="5160" y="607"/>
                    <a:pt x="6126" y="607"/>
                  </a:cubicBezTo>
                  <a:close/>
                  <a:moveTo>
                    <a:pt x="6128" y="0"/>
                  </a:moveTo>
                  <a:cubicBezTo>
                    <a:pt x="4854" y="0"/>
                    <a:pt x="3930" y="314"/>
                    <a:pt x="3910" y="320"/>
                  </a:cubicBezTo>
                  <a:cubicBezTo>
                    <a:pt x="3860" y="338"/>
                    <a:pt x="3814" y="369"/>
                    <a:pt x="3779" y="410"/>
                  </a:cubicBezTo>
                  <a:cubicBezTo>
                    <a:pt x="3766" y="426"/>
                    <a:pt x="2467" y="1933"/>
                    <a:pt x="1640" y="2348"/>
                  </a:cubicBezTo>
                  <a:lnTo>
                    <a:pt x="1416" y="2458"/>
                  </a:lnTo>
                  <a:cubicBezTo>
                    <a:pt x="727" y="2796"/>
                    <a:pt x="76" y="3114"/>
                    <a:pt x="27" y="3645"/>
                  </a:cubicBezTo>
                  <a:cubicBezTo>
                    <a:pt x="0" y="3924"/>
                    <a:pt x="151" y="4189"/>
                    <a:pt x="474" y="4431"/>
                  </a:cubicBezTo>
                  <a:cubicBezTo>
                    <a:pt x="924" y="4767"/>
                    <a:pt x="1355" y="5127"/>
                    <a:pt x="1766" y="5509"/>
                  </a:cubicBezTo>
                  <a:cubicBezTo>
                    <a:pt x="1543" y="6292"/>
                    <a:pt x="736" y="9364"/>
                    <a:pt x="1141" y="11292"/>
                  </a:cubicBezTo>
                  <a:cubicBezTo>
                    <a:pt x="1294" y="12017"/>
                    <a:pt x="1632" y="12545"/>
                    <a:pt x="2146" y="12857"/>
                  </a:cubicBezTo>
                  <a:cubicBezTo>
                    <a:pt x="2549" y="13102"/>
                    <a:pt x="2984" y="13165"/>
                    <a:pt x="3330" y="13165"/>
                  </a:cubicBezTo>
                  <a:cubicBezTo>
                    <a:pt x="3416" y="13165"/>
                    <a:pt x="3496" y="13161"/>
                    <a:pt x="3569" y="13155"/>
                  </a:cubicBezTo>
                  <a:lnTo>
                    <a:pt x="3569" y="13155"/>
                  </a:lnTo>
                  <a:cubicBezTo>
                    <a:pt x="3486" y="14439"/>
                    <a:pt x="3189" y="18603"/>
                    <a:pt x="2822" y="19979"/>
                  </a:cubicBezTo>
                  <a:cubicBezTo>
                    <a:pt x="2614" y="20759"/>
                    <a:pt x="2898" y="21169"/>
                    <a:pt x="3174" y="21376"/>
                  </a:cubicBezTo>
                  <a:cubicBezTo>
                    <a:pt x="3432" y="21571"/>
                    <a:pt x="3780" y="21655"/>
                    <a:pt x="4172" y="21655"/>
                  </a:cubicBezTo>
                  <a:cubicBezTo>
                    <a:pt x="4941" y="21655"/>
                    <a:pt x="5876" y="21332"/>
                    <a:pt x="6629" y="20880"/>
                  </a:cubicBezTo>
                  <a:cubicBezTo>
                    <a:pt x="8018" y="20045"/>
                    <a:pt x="8470" y="17402"/>
                    <a:pt x="8907" y="14848"/>
                  </a:cubicBezTo>
                  <a:cubicBezTo>
                    <a:pt x="9041" y="14061"/>
                    <a:pt x="9179" y="13250"/>
                    <a:pt x="9341" y="12525"/>
                  </a:cubicBezTo>
                  <a:cubicBezTo>
                    <a:pt x="9541" y="11621"/>
                    <a:pt x="10062" y="10653"/>
                    <a:pt x="10615" y="9628"/>
                  </a:cubicBezTo>
                  <a:cubicBezTo>
                    <a:pt x="11840" y="7354"/>
                    <a:pt x="13229" y="4776"/>
                    <a:pt x="11176" y="2313"/>
                  </a:cubicBezTo>
                  <a:cubicBezTo>
                    <a:pt x="9611" y="434"/>
                    <a:pt x="7627" y="0"/>
                    <a:pt x="61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4"/>
            <p:cNvSpPr/>
            <p:nvPr/>
          </p:nvSpPr>
          <p:spPr>
            <a:xfrm>
              <a:off x="5616225" y="2483950"/>
              <a:ext cx="609175" cy="718300"/>
            </a:xfrm>
            <a:custGeom>
              <a:avLst/>
              <a:gdLst/>
              <a:ahLst/>
              <a:cxnLst/>
              <a:rect l="l" t="t" r="r" b="b"/>
              <a:pathLst>
                <a:path w="24367" h="28732" extrusionOk="0">
                  <a:moveTo>
                    <a:pt x="0" y="25370"/>
                  </a:moveTo>
                  <a:lnTo>
                    <a:pt x="0" y="25370"/>
                  </a:lnTo>
                  <a:cubicBezTo>
                    <a:pt x="0" y="25370"/>
                    <a:pt x="0" y="25370"/>
                    <a:pt x="1" y="25370"/>
                  </a:cubicBezTo>
                  <a:lnTo>
                    <a:pt x="1" y="25370"/>
                  </a:lnTo>
                  <a:cubicBezTo>
                    <a:pt x="0" y="25370"/>
                    <a:pt x="0" y="25370"/>
                    <a:pt x="0" y="25370"/>
                  </a:cubicBezTo>
                  <a:close/>
                  <a:moveTo>
                    <a:pt x="4983" y="0"/>
                  </a:moveTo>
                  <a:cubicBezTo>
                    <a:pt x="4593" y="0"/>
                    <a:pt x="4221" y="23"/>
                    <a:pt x="3888" y="78"/>
                  </a:cubicBezTo>
                  <a:cubicBezTo>
                    <a:pt x="1877" y="414"/>
                    <a:pt x="1119" y="6179"/>
                    <a:pt x="2349" y="9420"/>
                  </a:cubicBezTo>
                  <a:cubicBezTo>
                    <a:pt x="2864" y="10777"/>
                    <a:pt x="3789" y="11620"/>
                    <a:pt x="4691" y="12148"/>
                  </a:cubicBezTo>
                  <a:cubicBezTo>
                    <a:pt x="4490" y="11969"/>
                    <a:pt x="3295" y="10844"/>
                    <a:pt x="4444" y="9950"/>
                  </a:cubicBezTo>
                  <a:cubicBezTo>
                    <a:pt x="5696" y="8976"/>
                    <a:pt x="6808" y="8838"/>
                    <a:pt x="6808" y="8838"/>
                  </a:cubicBezTo>
                  <a:lnTo>
                    <a:pt x="6808" y="8838"/>
                  </a:lnTo>
                  <a:cubicBezTo>
                    <a:pt x="6808" y="8838"/>
                    <a:pt x="5835" y="12035"/>
                    <a:pt x="6255" y="12595"/>
                  </a:cubicBezTo>
                  <a:cubicBezTo>
                    <a:pt x="7943" y="14844"/>
                    <a:pt x="421" y="25372"/>
                    <a:pt x="9" y="25372"/>
                  </a:cubicBezTo>
                  <a:cubicBezTo>
                    <a:pt x="5" y="25372"/>
                    <a:pt x="3" y="25371"/>
                    <a:pt x="1" y="25370"/>
                  </a:cubicBezTo>
                  <a:lnTo>
                    <a:pt x="1" y="25370"/>
                  </a:lnTo>
                  <a:cubicBezTo>
                    <a:pt x="40" y="25392"/>
                    <a:pt x="2261" y="26646"/>
                    <a:pt x="5030" y="27974"/>
                  </a:cubicBezTo>
                  <a:cubicBezTo>
                    <a:pt x="6122" y="28498"/>
                    <a:pt x="7247" y="28732"/>
                    <a:pt x="8374" y="28732"/>
                  </a:cubicBezTo>
                  <a:cubicBezTo>
                    <a:pt x="13626" y="28732"/>
                    <a:pt x="18899" y="23658"/>
                    <a:pt x="20793" y="19258"/>
                  </a:cubicBezTo>
                  <a:cubicBezTo>
                    <a:pt x="22611" y="15035"/>
                    <a:pt x="24367" y="7394"/>
                    <a:pt x="20679" y="3608"/>
                  </a:cubicBezTo>
                  <a:cubicBezTo>
                    <a:pt x="18039" y="897"/>
                    <a:pt x="14534" y="326"/>
                    <a:pt x="12112" y="326"/>
                  </a:cubicBezTo>
                  <a:cubicBezTo>
                    <a:pt x="10739" y="326"/>
                    <a:pt x="9714" y="509"/>
                    <a:pt x="9391" y="590"/>
                  </a:cubicBezTo>
                  <a:cubicBezTo>
                    <a:pt x="9391" y="590"/>
                    <a:pt x="6958" y="0"/>
                    <a:pt x="4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4"/>
            <p:cNvSpPr/>
            <p:nvPr/>
          </p:nvSpPr>
          <p:spPr>
            <a:xfrm>
              <a:off x="5606625" y="2476275"/>
              <a:ext cx="628650" cy="733500"/>
            </a:xfrm>
            <a:custGeom>
              <a:avLst/>
              <a:gdLst/>
              <a:ahLst/>
              <a:cxnLst/>
              <a:rect l="l" t="t" r="r" b="b"/>
              <a:pathLst>
                <a:path w="25146" h="29340" extrusionOk="0">
                  <a:moveTo>
                    <a:pt x="5370" y="612"/>
                  </a:moveTo>
                  <a:cubicBezTo>
                    <a:pt x="7281" y="612"/>
                    <a:pt x="9673" y="1187"/>
                    <a:pt x="9702" y="1193"/>
                  </a:cubicBezTo>
                  <a:cubicBezTo>
                    <a:pt x="9725" y="1199"/>
                    <a:pt x="9750" y="1201"/>
                    <a:pt x="9775" y="1201"/>
                  </a:cubicBezTo>
                  <a:cubicBezTo>
                    <a:pt x="9799" y="1201"/>
                    <a:pt x="9824" y="1199"/>
                    <a:pt x="9848" y="1193"/>
                  </a:cubicBezTo>
                  <a:cubicBezTo>
                    <a:pt x="9874" y="1187"/>
                    <a:pt x="10968" y="939"/>
                    <a:pt x="12548" y="939"/>
                  </a:cubicBezTo>
                  <a:cubicBezTo>
                    <a:pt x="14878" y="939"/>
                    <a:pt x="18264" y="1478"/>
                    <a:pt x="20844" y="4127"/>
                  </a:cubicBezTo>
                  <a:cubicBezTo>
                    <a:pt x="24481" y="7863"/>
                    <a:pt x="22588" y="15513"/>
                    <a:pt x="20896" y="19444"/>
                  </a:cubicBezTo>
                  <a:cubicBezTo>
                    <a:pt x="19578" y="22505"/>
                    <a:pt x="16232" y="26522"/>
                    <a:pt x="12000" y="28109"/>
                  </a:cubicBezTo>
                  <a:cubicBezTo>
                    <a:pt x="10881" y="28527"/>
                    <a:pt x="9798" y="28736"/>
                    <a:pt x="8758" y="28736"/>
                  </a:cubicBezTo>
                  <a:cubicBezTo>
                    <a:pt x="7635" y="28736"/>
                    <a:pt x="6562" y="28493"/>
                    <a:pt x="5547" y="28004"/>
                  </a:cubicBezTo>
                  <a:cubicBezTo>
                    <a:pt x="3457" y="27002"/>
                    <a:pt x="1695" y="26050"/>
                    <a:pt x="911" y="25619"/>
                  </a:cubicBezTo>
                  <a:lnTo>
                    <a:pt x="912" y="25619"/>
                  </a:lnTo>
                  <a:cubicBezTo>
                    <a:pt x="918" y="25614"/>
                    <a:pt x="925" y="25606"/>
                    <a:pt x="930" y="25599"/>
                  </a:cubicBezTo>
                  <a:cubicBezTo>
                    <a:pt x="2131" y="24231"/>
                    <a:pt x="8641" y="15058"/>
                    <a:pt x="6884" y="12717"/>
                  </a:cubicBezTo>
                  <a:cubicBezTo>
                    <a:pt x="6715" y="12458"/>
                    <a:pt x="6990" y="10862"/>
                    <a:pt x="7485" y="9232"/>
                  </a:cubicBezTo>
                  <a:cubicBezTo>
                    <a:pt x="7546" y="9034"/>
                    <a:pt x="7395" y="8837"/>
                    <a:pt x="7194" y="8837"/>
                  </a:cubicBezTo>
                  <a:cubicBezTo>
                    <a:pt x="7181" y="8837"/>
                    <a:pt x="7167" y="8838"/>
                    <a:pt x="7154" y="8840"/>
                  </a:cubicBezTo>
                  <a:cubicBezTo>
                    <a:pt x="7106" y="8846"/>
                    <a:pt x="5944" y="9001"/>
                    <a:pt x="4641" y="10014"/>
                  </a:cubicBezTo>
                  <a:cubicBezTo>
                    <a:pt x="4249" y="10319"/>
                    <a:pt x="4044" y="10683"/>
                    <a:pt x="4031" y="11098"/>
                  </a:cubicBezTo>
                  <a:cubicBezTo>
                    <a:pt x="4029" y="11147"/>
                    <a:pt x="4031" y="11198"/>
                    <a:pt x="4035" y="11248"/>
                  </a:cubicBezTo>
                  <a:cubicBezTo>
                    <a:pt x="3591" y="10777"/>
                    <a:pt x="3247" y="10224"/>
                    <a:pt x="3019" y="9618"/>
                  </a:cubicBezTo>
                  <a:cubicBezTo>
                    <a:pt x="2138" y="7298"/>
                    <a:pt x="2299" y="3373"/>
                    <a:pt x="3352" y="1543"/>
                  </a:cubicBezTo>
                  <a:cubicBezTo>
                    <a:pt x="3553" y="1193"/>
                    <a:pt x="3886" y="759"/>
                    <a:pt x="4322" y="687"/>
                  </a:cubicBezTo>
                  <a:cubicBezTo>
                    <a:pt x="4639" y="634"/>
                    <a:pt x="4995" y="612"/>
                    <a:pt x="5370" y="612"/>
                  </a:cubicBezTo>
                  <a:close/>
                  <a:moveTo>
                    <a:pt x="5376" y="1"/>
                  </a:moveTo>
                  <a:cubicBezTo>
                    <a:pt x="4967" y="1"/>
                    <a:pt x="4574" y="25"/>
                    <a:pt x="4222" y="84"/>
                  </a:cubicBezTo>
                  <a:cubicBezTo>
                    <a:pt x="3681" y="174"/>
                    <a:pt x="3210" y="563"/>
                    <a:pt x="2821" y="1240"/>
                  </a:cubicBezTo>
                  <a:cubicBezTo>
                    <a:pt x="1675" y="3235"/>
                    <a:pt x="1496" y="7331"/>
                    <a:pt x="2446" y="9836"/>
                  </a:cubicBezTo>
                  <a:cubicBezTo>
                    <a:pt x="2911" y="11061"/>
                    <a:pt x="3744" y="12031"/>
                    <a:pt x="4921" y="12718"/>
                  </a:cubicBezTo>
                  <a:cubicBezTo>
                    <a:pt x="4970" y="12747"/>
                    <a:pt x="5023" y="12760"/>
                    <a:pt x="5075" y="12760"/>
                  </a:cubicBezTo>
                  <a:cubicBezTo>
                    <a:pt x="5171" y="12760"/>
                    <a:pt x="5264" y="12715"/>
                    <a:pt x="5324" y="12633"/>
                  </a:cubicBezTo>
                  <a:cubicBezTo>
                    <a:pt x="5416" y="12506"/>
                    <a:pt x="5396" y="12328"/>
                    <a:pt x="5278" y="12224"/>
                  </a:cubicBezTo>
                  <a:cubicBezTo>
                    <a:pt x="4977" y="11959"/>
                    <a:pt x="4630" y="11511"/>
                    <a:pt x="4642" y="11116"/>
                  </a:cubicBezTo>
                  <a:cubicBezTo>
                    <a:pt x="4649" y="10890"/>
                    <a:pt x="4771" y="10689"/>
                    <a:pt x="5016" y="10497"/>
                  </a:cubicBezTo>
                  <a:cubicBezTo>
                    <a:pt x="5696" y="9970"/>
                    <a:pt x="6333" y="9701"/>
                    <a:pt x="6748" y="9568"/>
                  </a:cubicBezTo>
                  <a:lnTo>
                    <a:pt x="6748" y="9568"/>
                  </a:lnTo>
                  <a:cubicBezTo>
                    <a:pt x="6425" y="10718"/>
                    <a:pt x="5997" y="12557"/>
                    <a:pt x="6394" y="13085"/>
                  </a:cubicBezTo>
                  <a:cubicBezTo>
                    <a:pt x="6577" y="13329"/>
                    <a:pt x="6624" y="13763"/>
                    <a:pt x="6532" y="14339"/>
                  </a:cubicBezTo>
                  <a:cubicBezTo>
                    <a:pt x="5987" y="17759"/>
                    <a:pt x="966" y="24811"/>
                    <a:pt x="292" y="25385"/>
                  </a:cubicBezTo>
                  <a:cubicBezTo>
                    <a:pt x="37" y="25465"/>
                    <a:pt x="1" y="25811"/>
                    <a:pt x="233" y="25943"/>
                  </a:cubicBezTo>
                  <a:lnTo>
                    <a:pt x="243" y="25948"/>
                  </a:lnTo>
                  <a:cubicBezTo>
                    <a:pt x="634" y="26168"/>
                    <a:pt x="2713" y="27324"/>
                    <a:pt x="5282" y="28557"/>
                  </a:cubicBezTo>
                  <a:cubicBezTo>
                    <a:pt x="6369" y="29079"/>
                    <a:pt x="7541" y="29339"/>
                    <a:pt x="8763" y="29339"/>
                  </a:cubicBezTo>
                  <a:cubicBezTo>
                    <a:pt x="9882" y="29339"/>
                    <a:pt x="11043" y="29120"/>
                    <a:pt x="12215" y="28682"/>
                  </a:cubicBezTo>
                  <a:cubicBezTo>
                    <a:pt x="16615" y="27033"/>
                    <a:pt x="20091" y="22863"/>
                    <a:pt x="21458" y="19686"/>
                  </a:cubicBezTo>
                  <a:cubicBezTo>
                    <a:pt x="23210" y="15615"/>
                    <a:pt x="25145" y="7668"/>
                    <a:pt x="21282" y="3701"/>
                  </a:cubicBezTo>
                  <a:cubicBezTo>
                    <a:pt x="18557" y="902"/>
                    <a:pt x="14984" y="333"/>
                    <a:pt x="12531" y="333"/>
                  </a:cubicBezTo>
                  <a:cubicBezTo>
                    <a:pt x="11109" y="333"/>
                    <a:pt x="10063" y="524"/>
                    <a:pt x="9778" y="583"/>
                  </a:cubicBezTo>
                  <a:cubicBezTo>
                    <a:pt x="9357" y="485"/>
                    <a:pt x="7198" y="1"/>
                    <a:pt x="5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4"/>
            <p:cNvSpPr/>
            <p:nvPr/>
          </p:nvSpPr>
          <p:spPr>
            <a:xfrm>
              <a:off x="4487550" y="2972400"/>
              <a:ext cx="397725" cy="721650"/>
            </a:xfrm>
            <a:custGeom>
              <a:avLst/>
              <a:gdLst/>
              <a:ahLst/>
              <a:cxnLst/>
              <a:rect l="l" t="t" r="r" b="b"/>
              <a:pathLst>
                <a:path w="15909" h="28866" extrusionOk="0">
                  <a:moveTo>
                    <a:pt x="5646" y="1"/>
                  </a:moveTo>
                  <a:lnTo>
                    <a:pt x="1" y="23606"/>
                  </a:lnTo>
                  <a:lnTo>
                    <a:pt x="11547" y="28866"/>
                  </a:lnTo>
                  <a:lnTo>
                    <a:pt x="15908" y="6672"/>
                  </a:lnTo>
                  <a:lnTo>
                    <a:pt x="56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4"/>
            <p:cNvSpPr/>
            <p:nvPr/>
          </p:nvSpPr>
          <p:spPr>
            <a:xfrm>
              <a:off x="4479275" y="2964725"/>
              <a:ext cx="414125" cy="736975"/>
            </a:xfrm>
            <a:custGeom>
              <a:avLst/>
              <a:gdLst/>
              <a:ahLst/>
              <a:cxnLst/>
              <a:rect l="l" t="t" r="r" b="b"/>
              <a:pathLst>
                <a:path w="16565" h="29479" extrusionOk="0">
                  <a:moveTo>
                    <a:pt x="6173" y="801"/>
                  </a:moveTo>
                  <a:lnTo>
                    <a:pt x="15899" y="7123"/>
                  </a:lnTo>
                  <a:lnTo>
                    <a:pt x="11652" y="28734"/>
                  </a:lnTo>
                  <a:lnTo>
                    <a:pt x="689" y="23738"/>
                  </a:lnTo>
                  <a:lnTo>
                    <a:pt x="6173" y="801"/>
                  </a:lnTo>
                  <a:close/>
                  <a:moveTo>
                    <a:pt x="5976" y="0"/>
                  </a:moveTo>
                  <a:cubicBezTo>
                    <a:pt x="5842" y="0"/>
                    <a:pt x="5713" y="91"/>
                    <a:pt x="5679" y="236"/>
                  </a:cubicBezTo>
                  <a:lnTo>
                    <a:pt x="34" y="23841"/>
                  </a:lnTo>
                  <a:cubicBezTo>
                    <a:pt x="1" y="23984"/>
                    <a:pt x="71" y="24130"/>
                    <a:pt x="206" y="24191"/>
                  </a:cubicBezTo>
                  <a:lnTo>
                    <a:pt x="11751" y="29451"/>
                  </a:lnTo>
                  <a:cubicBezTo>
                    <a:pt x="11791" y="29470"/>
                    <a:pt x="11834" y="29479"/>
                    <a:pt x="11878" y="29479"/>
                  </a:cubicBezTo>
                  <a:cubicBezTo>
                    <a:pt x="12024" y="29479"/>
                    <a:pt x="12150" y="29376"/>
                    <a:pt x="12178" y="29232"/>
                  </a:cubicBezTo>
                  <a:lnTo>
                    <a:pt x="16540" y="7037"/>
                  </a:lnTo>
                  <a:cubicBezTo>
                    <a:pt x="16564" y="6914"/>
                    <a:pt x="16512" y="6790"/>
                    <a:pt x="16407" y="6722"/>
                  </a:cubicBezTo>
                  <a:lnTo>
                    <a:pt x="6143" y="51"/>
                  </a:lnTo>
                  <a:cubicBezTo>
                    <a:pt x="6091" y="16"/>
                    <a:pt x="6033" y="0"/>
                    <a:pt x="59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4"/>
            <p:cNvSpPr/>
            <p:nvPr/>
          </p:nvSpPr>
          <p:spPr>
            <a:xfrm>
              <a:off x="4521150" y="3033325"/>
              <a:ext cx="330550" cy="599800"/>
            </a:xfrm>
            <a:custGeom>
              <a:avLst/>
              <a:gdLst/>
              <a:ahLst/>
              <a:cxnLst/>
              <a:rect l="l" t="t" r="r" b="b"/>
              <a:pathLst>
                <a:path w="13222" h="23992" extrusionOk="0">
                  <a:moveTo>
                    <a:pt x="4692" y="1"/>
                  </a:moveTo>
                  <a:lnTo>
                    <a:pt x="1" y="19620"/>
                  </a:lnTo>
                  <a:lnTo>
                    <a:pt x="9596" y="23992"/>
                  </a:lnTo>
                  <a:lnTo>
                    <a:pt x="13222" y="5545"/>
                  </a:lnTo>
                  <a:lnTo>
                    <a:pt x="46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4"/>
            <p:cNvSpPr/>
            <p:nvPr/>
          </p:nvSpPr>
          <p:spPr>
            <a:xfrm>
              <a:off x="4512850" y="3025675"/>
              <a:ext cx="346950" cy="615100"/>
            </a:xfrm>
            <a:custGeom>
              <a:avLst/>
              <a:gdLst/>
              <a:ahLst/>
              <a:cxnLst/>
              <a:rect l="l" t="t" r="r" b="b"/>
              <a:pathLst>
                <a:path w="13878" h="24604" extrusionOk="0">
                  <a:moveTo>
                    <a:pt x="5220" y="800"/>
                  </a:moveTo>
                  <a:lnTo>
                    <a:pt x="13214" y="5995"/>
                  </a:lnTo>
                  <a:lnTo>
                    <a:pt x="9703" y="23858"/>
                  </a:lnTo>
                  <a:lnTo>
                    <a:pt x="688" y="19752"/>
                  </a:lnTo>
                  <a:lnTo>
                    <a:pt x="5220" y="800"/>
                  </a:lnTo>
                  <a:close/>
                  <a:moveTo>
                    <a:pt x="5023" y="1"/>
                  </a:moveTo>
                  <a:cubicBezTo>
                    <a:pt x="4889" y="1"/>
                    <a:pt x="4760" y="91"/>
                    <a:pt x="4726" y="236"/>
                  </a:cubicBezTo>
                  <a:lnTo>
                    <a:pt x="35" y="19855"/>
                  </a:lnTo>
                  <a:cubicBezTo>
                    <a:pt x="0" y="19998"/>
                    <a:pt x="72" y="20144"/>
                    <a:pt x="205" y="20205"/>
                  </a:cubicBezTo>
                  <a:lnTo>
                    <a:pt x="9802" y="24576"/>
                  </a:lnTo>
                  <a:cubicBezTo>
                    <a:pt x="9842" y="24594"/>
                    <a:pt x="9885" y="24604"/>
                    <a:pt x="9928" y="24604"/>
                  </a:cubicBezTo>
                  <a:cubicBezTo>
                    <a:pt x="10074" y="24604"/>
                    <a:pt x="10199" y="24500"/>
                    <a:pt x="10228" y="24357"/>
                  </a:cubicBezTo>
                  <a:lnTo>
                    <a:pt x="13853" y="5910"/>
                  </a:lnTo>
                  <a:cubicBezTo>
                    <a:pt x="13877" y="5788"/>
                    <a:pt x="13825" y="5663"/>
                    <a:pt x="13720" y="5594"/>
                  </a:cubicBezTo>
                  <a:lnTo>
                    <a:pt x="5190" y="51"/>
                  </a:lnTo>
                  <a:cubicBezTo>
                    <a:pt x="5138" y="17"/>
                    <a:pt x="5080" y="1"/>
                    <a:pt x="5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4"/>
            <p:cNvSpPr/>
            <p:nvPr/>
          </p:nvSpPr>
          <p:spPr>
            <a:xfrm>
              <a:off x="4776225" y="3139175"/>
              <a:ext cx="503550" cy="586950"/>
            </a:xfrm>
            <a:custGeom>
              <a:avLst/>
              <a:gdLst/>
              <a:ahLst/>
              <a:cxnLst/>
              <a:rect l="l" t="t" r="r" b="b"/>
              <a:pathLst>
                <a:path w="20142" h="23478" extrusionOk="0">
                  <a:moveTo>
                    <a:pt x="4361" y="1"/>
                  </a:moveTo>
                  <a:lnTo>
                    <a:pt x="0" y="22195"/>
                  </a:lnTo>
                  <a:lnTo>
                    <a:pt x="17063" y="23478"/>
                  </a:lnTo>
                  <a:lnTo>
                    <a:pt x="20142" y="771"/>
                  </a:lnTo>
                  <a:lnTo>
                    <a:pt x="43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4"/>
            <p:cNvSpPr/>
            <p:nvPr/>
          </p:nvSpPr>
          <p:spPr>
            <a:xfrm>
              <a:off x="4767825" y="3131475"/>
              <a:ext cx="520150" cy="602300"/>
            </a:xfrm>
            <a:custGeom>
              <a:avLst/>
              <a:gdLst/>
              <a:ahLst/>
              <a:cxnLst/>
              <a:rect l="l" t="t" r="r" b="b"/>
              <a:pathLst>
                <a:path w="20806" h="24092" extrusionOk="0">
                  <a:moveTo>
                    <a:pt x="4948" y="627"/>
                  </a:moveTo>
                  <a:lnTo>
                    <a:pt x="20130" y="1368"/>
                  </a:lnTo>
                  <a:lnTo>
                    <a:pt x="17134" y="23459"/>
                  </a:lnTo>
                  <a:lnTo>
                    <a:pt x="703" y="22224"/>
                  </a:lnTo>
                  <a:lnTo>
                    <a:pt x="4948" y="627"/>
                  </a:lnTo>
                  <a:close/>
                  <a:moveTo>
                    <a:pt x="4675" y="1"/>
                  </a:moveTo>
                  <a:cubicBezTo>
                    <a:pt x="4523" y="1"/>
                    <a:pt x="4425" y="112"/>
                    <a:pt x="4398" y="250"/>
                  </a:cubicBezTo>
                  <a:lnTo>
                    <a:pt x="36" y="22444"/>
                  </a:lnTo>
                  <a:cubicBezTo>
                    <a:pt x="0" y="22625"/>
                    <a:pt x="130" y="22794"/>
                    <a:pt x="313" y="22809"/>
                  </a:cubicBezTo>
                  <a:lnTo>
                    <a:pt x="17376" y="24092"/>
                  </a:lnTo>
                  <a:lnTo>
                    <a:pt x="17399" y="24092"/>
                  </a:lnTo>
                  <a:cubicBezTo>
                    <a:pt x="17400" y="24092"/>
                    <a:pt x="17401" y="24092"/>
                    <a:pt x="17401" y="24092"/>
                  </a:cubicBezTo>
                  <a:cubicBezTo>
                    <a:pt x="17553" y="24092"/>
                    <a:pt x="17682" y="23978"/>
                    <a:pt x="17703" y="23827"/>
                  </a:cubicBezTo>
                  <a:lnTo>
                    <a:pt x="20781" y="1120"/>
                  </a:lnTo>
                  <a:cubicBezTo>
                    <a:pt x="20806" y="942"/>
                    <a:pt x="20673" y="782"/>
                    <a:pt x="20493" y="773"/>
                  </a:cubicBezTo>
                  <a:lnTo>
                    <a:pt x="4713" y="3"/>
                  </a:lnTo>
                  <a:cubicBezTo>
                    <a:pt x="4700" y="1"/>
                    <a:pt x="4687" y="1"/>
                    <a:pt x="46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4"/>
            <p:cNvSpPr/>
            <p:nvPr/>
          </p:nvSpPr>
          <p:spPr>
            <a:xfrm>
              <a:off x="5001425" y="3372175"/>
              <a:ext cx="31550" cy="20450"/>
            </a:xfrm>
            <a:custGeom>
              <a:avLst/>
              <a:gdLst/>
              <a:ahLst/>
              <a:cxnLst/>
              <a:rect l="l" t="t" r="r" b="b"/>
              <a:pathLst>
                <a:path w="1262" h="818" extrusionOk="0">
                  <a:moveTo>
                    <a:pt x="132" y="0"/>
                  </a:moveTo>
                  <a:lnTo>
                    <a:pt x="1" y="766"/>
                  </a:lnTo>
                  <a:lnTo>
                    <a:pt x="1146" y="818"/>
                  </a:lnTo>
                  <a:lnTo>
                    <a:pt x="1261" y="8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4"/>
            <p:cNvSpPr/>
            <p:nvPr/>
          </p:nvSpPr>
          <p:spPr>
            <a:xfrm>
              <a:off x="5028375" y="3490350"/>
              <a:ext cx="44100" cy="29800"/>
            </a:xfrm>
            <a:custGeom>
              <a:avLst/>
              <a:gdLst/>
              <a:ahLst/>
              <a:cxnLst/>
              <a:rect l="l" t="t" r="r" b="b"/>
              <a:pathLst>
                <a:path w="1764" h="1192" extrusionOk="0">
                  <a:moveTo>
                    <a:pt x="169" y="0"/>
                  </a:moveTo>
                  <a:lnTo>
                    <a:pt x="0" y="1082"/>
                  </a:lnTo>
                  <a:lnTo>
                    <a:pt x="1580" y="1191"/>
                  </a:lnTo>
                  <a:lnTo>
                    <a:pt x="1764" y="7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4"/>
            <p:cNvSpPr/>
            <p:nvPr/>
          </p:nvSpPr>
          <p:spPr>
            <a:xfrm>
              <a:off x="4961500" y="3288850"/>
              <a:ext cx="39400" cy="22250"/>
            </a:xfrm>
            <a:custGeom>
              <a:avLst/>
              <a:gdLst/>
              <a:ahLst/>
              <a:cxnLst/>
              <a:rect l="l" t="t" r="r" b="b"/>
              <a:pathLst>
                <a:path w="1576" h="890" extrusionOk="0">
                  <a:moveTo>
                    <a:pt x="146" y="0"/>
                  </a:moveTo>
                  <a:lnTo>
                    <a:pt x="0" y="823"/>
                  </a:lnTo>
                  <a:lnTo>
                    <a:pt x="1439" y="890"/>
                  </a:lnTo>
                  <a:lnTo>
                    <a:pt x="1575" y="10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4"/>
            <p:cNvSpPr/>
            <p:nvPr/>
          </p:nvSpPr>
          <p:spPr>
            <a:xfrm>
              <a:off x="5015175" y="3292575"/>
              <a:ext cx="30225" cy="20600"/>
            </a:xfrm>
            <a:custGeom>
              <a:avLst/>
              <a:gdLst/>
              <a:ahLst/>
              <a:cxnLst/>
              <a:rect l="l" t="t" r="r" b="b"/>
              <a:pathLst>
                <a:path w="1209" h="824" extrusionOk="0">
                  <a:moveTo>
                    <a:pt x="134" y="1"/>
                  </a:moveTo>
                  <a:lnTo>
                    <a:pt x="0" y="774"/>
                  </a:lnTo>
                  <a:lnTo>
                    <a:pt x="1091" y="824"/>
                  </a:lnTo>
                  <a:lnTo>
                    <a:pt x="1209" y="76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4"/>
            <p:cNvSpPr/>
            <p:nvPr/>
          </p:nvSpPr>
          <p:spPr>
            <a:xfrm>
              <a:off x="4993975" y="3408725"/>
              <a:ext cx="33375" cy="27750"/>
            </a:xfrm>
            <a:custGeom>
              <a:avLst/>
              <a:gdLst/>
              <a:ahLst/>
              <a:cxnLst/>
              <a:rect l="l" t="t" r="r" b="b"/>
              <a:pathLst>
                <a:path w="1335" h="1110" extrusionOk="0">
                  <a:moveTo>
                    <a:pt x="178" y="1"/>
                  </a:moveTo>
                  <a:lnTo>
                    <a:pt x="1" y="1028"/>
                  </a:lnTo>
                  <a:lnTo>
                    <a:pt x="1170" y="1110"/>
                  </a:lnTo>
                  <a:lnTo>
                    <a:pt x="1334" y="54"/>
                  </a:lnTo>
                  <a:lnTo>
                    <a:pt x="1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4"/>
            <p:cNvSpPr/>
            <p:nvPr/>
          </p:nvSpPr>
          <p:spPr>
            <a:xfrm>
              <a:off x="5053250" y="3331400"/>
              <a:ext cx="45325" cy="29450"/>
            </a:xfrm>
            <a:custGeom>
              <a:avLst/>
              <a:gdLst/>
              <a:ahLst/>
              <a:cxnLst/>
              <a:rect l="l" t="t" r="r" b="b"/>
              <a:pathLst>
                <a:path w="1813" h="1178" extrusionOk="0">
                  <a:moveTo>
                    <a:pt x="166" y="1"/>
                  </a:moveTo>
                  <a:lnTo>
                    <a:pt x="0" y="1063"/>
                  </a:lnTo>
                  <a:lnTo>
                    <a:pt x="1632" y="1177"/>
                  </a:lnTo>
                  <a:lnTo>
                    <a:pt x="1813" y="77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4"/>
            <p:cNvSpPr/>
            <p:nvPr/>
          </p:nvSpPr>
          <p:spPr>
            <a:xfrm>
              <a:off x="4975600" y="3199350"/>
              <a:ext cx="40900" cy="32350"/>
            </a:xfrm>
            <a:custGeom>
              <a:avLst/>
              <a:gdLst/>
              <a:ahLst/>
              <a:cxnLst/>
              <a:rect l="l" t="t" r="r" b="b"/>
              <a:pathLst>
                <a:path w="1636" h="1294" extrusionOk="0">
                  <a:moveTo>
                    <a:pt x="218" y="1"/>
                  </a:moveTo>
                  <a:lnTo>
                    <a:pt x="0" y="1228"/>
                  </a:lnTo>
                  <a:lnTo>
                    <a:pt x="1425" y="1294"/>
                  </a:lnTo>
                  <a:lnTo>
                    <a:pt x="1635" y="7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4"/>
            <p:cNvSpPr/>
            <p:nvPr/>
          </p:nvSpPr>
          <p:spPr>
            <a:xfrm>
              <a:off x="5028900" y="3202125"/>
              <a:ext cx="30700" cy="31600"/>
            </a:xfrm>
            <a:custGeom>
              <a:avLst/>
              <a:gdLst/>
              <a:ahLst/>
              <a:cxnLst/>
              <a:rect l="l" t="t" r="r" b="b"/>
              <a:pathLst>
                <a:path w="1228" h="1264" extrusionOk="0">
                  <a:moveTo>
                    <a:pt x="211" y="1"/>
                  </a:moveTo>
                  <a:lnTo>
                    <a:pt x="0" y="1215"/>
                  </a:lnTo>
                  <a:lnTo>
                    <a:pt x="1038" y="1264"/>
                  </a:lnTo>
                  <a:lnTo>
                    <a:pt x="1228" y="53"/>
                  </a:lnTo>
                  <a:lnTo>
                    <a:pt x="2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4"/>
            <p:cNvSpPr/>
            <p:nvPr/>
          </p:nvSpPr>
          <p:spPr>
            <a:xfrm>
              <a:off x="4968250" y="3247475"/>
              <a:ext cx="39950" cy="26500"/>
            </a:xfrm>
            <a:custGeom>
              <a:avLst/>
              <a:gdLst/>
              <a:ahLst/>
              <a:cxnLst/>
              <a:rect l="l" t="t" r="r" b="b"/>
              <a:pathLst>
                <a:path w="1598" h="1060" extrusionOk="0">
                  <a:moveTo>
                    <a:pt x="170" y="0"/>
                  </a:moveTo>
                  <a:lnTo>
                    <a:pt x="0" y="959"/>
                  </a:lnTo>
                  <a:lnTo>
                    <a:pt x="1426" y="1059"/>
                  </a:lnTo>
                  <a:lnTo>
                    <a:pt x="1598" y="65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4"/>
            <p:cNvSpPr/>
            <p:nvPr/>
          </p:nvSpPr>
          <p:spPr>
            <a:xfrm>
              <a:off x="5007750" y="3329325"/>
              <a:ext cx="32000" cy="27425"/>
            </a:xfrm>
            <a:custGeom>
              <a:avLst/>
              <a:gdLst/>
              <a:ahLst/>
              <a:cxnLst/>
              <a:rect l="l" t="t" r="r" b="b"/>
              <a:pathLst>
                <a:path w="1280" h="1097" extrusionOk="0">
                  <a:moveTo>
                    <a:pt x="176" y="1"/>
                  </a:moveTo>
                  <a:lnTo>
                    <a:pt x="0" y="1019"/>
                  </a:lnTo>
                  <a:lnTo>
                    <a:pt x="1117" y="1096"/>
                  </a:lnTo>
                  <a:lnTo>
                    <a:pt x="1280" y="52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4"/>
            <p:cNvSpPr/>
            <p:nvPr/>
          </p:nvSpPr>
          <p:spPr>
            <a:xfrm>
              <a:off x="5021500" y="3249925"/>
              <a:ext cx="30650" cy="27150"/>
            </a:xfrm>
            <a:custGeom>
              <a:avLst/>
              <a:gdLst/>
              <a:ahLst/>
              <a:cxnLst/>
              <a:rect l="l" t="t" r="r" b="b"/>
              <a:pathLst>
                <a:path w="1226" h="1086" extrusionOk="0">
                  <a:moveTo>
                    <a:pt x="176" y="1"/>
                  </a:moveTo>
                  <a:lnTo>
                    <a:pt x="1" y="1011"/>
                  </a:lnTo>
                  <a:lnTo>
                    <a:pt x="1064" y="1085"/>
                  </a:lnTo>
                  <a:lnTo>
                    <a:pt x="1226" y="49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4"/>
            <p:cNvSpPr/>
            <p:nvPr/>
          </p:nvSpPr>
          <p:spPr>
            <a:xfrm>
              <a:off x="5040800" y="3410900"/>
              <a:ext cx="44725" cy="29625"/>
            </a:xfrm>
            <a:custGeom>
              <a:avLst/>
              <a:gdLst/>
              <a:ahLst/>
              <a:cxnLst/>
              <a:rect l="l" t="t" r="r" b="b"/>
              <a:pathLst>
                <a:path w="1789" h="1185" extrusionOk="0">
                  <a:moveTo>
                    <a:pt x="168" y="0"/>
                  </a:moveTo>
                  <a:lnTo>
                    <a:pt x="1" y="1071"/>
                  </a:lnTo>
                  <a:lnTo>
                    <a:pt x="1607" y="1184"/>
                  </a:lnTo>
                  <a:lnTo>
                    <a:pt x="1789" y="74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4"/>
            <p:cNvSpPr/>
            <p:nvPr/>
          </p:nvSpPr>
          <p:spPr>
            <a:xfrm>
              <a:off x="4886225" y="3444725"/>
              <a:ext cx="33025" cy="22675"/>
            </a:xfrm>
            <a:custGeom>
              <a:avLst/>
              <a:gdLst/>
              <a:ahLst/>
              <a:cxnLst/>
              <a:rect l="l" t="t" r="r" b="b"/>
              <a:pathLst>
                <a:path w="1321" h="907" extrusionOk="0">
                  <a:moveTo>
                    <a:pt x="150" y="1"/>
                  </a:moveTo>
                  <a:lnTo>
                    <a:pt x="0" y="853"/>
                  </a:lnTo>
                  <a:lnTo>
                    <a:pt x="1174" y="907"/>
                  </a:lnTo>
                  <a:lnTo>
                    <a:pt x="1321" y="83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4"/>
            <p:cNvSpPr/>
            <p:nvPr/>
          </p:nvSpPr>
          <p:spPr>
            <a:xfrm>
              <a:off x="4879075" y="3483450"/>
              <a:ext cx="33425" cy="25525"/>
            </a:xfrm>
            <a:custGeom>
              <a:avLst/>
              <a:gdLst/>
              <a:ahLst/>
              <a:cxnLst/>
              <a:rect l="l" t="t" r="r" b="b"/>
              <a:pathLst>
                <a:path w="1337" h="1021" extrusionOk="0">
                  <a:moveTo>
                    <a:pt x="164" y="0"/>
                  </a:moveTo>
                  <a:lnTo>
                    <a:pt x="0" y="939"/>
                  </a:lnTo>
                  <a:lnTo>
                    <a:pt x="1165" y="1021"/>
                  </a:lnTo>
                  <a:lnTo>
                    <a:pt x="1336" y="55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4"/>
            <p:cNvSpPr/>
            <p:nvPr/>
          </p:nvSpPr>
          <p:spPr>
            <a:xfrm>
              <a:off x="4872325" y="3524325"/>
              <a:ext cx="32775" cy="22450"/>
            </a:xfrm>
            <a:custGeom>
              <a:avLst/>
              <a:gdLst/>
              <a:ahLst/>
              <a:cxnLst/>
              <a:rect l="l" t="t" r="r" b="b"/>
              <a:pathLst>
                <a:path w="1311" h="898" extrusionOk="0">
                  <a:moveTo>
                    <a:pt x="147" y="1"/>
                  </a:moveTo>
                  <a:lnTo>
                    <a:pt x="0" y="845"/>
                  </a:lnTo>
                  <a:lnTo>
                    <a:pt x="1166" y="898"/>
                  </a:lnTo>
                  <a:lnTo>
                    <a:pt x="1311" y="81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4"/>
            <p:cNvSpPr/>
            <p:nvPr/>
          </p:nvSpPr>
          <p:spPr>
            <a:xfrm>
              <a:off x="4865125" y="3562850"/>
              <a:ext cx="33250" cy="25725"/>
            </a:xfrm>
            <a:custGeom>
              <a:avLst/>
              <a:gdLst/>
              <a:ahLst/>
              <a:cxnLst/>
              <a:rect l="l" t="t" r="r" b="b"/>
              <a:pathLst>
                <a:path w="1330" h="1029" extrusionOk="0">
                  <a:moveTo>
                    <a:pt x="166" y="0"/>
                  </a:moveTo>
                  <a:lnTo>
                    <a:pt x="0" y="948"/>
                  </a:lnTo>
                  <a:lnTo>
                    <a:pt x="1157" y="1028"/>
                  </a:lnTo>
                  <a:lnTo>
                    <a:pt x="1329" y="5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4"/>
            <p:cNvSpPr/>
            <p:nvPr/>
          </p:nvSpPr>
          <p:spPr>
            <a:xfrm>
              <a:off x="4893000" y="3404050"/>
              <a:ext cx="33625" cy="25325"/>
            </a:xfrm>
            <a:custGeom>
              <a:avLst/>
              <a:gdLst/>
              <a:ahLst/>
              <a:cxnLst/>
              <a:rect l="l" t="t" r="r" b="b"/>
              <a:pathLst>
                <a:path w="1345" h="1013" extrusionOk="0">
                  <a:moveTo>
                    <a:pt x="163" y="0"/>
                  </a:moveTo>
                  <a:lnTo>
                    <a:pt x="1" y="931"/>
                  </a:lnTo>
                  <a:lnTo>
                    <a:pt x="1174" y="1013"/>
                  </a:lnTo>
                  <a:lnTo>
                    <a:pt x="1344" y="55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4"/>
            <p:cNvSpPr/>
            <p:nvPr/>
          </p:nvSpPr>
          <p:spPr>
            <a:xfrm>
              <a:off x="4906950" y="3324675"/>
              <a:ext cx="33775" cy="25150"/>
            </a:xfrm>
            <a:custGeom>
              <a:avLst/>
              <a:gdLst/>
              <a:ahLst/>
              <a:cxnLst/>
              <a:rect l="l" t="t" r="r" b="b"/>
              <a:pathLst>
                <a:path w="1351" h="1006" extrusionOk="0">
                  <a:moveTo>
                    <a:pt x="162" y="1"/>
                  </a:moveTo>
                  <a:lnTo>
                    <a:pt x="1" y="922"/>
                  </a:lnTo>
                  <a:lnTo>
                    <a:pt x="1182" y="1005"/>
                  </a:lnTo>
                  <a:lnTo>
                    <a:pt x="1350" y="55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4"/>
            <p:cNvSpPr/>
            <p:nvPr/>
          </p:nvSpPr>
          <p:spPr>
            <a:xfrm>
              <a:off x="4920900" y="3245275"/>
              <a:ext cx="33950" cy="24950"/>
            </a:xfrm>
            <a:custGeom>
              <a:avLst/>
              <a:gdLst/>
              <a:ahLst/>
              <a:cxnLst/>
              <a:rect l="l" t="t" r="r" b="b"/>
              <a:pathLst>
                <a:path w="1358" h="998" extrusionOk="0">
                  <a:moveTo>
                    <a:pt x="161" y="1"/>
                  </a:moveTo>
                  <a:lnTo>
                    <a:pt x="0" y="915"/>
                  </a:lnTo>
                  <a:lnTo>
                    <a:pt x="1189" y="998"/>
                  </a:lnTo>
                  <a:lnTo>
                    <a:pt x="1357" y="55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54"/>
            <p:cNvSpPr/>
            <p:nvPr/>
          </p:nvSpPr>
          <p:spPr>
            <a:xfrm>
              <a:off x="4900150" y="3365100"/>
              <a:ext cx="33250" cy="22900"/>
            </a:xfrm>
            <a:custGeom>
              <a:avLst/>
              <a:gdLst/>
              <a:ahLst/>
              <a:cxnLst/>
              <a:rect l="l" t="t" r="r" b="b"/>
              <a:pathLst>
                <a:path w="1330" h="916" extrusionOk="0">
                  <a:moveTo>
                    <a:pt x="150" y="1"/>
                  </a:moveTo>
                  <a:lnTo>
                    <a:pt x="0" y="862"/>
                  </a:lnTo>
                  <a:lnTo>
                    <a:pt x="1181" y="916"/>
                  </a:lnTo>
                  <a:lnTo>
                    <a:pt x="1330" y="84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54"/>
            <p:cNvSpPr/>
            <p:nvPr/>
          </p:nvSpPr>
          <p:spPr>
            <a:xfrm>
              <a:off x="4914050" y="3285550"/>
              <a:ext cx="33500" cy="23100"/>
            </a:xfrm>
            <a:custGeom>
              <a:avLst/>
              <a:gdLst/>
              <a:ahLst/>
              <a:cxnLst/>
              <a:rect l="l" t="t" r="r" b="b"/>
              <a:pathLst>
                <a:path w="1340" h="924" extrusionOk="0">
                  <a:moveTo>
                    <a:pt x="152" y="0"/>
                  </a:moveTo>
                  <a:lnTo>
                    <a:pt x="1" y="868"/>
                  </a:lnTo>
                  <a:lnTo>
                    <a:pt x="1190" y="923"/>
                  </a:lnTo>
                  <a:lnTo>
                    <a:pt x="1340" y="83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4"/>
            <p:cNvSpPr/>
            <p:nvPr/>
          </p:nvSpPr>
          <p:spPr>
            <a:xfrm>
              <a:off x="5065675" y="3251950"/>
              <a:ext cx="45975" cy="29250"/>
            </a:xfrm>
            <a:custGeom>
              <a:avLst/>
              <a:gdLst/>
              <a:ahLst/>
              <a:cxnLst/>
              <a:rect l="l" t="t" r="r" b="b"/>
              <a:pathLst>
                <a:path w="1839" h="1170" extrusionOk="0">
                  <a:moveTo>
                    <a:pt x="165" y="1"/>
                  </a:moveTo>
                  <a:lnTo>
                    <a:pt x="1" y="1053"/>
                  </a:lnTo>
                  <a:lnTo>
                    <a:pt x="1659" y="1169"/>
                  </a:lnTo>
                  <a:lnTo>
                    <a:pt x="1838" y="78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4"/>
            <p:cNvSpPr/>
            <p:nvPr/>
          </p:nvSpPr>
          <p:spPr>
            <a:xfrm>
              <a:off x="4856400" y="3603925"/>
              <a:ext cx="34550" cy="35325"/>
            </a:xfrm>
            <a:custGeom>
              <a:avLst/>
              <a:gdLst/>
              <a:ahLst/>
              <a:cxnLst/>
              <a:rect l="l" t="t" r="r" b="b"/>
              <a:pathLst>
                <a:path w="1382" h="1413" extrusionOk="0">
                  <a:moveTo>
                    <a:pt x="227" y="0"/>
                  </a:moveTo>
                  <a:lnTo>
                    <a:pt x="0" y="1295"/>
                  </a:lnTo>
                  <a:lnTo>
                    <a:pt x="1146" y="1413"/>
                  </a:lnTo>
                  <a:lnTo>
                    <a:pt x="1382" y="81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4"/>
            <p:cNvSpPr/>
            <p:nvPr/>
          </p:nvSpPr>
          <p:spPr>
            <a:xfrm>
              <a:off x="5047700" y="3375375"/>
              <a:ext cx="43500" cy="19975"/>
            </a:xfrm>
            <a:custGeom>
              <a:avLst/>
              <a:gdLst/>
              <a:ahLst/>
              <a:cxnLst/>
              <a:rect l="l" t="t" r="r" b="b"/>
              <a:pathLst>
                <a:path w="1740" h="799" extrusionOk="0">
                  <a:moveTo>
                    <a:pt x="114" y="1"/>
                  </a:moveTo>
                  <a:lnTo>
                    <a:pt x="1" y="723"/>
                  </a:lnTo>
                  <a:lnTo>
                    <a:pt x="1628" y="799"/>
                  </a:lnTo>
                  <a:lnTo>
                    <a:pt x="1740" y="115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4"/>
            <p:cNvSpPr/>
            <p:nvPr/>
          </p:nvSpPr>
          <p:spPr>
            <a:xfrm>
              <a:off x="5022900" y="3534800"/>
              <a:ext cx="42125" cy="19400"/>
            </a:xfrm>
            <a:custGeom>
              <a:avLst/>
              <a:gdLst/>
              <a:ahLst/>
              <a:cxnLst/>
              <a:rect l="l" t="t" r="r" b="b"/>
              <a:pathLst>
                <a:path w="1685" h="776" extrusionOk="0">
                  <a:moveTo>
                    <a:pt x="110" y="0"/>
                  </a:moveTo>
                  <a:lnTo>
                    <a:pt x="0" y="703"/>
                  </a:lnTo>
                  <a:lnTo>
                    <a:pt x="1575" y="776"/>
                  </a:lnTo>
                  <a:lnTo>
                    <a:pt x="1685" y="11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4"/>
            <p:cNvSpPr/>
            <p:nvPr/>
          </p:nvSpPr>
          <p:spPr>
            <a:xfrm>
              <a:off x="5035300" y="3455100"/>
              <a:ext cx="42800" cy="19675"/>
            </a:xfrm>
            <a:custGeom>
              <a:avLst/>
              <a:gdLst/>
              <a:ahLst/>
              <a:cxnLst/>
              <a:rect l="l" t="t" r="r" b="b"/>
              <a:pathLst>
                <a:path w="1712" h="787" extrusionOk="0">
                  <a:moveTo>
                    <a:pt x="112" y="0"/>
                  </a:moveTo>
                  <a:lnTo>
                    <a:pt x="0" y="712"/>
                  </a:lnTo>
                  <a:lnTo>
                    <a:pt x="1601" y="787"/>
                  </a:lnTo>
                  <a:lnTo>
                    <a:pt x="1712" y="1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4"/>
            <p:cNvSpPr/>
            <p:nvPr/>
          </p:nvSpPr>
          <p:spPr>
            <a:xfrm>
              <a:off x="4987700" y="3451800"/>
              <a:ext cx="32800" cy="20325"/>
            </a:xfrm>
            <a:custGeom>
              <a:avLst/>
              <a:gdLst/>
              <a:ahLst/>
              <a:cxnLst/>
              <a:rect l="l" t="t" r="r" b="b"/>
              <a:pathLst>
                <a:path w="1312" h="813" extrusionOk="0">
                  <a:moveTo>
                    <a:pt x="131" y="0"/>
                  </a:moveTo>
                  <a:lnTo>
                    <a:pt x="0" y="757"/>
                  </a:lnTo>
                  <a:lnTo>
                    <a:pt x="1199" y="812"/>
                  </a:lnTo>
                  <a:lnTo>
                    <a:pt x="1312" y="83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4"/>
            <p:cNvSpPr/>
            <p:nvPr/>
          </p:nvSpPr>
          <p:spPr>
            <a:xfrm>
              <a:off x="5015900" y="3569800"/>
              <a:ext cx="43550" cy="30025"/>
            </a:xfrm>
            <a:custGeom>
              <a:avLst/>
              <a:gdLst/>
              <a:ahLst/>
              <a:cxnLst/>
              <a:rect l="l" t="t" r="r" b="b"/>
              <a:pathLst>
                <a:path w="1742" h="1201" extrusionOk="0">
                  <a:moveTo>
                    <a:pt x="172" y="1"/>
                  </a:moveTo>
                  <a:lnTo>
                    <a:pt x="1" y="1092"/>
                  </a:lnTo>
                  <a:lnTo>
                    <a:pt x="1556" y="1200"/>
                  </a:lnTo>
                  <a:lnTo>
                    <a:pt x="1741" y="74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4"/>
            <p:cNvSpPr/>
            <p:nvPr/>
          </p:nvSpPr>
          <p:spPr>
            <a:xfrm>
              <a:off x="5007400" y="3614500"/>
              <a:ext cx="44550" cy="41075"/>
            </a:xfrm>
            <a:custGeom>
              <a:avLst/>
              <a:gdLst/>
              <a:ahLst/>
              <a:cxnLst/>
              <a:rect l="l" t="t" r="r" b="b"/>
              <a:pathLst>
                <a:path w="1782" h="1643" extrusionOk="0">
                  <a:moveTo>
                    <a:pt x="232" y="0"/>
                  </a:moveTo>
                  <a:lnTo>
                    <a:pt x="1" y="1487"/>
                  </a:lnTo>
                  <a:lnTo>
                    <a:pt x="1530" y="1642"/>
                  </a:lnTo>
                  <a:lnTo>
                    <a:pt x="1781" y="109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4"/>
            <p:cNvSpPr/>
            <p:nvPr/>
          </p:nvSpPr>
          <p:spPr>
            <a:xfrm>
              <a:off x="4954100" y="3326875"/>
              <a:ext cx="40375" cy="26675"/>
            </a:xfrm>
            <a:custGeom>
              <a:avLst/>
              <a:gdLst/>
              <a:ahLst/>
              <a:cxnLst/>
              <a:rect l="l" t="t" r="r" b="b"/>
              <a:pathLst>
                <a:path w="1615" h="1067" extrusionOk="0">
                  <a:moveTo>
                    <a:pt x="172" y="0"/>
                  </a:moveTo>
                  <a:lnTo>
                    <a:pt x="0" y="966"/>
                  </a:lnTo>
                  <a:lnTo>
                    <a:pt x="1442" y="1067"/>
                  </a:lnTo>
                  <a:lnTo>
                    <a:pt x="1614" y="67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4"/>
            <p:cNvSpPr/>
            <p:nvPr/>
          </p:nvSpPr>
          <p:spPr>
            <a:xfrm>
              <a:off x="4927950" y="3196900"/>
              <a:ext cx="35450" cy="32350"/>
            </a:xfrm>
            <a:custGeom>
              <a:avLst/>
              <a:gdLst/>
              <a:ahLst/>
              <a:cxnLst/>
              <a:rect l="l" t="t" r="r" b="b"/>
              <a:pathLst>
                <a:path w="1418" h="1294" extrusionOk="0">
                  <a:moveTo>
                    <a:pt x="218" y="0"/>
                  </a:moveTo>
                  <a:lnTo>
                    <a:pt x="1" y="1238"/>
                  </a:lnTo>
                  <a:lnTo>
                    <a:pt x="1198" y="1293"/>
                  </a:lnTo>
                  <a:lnTo>
                    <a:pt x="1417" y="62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4"/>
            <p:cNvSpPr/>
            <p:nvPr/>
          </p:nvSpPr>
          <p:spPr>
            <a:xfrm>
              <a:off x="5060100" y="3295675"/>
              <a:ext cx="44200" cy="20225"/>
            </a:xfrm>
            <a:custGeom>
              <a:avLst/>
              <a:gdLst/>
              <a:ahLst/>
              <a:cxnLst/>
              <a:rect l="l" t="t" r="r" b="b"/>
              <a:pathLst>
                <a:path w="1768" h="809" extrusionOk="0">
                  <a:moveTo>
                    <a:pt x="115" y="1"/>
                  </a:moveTo>
                  <a:lnTo>
                    <a:pt x="1" y="732"/>
                  </a:lnTo>
                  <a:lnTo>
                    <a:pt x="1654" y="808"/>
                  </a:lnTo>
                  <a:lnTo>
                    <a:pt x="1768" y="117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4"/>
            <p:cNvSpPr/>
            <p:nvPr/>
          </p:nvSpPr>
          <p:spPr>
            <a:xfrm>
              <a:off x="5072525" y="3204350"/>
              <a:ext cx="46900" cy="32125"/>
            </a:xfrm>
            <a:custGeom>
              <a:avLst/>
              <a:gdLst/>
              <a:ahLst/>
              <a:cxnLst/>
              <a:rect l="l" t="t" r="r" b="b"/>
              <a:pathLst>
                <a:path w="1876" h="1285" extrusionOk="0">
                  <a:moveTo>
                    <a:pt x="189" y="0"/>
                  </a:moveTo>
                  <a:lnTo>
                    <a:pt x="0" y="1207"/>
                  </a:lnTo>
                  <a:lnTo>
                    <a:pt x="1679" y="1284"/>
                  </a:lnTo>
                  <a:lnTo>
                    <a:pt x="1876" y="88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4"/>
            <p:cNvSpPr/>
            <p:nvPr/>
          </p:nvSpPr>
          <p:spPr>
            <a:xfrm>
              <a:off x="4980225" y="3488125"/>
              <a:ext cx="34725" cy="28025"/>
            </a:xfrm>
            <a:custGeom>
              <a:avLst/>
              <a:gdLst/>
              <a:ahLst/>
              <a:cxnLst/>
              <a:rect l="l" t="t" r="r" b="b"/>
              <a:pathLst>
                <a:path w="1389" h="1121" extrusionOk="0">
                  <a:moveTo>
                    <a:pt x="178" y="1"/>
                  </a:moveTo>
                  <a:lnTo>
                    <a:pt x="0" y="1035"/>
                  </a:lnTo>
                  <a:lnTo>
                    <a:pt x="1223" y="1121"/>
                  </a:lnTo>
                  <a:lnTo>
                    <a:pt x="1388" y="57"/>
                  </a:lnTo>
                  <a:lnTo>
                    <a:pt x="1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4"/>
            <p:cNvSpPr/>
            <p:nvPr/>
          </p:nvSpPr>
          <p:spPr>
            <a:xfrm>
              <a:off x="4925800" y="3485600"/>
              <a:ext cx="41200" cy="27175"/>
            </a:xfrm>
            <a:custGeom>
              <a:avLst/>
              <a:gdLst/>
              <a:ahLst/>
              <a:cxnLst/>
              <a:rect l="l" t="t" r="r" b="b"/>
              <a:pathLst>
                <a:path w="1648" h="1087" extrusionOk="0">
                  <a:moveTo>
                    <a:pt x="175" y="1"/>
                  </a:moveTo>
                  <a:lnTo>
                    <a:pt x="0" y="983"/>
                  </a:lnTo>
                  <a:lnTo>
                    <a:pt x="1471" y="1087"/>
                  </a:lnTo>
                  <a:lnTo>
                    <a:pt x="1647" y="70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4"/>
            <p:cNvSpPr/>
            <p:nvPr/>
          </p:nvSpPr>
          <p:spPr>
            <a:xfrm>
              <a:off x="4973950" y="3531400"/>
              <a:ext cx="34125" cy="20175"/>
            </a:xfrm>
            <a:custGeom>
              <a:avLst/>
              <a:gdLst/>
              <a:ahLst/>
              <a:cxnLst/>
              <a:rect l="l" t="t" r="r" b="b"/>
              <a:pathLst>
                <a:path w="1365" h="807" extrusionOk="0">
                  <a:moveTo>
                    <a:pt x="130" y="0"/>
                  </a:moveTo>
                  <a:lnTo>
                    <a:pt x="1" y="749"/>
                  </a:lnTo>
                  <a:lnTo>
                    <a:pt x="1252" y="807"/>
                  </a:lnTo>
                  <a:lnTo>
                    <a:pt x="1364" y="86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54"/>
            <p:cNvSpPr/>
            <p:nvPr/>
          </p:nvSpPr>
          <p:spPr>
            <a:xfrm>
              <a:off x="4966425" y="3567525"/>
              <a:ext cx="36125" cy="28325"/>
            </a:xfrm>
            <a:custGeom>
              <a:avLst/>
              <a:gdLst/>
              <a:ahLst/>
              <a:cxnLst/>
              <a:rect l="l" t="t" r="r" b="b"/>
              <a:pathLst>
                <a:path w="1445" h="1133" extrusionOk="0">
                  <a:moveTo>
                    <a:pt x="181" y="1"/>
                  </a:moveTo>
                  <a:lnTo>
                    <a:pt x="0" y="1044"/>
                  </a:lnTo>
                  <a:lnTo>
                    <a:pt x="1276" y="1133"/>
                  </a:lnTo>
                  <a:lnTo>
                    <a:pt x="1445" y="59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54"/>
            <p:cNvSpPr/>
            <p:nvPr/>
          </p:nvSpPr>
          <p:spPr>
            <a:xfrm>
              <a:off x="4911650" y="3565000"/>
              <a:ext cx="41625" cy="27400"/>
            </a:xfrm>
            <a:custGeom>
              <a:avLst/>
              <a:gdLst/>
              <a:ahLst/>
              <a:cxnLst/>
              <a:rect l="l" t="t" r="r" b="b"/>
              <a:pathLst>
                <a:path w="1665" h="1096" extrusionOk="0">
                  <a:moveTo>
                    <a:pt x="176" y="1"/>
                  </a:moveTo>
                  <a:lnTo>
                    <a:pt x="0" y="991"/>
                  </a:lnTo>
                  <a:lnTo>
                    <a:pt x="1487" y="1095"/>
                  </a:lnTo>
                  <a:lnTo>
                    <a:pt x="1664" y="70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54"/>
            <p:cNvSpPr/>
            <p:nvPr/>
          </p:nvSpPr>
          <p:spPr>
            <a:xfrm>
              <a:off x="4919150" y="3527600"/>
              <a:ext cx="40450" cy="21700"/>
            </a:xfrm>
            <a:custGeom>
              <a:avLst/>
              <a:gdLst/>
              <a:ahLst/>
              <a:cxnLst/>
              <a:rect l="l" t="t" r="r" b="b"/>
              <a:pathLst>
                <a:path w="1618" h="868" extrusionOk="0">
                  <a:moveTo>
                    <a:pt x="142" y="0"/>
                  </a:moveTo>
                  <a:lnTo>
                    <a:pt x="0" y="799"/>
                  </a:lnTo>
                  <a:lnTo>
                    <a:pt x="1485" y="868"/>
                  </a:lnTo>
                  <a:lnTo>
                    <a:pt x="1618" y="103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54"/>
            <p:cNvSpPr/>
            <p:nvPr/>
          </p:nvSpPr>
          <p:spPr>
            <a:xfrm>
              <a:off x="4933275" y="3448000"/>
              <a:ext cx="40100" cy="21900"/>
            </a:xfrm>
            <a:custGeom>
              <a:avLst/>
              <a:gdLst/>
              <a:ahLst/>
              <a:cxnLst/>
              <a:rect l="l" t="t" r="r" b="b"/>
              <a:pathLst>
                <a:path w="1604" h="876" extrusionOk="0">
                  <a:moveTo>
                    <a:pt x="143" y="1"/>
                  </a:moveTo>
                  <a:lnTo>
                    <a:pt x="0" y="808"/>
                  </a:lnTo>
                  <a:lnTo>
                    <a:pt x="1469" y="876"/>
                  </a:lnTo>
                  <a:lnTo>
                    <a:pt x="1603" y="102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54"/>
            <p:cNvSpPr/>
            <p:nvPr/>
          </p:nvSpPr>
          <p:spPr>
            <a:xfrm>
              <a:off x="4902550" y="3607200"/>
              <a:ext cx="43275" cy="37600"/>
            </a:xfrm>
            <a:custGeom>
              <a:avLst/>
              <a:gdLst/>
              <a:ahLst/>
              <a:cxnLst/>
              <a:rect l="l" t="t" r="r" b="b"/>
              <a:pathLst>
                <a:path w="1731" h="1504" extrusionOk="0">
                  <a:moveTo>
                    <a:pt x="241" y="0"/>
                  </a:moveTo>
                  <a:lnTo>
                    <a:pt x="1" y="1353"/>
                  </a:lnTo>
                  <a:lnTo>
                    <a:pt x="1489" y="1503"/>
                  </a:lnTo>
                  <a:lnTo>
                    <a:pt x="1730" y="104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54"/>
            <p:cNvSpPr/>
            <p:nvPr/>
          </p:nvSpPr>
          <p:spPr>
            <a:xfrm>
              <a:off x="4957275" y="3611000"/>
              <a:ext cx="38350" cy="38925"/>
            </a:xfrm>
            <a:custGeom>
              <a:avLst/>
              <a:gdLst/>
              <a:ahLst/>
              <a:cxnLst/>
              <a:rect l="l" t="t" r="r" b="b"/>
              <a:pathLst>
                <a:path w="1534" h="1557" extrusionOk="0">
                  <a:moveTo>
                    <a:pt x="247" y="1"/>
                  </a:moveTo>
                  <a:lnTo>
                    <a:pt x="1" y="1423"/>
                  </a:lnTo>
                  <a:lnTo>
                    <a:pt x="1306" y="1556"/>
                  </a:lnTo>
                  <a:lnTo>
                    <a:pt x="1534" y="91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54"/>
            <p:cNvSpPr/>
            <p:nvPr/>
          </p:nvSpPr>
          <p:spPr>
            <a:xfrm>
              <a:off x="4947375" y="3368400"/>
              <a:ext cx="39750" cy="22100"/>
            </a:xfrm>
            <a:custGeom>
              <a:avLst/>
              <a:gdLst/>
              <a:ahLst/>
              <a:cxnLst/>
              <a:rect l="l" t="t" r="r" b="b"/>
              <a:pathLst>
                <a:path w="1590" h="884" extrusionOk="0">
                  <a:moveTo>
                    <a:pt x="145" y="1"/>
                  </a:moveTo>
                  <a:lnTo>
                    <a:pt x="0" y="817"/>
                  </a:lnTo>
                  <a:lnTo>
                    <a:pt x="1455" y="884"/>
                  </a:lnTo>
                  <a:lnTo>
                    <a:pt x="1590" y="103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54"/>
            <p:cNvSpPr/>
            <p:nvPr/>
          </p:nvSpPr>
          <p:spPr>
            <a:xfrm>
              <a:off x="4939950" y="3406250"/>
              <a:ext cx="40775" cy="26925"/>
            </a:xfrm>
            <a:custGeom>
              <a:avLst/>
              <a:gdLst/>
              <a:ahLst/>
              <a:cxnLst/>
              <a:rect l="l" t="t" r="r" b="b"/>
              <a:pathLst>
                <a:path w="1631" h="1077" extrusionOk="0">
                  <a:moveTo>
                    <a:pt x="173" y="0"/>
                  </a:moveTo>
                  <a:lnTo>
                    <a:pt x="0" y="975"/>
                  </a:lnTo>
                  <a:lnTo>
                    <a:pt x="1457" y="1077"/>
                  </a:lnTo>
                  <a:lnTo>
                    <a:pt x="1631" y="68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54"/>
            <p:cNvSpPr/>
            <p:nvPr/>
          </p:nvSpPr>
          <p:spPr>
            <a:xfrm>
              <a:off x="4674550" y="3501850"/>
              <a:ext cx="1229550" cy="786750"/>
            </a:xfrm>
            <a:custGeom>
              <a:avLst/>
              <a:gdLst/>
              <a:ahLst/>
              <a:cxnLst/>
              <a:rect l="l" t="t" r="r" b="b"/>
              <a:pathLst>
                <a:path w="49182" h="31470" extrusionOk="0">
                  <a:moveTo>
                    <a:pt x="41692" y="0"/>
                  </a:moveTo>
                  <a:cubicBezTo>
                    <a:pt x="41692" y="0"/>
                    <a:pt x="40239" y="112"/>
                    <a:pt x="37780" y="2125"/>
                  </a:cubicBezTo>
                  <a:cubicBezTo>
                    <a:pt x="35321" y="4136"/>
                    <a:pt x="25597" y="21125"/>
                    <a:pt x="25597" y="21125"/>
                  </a:cubicBezTo>
                  <a:cubicBezTo>
                    <a:pt x="25597" y="21125"/>
                    <a:pt x="16767" y="15648"/>
                    <a:pt x="14531" y="14084"/>
                  </a:cubicBezTo>
                  <a:cubicBezTo>
                    <a:pt x="12296" y="12519"/>
                    <a:pt x="10507" y="9725"/>
                    <a:pt x="9277" y="8048"/>
                  </a:cubicBezTo>
                  <a:cubicBezTo>
                    <a:pt x="8047" y="6372"/>
                    <a:pt x="7825" y="6148"/>
                    <a:pt x="6148" y="6036"/>
                  </a:cubicBezTo>
                  <a:cubicBezTo>
                    <a:pt x="4900" y="5953"/>
                    <a:pt x="3900" y="5313"/>
                    <a:pt x="3378" y="5313"/>
                  </a:cubicBezTo>
                  <a:cubicBezTo>
                    <a:pt x="3198" y="5313"/>
                    <a:pt x="3075" y="5389"/>
                    <a:pt x="3018" y="5589"/>
                  </a:cubicBezTo>
                  <a:cubicBezTo>
                    <a:pt x="2795" y="6372"/>
                    <a:pt x="3466" y="6707"/>
                    <a:pt x="3913" y="6930"/>
                  </a:cubicBezTo>
                  <a:cubicBezTo>
                    <a:pt x="4360" y="7154"/>
                    <a:pt x="5142" y="7154"/>
                    <a:pt x="5142" y="7154"/>
                  </a:cubicBezTo>
                  <a:cubicBezTo>
                    <a:pt x="5142" y="7154"/>
                    <a:pt x="4927" y="7208"/>
                    <a:pt x="4562" y="7208"/>
                  </a:cubicBezTo>
                  <a:cubicBezTo>
                    <a:pt x="4015" y="7208"/>
                    <a:pt x="3130" y="7087"/>
                    <a:pt x="2124" y="6484"/>
                  </a:cubicBezTo>
                  <a:cubicBezTo>
                    <a:pt x="1221" y="5941"/>
                    <a:pt x="674" y="5626"/>
                    <a:pt x="362" y="5626"/>
                  </a:cubicBezTo>
                  <a:cubicBezTo>
                    <a:pt x="96" y="5626"/>
                    <a:pt x="1" y="5857"/>
                    <a:pt x="1" y="6372"/>
                  </a:cubicBezTo>
                  <a:cubicBezTo>
                    <a:pt x="1" y="7490"/>
                    <a:pt x="1230" y="9278"/>
                    <a:pt x="2124" y="10395"/>
                  </a:cubicBezTo>
                  <a:cubicBezTo>
                    <a:pt x="3018" y="11513"/>
                    <a:pt x="8160" y="11961"/>
                    <a:pt x="8160" y="11961"/>
                  </a:cubicBezTo>
                  <a:cubicBezTo>
                    <a:pt x="8160" y="11961"/>
                    <a:pt x="11066" y="17660"/>
                    <a:pt x="14419" y="22355"/>
                  </a:cubicBezTo>
                  <a:cubicBezTo>
                    <a:pt x="17568" y="26764"/>
                    <a:pt x="24069" y="31469"/>
                    <a:pt x="26516" y="31469"/>
                  </a:cubicBezTo>
                  <a:cubicBezTo>
                    <a:pt x="26674" y="31469"/>
                    <a:pt x="26816" y="31450"/>
                    <a:pt x="26938" y="31409"/>
                  </a:cubicBezTo>
                  <a:cubicBezTo>
                    <a:pt x="28950" y="30739"/>
                    <a:pt x="39568" y="17438"/>
                    <a:pt x="42475" y="13749"/>
                  </a:cubicBezTo>
                  <a:cubicBezTo>
                    <a:pt x="45380" y="10060"/>
                    <a:pt x="49181" y="5701"/>
                    <a:pt x="48286" y="3241"/>
                  </a:cubicBezTo>
                  <a:lnTo>
                    <a:pt x="416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54"/>
            <p:cNvSpPr/>
            <p:nvPr/>
          </p:nvSpPr>
          <p:spPr>
            <a:xfrm>
              <a:off x="4666900" y="3494150"/>
              <a:ext cx="1243575" cy="802025"/>
            </a:xfrm>
            <a:custGeom>
              <a:avLst/>
              <a:gdLst/>
              <a:ahLst/>
              <a:cxnLst/>
              <a:rect l="l" t="t" r="r" b="b"/>
              <a:pathLst>
                <a:path w="49743" h="32081" extrusionOk="0">
                  <a:moveTo>
                    <a:pt x="42011" y="1"/>
                  </a:moveTo>
                  <a:cubicBezTo>
                    <a:pt x="41999" y="1"/>
                    <a:pt x="41987" y="2"/>
                    <a:pt x="41975" y="3"/>
                  </a:cubicBezTo>
                  <a:cubicBezTo>
                    <a:pt x="41912" y="8"/>
                    <a:pt x="40397" y="145"/>
                    <a:pt x="37892" y="2195"/>
                  </a:cubicBezTo>
                  <a:cubicBezTo>
                    <a:pt x="35563" y="4101"/>
                    <a:pt x="27105" y="18728"/>
                    <a:pt x="25795" y="21006"/>
                  </a:cubicBezTo>
                  <a:cubicBezTo>
                    <a:pt x="24296" y="20075"/>
                    <a:pt x="16996" y="15530"/>
                    <a:pt x="15013" y="14141"/>
                  </a:cubicBezTo>
                  <a:cubicBezTo>
                    <a:pt x="13160" y="12845"/>
                    <a:pt x="11584" y="10629"/>
                    <a:pt x="10432" y="9012"/>
                  </a:cubicBezTo>
                  <a:cubicBezTo>
                    <a:pt x="10219" y="8712"/>
                    <a:pt x="10018" y="8430"/>
                    <a:pt x="9831" y="8174"/>
                  </a:cubicBezTo>
                  <a:cubicBezTo>
                    <a:pt x="8590" y="6483"/>
                    <a:pt x="8299" y="6160"/>
                    <a:pt x="6475" y="6039"/>
                  </a:cubicBezTo>
                  <a:cubicBezTo>
                    <a:pt x="5791" y="5993"/>
                    <a:pt x="5173" y="5764"/>
                    <a:pt x="4677" y="5581"/>
                  </a:cubicBezTo>
                  <a:cubicBezTo>
                    <a:pt x="4277" y="5434"/>
                    <a:pt x="3956" y="5314"/>
                    <a:pt x="3684" y="5314"/>
                  </a:cubicBezTo>
                  <a:cubicBezTo>
                    <a:pt x="3568" y="5314"/>
                    <a:pt x="3460" y="5336"/>
                    <a:pt x="3360" y="5387"/>
                  </a:cubicBezTo>
                  <a:cubicBezTo>
                    <a:pt x="3199" y="5469"/>
                    <a:pt x="3088" y="5612"/>
                    <a:pt x="3031" y="5813"/>
                  </a:cubicBezTo>
                  <a:cubicBezTo>
                    <a:pt x="2906" y="6248"/>
                    <a:pt x="2997" y="6579"/>
                    <a:pt x="3177" y="6835"/>
                  </a:cubicBezTo>
                  <a:cubicBezTo>
                    <a:pt x="2974" y="6745"/>
                    <a:pt x="2777" y="6643"/>
                    <a:pt x="2587" y="6529"/>
                  </a:cubicBezTo>
                  <a:cubicBezTo>
                    <a:pt x="1620" y="5948"/>
                    <a:pt x="1062" y="5628"/>
                    <a:pt x="664" y="5628"/>
                  </a:cubicBezTo>
                  <a:cubicBezTo>
                    <a:pt x="552" y="5628"/>
                    <a:pt x="453" y="5653"/>
                    <a:pt x="361" y="5705"/>
                  </a:cubicBezTo>
                  <a:cubicBezTo>
                    <a:pt x="43" y="5885"/>
                    <a:pt x="1" y="6299"/>
                    <a:pt x="1" y="6680"/>
                  </a:cubicBezTo>
                  <a:cubicBezTo>
                    <a:pt x="1" y="7965"/>
                    <a:pt x="1373" y="9871"/>
                    <a:pt x="2191" y="10895"/>
                  </a:cubicBezTo>
                  <a:cubicBezTo>
                    <a:pt x="3074" y="11998"/>
                    <a:pt x="7263" y="12461"/>
                    <a:pt x="8270" y="12558"/>
                  </a:cubicBezTo>
                  <a:cubicBezTo>
                    <a:pt x="8757" y="13495"/>
                    <a:pt x="11450" y="18605"/>
                    <a:pt x="14476" y="22841"/>
                  </a:cubicBezTo>
                  <a:cubicBezTo>
                    <a:pt x="17661" y="27301"/>
                    <a:pt x="24167" y="32080"/>
                    <a:pt x="26837" y="32080"/>
                  </a:cubicBezTo>
                  <a:cubicBezTo>
                    <a:pt x="27025" y="32080"/>
                    <a:pt x="27193" y="32057"/>
                    <a:pt x="27341" y="32008"/>
                  </a:cubicBezTo>
                  <a:cubicBezTo>
                    <a:pt x="29463" y="31300"/>
                    <a:pt x="39880" y="18234"/>
                    <a:pt x="43021" y="14246"/>
                  </a:cubicBezTo>
                  <a:cubicBezTo>
                    <a:pt x="43317" y="13872"/>
                    <a:pt x="43620" y="13491"/>
                    <a:pt x="43928" y="13105"/>
                  </a:cubicBezTo>
                  <a:cubicBezTo>
                    <a:pt x="46786" y="9521"/>
                    <a:pt x="49742" y="5817"/>
                    <a:pt x="48880" y="3446"/>
                  </a:cubicBezTo>
                  <a:cubicBezTo>
                    <a:pt x="48837" y="3319"/>
                    <a:pt x="48718" y="3239"/>
                    <a:pt x="48591" y="3239"/>
                  </a:cubicBezTo>
                  <a:cubicBezTo>
                    <a:pt x="48557" y="3239"/>
                    <a:pt x="48521" y="3245"/>
                    <a:pt x="48487" y="3258"/>
                  </a:cubicBezTo>
                  <a:cubicBezTo>
                    <a:pt x="48325" y="3317"/>
                    <a:pt x="48244" y="3495"/>
                    <a:pt x="48305" y="3656"/>
                  </a:cubicBezTo>
                  <a:cubicBezTo>
                    <a:pt x="49051" y="5703"/>
                    <a:pt x="46074" y="9433"/>
                    <a:pt x="43450" y="12724"/>
                  </a:cubicBezTo>
                  <a:cubicBezTo>
                    <a:pt x="43141" y="13109"/>
                    <a:pt x="42836" y="13492"/>
                    <a:pt x="42540" y="13867"/>
                  </a:cubicBezTo>
                  <a:cubicBezTo>
                    <a:pt x="35930" y="22257"/>
                    <a:pt x="28607" y="30940"/>
                    <a:pt x="27147" y="31428"/>
                  </a:cubicBezTo>
                  <a:cubicBezTo>
                    <a:pt x="27048" y="31460"/>
                    <a:pt x="26933" y="31476"/>
                    <a:pt x="26804" y="31476"/>
                  </a:cubicBezTo>
                  <a:cubicBezTo>
                    <a:pt x="24596" y="31476"/>
                    <a:pt x="18101" y="26862"/>
                    <a:pt x="14976" y="22486"/>
                  </a:cubicBezTo>
                  <a:cubicBezTo>
                    <a:pt x="11674" y="17865"/>
                    <a:pt x="8768" y="12187"/>
                    <a:pt x="8739" y="12130"/>
                  </a:cubicBezTo>
                  <a:cubicBezTo>
                    <a:pt x="8691" y="12036"/>
                    <a:pt x="8598" y="11973"/>
                    <a:pt x="8493" y="11964"/>
                  </a:cubicBezTo>
                  <a:cubicBezTo>
                    <a:pt x="6555" y="11796"/>
                    <a:pt x="3262" y="11253"/>
                    <a:pt x="2669" y="10513"/>
                  </a:cubicBezTo>
                  <a:cubicBezTo>
                    <a:pt x="1382" y="8903"/>
                    <a:pt x="613" y="7470"/>
                    <a:pt x="613" y="6680"/>
                  </a:cubicBezTo>
                  <a:cubicBezTo>
                    <a:pt x="613" y="6324"/>
                    <a:pt x="664" y="6241"/>
                    <a:pt x="655" y="6241"/>
                  </a:cubicBezTo>
                  <a:cubicBezTo>
                    <a:pt x="663" y="6239"/>
                    <a:pt x="673" y="6238"/>
                    <a:pt x="683" y="6238"/>
                  </a:cubicBezTo>
                  <a:cubicBezTo>
                    <a:pt x="911" y="6238"/>
                    <a:pt x="1697" y="6708"/>
                    <a:pt x="2274" y="7054"/>
                  </a:cubicBezTo>
                  <a:cubicBezTo>
                    <a:pt x="3336" y="7691"/>
                    <a:pt x="4274" y="7823"/>
                    <a:pt x="4866" y="7823"/>
                  </a:cubicBezTo>
                  <a:cubicBezTo>
                    <a:pt x="5259" y="7823"/>
                    <a:pt x="5499" y="7765"/>
                    <a:pt x="5523" y="7759"/>
                  </a:cubicBezTo>
                  <a:cubicBezTo>
                    <a:pt x="5674" y="7721"/>
                    <a:pt x="5771" y="7578"/>
                    <a:pt x="5752" y="7424"/>
                  </a:cubicBezTo>
                  <a:cubicBezTo>
                    <a:pt x="5733" y="7272"/>
                    <a:pt x="5604" y="7156"/>
                    <a:pt x="5449" y="7156"/>
                  </a:cubicBezTo>
                  <a:cubicBezTo>
                    <a:pt x="5252" y="7156"/>
                    <a:pt x="4670" y="7122"/>
                    <a:pt x="4355" y="6964"/>
                  </a:cubicBezTo>
                  <a:cubicBezTo>
                    <a:pt x="3753" y="6662"/>
                    <a:pt x="3489" y="6440"/>
                    <a:pt x="3638" y="5933"/>
                  </a:cubicBezTo>
                  <a:cubicBezTo>
                    <a:pt x="3651" y="5927"/>
                    <a:pt x="3669" y="5924"/>
                    <a:pt x="3691" y="5924"/>
                  </a:cubicBezTo>
                  <a:cubicBezTo>
                    <a:pt x="3844" y="5924"/>
                    <a:pt x="4198" y="6056"/>
                    <a:pt x="4465" y="6155"/>
                  </a:cubicBezTo>
                  <a:cubicBezTo>
                    <a:pt x="4998" y="6353"/>
                    <a:pt x="5663" y="6598"/>
                    <a:pt x="6435" y="6650"/>
                  </a:cubicBezTo>
                  <a:cubicBezTo>
                    <a:pt x="7988" y="6753"/>
                    <a:pt x="8143" y="6907"/>
                    <a:pt x="9337" y="8537"/>
                  </a:cubicBezTo>
                  <a:cubicBezTo>
                    <a:pt x="9523" y="8790"/>
                    <a:pt x="9721" y="9069"/>
                    <a:pt x="9933" y="9366"/>
                  </a:cubicBezTo>
                  <a:cubicBezTo>
                    <a:pt x="11111" y="11020"/>
                    <a:pt x="12724" y="13285"/>
                    <a:pt x="14662" y="14642"/>
                  </a:cubicBezTo>
                  <a:cubicBezTo>
                    <a:pt x="16879" y="16195"/>
                    <a:pt x="25653" y="21638"/>
                    <a:pt x="25742" y="21694"/>
                  </a:cubicBezTo>
                  <a:cubicBezTo>
                    <a:pt x="25790" y="21723"/>
                    <a:pt x="25846" y="21739"/>
                    <a:pt x="25902" y="21739"/>
                  </a:cubicBezTo>
                  <a:cubicBezTo>
                    <a:pt x="25928" y="21739"/>
                    <a:pt x="25953" y="21736"/>
                    <a:pt x="25978" y="21729"/>
                  </a:cubicBezTo>
                  <a:cubicBezTo>
                    <a:pt x="26059" y="21709"/>
                    <a:pt x="26128" y="21657"/>
                    <a:pt x="26169" y="21585"/>
                  </a:cubicBezTo>
                  <a:cubicBezTo>
                    <a:pt x="26266" y="21416"/>
                    <a:pt x="35893" y="4622"/>
                    <a:pt x="38280" y="2669"/>
                  </a:cubicBezTo>
                  <a:cubicBezTo>
                    <a:pt x="40604" y="768"/>
                    <a:pt x="42001" y="615"/>
                    <a:pt x="42024" y="613"/>
                  </a:cubicBezTo>
                  <a:cubicBezTo>
                    <a:pt x="42191" y="599"/>
                    <a:pt x="42317" y="452"/>
                    <a:pt x="42303" y="285"/>
                  </a:cubicBezTo>
                  <a:cubicBezTo>
                    <a:pt x="42292" y="128"/>
                    <a:pt x="42154" y="1"/>
                    <a:pt x="42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54"/>
            <p:cNvSpPr/>
            <p:nvPr/>
          </p:nvSpPr>
          <p:spPr>
            <a:xfrm>
              <a:off x="4674550" y="3634650"/>
              <a:ext cx="288050" cy="195200"/>
            </a:xfrm>
            <a:custGeom>
              <a:avLst/>
              <a:gdLst/>
              <a:ahLst/>
              <a:cxnLst/>
              <a:rect l="l" t="t" r="r" b="b"/>
              <a:pathLst>
                <a:path w="11522" h="7808" extrusionOk="0">
                  <a:moveTo>
                    <a:pt x="3379" y="1"/>
                  </a:moveTo>
                  <a:cubicBezTo>
                    <a:pt x="3199" y="1"/>
                    <a:pt x="3076" y="77"/>
                    <a:pt x="3019" y="277"/>
                  </a:cubicBezTo>
                  <a:cubicBezTo>
                    <a:pt x="2795" y="1060"/>
                    <a:pt x="3466" y="1395"/>
                    <a:pt x="3913" y="1618"/>
                  </a:cubicBezTo>
                  <a:cubicBezTo>
                    <a:pt x="4360" y="1842"/>
                    <a:pt x="5143" y="1842"/>
                    <a:pt x="5143" y="1842"/>
                  </a:cubicBezTo>
                  <a:cubicBezTo>
                    <a:pt x="5143" y="1842"/>
                    <a:pt x="4928" y="1896"/>
                    <a:pt x="4563" y="1896"/>
                  </a:cubicBezTo>
                  <a:cubicBezTo>
                    <a:pt x="4016" y="1896"/>
                    <a:pt x="3131" y="1775"/>
                    <a:pt x="2125" y="1171"/>
                  </a:cubicBezTo>
                  <a:cubicBezTo>
                    <a:pt x="1221" y="629"/>
                    <a:pt x="675" y="314"/>
                    <a:pt x="363" y="314"/>
                  </a:cubicBezTo>
                  <a:cubicBezTo>
                    <a:pt x="96" y="314"/>
                    <a:pt x="1" y="545"/>
                    <a:pt x="1" y="1060"/>
                  </a:cubicBezTo>
                  <a:cubicBezTo>
                    <a:pt x="1" y="2178"/>
                    <a:pt x="1230" y="3966"/>
                    <a:pt x="2125" y="5083"/>
                  </a:cubicBezTo>
                  <a:cubicBezTo>
                    <a:pt x="3019" y="6201"/>
                    <a:pt x="8160" y="6649"/>
                    <a:pt x="8160" y="6649"/>
                  </a:cubicBezTo>
                  <a:cubicBezTo>
                    <a:pt x="8160" y="6649"/>
                    <a:pt x="8385" y="7087"/>
                    <a:pt x="8772" y="7807"/>
                  </a:cubicBezTo>
                  <a:cubicBezTo>
                    <a:pt x="9317" y="7090"/>
                    <a:pt x="10175" y="6361"/>
                    <a:pt x="11521" y="5788"/>
                  </a:cubicBezTo>
                  <a:cubicBezTo>
                    <a:pt x="10643" y="4687"/>
                    <a:pt x="9891" y="3572"/>
                    <a:pt x="9278" y="2736"/>
                  </a:cubicBezTo>
                  <a:cubicBezTo>
                    <a:pt x="8048" y="1060"/>
                    <a:pt x="7825" y="836"/>
                    <a:pt x="6149" y="724"/>
                  </a:cubicBezTo>
                  <a:cubicBezTo>
                    <a:pt x="4901" y="641"/>
                    <a:pt x="3901" y="1"/>
                    <a:pt x="3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54"/>
            <p:cNvSpPr/>
            <p:nvPr/>
          </p:nvSpPr>
          <p:spPr>
            <a:xfrm>
              <a:off x="4666900" y="3627000"/>
              <a:ext cx="304825" cy="210500"/>
            </a:xfrm>
            <a:custGeom>
              <a:avLst/>
              <a:gdLst/>
              <a:ahLst/>
              <a:cxnLst/>
              <a:rect l="l" t="t" r="r" b="b"/>
              <a:pathLst>
                <a:path w="12193" h="8420" extrusionOk="0">
                  <a:moveTo>
                    <a:pt x="3689" y="611"/>
                  </a:moveTo>
                  <a:cubicBezTo>
                    <a:pt x="3842" y="611"/>
                    <a:pt x="4195" y="743"/>
                    <a:pt x="4463" y="842"/>
                  </a:cubicBezTo>
                  <a:cubicBezTo>
                    <a:pt x="4997" y="1039"/>
                    <a:pt x="5661" y="1285"/>
                    <a:pt x="6432" y="1336"/>
                  </a:cubicBezTo>
                  <a:cubicBezTo>
                    <a:pt x="7986" y="1440"/>
                    <a:pt x="8141" y="1594"/>
                    <a:pt x="9336" y="3224"/>
                  </a:cubicBezTo>
                  <a:cubicBezTo>
                    <a:pt x="9521" y="3476"/>
                    <a:pt x="9720" y="3755"/>
                    <a:pt x="9931" y="4051"/>
                  </a:cubicBezTo>
                  <a:cubicBezTo>
                    <a:pt x="10354" y="4644"/>
                    <a:pt x="10825" y="5306"/>
                    <a:pt x="11344" y="5975"/>
                  </a:cubicBezTo>
                  <a:cubicBezTo>
                    <a:pt x="10443" y="6405"/>
                    <a:pt x="9702" y="6939"/>
                    <a:pt x="9132" y="7568"/>
                  </a:cubicBezTo>
                  <a:cubicBezTo>
                    <a:pt x="8881" y="7094"/>
                    <a:pt x="8738" y="6816"/>
                    <a:pt x="8738" y="6815"/>
                  </a:cubicBezTo>
                  <a:cubicBezTo>
                    <a:pt x="8689" y="6722"/>
                    <a:pt x="8596" y="6659"/>
                    <a:pt x="8492" y="6650"/>
                  </a:cubicBezTo>
                  <a:cubicBezTo>
                    <a:pt x="6554" y="6482"/>
                    <a:pt x="3260" y="5938"/>
                    <a:pt x="2668" y="5199"/>
                  </a:cubicBezTo>
                  <a:cubicBezTo>
                    <a:pt x="1381" y="3589"/>
                    <a:pt x="612" y="2157"/>
                    <a:pt x="612" y="1366"/>
                  </a:cubicBezTo>
                  <a:cubicBezTo>
                    <a:pt x="612" y="1031"/>
                    <a:pt x="658" y="938"/>
                    <a:pt x="654" y="928"/>
                  </a:cubicBezTo>
                  <a:lnTo>
                    <a:pt x="654" y="928"/>
                  </a:lnTo>
                  <a:cubicBezTo>
                    <a:pt x="662" y="926"/>
                    <a:pt x="671" y="925"/>
                    <a:pt x="681" y="925"/>
                  </a:cubicBezTo>
                  <a:cubicBezTo>
                    <a:pt x="908" y="925"/>
                    <a:pt x="1695" y="1395"/>
                    <a:pt x="2272" y="1742"/>
                  </a:cubicBezTo>
                  <a:cubicBezTo>
                    <a:pt x="3334" y="2378"/>
                    <a:pt x="4273" y="2509"/>
                    <a:pt x="4865" y="2509"/>
                  </a:cubicBezTo>
                  <a:cubicBezTo>
                    <a:pt x="5257" y="2509"/>
                    <a:pt x="5497" y="2452"/>
                    <a:pt x="5521" y="2446"/>
                  </a:cubicBezTo>
                  <a:cubicBezTo>
                    <a:pt x="5671" y="2408"/>
                    <a:pt x="5770" y="2264"/>
                    <a:pt x="5751" y="2112"/>
                  </a:cubicBezTo>
                  <a:cubicBezTo>
                    <a:pt x="5732" y="1958"/>
                    <a:pt x="5602" y="1842"/>
                    <a:pt x="5447" y="1842"/>
                  </a:cubicBezTo>
                  <a:cubicBezTo>
                    <a:pt x="5249" y="1842"/>
                    <a:pt x="4667" y="1807"/>
                    <a:pt x="4353" y="1651"/>
                  </a:cubicBezTo>
                  <a:cubicBezTo>
                    <a:pt x="3751" y="1349"/>
                    <a:pt x="3487" y="1126"/>
                    <a:pt x="3635" y="620"/>
                  </a:cubicBezTo>
                  <a:cubicBezTo>
                    <a:pt x="3648" y="614"/>
                    <a:pt x="3666" y="611"/>
                    <a:pt x="3689" y="611"/>
                  </a:cubicBezTo>
                  <a:close/>
                  <a:moveTo>
                    <a:pt x="3684" y="1"/>
                  </a:moveTo>
                  <a:cubicBezTo>
                    <a:pt x="3568" y="1"/>
                    <a:pt x="3460" y="22"/>
                    <a:pt x="3360" y="73"/>
                  </a:cubicBezTo>
                  <a:cubicBezTo>
                    <a:pt x="3199" y="155"/>
                    <a:pt x="3088" y="299"/>
                    <a:pt x="3031" y="500"/>
                  </a:cubicBezTo>
                  <a:cubicBezTo>
                    <a:pt x="2906" y="934"/>
                    <a:pt x="2997" y="1265"/>
                    <a:pt x="3177" y="1520"/>
                  </a:cubicBezTo>
                  <a:cubicBezTo>
                    <a:pt x="2974" y="1431"/>
                    <a:pt x="2777" y="1329"/>
                    <a:pt x="2587" y="1215"/>
                  </a:cubicBezTo>
                  <a:cubicBezTo>
                    <a:pt x="1620" y="634"/>
                    <a:pt x="1062" y="314"/>
                    <a:pt x="664" y="314"/>
                  </a:cubicBezTo>
                  <a:cubicBezTo>
                    <a:pt x="552" y="314"/>
                    <a:pt x="453" y="339"/>
                    <a:pt x="361" y="391"/>
                  </a:cubicBezTo>
                  <a:cubicBezTo>
                    <a:pt x="43" y="571"/>
                    <a:pt x="1" y="985"/>
                    <a:pt x="1" y="1366"/>
                  </a:cubicBezTo>
                  <a:cubicBezTo>
                    <a:pt x="1" y="2651"/>
                    <a:pt x="1373" y="4557"/>
                    <a:pt x="2191" y="5581"/>
                  </a:cubicBezTo>
                  <a:cubicBezTo>
                    <a:pt x="3074" y="6686"/>
                    <a:pt x="7263" y="7147"/>
                    <a:pt x="8270" y="7244"/>
                  </a:cubicBezTo>
                  <a:cubicBezTo>
                    <a:pt x="8368" y="7431"/>
                    <a:pt x="8553" y="7783"/>
                    <a:pt x="8808" y="8257"/>
                  </a:cubicBezTo>
                  <a:cubicBezTo>
                    <a:pt x="8856" y="8349"/>
                    <a:pt x="8949" y="8410"/>
                    <a:pt x="9053" y="8418"/>
                  </a:cubicBezTo>
                  <a:cubicBezTo>
                    <a:pt x="9061" y="8419"/>
                    <a:pt x="9069" y="8419"/>
                    <a:pt x="9077" y="8419"/>
                  </a:cubicBezTo>
                  <a:cubicBezTo>
                    <a:pt x="9173" y="8419"/>
                    <a:pt x="9263" y="8375"/>
                    <a:pt x="9320" y="8298"/>
                  </a:cubicBezTo>
                  <a:cubicBezTo>
                    <a:pt x="9922" y="7509"/>
                    <a:pt x="10806" y="6862"/>
                    <a:pt x="11948" y="6375"/>
                  </a:cubicBezTo>
                  <a:cubicBezTo>
                    <a:pt x="12134" y="6296"/>
                    <a:pt x="12193" y="6062"/>
                    <a:pt x="12067" y="5903"/>
                  </a:cubicBezTo>
                  <a:cubicBezTo>
                    <a:pt x="11461" y="5143"/>
                    <a:pt x="10913" y="4374"/>
                    <a:pt x="10430" y="3696"/>
                  </a:cubicBezTo>
                  <a:cubicBezTo>
                    <a:pt x="10218" y="3398"/>
                    <a:pt x="10018" y="3116"/>
                    <a:pt x="9831" y="2861"/>
                  </a:cubicBezTo>
                  <a:cubicBezTo>
                    <a:pt x="8590" y="1169"/>
                    <a:pt x="8299" y="848"/>
                    <a:pt x="6475" y="725"/>
                  </a:cubicBezTo>
                  <a:cubicBezTo>
                    <a:pt x="5791" y="679"/>
                    <a:pt x="5173" y="451"/>
                    <a:pt x="4677" y="267"/>
                  </a:cubicBezTo>
                  <a:cubicBezTo>
                    <a:pt x="4277" y="120"/>
                    <a:pt x="3956" y="1"/>
                    <a:pt x="36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330;p54">
            <a:extLst>
              <a:ext uri="{FF2B5EF4-FFF2-40B4-BE49-F238E27FC236}">
                <a16:creationId xmlns:a16="http://schemas.microsoft.com/office/drawing/2014/main" id="{997A5629-F437-BE31-299E-344EBA778F0F}"/>
              </a:ext>
            </a:extLst>
          </p:cNvPr>
          <p:cNvSpPr txBox="1">
            <a:spLocks/>
          </p:cNvSpPr>
          <p:nvPr/>
        </p:nvSpPr>
        <p:spPr>
          <a:xfrm>
            <a:off x="626622" y="3829744"/>
            <a:ext cx="8259193" cy="72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9pPr>
          </a:lstStyle>
          <a:p>
            <a:pPr marL="0" indent="0"/>
            <a:r>
              <a:rPr lang="fr-FR" sz="1800" dirty="0"/>
              <a:t>Donc : il faut </a:t>
            </a:r>
            <a:r>
              <a:rPr lang="fr-FR" sz="1800" b="1" dirty="0"/>
              <a:t>identifier les dangers et se préparer</a:t>
            </a:r>
            <a:r>
              <a:rPr lang="fr-FR" sz="1800" dirty="0"/>
              <a:t> → C’est exactement ce que propose MEHARI.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51"/>
          <p:cNvSpPr txBox="1">
            <a:spLocks noGrp="1"/>
          </p:cNvSpPr>
          <p:nvPr>
            <p:ph type="title"/>
          </p:nvPr>
        </p:nvSpPr>
        <p:spPr>
          <a:xfrm>
            <a:off x="876325" y="1458975"/>
            <a:ext cx="4559100" cy="16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dirty="0"/>
              <a:t>Qu’est-ce que MEHARI ?</a:t>
            </a:r>
          </a:p>
        </p:txBody>
      </p:sp>
      <p:sp>
        <p:nvSpPr>
          <p:cNvPr id="2088" name="Google Shape;2088;p51"/>
          <p:cNvSpPr txBox="1">
            <a:spLocks noGrp="1"/>
          </p:cNvSpPr>
          <p:nvPr>
            <p:ph type="title" idx="2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089" name="Google Shape;2089;p51"/>
          <p:cNvGrpSpPr/>
          <p:nvPr/>
        </p:nvGrpSpPr>
        <p:grpSpPr>
          <a:xfrm>
            <a:off x="5191074" y="918576"/>
            <a:ext cx="4095849" cy="4053140"/>
            <a:chOff x="1179935" y="-209451"/>
            <a:chExt cx="5745334" cy="5685426"/>
          </a:xfrm>
        </p:grpSpPr>
        <p:sp>
          <p:nvSpPr>
            <p:cNvPr id="2090" name="Google Shape;2090;p51"/>
            <p:cNvSpPr/>
            <p:nvPr/>
          </p:nvSpPr>
          <p:spPr>
            <a:xfrm>
              <a:off x="1179935" y="-209451"/>
              <a:ext cx="5745334" cy="4760386"/>
            </a:xfrm>
            <a:custGeom>
              <a:avLst/>
              <a:gdLst/>
              <a:ahLst/>
              <a:cxnLst/>
              <a:rect l="l" t="t" r="r" b="b"/>
              <a:pathLst>
                <a:path w="208202" h="172509" extrusionOk="0">
                  <a:moveTo>
                    <a:pt x="90297" y="0"/>
                  </a:moveTo>
                  <a:cubicBezTo>
                    <a:pt x="60081" y="0"/>
                    <a:pt x="29711" y="6469"/>
                    <a:pt x="13646" y="23022"/>
                  </a:cubicBezTo>
                  <a:cubicBezTo>
                    <a:pt x="13646" y="23022"/>
                    <a:pt x="3033" y="29085"/>
                    <a:pt x="1517" y="44245"/>
                  </a:cubicBezTo>
                  <a:cubicBezTo>
                    <a:pt x="1" y="59406"/>
                    <a:pt x="16677" y="80631"/>
                    <a:pt x="19204" y="99833"/>
                  </a:cubicBezTo>
                  <a:cubicBezTo>
                    <a:pt x="21730" y="119036"/>
                    <a:pt x="1517" y="123584"/>
                    <a:pt x="9603" y="147841"/>
                  </a:cubicBezTo>
                  <a:cubicBezTo>
                    <a:pt x="15216" y="164681"/>
                    <a:pt x="37392" y="172509"/>
                    <a:pt x="58037" y="172509"/>
                  </a:cubicBezTo>
                  <a:cubicBezTo>
                    <a:pt x="67129" y="172509"/>
                    <a:pt x="75924" y="170991"/>
                    <a:pt x="82877" y="168055"/>
                  </a:cubicBezTo>
                  <a:cubicBezTo>
                    <a:pt x="105618" y="158453"/>
                    <a:pt x="116230" y="134197"/>
                    <a:pt x="150088" y="134197"/>
                  </a:cubicBezTo>
                  <a:cubicBezTo>
                    <a:pt x="183946" y="134197"/>
                    <a:pt x="208202" y="118531"/>
                    <a:pt x="206181" y="83662"/>
                  </a:cubicBezTo>
                  <a:cubicBezTo>
                    <a:pt x="204160" y="48794"/>
                    <a:pt x="196580" y="38181"/>
                    <a:pt x="169290" y="17967"/>
                  </a:cubicBezTo>
                  <a:cubicBezTo>
                    <a:pt x="155147" y="7490"/>
                    <a:pt x="122811" y="0"/>
                    <a:pt x="90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51"/>
            <p:cNvSpPr/>
            <p:nvPr/>
          </p:nvSpPr>
          <p:spPr>
            <a:xfrm>
              <a:off x="1436950" y="5221775"/>
              <a:ext cx="4967025" cy="254200"/>
            </a:xfrm>
            <a:custGeom>
              <a:avLst/>
              <a:gdLst/>
              <a:ahLst/>
              <a:cxnLst/>
              <a:rect l="l" t="t" r="r" b="b"/>
              <a:pathLst>
                <a:path w="198681" h="10168" extrusionOk="0">
                  <a:moveTo>
                    <a:pt x="99341" y="0"/>
                  </a:moveTo>
                  <a:cubicBezTo>
                    <a:pt x="72994" y="0"/>
                    <a:pt x="47726" y="536"/>
                    <a:pt x="29096" y="1489"/>
                  </a:cubicBezTo>
                  <a:cubicBezTo>
                    <a:pt x="10467" y="2443"/>
                    <a:pt x="0" y="3736"/>
                    <a:pt x="0" y="5084"/>
                  </a:cubicBezTo>
                  <a:cubicBezTo>
                    <a:pt x="0" y="6432"/>
                    <a:pt x="10467" y="7724"/>
                    <a:pt x="29096" y="8679"/>
                  </a:cubicBezTo>
                  <a:cubicBezTo>
                    <a:pt x="47726" y="9632"/>
                    <a:pt x="72994" y="10167"/>
                    <a:pt x="99341" y="10167"/>
                  </a:cubicBezTo>
                  <a:cubicBezTo>
                    <a:pt x="125687" y="10167"/>
                    <a:pt x="150954" y="9632"/>
                    <a:pt x="169584" y="8679"/>
                  </a:cubicBezTo>
                  <a:cubicBezTo>
                    <a:pt x="188215" y="7724"/>
                    <a:pt x="198680" y="6432"/>
                    <a:pt x="198680" y="5084"/>
                  </a:cubicBezTo>
                  <a:cubicBezTo>
                    <a:pt x="198680" y="3736"/>
                    <a:pt x="188215" y="2443"/>
                    <a:pt x="169584" y="1489"/>
                  </a:cubicBezTo>
                  <a:cubicBezTo>
                    <a:pt x="150954" y="536"/>
                    <a:pt x="125687" y="0"/>
                    <a:pt x="993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51"/>
            <p:cNvSpPr/>
            <p:nvPr/>
          </p:nvSpPr>
          <p:spPr>
            <a:xfrm>
              <a:off x="1837825" y="506225"/>
              <a:ext cx="4030850" cy="2664475"/>
            </a:xfrm>
            <a:custGeom>
              <a:avLst/>
              <a:gdLst/>
              <a:ahLst/>
              <a:cxnLst/>
              <a:rect l="l" t="t" r="r" b="b"/>
              <a:pathLst>
                <a:path w="161234" h="106579" extrusionOk="0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51"/>
            <p:cNvSpPr/>
            <p:nvPr/>
          </p:nvSpPr>
          <p:spPr>
            <a:xfrm>
              <a:off x="1830725" y="499100"/>
              <a:ext cx="4045100" cy="2678700"/>
            </a:xfrm>
            <a:custGeom>
              <a:avLst/>
              <a:gdLst/>
              <a:ahLst/>
              <a:cxnLst/>
              <a:rect l="l" t="t" r="r" b="b"/>
              <a:pathLst>
                <a:path w="161804" h="107148" extrusionOk="0">
                  <a:moveTo>
                    <a:pt x="161235" y="569"/>
                  </a:moveTo>
                  <a:lnTo>
                    <a:pt x="161235" y="106580"/>
                  </a:lnTo>
                  <a:lnTo>
                    <a:pt x="568" y="106580"/>
                  </a:lnTo>
                  <a:lnTo>
                    <a:pt x="569" y="569"/>
                  </a:lnTo>
                  <a:close/>
                  <a:moveTo>
                    <a:pt x="285" y="1"/>
                  </a:moveTo>
                  <a:cubicBezTo>
                    <a:pt x="128" y="1"/>
                    <a:pt x="1" y="128"/>
                    <a:pt x="1" y="285"/>
                  </a:cubicBezTo>
                  <a:lnTo>
                    <a:pt x="1" y="106863"/>
                  </a:lnTo>
                  <a:cubicBezTo>
                    <a:pt x="1" y="107019"/>
                    <a:pt x="128" y="107147"/>
                    <a:pt x="285" y="107147"/>
                  </a:cubicBezTo>
                  <a:lnTo>
                    <a:pt x="161518" y="107147"/>
                  </a:lnTo>
                  <a:cubicBezTo>
                    <a:pt x="161674" y="107147"/>
                    <a:pt x="161802" y="107021"/>
                    <a:pt x="161803" y="106864"/>
                  </a:cubicBezTo>
                  <a:lnTo>
                    <a:pt x="161803" y="285"/>
                  </a:lnTo>
                  <a:cubicBezTo>
                    <a:pt x="161803" y="128"/>
                    <a:pt x="161676" y="1"/>
                    <a:pt x="1615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51"/>
            <p:cNvSpPr/>
            <p:nvPr/>
          </p:nvSpPr>
          <p:spPr>
            <a:xfrm>
              <a:off x="1837825" y="506225"/>
              <a:ext cx="4030850" cy="2664475"/>
            </a:xfrm>
            <a:custGeom>
              <a:avLst/>
              <a:gdLst/>
              <a:ahLst/>
              <a:cxnLst/>
              <a:rect l="l" t="t" r="r" b="b"/>
              <a:pathLst>
                <a:path w="161234" h="106579" extrusionOk="0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51"/>
            <p:cNvSpPr/>
            <p:nvPr/>
          </p:nvSpPr>
          <p:spPr>
            <a:xfrm>
              <a:off x="1837825" y="506225"/>
              <a:ext cx="4030850" cy="2664475"/>
            </a:xfrm>
            <a:custGeom>
              <a:avLst/>
              <a:gdLst/>
              <a:ahLst/>
              <a:cxnLst/>
              <a:rect l="l" t="t" r="r" b="b"/>
              <a:pathLst>
                <a:path w="161234" h="106579" extrusionOk="0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51"/>
            <p:cNvSpPr/>
            <p:nvPr/>
          </p:nvSpPr>
          <p:spPr>
            <a:xfrm>
              <a:off x="2953725" y="803275"/>
              <a:ext cx="2811775" cy="2285975"/>
            </a:xfrm>
            <a:custGeom>
              <a:avLst/>
              <a:gdLst/>
              <a:ahLst/>
              <a:cxnLst/>
              <a:rect l="l" t="t" r="r" b="b"/>
              <a:pathLst>
                <a:path w="112471" h="91439" extrusionOk="0">
                  <a:moveTo>
                    <a:pt x="1" y="0"/>
                  </a:moveTo>
                  <a:lnTo>
                    <a:pt x="1" y="91438"/>
                  </a:lnTo>
                  <a:lnTo>
                    <a:pt x="112470" y="91438"/>
                  </a:lnTo>
                  <a:lnTo>
                    <a:pt x="112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51"/>
            <p:cNvSpPr/>
            <p:nvPr/>
          </p:nvSpPr>
          <p:spPr>
            <a:xfrm>
              <a:off x="3342350" y="1015575"/>
              <a:ext cx="407700" cy="827825"/>
            </a:xfrm>
            <a:custGeom>
              <a:avLst/>
              <a:gdLst/>
              <a:ahLst/>
              <a:cxnLst/>
              <a:rect l="l" t="t" r="r" b="b"/>
              <a:pathLst>
                <a:path w="16308" h="33113" extrusionOk="0">
                  <a:moveTo>
                    <a:pt x="1" y="1"/>
                  </a:moveTo>
                  <a:lnTo>
                    <a:pt x="1" y="33112"/>
                  </a:lnTo>
                  <a:lnTo>
                    <a:pt x="16307" y="33112"/>
                  </a:lnTo>
                  <a:lnTo>
                    <a:pt x="1630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51"/>
            <p:cNvSpPr/>
            <p:nvPr/>
          </p:nvSpPr>
          <p:spPr>
            <a:xfrm>
              <a:off x="5361625" y="1020425"/>
              <a:ext cx="407675" cy="411500"/>
            </a:xfrm>
            <a:custGeom>
              <a:avLst/>
              <a:gdLst/>
              <a:ahLst/>
              <a:cxnLst/>
              <a:rect l="l" t="t" r="r" b="b"/>
              <a:pathLst>
                <a:path w="16307" h="16460" extrusionOk="0">
                  <a:moveTo>
                    <a:pt x="0" y="0"/>
                  </a:moveTo>
                  <a:lnTo>
                    <a:pt x="0" y="16459"/>
                  </a:lnTo>
                  <a:lnTo>
                    <a:pt x="16307" y="16459"/>
                  </a:lnTo>
                  <a:lnTo>
                    <a:pt x="1630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51"/>
            <p:cNvSpPr/>
            <p:nvPr/>
          </p:nvSpPr>
          <p:spPr>
            <a:xfrm>
              <a:off x="4148400" y="1020425"/>
              <a:ext cx="407675" cy="411500"/>
            </a:xfrm>
            <a:custGeom>
              <a:avLst/>
              <a:gdLst/>
              <a:ahLst/>
              <a:cxnLst/>
              <a:rect l="l" t="t" r="r" b="b"/>
              <a:pathLst>
                <a:path w="16307" h="16460" extrusionOk="0">
                  <a:moveTo>
                    <a:pt x="1" y="0"/>
                  </a:moveTo>
                  <a:lnTo>
                    <a:pt x="1" y="16459"/>
                  </a:lnTo>
                  <a:lnTo>
                    <a:pt x="16307" y="16459"/>
                  </a:lnTo>
                  <a:lnTo>
                    <a:pt x="1630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51"/>
            <p:cNvSpPr/>
            <p:nvPr/>
          </p:nvSpPr>
          <p:spPr>
            <a:xfrm>
              <a:off x="2950050" y="2262200"/>
              <a:ext cx="798775" cy="411500"/>
            </a:xfrm>
            <a:custGeom>
              <a:avLst/>
              <a:gdLst/>
              <a:ahLst/>
              <a:cxnLst/>
              <a:rect l="l" t="t" r="r" b="b"/>
              <a:pathLst>
                <a:path w="31951" h="16460" extrusionOk="0">
                  <a:moveTo>
                    <a:pt x="1" y="1"/>
                  </a:moveTo>
                  <a:lnTo>
                    <a:pt x="1" y="16460"/>
                  </a:lnTo>
                  <a:lnTo>
                    <a:pt x="31950" y="16460"/>
                  </a:lnTo>
                  <a:lnTo>
                    <a:pt x="31950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51"/>
            <p:cNvSpPr/>
            <p:nvPr/>
          </p:nvSpPr>
          <p:spPr>
            <a:xfrm>
              <a:off x="1837825" y="506225"/>
              <a:ext cx="4030850" cy="258950"/>
            </a:xfrm>
            <a:custGeom>
              <a:avLst/>
              <a:gdLst/>
              <a:ahLst/>
              <a:cxnLst/>
              <a:rect l="l" t="t" r="r" b="b"/>
              <a:pathLst>
                <a:path w="161234" h="10358" extrusionOk="0">
                  <a:moveTo>
                    <a:pt x="0" y="0"/>
                  </a:moveTo>
                  <a:lnTo>
                    <a:pt x="0" y="10358"/>
                  </a:lnTo>
                  <a:lnTo>
                    <a:pt x="161234" y="10358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51"/>
            <p:cNvSpPr/>
            <p:nvPr/>
          </p:nvSpPr>
          <p:spPr>
            <a:xfrm>
              <a:off x="1830725" y="499100"/>
              <a:ext cx="4045100" cy="273175"/>
            </a:xfrm>
            <a:custGeom>
              <a:avLst/>
              <a:gdLst/>
              <a:ahLst/>
              <a:cxnLst/>
              <a:rect l="l" t="t" r="r" b="b"/>
              <a:pathLst>
                <a:path w="161804" h="10927" extrusionOk="0">
                  <a:moveTo>
                    <a:pt x="161235" y="569"/>
                  </a:moveTo>
                  <a:lnTo>
                    <a:pt x="161235" y="10359"/>
                  </a:lnTo>
                  <a:lnTo>
                    <a:pt x="568" y="10359"/>
                  </a:lnTo>
                  <a:lnTo>
                    <a:pt x="569" y="569"/>
                  </a:lnTo>
                  <a:close/>
                  <a:moveTo>
                    <a:pt x="285" y="1"/>
                  </a:moveTo>
                  <a:cubicBezTo>
                    <a:pt x="128" y="1"/>
                    <a:pt x="1" y="128"/>
                    <a:pt x="1" y="285"/>
                  </a:cubicBezTo>
                  <a:lnTo>
                    <a:pt x="1" y="10643"/>
                  </a:lnTo>
                  <a:cubicBezTo>
                    <a:pt x="1" y="10799"/>
                    <a:pt x="128" y="10926"/>
                    <a:pt x="285" y="10926"/>
                  </a:cubicBezTo>
                  <a:lnTo>
                    <a:pt x="161518" y="10926"/>
                  </a:lnTo>
                  <a:cubicBezTo>
                    <a:pt x="161674" y="10926"/>
                    <a:pt x="161802" y="10800"/>
                    <a:pt x="161803" y="10644"/>
                  </a:cubicBezTo>
                  <a:lnTo>
                    <a:pt x="161803" y="285"/>
                  </a:lnTo>
                  <a:cubicBezTo>
                    <a:pt x="161803" y="128"/>
                    <a:pt x="161676" y="1"/>
                    <a:pt x="1615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51"/>
            <p:cNvSpPr/>
            <p:nvPr/>
          </p:nvSpPr>
          <p:spPr>
            <a:xfrm>
              <a:off x="2946650" y="796150"/>
              <a:ext cx="2825925" cy="2300175"/>
            </a:xfrm>
            <a:custGeom>
              <a:avLst/>
              <a:gdLst/>
              <a:ahLst/>
              <a:cxnLst/>
              <a:rect l="l" t="t" r="r" b="b"/>
              <a:pathLst>
                <a:path w="113037" h="92007" extrusionOk="0">
                  <a:moveTo>
                    <a:pt x="112470" y="569"/>
                  </a:moveTo>
                  <a:lnTo>
                    <a:pt x="112470" y="91440"/>
                  </a:lnTo>
                  <a:lnTo>
                    <a:pt x="567" y="91440"/>
                  </a:lnTo>
                  <a:lnTo>
                    <a:pt x="567" y="569"/>
                  </a:lnTo>
                  <a:close/>
                  <a:moveTo>
                    <a:pt x="284" y="1"/>
                  </a:moveTo>
                  <a:cubicBezTo>
                    <a:pt x="127" y="1"/>
                    <a:pt x="0" y="128"/>
                    <a:pt x="0" y="285"/>
                  </a:cubicBezTo>
                  <a:lnTo>
                    <a:pt x="0" y="91723"/>
                  </a:lnTo>
                  <a:cubicBezTo>
                    <a:pt x="0" y="91880"/>
                    <a:pt x="127" y="92007"/>
                    <a:pt x="284" y="92007"/>
                  </a:cubicBezTo>
                  <a:lnTo>
                    <a:pt x="112753" y="92007"/>
                  </a:lnTo>
                  <a:cubicBezTo>
                    <a:pt x="112909" y="92007"/>
                    <a:pt x="113037" y="91880"/>
                    <a:pt x="113037" y="91723"/>
                  </a:cubicBezTo>
                  <a:lnTo>
                    <a:pt x="113037" y="285"/>
                  </a:lnTo>
                  <a:cubicBezTo>
                    <a:pt x="113037" y="128"/>
                    <a:pt x="112910" y="1"/>
                    <a:pt x="112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51"/>
            <p:cNvSpPr/>
            <p:nvPr/>
          </p:nvSpPr>
          <p:spPr>
            <a:xfrm>
              <a:off x="3341775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4" y="1"/>
                    <a:pt x="10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8" y="82415"/>
                    <a:pt x="568" y="82259"/>
                  </a:cubicBezTo>
                  <a:lnTo>
                    <a:pt x="568" y="269"/>
                  </a:lnTo>
                  <a:cubicBezTo>
                    <a:pt x="559" y="118"/>
                    <a:pt x="435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51"/>
            <p:cNvSpPr/>
            <p:nvPr/>
          </p:nvSpPr>
          <p:spPr>
            <a:xfrm>
              <a:off x="3744550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4" y="1"/>
                    <a:pt x="9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9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51"/>
            <p:cNvSpPr/>
            <p:nvPr/>
          </p:nvSpPr>
          <p:spPr>
            <a:xfrm>
              <a:off x="4147325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3" y="1"/>
                    <a:pt x="9" y="118"/>
                    <a:pt x="0" y="269"/>
                  </a:cubicBezTo>
                  <a:lnTo>
                    <a:pt x="0" y="82258"/>
                  </a:lnTo>
                  <a:cubicBezTo>
                    <a:pt x="0" y="82415"/>
                    <a:pt x="127" y="82543"/>
                    <a:pt x="284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8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51"/>
            <p:cNvSpPr/>
            <p:nvPr/>
          </p:nvSpPr>
          <p:spPr>
            <a:xfrm>
              <a:off x="4550075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4" y="1"/>
                    <a:pt x="10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8" y="82415"/>
                    <a:pt x="568" y="82259"/>
                  </a:cubicBezTo>
                  <a:lnTo>
                    <a:pt x="568" y="269"/>
                  </a:lnTo>
                  <a:cubicBezTo>
                    <a:pt x="559" y="118"/>
                    <a:pt x="435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51"/>
            <p:cNvSpPr/>
            <p:nvPr/>
          </p:nvSpPr>
          <p:spPr>
            <a:xfrm>
              <a:off x="4952850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3" y="1"/>
                    <a:pt x="9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0" y="82542"/>
                    <a:pt x="566" y="82415"/>
                    <a:pt x="567" y="82259"/>
                  </a:cubicBezTo>
                  <a:lnTo>
                    <a:pt x="567" y="269"/>
                  </a:lnTo>
                  <a:cubicBezTo>
                    <a:pt x="559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51"/>
            <p:cNvSpPr/>
            <p:nvPr/>
          </p:nvSpPr>
          <p:spPr>
            <a:xfrm>
              <a:off x="5355600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3" y="1"/>
                    <a:pt x="9" y="118"/>
                    <a:pt x="0" y="269"/>
                  </a:cubicBezTo>
                  <a:lnTo>
                    <a:pt x="0" y="82258"/>
                  </a:lnTo>
                  <a:cubicBezTo>
                    <a:pt x="0" y="82415"/>
                    <a:pt x="128" y="82543"/>
                    <a:pt x="285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8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51"/>
            <p:cNvSpPr/>
            <p:nvPr/>
          </p:nvSpPr>
          <p:spPr>
            <a:xfrm>
              <a:off x="2953725" y="1024225"/>
              <a:ext cx="2811775" cy="25"/>
            </a:xfrm>
            <a:custGeom>
              <a:avLst/>
              <a:gdLst/>
              <a:ahLst/>
              <a:cxnLst/>
              <a:rect l="l" t="t" r="r" b="b"/>
              <a:pathLst>
                <a:path w="112471" h="1" extrusionOk="0">
                  <a:moveTo>
                    <a:pt x="1" y="1"/>
                  </a:moveTo>
                  <a:lnTo>
                    <a:pt x="11247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51"/>
            <p:cNvSpPr/>
            <p:nvPr/>
          </p:nvSpPr>
          <p:spPr>
            <a:xfrm>
              <a:off x="2947075" y="1017125"/>
              <a:ext cx="2825950" cy="14225"/>
            </a:xfrm>
            <a:custGeom>
              <a:avLst/>
              <a:gdLst/>
              <a:ahLst/>
              <a:cxnLst/>
              <a:rect l="l" t="t" r="r" b="b"/>
              <a:pathLst>
                <a:path w="113038" h="569" extrusionOk="0">
                  <a:moveTo>
                    <a:pt x="112754" y="1"/>
                  </a:moveTo>
                  <a:cubicBezTo>
                    <a:pt x="112748" y="1"/>
                    <a:pt x="112742" y="1"/>
                    <a:pt x="112736" y="1"/>
                  </a:cubicBezTo>
                  <a:lnTo>
                    <a:pt x="267" y="1"/>
                  </a:lnTo>
                  <a:cubicBezTo>
                    <a:pt x="117" y="10"/>
                    <a:pt x="1" y="134"/>
                    <a:pt x="1" y="285"/>
                  </a:cubicBezTo>
                  <a:cubicBezTo>
                    <a:pt x="1" y="435"/>
                    <a:pt x="117" y="558"/>
                    <a:pt x="267" y="568"/>
                  </a:cubicBezTo>
                  <a:lnTo>
                    <a:pt x="112736" y="568"/>
                  </a:lnTo>
                  <a:cubicBezTo>
                    <a:pt x="112742" y="569"/>
                    <a:pt x="112748" y="569"/>
                    <a:pt x="112754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09" y="1"/>
                    <a:pt x="112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1"/>
            <p:cNvSpPr/>
            <p:nvPr/>
          </p:nvSpPr>
          <p:spPr>
            <a:xfrm>
              <a:off x="2947050" y="1428600"/>
              <a:ext cx="2825950" cy="14225"/>
            </a:xfrm>
            <a:custGeom>
              <a:avLst/>
              <a:gdLst/>
              <a:ahLst/>
              <a:cxnLst/>
              <a:rect l="l" t="t" r="r" b="b"/>
              <a:pathLst>
                <a:path w="113038" h="569" extrusionOk="0">
                  <a:moveTo>
                    <a:pt x="112755" y="1"/>
                  </a:moveTo>
                  <a:cubicBezTo>
                    <a:pt x="112749" y="1"/>
                    <a:pt x="112743" y="1"/>
                    <a:pt x="112737" y="1"/>
                  </a:cubicBezTo>
                  <a:lnTo>
                    <a:pt x="268" y="1"/>
                  </a:lnTo>
                  <a:cubicBezTo>
                    <a:pt x="117" y="10"/>
                    <a:pt x="0" y="134"/>
                    <a:pt x="0" y="285"/>
                  </a:cubicBezTo>
                  <a:cubicBezTo>
                    <a:pt x="0" y="435"/>
                    <a:pt x="117" y="560"/>
                    <a:pt x="268" y="568"/>
                  </a:cubicBezTo>
                  <a:lnTo>
                    <a:pt x="112737" y="568"/>
                  </a:lnTo>
                  <a:cubicBezTo>
                    <a:pt x="112743" y="569"/>
                    <a:pt x="112749" y="569"/>
                    <a:pt x="112755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09" y="1"/>
                    <a:pt x="112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51"/>
            <p:cNvSpPr/>
            <p:nvPr/>
          </p:nvSpPr>
          <p:spPr>
            <a:xfrm>
              <a:off x="2947075" y="1840075"/>
              <a:ext cx="2825950" cy="14225"/>
            </a:xfrm>
            <a:custGeom>
              <a:avLst/>
              <a:gdLst/>
              <a:ahLst/>
              <a:cxnLst/>
              <a:rect l="l" t="t" r="r" b="b"/>
              <a:pathLst>
                <a:path w="113038" h="569" extrusionOk="0">
                  <a:moveTo>
                    <a:pt x="112755" y="1"/>
                  </a:moveTo>
                  <a:cubicBezTo>
                    <a:pt x="112749" y="1"/>
                    <a:pt x="112743" y="1"/>
                    <a:pt x="112736" y="1"/>
                  </a:cubicBezTo>
                  <a:lnTo>
                    <a:pt x="267" y="1"/>
                  </a:lnTo>
                  <a:cubicBezTo>
                    <a:pt x="117" y="10"/>
                    <a:pt x="1" y="135"/>
                    <a:pt x="1" y="285"/>
                  </a:cubicBezTo>
                  <a:cubicBezTo>
                    <a:pt x="1" y="434"/>
                    <a:pt x="117" y="559"/>
                    <a:pt x="267" y="568"/>
                  </a:cubicBezTo>
                  <a:lnTo>
                    <a:pt x="112736" y="568"/>
                  </a:lnTo>
                  <a:cubicBezTo>
                    <a:pt x="112742" y="569"/>
                    <a:pt x="112748" y="569"/>
                    <a:pt x="112754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10" y="1"/>
                    <a:pt x="112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51"/>
            <p:cNvSpPr/>
            <p:nvPr/>
          </p:nvSpPr>
          <p:spPr>
            <a:xfrm>
              <a:off x="2947050" y="2251575"/>
              <a:ext cx="2825950" cy="14200"/>
            </a:xfrm>
            <a:custGeom>
              <a:avLst/>
              <a:gdLst/>
              <a:ahLst/>
              <a:cxnLst/>
              <a:rect l="l" t="t" r="r" b="b"/>
              <a:pathLst>
                <a:path w="113038" h="568" extrusionOk="0">
                  <a:moveTo>
                    <a:pt x="112755" y="0"/>
                  </a:moveTo>
                  <a:cubicBezTo>
                    <a:pt x="112749" y="0"/>
                    <a:pt x="112743" y="0"/>
                    <a:pt x="112737" y="1"/>
                  </a:cubicBezTo>
                  <a:lnTo>
                    <a:pt x="268" y="1"/>
                  </a:lnTo>
                  <a:cubicBezTo>
                    <a:pt x="117" y="9"/>
                    <a:pt x="0" y="134"/>
                    <a:pt x="0" y="284"/>
                  </a:cubicBezTo>
                  <a:cubicBezTo>
                    <a:pt x="0" y="434"/>
                    <a:pt x="117" y="559"/>
                    <a:pt x="268" y="567"/>
                  </a:cubicBezTo>
                  <a:lnTo>
                    <a:pt x="112737" y="567"/>
                  </a:lnTo>
                  <a:cubicBezTo>
                    <a:pt x="112743" y="568"/>
                    <a:pt x="112748" y="568"/>
                    <a:pt x="112753" y="568"/>
                  </a:cubicBezTo>
                  <a:cubicBezTo>
                    <a:pt x="112908" y="568"/>
                    <a:pt x="113037" y="442"/>
                    <a:pt x="113037" y="284"/>
                  </a:cubicBezTo>
                  <a:cubicBezTo>
                    <a:pt x="113037" y="126"/>
                    <a:pt x="112909" y="0"/>
                    <a:pt x="112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51"/>
            <p:cNvSpPr/>
            <p:nvPr/>
          </p:nvSpPr>
          <p:spPr>
            <a:xfrm>
              <a:off x="2947075" y="2663050"/>
              <a:ext cx="2825950" cy="14225"/>
            </a:xfrm>
            <a:custGeom>
              <a:avLst/>
              <a:gdLst/>
              <a:ahLst/>
              <a:cxnLst/>
              <a:rect l="l" t="t" r="r" b="b"/>
              <a:pathLst>
                <a:path w="113038" h="569" extrusionOk="0">
                  <a:moveTo>
                    <a:pt x="112755" y="0"/>
                  </a:moveTo>
                  <a:cubicBezTo>
                    <a:pt x="112749" y="0"/>
                    <a:pt x="112743" y="0"/>
                    <a:pt x="112736" y="1"/>
                  </a:cubicBezTo>
                  <a:lnTo>
                    <a:pt x="267" y="1"/>
                  </a:lnTo>
                  <a:cubicBezTo>
                    <a:pt x="117" y="9"/>
                    <a:pt x="1" y="134"/>
                    <a:pt x="1" y="284"/>
                  </a:cubicBezTo>
                  <a:cubicBezTo>
                    <a:pt x="1" y="433"/>
                    <a:pt x="117" y="558"/>
                    <a:pt x="267" y="568"/>
                  </a:cubicBezTo>
                  <a:lnTo>
                    <a:pt x="112736" y="568"/>
                  </a:lnTo>
                  <a:cubicBezTo>
                    <a:pt x="112742" y="568"/>
                    <a:pt x="112748" y="568"/>
                    <a:pt x="112754" y="568"/>
                  </a:cubicBezTo>
                  <a:cubicBezTo>
                    <a:pt x="112909" y="568"/>
                    <a:pt x="113037" y="442"/>
                    <a:pt x="113037" y="284"/>
                  </a:cubicBezTo>
                  <a:cubicBezTo>
                    <a:pt x="113037" y="126"/>
                    <a:pt x="112910" y="0"/>
                    <a:pt x="112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51"/>
            <p:cNvSpPr/>
            <p:nvPr/>
          </p:nvSpPr>
          <p:spPr>
            <a:xfrm>
              <a:off x="1993625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7"/>
                    <a:pt x="406" y="1812"/>
                    <a:pt x="906" y="1812"/>
                  </a:cubicBezTo>
                  <a:cubicBezTo>
                    <a:pt x="1406" y="1812"/>
                    <a:pt x="1812" y="1407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51"/>
            <p:cNvSpPr/>
            <p:nvPr/>
          </p:nvSpPr>
          <p:spPr>
            <a:xfrm>
              <a:off x="2118150" y="918350"/>
              <a:ext cx="45325" cy="45325"/>
            </a:xfrm>
            <a:custGeom>
              <a:avLst/>
              <a:gdLst/>
              <a:ahLst/>
              <a:cxnLst/>
              <a:rect l="l" t="t" r="r" b="b"/>
              <a:pathLst>
                <a:path w="1813" h="1813" extrusionOk="0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7"/>
                    <a:pt x="406" y="1812"/>
                    <a:pt x="906" y="1812"/>
                  </a:cubicBezTo>
                  <a:cubicBezTo>
                    <a:pt x="1407" y="1812"/>
                    <a:pt x="1812" y="1407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51"/>
            <p:cNvSpPr/>
            <p:nvPr/>
          </p:nvSpPr>
          <p:spPr>
            <a:xfrm>
              <a:off x="2242700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7"/>
                    <a:pt x="406" y="1812"/>
                    <a:pt x="906" y="1812"/>
                  </a:cubicBezTo>
                  <a:cubicBezTo>
                    <a:pt x="1406" y="1812"/>
                    <a:pt x="1811" y="1407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51"/>
            <p:cNvSpPr/>
            <p:nvPr/>
          </p:nvSpPr>
          <p:spPr>
            <a:xfrm>
              <a:off x="2365425" y="918350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8" y="0"/>
                  </a:moveTo>
                  <a:cubicBezTo>
                    <a:pt x="611" y="0"/>
                    <a:pt x="281" y="221"/>
                    <a:pt x="140" y="560"/>
                  </a:cubicBezTo>
                  <a:cubicBezTo>
                    <a:pt x="1" y="898"/>
                    <a:pt x="77" y="1288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51"/>
            <p:cNvSpPr/>
            <p:nvPr/>
          </p:nvSpPr>
          <p:spPr>
            <a:xfrm>
              <a:off x="2491750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5" y="0"/>
                    <a:pt x="1" y="406"/>
                    <a:pt x="1" y="906"/>
                  </a:cubicBezTo>
                  <a:cubicBezTo>
                    <a:pt x="1" y="1407"/>
                    <a:pt x="405" y="1812"/>
                    <a:pt x="906" y="1812"/>
                  </a:cubicBezTo>
                  <a:cubicBezTo>
                    <a:pt x="1406" y="1812"/>
                    <a:pt x="1812" y="1407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51"/>
            <p:cNvSpPr/>
            <p:nvPr/>
          </p:nvSpPr>
          <p:spPr>
            <a:xfrm>
              <a:off x="2616275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7"/>
                    <a:pt x="406" y="1812"/>
                    <a:pt x="906" y="1812"/>
                  </a:cubicBezTo>
                  <a:cubicBezTo>
                    <a:pt x="1407" y="1812"/>
                    <a:pt x="1812" y="1407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51"/>
            <p:cNvSpPr/>
            <p:nvPr/>
          </p:nvSpPr>
          <p:spPr>
            <a:xfrm>
              <a:off x="2740825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5" y="0"/>
                    <a:pt x="0" y="406"/>
                    <a:pt x="0" y="906"/>
                  </a:cubicBezTo>
                  <a:cubicBezTo>
                    <a:pt x="0" y="1407"/>
                    <a:pt x="405" y="1812"/>
                    <a:pt x="906" y="1812"/>
                  </a:cubicBezTo>
                  <a:cubicBezTo>
                    <a:pt x="1406" y="1812"/>
                    <a:pt x="1811" y="1407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51"/>
            <p:cNvSpPr/>
            <p:nvPr/>
          </p:nvSpPr>
          <p:spPr>
            <a:xfrm>
              <a:off x="1993625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5"/>
                    <a:pt x="406" y="1811"/>
                    <a:pt x="906" y="1811"/>
                  </a:cubicBezTo>
                  <a:cubicBezTo>
                    <a:pt x="1406" y="1811"/>
                    <a:pt x="1812" y="1405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51"/>
            <p:cNvSpPr/>
            <p:nvPr/>
          </p:nvSpPr>
          <p:spPr>
            <a:xfrm>
              <a:off x="2118150" y="1032300"/>
              <a:ext cx="45325" cy="45300"/>
            </a:xfrm>
            <a:custGeom>
              <a:avLst/>
              <a:gdLst/>
              <a:ahLst/>
              <a:cxnLst/>
              <a:rect l="l" t="t" r="r" b="b"/>
              <a:pathLst>
                <a:path w="1813" h="1812" extrusionOk="0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7" y="1811"/>
                    <a:pt x="1812" y="1405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51"/>
            <p:cNvSpPr/>
            <p:nvPr/>
          </p:nvSpPr>
          <p:spPr>
            <a:xfrm>
              <a:off x="2242700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6" y="1811"/>
                    <a:pt x="1811" y="1405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51"/>
            <p:cNvSpPr/>
            <p:nvPr/>
          </p:nvSpPr>
          <p:spPr>
            <a:xfrm>
              <a:off x="2365425" y="1032300"/>
              <a:ext cx="47125" cy="45300"/>
            </a:xfrm>
            <a:custGeom>
              <a:avLst/>
              <a:gdLst/>
              <a:ahLst/>
              <a:cxnLst/>
              <a:rect l="l" t="t" r="r" b="b"/>
              <a:pathLst>
                <a:path w="1885" h="1812" extrusionOk="0">
                  <a:moveTo>
                    <a:pt x="978" y="0"/>
                  </a:moveTo>
                  <a:cubicBezTo>
                    <a:pt x="611" y="0"/>
                    <a:pt x="281" y="221"/>
                    <a:pt x="140" y="558"/>
                  </a:cubicBezTo>
                  <a:cubicBezTo>
                    <a:pt x="1" y="897"/>
                    <a:pt x="77" y="1288"/>
                    <a:pt x="337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2" y="1602"/>
                    <a:pt x="1884" y="1272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51"/>
            <p:cNvSpPr/>
            <p:nvPr/>
          </p:nvSpPr>
          <p:spPr>
            <a:xfrm>
              <a:off x="2491750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5" y="0"/>
                    <a:pt x="1" y="406"/>
                    <a:pt x="1" y="906"/>
                  </a:cubicBezTo>
                  <a:cubicBezTo>
                    <a:pt x="1" y="1405"/>
                    <a:pt x="405" y="1811"/>
                    <a:pt x="906" y="1811"/>
                  </a:cubicBezTo>
                  <a:cubicBezTo>
                    <a:pt x="1406" y="1811"/>
                    <a:pt x="1812" y="1405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1"/>
            <p:cNvSpPr/>
            <p:nvPr/>
          </p:nvSpPr>
          <p:spPr>
            <a:xfrm>
              <a:off x="2616275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5"/>
                    <a:pt x="406" y="1811"/>
                    <a:pt x="906" y="1811"/>
                  </a:cubicBezTo>
                  <a:cubicBezTo>
                    <a:pt x="1407" y="1811"/>
                    <a:pt x="1812" y="1405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1"/>
            <p:cNvSpPr/>
            <p:nvPr/>
          </p:nvSpPr>
          <p:spPr>
            <a:xfrm>
              <a:off x="2740825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5" y="0"/>
                    <a:pt x="0" y="406"/>
                    <a:pt x="0" y="906"/>
                  </a:cubicBezTo>
                  <a:cubicBezTo>
                    <a:pt x="0" y="1405"/>
                    <a:pt x="405" y="1811"/>
                    <a:pt x="906" y="1811"/>
                  </a:cubicBezTo>
                  <a:cubicBezTo>
                    <a:pt x="1406" y="1811"/>
                    <a:pt x="1811" y="1405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1"/>
            <p:cNvSpPr/>
            <p:nvPr/>
          </p:nvSpPr>
          <p:spPr>
            <a:xfrm>
              <a:off x="1993625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6" y="1"/>
                    <a:pt x="1" y="406"/>
                    <a:pt x="1" y="906"/>
                  </a:cubicBezTo>
                  <a:cubicBezTo>
                    <a:pt x="1" y="1406"/>
                    <a:pt x="406" y="1812"/>
                    <a:pt x="906" y="1812"/>
                  </a:cubicBezTo>
                  <a:cubicBezTo>
                    <a:pt x="1406" y="1812"/>
                    <a:pt x="1812" y="1406"/>
                    <a:pt x="1812" y="906"/>
                  </a:cubicBezTo>
                  <a:cubicBezTo>
                    <a:pt x="1812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1"/>
            <p:cNvSpPr/>
            <p:nvPr/>
          </p:nvSpPr>
          <p:spPr>
            <a:xfrm>
              <a:off x="2118150" y="1146225"/>
              <a:ext cx="45325" cy="45300"/>
            </a:xfrm>
            <a:custGeom>
              <a:avLst/>
              <a:gdLst/>
              <a:ahLst/>
              <a:cxnLst/>
              <a:rect l="l" t="t" r="r" b="b"/>
              <a:pathLst>
                <a:path w="1813" h="1812" extrusionOk="0">
                  <a:moveTo>
                    <a:pt x="906" y="1"/>
                  </a:moveTo>
                  <a:cubicBezTo>
                    <a:pt x="406" y="1"/>
                    <a:pt x="0" y="406"/>
                    <a:pt x="0" y="906"/>
                  </a:cubicBezTo>
                  <a:cubicBezTo>
                    <a:pt x="0" y="1406"/>
                    <a:pt x="406" y="1812"/>
                    <a:pt x="906" y="1812"/>
                  </a:cubicBezTo>
                  <a:cubicBezTo>
                    <a:pt x="1407" y="1812"/>
                    <a:pt x="1812" y="1406"/>
                    <a:pt x="1812" y="906"/>
                  </a:cubicBezTo>
                  <a:cubicBezTo>
                    <a:pt x="1812" y="406"/>
                    <a:pt x="1407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51"/>
            <p:cNvSpPr/>
            <p:nvPr/>
          </p:nvSpPr>
          <p:spPr>
            <a:xfrm>
              <a:off x="2242700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6" y="1"/>
                    <a:pt x="0" y="406"/>
                    <a:pt x="0" y="906"/>
                  </a:cubicBezTo>
                  <a:cubicBezTo>
                    <a:pt x="0" y="1406"/>
                    <a:pt x="406" y="1812"/>
                    <a:pt x="906" y="1812"/>
                  </a:cubicBezTo>
                  <a:cubicBezTo>
                    <a:pt x="1406" y="1812"/>
                    <a:pt x="1811" y="1406"/>
                    <a:pt x="1811" y="906"/>
                  </a:cubicBezTo>
                  <a:cubicBezTo>
                    <a:pt x="1811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51"/>
            <p:cNvSpPr/>
            <p:nvPr/>
          </p:nvSpPr>
          <p:spPr>
            <a:xfrm>
              <a:off x="2365425" y="1146200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8" y="1"/>
                  </a:moveTo>
                  <a:cubicBezTo>
                    <a:pt x="611" y="1"/>
                    <a:pt x="281" y="222"/>
                    <a:pt x="140" y="560"/>
                  </a:cubicBezTo>
                  <a:cubicBezTo>
                    <a:pt x="1" y="899"/>
                    <a:pt x="77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3" y="1790"/>
                    <a:pt x="1325" y="1744"/>
                  </a:cubicBezTo>
                  <a:cubicBezTo>
                    <a:pt x="1662" y="1604"/>
                    <a:pt x="1884" y="1273"/>
                    <a:pt x="1884" y="907"/>
                  </a:cubicBezTo>
                  <a:cubicBezTo>
                    <a:pt x="1884" y="407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1"/>
            <p:cNvSpPr/>
            <p:nvPr/>
          </p:nvSpPr>
          <p:spPr>
            <a:xfrm>
              <a:off x="2491750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5" y="1"/>
                    <a:pt x="1" y="406"/>
                    <a:pt x="1" y="906"/>
                  </a:cubicBezTo>
                  <a:cubicBezTo>
                    <a:pt x="1" y="1406"/>
                    <a:pt x="405" y="1812"/>
                    <a:pt x="906" y="1812"/>
                  </a:cubicBezTo>
                  <a:cubicBezTo>
                    <a:pt x="1406" y="1812"/>
                    <a:pt x="1812" y="1406"/>
                    <a:pt x="1812" y="906"/>
                  </a:cubicBezTo>
                  <a:cubicBezTo>
                    <a:pt x="1812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1"/>
            <p:cNvSpPr/>
            <p:nvPr/>
          </p:nvSpPr>
          <p:spPr>
            <a:xfrm>
              <a:off x="2616275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6" y="1"/>
                    <a:pt x="1" y="406"/>
                    <a:pt x="1" y="906"/>
                  </a:cubicBezTo>
                  <a:cubicBezTo>
                    <a:pt x="1" y="1406"/>
                    <a:pt x="406" y="1812"/>
                    <a:pt x="906" y="1812"/>
                  </a:cubicBezTo>
                  <a:cubicBezTo>
                    <a:pt x="1407" y="1812"/>
                    <a:pt x="1812" y="1406"/>
                    <a:pt x="1812" y="906"/>
                  </a:cubicBezTo>
                  <a:cubicBezTo>
                    <a:pt x="1812" y="406"/>
                    <a:pt x="1407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1"/>
            <p:cNvSpPr/>
            <p:nvPr/>
          </p:nvSpPr>
          <p:spPr>
            <a:xfrm>
              <a:off x="2740825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5" y="1"/>
                    <a:pt x="0" y="406"/>
                    <a:pt x="0" y="906"/>
                  </a:cubicBezTo>
                  <a:cubicBezTo>
                    <a:pt x="0" y="1406"/>
                    <a:pt x="405" y="1812"/>
                    <a:pt x="906" y="1812"/>
                  </a:cubicBezTo>
                  <a:cubicBezTo>
                    <a:pt x="1406" y="1812"/>
                    <a:pt x="1811" y="1406"/>
                    <a:pt x="1811" y="906"/>
                  </a:cubicBezTo>
                  <a:cubicBezTo>
                    <a:pt x="1811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51"/>
            <p:cNvSpPr/>
            <p:nvPr/>
          </p:nvSpPr>
          <p:spPr>
            <a:xfrm>
              <a:off x="1991825" y="1260150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8" y="1"/>
                  </a:moveTo>
                  <a:cubicBezTo>
                    <a:pt x="611" y="1"/>
                    <a:pt x="281" y="221"/>
                    <a:pt x="141" y="560"/>
                  </a:cubicBezTo>
                  <a:cubicBezTo>
                    <a:pt x="0" y="899"/>
                    <a:pt x="78" y="1288"/>
                    <a:pt x="338" y="1548"/>
                  </a:cubicBezTo>
                  <a:cubicBezTo>
                    <a:pt x="511" y="1721"/>
                    <a:pt x="742" y="1813"/>
                    <a:pt x="978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51"/>
            <p:cNvSpPr/>
            <p:nvPr/>
          </p:nvSpPr>
          <p:spPr>
            <a:xfrm>
              <a:off x="2116375" y="1260150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7" y="1"/>
                  </a:moveTo>
                  <a:cubicBezTo>
                    <a:pt x="611" y="1"/>
                    <a:pt x="280" y="221"/>
                    <a:pt x="141" y="560"/>
                  </a:cubicBezTo>
                  <a:cubicBezTo>
                    <a:pt x="0" y="899"/>
                    <a:pt x="78" y="1288"/>
                    <a:pt x="336" y="1548"/>
                  </a:cubicBezTo>
                  <a:cubicBezTo>
                    <a:pt x="510" y="1721"/>
                    <a:pt x="742" y="1813"/>
                    <a:pt x="977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6"/>
                    <a:pt x="1478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1"/>
            <p:cNvSpPr/>
            <p:nvPr/>
          </p:nvSpPr>
          <p:spPr>
            <a:xfrm>
              <a:off x="2240875" y="1260150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9" y="1"/>
                  </a:moveTo>
                  <a:cubicBezTo>
                    <a:pt x="612" y="1"/>
                    <a:pt x="282" y="221"/>
                    <a:pt x="141" y="560"/>
                  </a:cubicBezTo>
                  <a:cubicBezTo>
                    <a:pt x="1" y="899"/>
                    <a:pt x="79" y="1288"/>
                    <a:pt x="337" y="1548"/>
                  </a:cubicBezTo>
                  <a:cubicBezTo>
                    <a:pt x="511" y="1721"/>
                    <a:pt x="743" y="1813"/>
                    <a:pt x="978" y="1813"/>
                  </a:cubicBezTo>
                  <a:cubicBezTo>
                    <a:pt x="1095" y="1813"/>
                    <a:pt x="1213" y="1790"/>
                    <a:pt x="1325" y="1743"/>
                  </a:cubicBezTo>
                  <a:cubicBezTo>
                    <a:pt x="1664" y="1603"/>
                    <a:pt x="1884" y="1273"/>
                    <a:pt x="1884" y="906"/>
                  </a:cubicBezTo>
                  <a:cubicBezTo>
                    <a:pt x="1884" y="406"/>
                    <a:pt x="1479" y="1"/>
                    <a:pt x="9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51"/>
            <p:cNvSpPr/>
            <p:nvPr/>
          </p:nvSpPr>
          <p:spPr>
            <a:xfrm>
              <a:off x="2365425" y="1260150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8" y="1"/>
                  </a:moveTo>
                  <a:cubicBezTo>
                    <a:pt x="611" y="1"/>
                    <a:pt x="281" y="221"/>
                    <a:pt x="140" y="560"/>
                  </a:cubicBezTo>
                  <a:cubicBezTo>
                    <a:pt x="1" y="899"/>
                    <a:pt x="77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3" y="1790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51"/>
            <p:cNvSpPr/>
            <p:nvPr/>
          </p:nvSpPr>
          <p:spPr>
            <a:xfrm>
              <a:off x="2489950" y="1260150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8" y="1"/>
                  </a:moveTo>
                  <a:cubicBezTo>
                    <a:pt x="612" y="1"/>
                    <a:pt x="281" y="221"/>
                    <a:pt x="141" y="560"/>
                  </a:cubicBezTo>
                  <a:cubicBezTo>
                    <a:pt x="0" y="899"/>
                    <a:pt x="78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2" y="1790"/>
                    <a:pt x="1325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51"/>
            <p:cNvSpPr/>
            <p:nvPr/>
          </p:nvSpPr>
          <p:spPr>
            <a:xfrm>
              <a:off x="2614500" y="1260150"/>
              <a:ext cx="47075" cy="45325"/>
            </a:xfrm>
            <a:custGeom>
              <a:avLst/>
              <a:gdLst/>
              <a:ahLst/>
              <a:cxnLst/>
              <a:rect l="l" t="t" r="r" b="b"/>
              <a:pathLst>
                <a:path w="1883" h="1813" extrusionOk="0">
                  <a:moveTo>
                    <a:pt x="977" y="1"/>
                  </a:moveTo>
                  <a:cubicBezTo>
                    <a:pt x="610" y="1"/>
                    <a:pt x="280" y="221"/>
                    <a:pt x="140" y="560"/>
                  </a:cubicBezTo>
                  <a:cubicBezTo>
                    <a:pt x="0" y="899"/>
                    <a:pt x="77" y="1288"/>
                    <a:pt x="337" y="1548"/>
                  </a:cubicBezTo>
                  <a:cubicBezTo>
                    <a:pt x="510" y="1721"/>
                    <a:pt x="741" y="1813"/>
                    <a:pt x="977" y="1813"/>
                  </a:cubicBezTo>
                  <a:cubicBezTo>
                    <a:pt x="1093" y="1813"/>
                    <a:pt x="1211" y="1790"/>
                    <a:pt x="1323" y="1743"/>
                  </a:cubicBezTo>
                  <a:cubicBezTo>
                    <a:pt x="1662" y="1603"/>
                    <a:pt x="1883" y="1273"/>
                    <a:pt x="1883" y="906"/>
                  </a:cubicBezTo>
                  <a:cubicBezTo>
                    <a:pt x="1883" y="406"/>
                    <a:pt x="1477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51"/>
            <p:cNvSpPr/>
            <p:nvPr/>
          </p:nvSpPr>
          <p:spPr>
            <a:xfrm>
              <a:off x="2739025" y="1260150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7" y="1"/>
                  </a:moveTo>
                  <a:cubicBezTo>
                    <a:pt x="611" y="1"/>
                    <a:pt x="280" y="221"/>
                    <a:pt x="141" y="560"/>
                  </a:cubicBezTo>
                  <a:cubicBezTo>
                    <a:pt x="0" y="899"/>
                    <a:pt x="78" y="1288"/>
                    <a:pt x="336" y="1548"/>
                  </a:cubicBezTo>
                  <a:cubicBezTo>
                    <a:pt x="510" y="1721"/>
                    <a:pt x="742" y="1813"/>
                    <a:pt x="977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6"/>
                    <a:pt x="1478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51"/>
            <p:cNvSpPr/>
            <p:nvPr/>
          </p:nvSpPr>
          <p:spPr>
            <a:xfrm>
              <a:off x="1991825" y="1374100"/>
              <a:ext cx="47100" cy="45300"/>
            </a:xfrm>
            <a:custGeom>
              <a:avLst/>
              <a:gdLst/>
              <a:ahLst/>
              <a:cxnLst/>
              <a:rect l="l" t="t" r="r" b="b"/>
              <a:pathLst>
                <a:path w="1884" h="1812" extrusionOk="0">
                  <a:moveTo>
                    <a:pt x="978" y="0"/>
                  </a:moveTo>
                  <a:cubicBezTo>
                    <a:pt x="611" y="0"/>
                    <a:pt x="281" y="221"/>
                    <a:pt x="141" y="559"/>
                  </a:cubicBezTo>
                  <a:cubicBezTo>
                    <a:pt x="0" y="897"/>
                    <a:pt x="78" y="1288"/>
                    <a:pt x="338" y="1546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5" y="1812"/>
                    <a:pt x="1212" y="1789"/>
                    <a:pt x="1324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51"/>
            <p:cNvSpPr/>
            <p:nvPr/>
          </p:nvSpPr>
          <p:spPr>
            <a:xfrm>
              <a:off x="2116375" y="1374100"/>
              <a:ext cx="47100" cy="45300"/>
            </a:xfrm>
            <a:custGeom>
              <a:avLst/>
              <a:gdLst/>
              <a:ahLst/>
              <a:cxnLst/>
              <a:rect l="l" t="t" r="r" b="b"/>
              <a:pathLst>
                <a:path w="1884" h="1812" extrusionOk="0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7"/>
                    <a:pt x="78" y="1288"/>
                    <a:pt x="336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4" y="1812"/>
                    <a:pt x="1212" y="1789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5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51"/>
            <p:cNvSpPr/>
            <p:nvPr/>
          </p:nvSpPr>
          <p:spPr>
            <a:xfrm>
              <a:off x="2240875" y="1374100"/>
              <a:ext cx="47125" cy="45300"/>
            </a:xfrm>
            <a:custGeom>
              <a:avLst/>
              <a:gdLst/>
              <a:ahLst/>
              <a:cxnLst/>
              <a:rect l="l" t="t" r="r" b="b"/>
              <a:pathLst>
                <a:path w="1885" h="1812" extrusionOk="0">
                  <a:moveTo>
                    <a:pt x="979" y="0"/>
                  </a:moveTo>
                  <a:cubicBezTo>
                    <a:pt x="612" y="0"/>
                    <a:pt x="282" y="221"/>
                    <a:pt x="141" y="559"/>
                  </a:cubicBezTo>
                  <a:cubicBezTo>
                    <a:pt x="1" y="897"/>
                    <a:pt x="79" y="1288"/>
                    <a:pt x="337" y="1546"/>
                  </a:cubicBezTo>
                  <a:cubicBezTo>
                    <a:pt x="511" y="1720"/>
                    <a:pt x="743" y="1812"/>
                    <a:pt x="979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4" y="1603"/>
                    <a:pt x="1884" y="1273"/>
                    <a:pt x="1884" y="906"/>
                  </a:cubicBezTo>
                  <a:cubicBezTo>
                    <a:pt x="1884" y="405"/>
                    <a:pt x="1479" y="0"/>
                    <a:pt x="9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51"/>
            <p:cNvSpPr/>
            <p:nvPr/>
          </p:nvSpPr>
          <p:spPr>
            <a:xfrm>
              <a:off x="2365425" y="1374100"/>
              <a:ext cx="47125" cy="45300"/>
            </a:xfrm>
            <a:custGeom>
              <a:avLst/>
              <a:gdLst/>
              <a:ahLst/>
              <a:cxnLst/>
              <a:rect l="l" t="t" r="r" b="b"/>
              <a:pathLst>
                <a:path w="1885" h="1812" extrusionOk="0">
                  <a:moveTo>
                    <a:pt x="978" y="0"/>
                  </a:moveTo>
                  <a:cubicBezTo>
                    <a:pt x="611" y="0"/>
                    <a:pt x="281" y="221"/>
                    <a:pt x="140" y="559"/>
                  </a:cubicBezTo>
                  <a:cubicBezTo>
                    <a:pt x="1" y="897"/>
                    <a:pt x="77" y="1288"/>
                    <a:pt x="337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51"/>
            <p:cNvSpPr/>
            <p:nvPr/>
          </p:nvSpPr>
          <p:spPr>
            <a:xfrm>
              <a:off x="2489950" y="1374100"/>
              <a:ext cx="47100" cy="45300"/>
            </a:xfrm>
            <a:custGeom>
              <a:avLst/>
              <a:gdLst/>
              <a:ahLst/>
              <a:cxnLst/>
              <a:rect l="l" t="t" r="r" b="b"/>
              <a:pathLst>
                <a:path w="1884" h="1812" extrusionOk="0">
                  <a:moveTo>
                    <a:pt x="978" y="0"/>
                  </a:moveTo>
                  <a:cubicBezTo>
                    <a:pt x="612" y="0"/>
                    <a:pt x="281" y="221"/>
                    <a:pt x="141" y="559"/>
                  </a:cubicBezTo>
                  <a:cubicBezTo>
                    <a:pt x="0" y="897"/>
                    <a:pt x="78" y="1288"/>
                    <a:pt x="337" y="1546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5" y="1812"/>
                    <a:pt x="1212" y="1789"/>
                    <a:pt x="1325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51"/>
            <p:cNvSpPr/>
            <p:nvPr/>
          </p:nvSpPr>
          <p:spPr>
            <a:xfrm>
              <a:off x="2614500" y="1374100"/>
              <a:ext cx="47075" cy="45300"/>
            </a:xfrm>
            <a:custGeom>
              <a:avLst/>
              <a:gdLst/>
              <a:ahLst/>
              <a:cxnLst/>
              <a:rect l="l" t="t" r="r" b="b"/>
              <a:pathLst>
                <a:path w="1883" h="1812" extrusionOk="0">
                  <a:moveTo>
                    <a:pt x="977" y="0"/>
                  </a:moveTo>
                  <a:cubicBezTo>
                    <a:pt x="610" y="0"/>
                    <a:pt x="280" y="221"/>
                    <a:pt x="140" y="559"/>
                  </a:cubicBezTo>
                  <a:cubicBezTo>
                    <a:pt x="0" y="897"/>
                    <a:pt x="77" y="1288"/>
                    <a:pt x="337" y="1546"/>
                  </a:cubicBezTo>
                  <a:cubicBezTo>
                    <a:pt x="510" y="1720"/>
                    <a:pt x="741" y="1812"/>
                    <a:pt x="977" y="1812"/>
                  </a:cubicBezTo>
                  <a:cubicBezTo>
                    <a:pt x="1094" y="1812"/>
                    <a:pt x="1211" y="1789"/>
                    <a:pt x="1323" y="1743"/>
                  </a:cubicBezTo>
                  <a:cubicBezTo>
                    <a:pt x="1662" y="1603"/>
                    <a:pt x="1883" y="1273"/>
                    <a:pt x="1883" y="906"/>
                  </a:cubicBezTo>
                  <a:cubicBezTo>
                    <a:pt x="1883" y="405"/>
                    <a:pt x="1477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51"/>
            <p:cNvSpPr/>
            <p:nvPr/>
          </p:nvSpPr>
          <p:spPr>
            <a:xfrm>
              <a:off x="2739025" y="1374100"/>
              <a:ext cx="47100" cy="45300"/>
            </a:xfrm>
            <a:custGeom>
              <a:avLst/>
              <a:gdLst/>
              <a:ahLst/>
              <a:cxnLst/>
              <a:rect l="l" t="t" r="r" b="b"/>
              <a:pathLst>
                <a:path w="1884" h="1812" extrusionOk="0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7"/>
                    <a:pt x="78" y="1288"/>
                    <a:pt x="336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4" y="1812"/>
                    <a:pt x="1212" y="1789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5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51"/>
            <p:cNvSpPr/>
            <p:nvPr/>
          </p:nvSpPr>
          <p:spPr>
            <a:xfrm>
              <a:off x="1991825" y="1488025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8" y="0"/>
                  </a:moveTo>
                  <a:cubicBezTo>
                    <a:pt x="611" y="0"/>
                    <a:pt x="281" y="221"/>
                    <a:pt x="141" y="559"/>
                  </a:cubicBezTo>
                  <a:cubicBezTo>
                    <a:pt x="0" y="898"/>
                    <a:pt x="78" y="1287"/>
                    <a:pt x="338" y="1547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51"/>
            <p:cNvSpPr/>
            <p:nvPr/>
          </p:nvSpPr>
          <p:spPr>
            <a:xfrm>
              <a:off x="2116375" y="1488025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8"/>
                    <a:pt x="78" y="1287"/>
                    <a:pt x="336" y="1547"/>
                  </a:cubicBezTo>
                  <a:cubicBezTo>
                    <a:pt x="510" y="1720"/>
                    <a:pt x="742" y="1812"/>
                    <a:pt x="977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3" y="1272"/>
                    <a:pt x="1883" y="907"/>
                  </a:cubicBezTo>
                  <a:cubicBezTo>
                    <a:pt x="1883" y="406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51"/>
            <p:cNvSpPr/>
            <p:nvPr/>
          </p:nvSpPr>
          <p:spPr>
            <a:xfrm>
              <a:off x="2240875" y="1488025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9" y="0"/>
                  </a:moveTo>
                  <a:cubicBezTo>
                    <a:pt x="612" y="0"/>
                    <a:pt x="282" y="221"/>
                    <a:pt x="141" y="559"/>
                  </a:cubicBezTo>
                  <a:cubicBezTo>
                    <a:pt x="1" y="898"/>
                    <a:pt x="79" y="1287"/>
                    <a:pt x="337" y="1547"/>
                  </a:cubicBezTo>
                  <a:cubicBezTo>
                    <a:pt x="511" y="1720"/>
                    <a:pt x="743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4" y="1603"/>
                    <a:pt x="1884" y="1272"/>
                    <a:pt x="1884" y="907"/>
                  </a:cubicBezTo>
                  <a:cubicBezTo>
                    <a:pt x="1884" y="406"/>
                    <a:pt x="1479" y="0"/>
                    <a:pt x="9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51"/>
            <p:cNvSpPr/>
            <p:nvPr/>
          </p:nvSpPr>
          <p:spPr>
            <a:xfrm>
              <a:off x="2365425" y="1488025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8" y="0"/>
                  </a:moveTo>
                  <a:cubicBezTo>
                    <a:pt x="611" y="0"/>
                    <a:pt x="281" y="221"/>
                    <a:pt x="140" y="559"/>
                  </a:cubicBezTo>
                  <a:cubicBezTo>
                    <a:pt x="1" y="898"/>
                    <a:pt x="77" y="1287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2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51"/>
            <p:cNvSpPr/>
            <p:nvPr/>
          </p:nvSpPr>
          <p:spPr>
            <a:xfrm>
              <a:off x="2489950" y="1488025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8" y="0"/>
                  </a:moveTo>
                  <a:cubicBezTo>
                    <a:pt x="612" y="0"/>
                    <a:pt x="281" y="221"/>
                    <a:pt x="141" y="559"/>
                  </a:cubicBezTo>
                  <a:cubicBezTo>
                    <a:pt x="0" y="898"/>
                    <a:pt x="78" y="1287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2" y="1790"/>
                    <a:pt x="1325" y="1743"/>
                  </a:cubicBezTo>
                  <a:cubicBezTo>
                    <a:pt x="1663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51"/>
            <p:cNvSpPr/>
            <p:nvPr/>
          </p:nvSpPr>
          <p:spPr>
            <a:xfrm>
              <a:off x="2614500" y="1488025"/>
              <a:ext cx="47075" cy="45325"/>
            </a:xfrm>
            <a:custGeom>
              <a:avLst/>
              <a:gdLst/>
              <a:ahLst/>
              <a:cxnLst/>
              <a:rect l="l" t="t" r="r" b="b"/>
              <a:pathLst>
                <a:path w="1883" h="1813" extrusionOk="0">
                  <a:moveTo>
                    <a:pt x="977" y="0"/>
                  </a:moveTo>
                  <a:cubicBezTo>
                    <a:pt x="610" y="0"/>
                    <a:pt x="280" y="221"/>
                    <a:pt x="140" y="559"/>
                  </a:cubicBezTo>
                  <a:cubicBezTo>
                    <a:pt x="0" y="898"/>
                    <a:pt x="77" y="1287"/>
                    <a:pt x="337" y="1547"/>
                  </a:cubicBezTo>
                  <a:cubicBezTo>
                    <a:pt x="510" y="1720"/>
                    <a:pt x="741" y="1812"/>
                    <a:pt x="977" y="1812"/>
                  </a:cubicBezTo>
                  <a:cubicBezTo>
                    <a:pt x="1093" y="1812"/>
                    <a:pt x="1211" y="1790"/>
                    <a:pt x="1323" y="1743"/>
                  </a:cubicBezTo>
                  <a:cubicBezTo>
                    <a:pt x="1662" y="1603"/>
                    <a:pt x="1883" y="1272"/>
                    <a:pt x="1883" y="907"/>
                  </a:cubicBezTo>
                  <a:cubicBezTo>
                    <a:pt x="1883" y="406"/>
                    <a:pt x="1477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51"/>
            <p:cNvSpPr/>
            <p:nvPr/>
          </p:nvSpPr>
          <p:spPr>
            <a:xfrm>
              <a:off x="2739025" y="1488025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8"/>
                    <a:pt x="78" y="1287"/>
                    <a:pt x="336" y="1547"/>
                  </a:cubicBezTo>
                  <a:cubicBezTo>
                    <a:pt x="510" y="1720"/>
                    <a:pt x="742" y="1812"/>
                    <a:pt x="977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3" y="1272"/>
                    <a:pt x="1883" y="907"/>
                  </a:cubicBezTo>
                  <a:cubicBezTo>
                    <a:pt x="1883" y="406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51"/>
            <p:cNvSpPr/>
            <p:nvPr/>
          </p:nvSpPr>
          <p:spPr>
            <a:xfrm>
              <a:off x="1988475" y="1756475"/>
              <a:ext cx="362075" cy="14225"/>
            </a:xfrm>
            <a:custGeom>
              <a:avLst/>
              <a:gdLst/>
              <a:ahLst/>
              <a:cxnLst/>
              <a:rect l="l" t="t" r="r" b="b"/>
              <a:pathLst>
                <a:path w="14483" h="569" extrusionOk="0">
                  <a:moveTo>
                    <a:pt x="14198" y="0"/>
                  </a:moveTo>
                  <a:cubicBezTo>
                    <a:pt x="14193" y="0"/>
                    <a:pt x="14188" y="0"/>
                    <a:pt x="14183" y="0"/>
                  </a:cubicBezTo>
                  <a:lnTo>
                    <a:pt x="267" y="0"/>
                  </a:lnTo>
                  <a:cubicBezTo>
                    <a:pt x="117" y="9"/>
                    <a:pt x="0" y="133"/>
                    <a:pt x="0" y="284"/>
                  </a:cubicBezTo>
                  <a:cubicBezTo>
                    <a:pt x="0" y="435"/>
                    <a:pt x="117" y="559"/>
                    <a:pt x="267" y="568"/>
                  </a:cubicBezTo>
                  <a:lnTo>
                    <a:pt x="14183" y="568"/>
                  </a:lnTo>
                  <a:cubicBezTo>
                    <a:pt x="14188" y="569"/>
                    <a:pt x="14193" y="569"/>
                    <a:pt x="14198" y="569"/>
                  </a:cubicBezTo>
                  <a:cubicBezTo>
                    <a:pt x="14354" y="569"/>
                    <a:pt x="14483" y="442"/>
                    <a:pt x="14483" y="284"/>
                  </a:cubicBezTo>
                  <a:cubicBezTo>
                    <a:pt x="14483" y="127"/>
                    <a:pt x="14354" y="0"/>
                    <a:pt x="14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51"/>
            <p:cNvSpPr/>
            <p:nvPr/>
          </p:nvSpPr>
          <p:spPr>
            <a:xfrm>
              <a:off x="1988475" y="1991525"/>
              <a:ext cx="362075" cy="14225"/>
            </a:xfrm>
            <a:custGeom>
              <a:avLst/>
              <a:gdLst/>
              <a:ahLst/>
              <a:cxnLst/>
              <a:rect l="l" t="t" r="r" b="b"/>
              <a:pathLst>
                <a:path w="14483" h="569" extrusionOk="0">
                  <a:moveTo>
                    <a:pt x="14200" y="0"/>
                  </a:moveTo>
                  <a:cubicBezTo>
                    <a:pt x="14194" y="0"/>
                    <a:pt x="14189" y="0"/>
                    <a:pt x="14183" y="1"/>
                  </a:cubicBezTo>
                  <a:lnTo>
                    <a:pt x="267" y="1"/>
                  </a:lnTo>
                  <a:cubicBezTo>
                    <a:pt x="117" y="9"/>
                    <a:pt x="0" y="134"/>
                    <a:pt x="0" y="284"/>
                  </a:cubicBezTo>
                  <a:cubicBezTo>
                    <a:pt x="0" y="435"/>
                    <a:pt x="117" y="559"/>
                    <a:pt x="267" y="568"/>
                  </a:cubicBezTo>
                  <a:lnTo>
                    <a:pt x="14183" y="568"/>
                  </a:lnTo>
                  <a:cubicBezTo>
                    <a:pt x="14189" y="568"/>
                    <a:pt x="14194" y="568"/>
                    <a:pt x="14200" y="568"/>
                  </a:cubicBezTo>
                  <a:cubicBezTo>
                    <a:pt x="14355" y="568"/>
                    <a:pt x="14483" y="442"/>
                    <a:pt x="14483" y="284"/>
                  </a:cubicBezTo>
                  <a:cubicBezTo>
                    <a:pt x="14483" y="127"/>
                    <a:pt x="14355" y="0"/>
                    <a:pt x="14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51"/>
            <p:cNvSpPr/>
            <p:nvPr/>
          </p:nvSpPr>
          <p:spPr>
            <a:xfrm>
              <a:off x="1987625" y="2226550"/>
              <a:ext cx="362950" cy="14225"/>
            </a:xfrm>
            <a:custGeom>
              <a:avLst/>
              <a:gdLst/>
              <a:ahLst/>
              <a:cxnLst/>
              <a:rect l="l" t="t" r="r" b="b"/>
              <a:pathLst>
                <a:path w="14518" h="569" extrusionOk="0">
                  <a:moveTo>
                    <a:pt x="284" y="0"/>
                  </a:moveTo>
                  <a:cubicBezTo>
                    <a:pt x="128" y="0"/>
                    <a:pt x="0" y="127"/>
                    <a:pt x="0" y="284"/>
                  </a:cubicBezTo>
                  <a:cubicBezTo>
                    <a:pt x="0" y="442"/>
                    <a:pt x="127" y="568"/>
                    <a:pt x="282" y="568"/>
                  </a:cubicBezTo>
                  <a:cubicBezTo>
                    <a:pt x="289" y="568"/>
                    <a:pt x="295" y="568"/>
                    <a:pt x="301" y="568"/>
                  </a:cubicBezTo>
                  <a:lnTo>
                    <a:pt x="14217" y="568"/>
                  </a:lnTo>
                  <a:cubicBezTo>
                    <a:pt x="14223" y="568"/>
                    <a:pt x="14230" y="568"/>
                    <a:pt x="14236" y="568"/>
                  </a:cubicBezTo>
                  <a:cubicBezTo>
                    <a:pt x="14391" y="568"/>
                    <a:pt x="14518" y="442"/>
                    <a:pt x="14518" y="284"/>
                  </a:cubicBezTo>
                  <a:cubicBezTo>
                    <a:pt x="14518" y="127"/>
                    <a:pt x="14390" y="0"/>
                    <a:pt x="14234" y="0"/>
                  </a:cubicBezTo>
                  <a:cubicBezTo>
                    <a:pt x="14228" y="0"/>
                    <a:pt x="14223" y="1"/>
                    <a:pt x="14217" y="1"/>
                  </a:cubicBezTo>
                  <a:lnTo>
                    <a:pt x="301" y="1"/>
                  </a:lnTo>
                  <a:cubicBezTo>
                    <a:pt x="295" y="1"/>
                    <a:pt x="290" y="0"/>
                    <a:pt x="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51"/>
            <p:cNvSpPr/>
            <p:nvPr/>
          </p:nvSpPr>
          <p:spPr>
            <a:xfrm>
              <a:off x="4707650" y="1162225"/>
              <a:ext cx="434275" cy="598325"/>
            </a:xfrm>
            <a:custGeom>
              <a:avLst/>
              <a:gdLst/>
              <a:ahLst/>
              <a:cxnLst/>
              <a:rect l="l" t="t" r="r" b="b"/>
              <a:pathLst>
                <a:path w="17371" h="23933" extrusionOk="0">
                  <a:moveTo>
                    <a:pt x="16538" y="0"/>
                  </a:moveTo>
                  <a:lnTo>
                    <a:pt x="2964" y="833"/>
                  </a:lnTo>
                  <a:cubicBezTo>
                    <a:pt x="2964" y="833"/>
                    <a:pt x="1247" y="5298"/>
                    <a:pt x="1604" y="5894"/>
                  </a:cubicBezTo>
                  <a:cubicBezTo>
                    <a:pt x="1961" y="6489"/>
                    <a:pt x="2845" y="7978"/>
                    <a:pt x="2368" y="9168"/>
                  </a:cubicBezTo>
                  <a:cubicBezTo>
                    <a:pt x="1892" y="10359"/>
                    <a:pt x="1" y="10562"/>
                    <a:pt x="239" y="11514"/>
                  </a:cubicBezTo>
                  <a:cubicBezTo>
                    <a:pt x="477" y="12467"/>
                    <a:pt x="1787" y="13181"/>
                    <a:pt x="1787" y="13181"/>
                  </a:cubicBezTo>
                  <a:cubicBezTo>
                    <a:pt x="1787" y="13181"/>
                    <a:pt x="3202" y="19527"/>
                    <a:pt x="3797" y="20360"/>
                  </a:cubicBezTo>
                  <a:cubicBezTo>
                    <a:pt x="4075" y="20750"/>
                    <a:pt x="4924" y="20854"/>
                    <a:pt x="5750" y="20854"/>
                  </a:cubicBezTo>
                  <a:cubicBezTo>
                    <a:pt x="6694" y="20854"/>
                    <a:pt x="7607" y="20719"/>
                    <a:pt x="7607" y="20719"/>
                  </a:cubicBezTo>
                  <a:lnTo>
                    <a:pt x="7845" y="23933"/>
                  </a:lnTo>
                  <a:lnTo>
                    <a:pt x="17371" y="23338"/>
                  </a:lnTo>
                  <a:lnTo>
                    <a:pt x="17014" y="17622"/>
                  </a:lnTo>
                  <a:lnTo>
                    <a:pt x="16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51"/>
            <p:cNvSpPr/>
            <p:nvPr/>
          </p:nvSpPr>
          <p:spPr>
            <a:xfrm>
              <a:off x="4702350" y="1155125"/>
              <a:ext cx="446900" cy="612525"/>
            </a:xfrm>
            <a:custGeom>
              <a:avLst/>
              <a:gdLst/>
              <a:ahLst/>
              <a:cxnLst/>
              <a:rect l="l" t="t" r="r" b="b"/>
              <a:pathLst>
                <a:path w="17876" h="24501" extrusionOk="0">
                  <a:moveTo>
                    <a:pt x="16474" y="585"/>
                  </a:moveTo>
                  <a:lnTo>
                    <a:pt x="16942" y="17924"/>
                  </a:lnTo>
                  <a:lnTo>
                    <a:pt x="17282" y="23357"/>
                  </a:lnTo>
                  <a:lnTo>
                    <a:pt x="8319" y="23917"/>
                  </a:lnTo>
                  <a:lnTo>
                    <a:pt x="8103" y="20981"/>
                  </a:lnTo>
                  <a:cubicBezTo>
                    <a:pt x="8091" y="20833"/>
                    <a:pt x="7967" y="20719"/>
                    <a:pt x="7819" y="20719"/>
                  </a:cubicBezTo>
                  <a:cubicBezTo>
                    <a:pt x="7805" y="20719"/>
                    <a:pt x="7791" y="20720"/>
                    <a:pt x="7778" y="20722"/>
                  </a:cubicBezTo>
                  <a:cubicBezTo>
                    <a:pt x="7242" y="20801"/>
                    <a:pt x="6586" y="20855"/>
                    <a:pt x="5983" y="20855"/>
                  </a:cubicBezTo>
                  <a:cubicBezTo>
                    <a:pt x="5161" y="20855"/>
                    <a:pt x="4435" y="20755"/>
                    <a:pt x="4239" y="20480"/>
                  </a:cubicBezTo>
                  <a:cubicBezTo>
                    <a:pt x="3827" y="19903"/>
                    <a:pt x="2838" y="15933"/>
                    <a:pt x="2275" y="13404"/>
                  </a:cubicBezTo>
                  <a:cubicBezTo>
                    <a:pt x="2257" y="13325"/>
                    <a:pt x="2205" y="13257"/>
                    <a:pt x="2134" y="13218"/>
                  </a:cubicBezTo>
                  <a:cubicBezTo>
                    <a:pt x="2122" y="13210"/>
                    <a:pt x="930" y="12549"/>
                    <a:pt x="725" y="11730"/>
                  </a:cubicBezTo>
                  <a:cubicBezTo>
                    <a:pt x="657" y="11455"/>
                    <a:pt x="903" y="11267"/>
                    <a:pt x="1480" y="10903"/>
                  </a:cubicBezTo>
                  <a:cubicBezTo>
                    <a:pt x="1998" y="10576"/>
                    <a:pt x="2584" y="10206"/>
                    <a:pt x="2843" y="9557"/>
                  </a:cubicBezTo>
                  <a:cubicBezTo>
                    <a:pt x="3376" y="8226"/>
                    <a:pt x="2419" y="6631"/>
                    <a:pt x="2063" y="6039"/>
                  </a:cubicBezTo>
                  <a:cubicBezTo>
                    <a:pt x="1918" y="5672"/>
                    <a:pt x="2621" y="3376"/>
                    <a:pt x="3375" y="1389"/>
                  </a:cubicBezTo>
                  <a:lnTo>
                    <a:pt x="16474" y="585"/>
                  </a:lnTo>
                  <a:close/>
                  <a:moveTo>
                    <a:pt x="16752" y="0"/>
                  </a:moveTo>
                  <a:cubicBezTo>
                    <a:pt x="16745" y="0"/>
                    <a:pt x="16739" y="0"/>
                    <a:pt x="16732" y="1"/>
                  </a:cubicBezTo>
                  <a:lnTo>
                    <a:pt x="3159" y="834"/>
                  </a:lnTo>
                  <a:cubicBezTo>
                    <a:pt x="3048" y="841"/>
                    <a:pt x="2951" y="912"/>
                    <a:pt x="2911" y="1016"/>
                  </a:cubicBezTo>
                  <a:cubicBezTo>
                    <a:pt x="2381" y="2397"/>
                    <a:pt x="1187" y="5679"/>
                    <a:pt x="1574" y="6323"/>
                  </a:cubicBezTo>
                  <a:cubicBezTo>
                    <a:pt x="1894" y="6858"/>
                    <a:pt x="2745" y="8277"/>
                    <a:pt x="2317" y="9347"/>
                  </a:cubicBezTo>
                  <a:cubicBezTo>
                    <a:pt x="2125" y="9825"/>
                    <a:pt x="1644" y="10129"/>
                    <a:pt x="1178" y="10423"/>
                  </a:cubicBezTo>
                  <a:cubicBezTo>
                    <a:pt x="626" y="10772"/>
                    <a:pt x="1" y="11166"/>
                    <a:pt x="176" y="11866"/>
                  </a:cubicBezTo>
                  <a:cubicBezTo>
                    <a:pt x="399" y="12762"/>
                    <a:pt x="1405" y="13439"/>
                    <a:pt x="1749" y="13648"/>
                  </a:cubicBezTo>
                  <a:cubicBezTo>
                    <a:pt x="1985" y="14699"/>
                    <a:pt x="3195" y="19993"/>
                    <a:pt x="3777" y="20809"/>
                  </a:cubicBezTo>
                  <a:cubicBezTo>
                    <a:pt x="4127" y="21297"/>
                    <a:pt x="5083" y="21426"/>
                    <a:pt x="5992" y="21426"/>
                  </a:cubicBezTo>
                  <a:cubicBezTo>
                    <a:pt x="6600" y="21426"/>
                    <a:pt x="7187" y="21369"/>
                    <a:pt x="7559" y="21323"/>
                  </a:cubicBezTo>
                  <a:lnTo>
                    <a:pt x="7775" y="24238"/>
                  </a:lnTo>
                  <a:cubicBezTo>
                    <a:pt x="7786" y="24385"/>
                    <a:pt x="7909" y="24500"/>
                    <a:pt x="8057" y="24500"/>
                  </a:cubicBezTo>
                  <a:lnTo>
                    <a:pt x="8075" y="24500"/>
                  </a:lnTo>
                  <a:lnTo>
                    <a:pt x="17601" y="23905"/>
                  </a:lnTo>
                  <a:cubicBezTo>
                    <a:pt x="17757" y="23895"/>
                    <a:pt x="17876" y="23760"/>
                    <a:pt x="17866" y="23604"/>
                  </a:cubicBezTo>
                  <a:lnTo>
                    <a:pt x="17509" y="17899"/>
                  </a:lnTo>
                  <a:lnTo>
                    <a:pt x="17033" y="276"/>
                  </a:lnTo>
                  <a:cubicBezTo>
                    <a:pt x="17031" y="199"/>
                    <a:pt x="16997" y="126"/>
                    <a:pt x="16941" y="74"/>
                  </a:cubicBezTo>
                  <a:cubicBezTo>
                    <a:pt x="16890" y="27"/>
                    <a:pt x="16822" y="0"/>
                    <a:pt x="16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51"/>
            <p:cNvSpPr/>
            <p:nvPr/>
          </p:nvSpPr>
          <p:spPr>
            <a:xfrm>
              <a:off x="4660275" y="1011275"/>
              <a:ext cx="612600" cy="600325"/>
            </a:xfrm>
            <a:custGeom>
              <a:avLst/>
              <a:gdLst/>
              <a:ahLst/>
              <a:cxnLst/>
              <a:rect l="l" t="t" r="r" b="b"/>
              <a:pathLst>
                <a:path w="24504" h="24013" extrusionOk="0">
                  <a:moveTo>
                    <a:pt x="12830" y="1"/>
                  </a:moveTo>
                  <a:cubicBezTo>
                    <a:pt x="10402" y="1"/>
                    <a:pt x="9363" y="1214"/>
                    <a:pt x="7801" y="1214"/>
                  </a:cubicBezTo>
                  <a:cubicBezTo>
                    <a:pt x="6898" y="1214"/>
                    <a:pt x="6169" y="575"/>
                    <a:pt x="5211" y="575"/>
                  </a:cubicBezTo>
                  <a:cubicBezTo>
                    <a:pt x="4514" y="575"/>
                    <a:pt x="3695" y="913"/>
                    <a:pt x="2600" y="2081"/>
                  </a:cubicBezTo>
                  <a:cubicBezTo>
                    <a:pt x="0" y="4855"/>
                    <a:pt x="3295" y="7803"/>
                    <a:pt x="3295" y="7803"/>
                  </a:cubicBezTo>
                  <a:cubicBezTo>
                    <a:pt x="4135" y="8560"/>
                    <a:pt x="4782" y="8727"/>
                    <a:pt x="5437" y="8727"/>
                  </a:cubicBezTo>
                  <a:cubicBezTo>
                    <a:pt x="5581" y="8727"/>
                    <a:pt x="5724" y="8719"/>
                    <a:pt x="5870" y="8707"/>
                  </a:cubicBezTo>
                  <a:lnTo>
                    <a:pt x="5870" y="8707"/>
                  </a:lnTo>
                  <a:cubicBezTo>
                    <a:pt x="5764" y="9236"/>
                    <a:pt x="5543" y="10388"/>
                    <a:pt x="5454" y="11277"/>
                  </a:cubicBezTo>
                  <a:cubicBezTo>
                    <a:pt x="5335" y="12468"/>
                    <a:pt x="7478" y="13778"/>
                    <a:pt x="7478" y="13778"/>
                  </a:cubicBezTo>
                  <a:cubicBezTo>
                    <a:pt x="7478" y="13778"/>
                    <a:pt x="7359" y="15564"/>
                    <a:pt x="7597" y="16159"/>
                  </a:cubicBezTo>
                  <a:cubicBezTo>
                    <a:pt x="7736" y="16506"/>
                    <a:pt x="7995" y="16691"/>
                    <a:pt x="8259" y="16691"/>
                  </a:cubicBezTo>
                  <a:cubicBezTo>
                    <a:pt x="8447" y="16691"/>
                    <a:pt x="8638" y="16596"/>
                    <a:pt x="8787" y="16397"/>
                  </a:cubicBezTo>
                  <a:cubicBezTo>
                    <a:pt x="9083" y="16002"/>
                    <a:pt x="9297" y="14379"/>
                    <a:pt x="9566" y="14379"/>
                  </a:cubicBezTo>
                  <a:cubicBezTo>
                    <a:pt x="9621" y="14379"/>
                    <a:pt x="9679" y="14448"/>
                    <a:pt x="9740" y="14611"/>
                  </a:cubicBezTo>
                  <a:cubicBezTo>
                    <a:pt x="10097" y="15564"/>
                    <a:pt x="11525" y="22707"/>
                    <a:pt x="12478" y="23541"/>
                  </a:cubicBezTo>
                  <a:cubicBezTo>
                    <a:pt x="12883" y="23895"/>
                    <a:pt x="13889" y="24013"/>
                    <a:pt x="15004" y="24013"/>
                  </a:cubicBezTo>
                  <a:cubicBezTo>
                    <a:pt x="16514" y="24013"/>
                    <a:pt x="18223" y="23797"/>
                    <a:pt x="18908" y="23660"/>
                  </a:cubicBezTo>
                  <a:cubicBezTo>
                    <a:pt x="20099" y="23422"/>
                    <a:pt x="22361" y="18421"/>
                    <a:pt x="23433" y="15445"/>
                  </a:cubicBezTo>
                  <a:cubicBezTo>
                    <a:pt x="24504" y="12468"/>
                    <a:pt x="24029" y="7228"/>
                    <a:pt x="22481" y="4847"/>
                  </a:cubicBezTo>
                  <a:cubicBezTo>
                    <a:pt x="21320" y="3061"/>
                    <a:pt x="19287" y="2279"/>
                    <a:pt x="17690" y="2101"/>
                  </a:cubicBezTo>
                  <a:cubicBezTo>
                    <a:pt x="17687" y="2090"/>
                    <a:pt x="17684" y="2081"/>
                    <a:pt x="17684" y="2081"/>
                  </a:cubicBezTo>
                  <a:cubicBezTo>
                    <a:pt x="17684" y="2081"/>
                    <a:pt x="15257" y="1"/>
                    <a:pt x="1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51"/>
            <p:cNvSpPr/>
            <p:nvPr/>
          </p:nvSpPr>
          <p:spPr>
            <a:xfrm>
              <a:off x="4692250" y="1004200"/>
              <a:ext cx="587825" cy="614425"/>
            </a:xfrm>
            <a:custGeom>
              <a:avLst/>
              <a:gdLst/>
              <a:ahLst/>
              <a:cxnLst/>
              <a:rect l="l" t="t" r="r" b="b"/>
              <a:pathLst>
                <a:path w="23513" h="24577" extrusionOk="0">
                  <a:moveTo>
                    <a:pt x="11552" y="567"/>
                  </a:moveTo>
                  <a:cubicBezTo>
                    <a:pt x="13669" y="567"/>
                    <a:pt x="15841" y="2268"/>
                    <a:pt x="16177" y="2542"/>
                  </a:cubicBezTo>
                  <a:cubicBezTo>
                    <a:pt x="16223" y="2611"/>
                    <a:pt x="16298" y="2656"/>
                    <a:pt x="16380" y="2666"/>
                  </a:cubicBezTo>
                  <a:cubicBezTo>
                    <a:pt x="17109" y="2747"/>
                    <a:pt x="19594" y="3176"/>
                    <a:pt x="20965" y="5284"/>
                  </a:cubicBezTo>
                  <a:cubicBezTo>
                    <a:pt x="22474" y="7606"/>
                    <a:pt x="22932" y="12732"/>
                    <a:pt x="21888" y="15632"/>
                  </a:cubicBezTo>
                  <a:cubicBezTo>
                    <a:pt x="20574" y="19278"/>
                    <a:pt x="18451" y="23489"/>
                    <a:pt x="17574" y="23665"/>
                  </a:cubicBezTo>
                  <a:cubicBezTo>
                    <a:pt x="16752" y="23830"/>
                    <a:pt x="15119" y="24010"/>
                    <a:pt x="13719" y="24010"/>
                  </a:cubicBezTo>
                  <a:cubicBezTo>
                    <a:pt x="12654" y="24010"/>
                    <a:pt x="11724" y="23906"/>
                    <a:pt x="11386" y="23611"/>
                  </a:cubicBezTo>
                  <a:cubicBezTo>
                    <a:pt x="10778" y="23079"/>
                    <a:pt x="9805" y="19071"/>
                    <a:pt x="9281" y="16918"/>
                  </a:cubicBezTo>
                  <a:cubicBezTo>
                    <a:pt x="9025" y="15854"/>
                    <a:pt x="8838" y="15087"/>
                    <a:pt x="8727" y="14794"/>
                  </a:cubicBezTo>
                  <a:cubicBezTo>
                    <a:pt x="8688" y="14690"/>
                    <a:pt x="8571" y="14379"/>
                    <a:pt x="8290" y="14379"/>
                  </a:cubicBezTo>
                  <a:lnTo>
                    <a:pt x="8289" y="14379"/>
                  </a:lnTo>
                  <a:cubicBezTo>
                    <a:pt x="8284" y="14379"/>
                    <a:pt x="8277" y="14379"/>
                    <a:pt x="8272" y="14378"/>
                  </a:cubicBezTo>
                  <a:cubicBezTo>
                    <a:pt x="7921" y="14394"/>
                    <a:pt x="7801" y="14835"/>
                    <a:pt x="7603" y="15568"/>
                  </a:cubicBezTo>
                  <a:cubicBezTo>
                    <a:pt x="7507" y="15926"/>
                    <a:pt x="7386" y="16372"/>
                    <a:pt x="7283" y="16508"/>
                  </a:cubicBezTo>
                  <a:cubicBezTo>
                    <a:pt x="7194" y="16626"/>
                    <a:pt x="7087" y="16689"/>
                    <a:pt x="6979" y="16689"/>
                  </a:cubicBezTo>
                  <a:cubicBezTo>
                    <a:pt x="6968" y="16689"/>
                    <a:pt x="6956" y="16688"/>
                    <a:pt x="6944" y="16686"/>
                  </a:cubicBezTo>
                  <a:cubicBezTo>
                    <a:pt x="6798" y="16667"/>
                    <a:pt x="6662" y="16536"/>
                    <a:pt x="6582" y="16335"/>
                  </a:cubicBezTo>
                  <a:cubicBezTo>
                    <a:pt x="6407" y="15897"/>
                    <a:pt x="6451" y="14557"/>
                    <a:pt x="6482" y="14078"/>
                  </a:cubicBezTo>
                  <a:cubicBezTo>
                    <a:pt x="6490" y="13972"/>
                    <a:pt x="6438" y="13871"/>
                    <a:pt x="6347" y="13817"/>
                  </a:cubicBezTo>
                  <a:cubicBezTo>
                    <a:pt x="5831" y="13501"/>
                    <a:pt x="4375" y="12414"/>
                    <a:pt x="4457" y="11587"/>
                  </a:cubicBezTo>
                  <a:cubicBezTo>
                    <a:pt x="4547" y="10690"/>
                    <a:pt x="4775" y="9511"/>
                    <a:pt x="4870" y="9045"/>
                  </a:cubicBezTo>
                  <a:cubicBezTo>
                    <a:pt x="4905" y="8868"/>
                    <a:pt x="4768" y="8706"/>
                    <a:pt x="4592" y="8706"/>
                  </a:cubicBezTo>
                  <a:cubicBezTo>
                    <a:pt x="4584" y="8706"/>
                    <a:pt x="4577" y="8706"/>
                    <a:pt x="4570" y="8707"/>
                  </a:cubicBezTo>
                  <a:cubicBezTo>
                    <a:pt x="4428" y="8718"/>
                    <a:pt x="4289" y="8726"/>
                    <a:pt x="4151" y="8726"/>
                  </a:cubicBezTo>
                  <a:cubicBezTo>
                    <a:pt x="3562" y="8726"/>
                    <a:pt x="2986" y="8577"/>
                    <a:pt x="2205" y="7874"/>
                  </a:cubicBezTo>
                  <a:cubicBezTo>
                    <a:pt x="2191" y="7860"/>
                    <a:pt x="683" y="6492"/>
                    <a:pt x="609" y="4815"/>
                  </a:cubicBezTo>
                  <a:cubicBezTo>
                    <a:pt x="573" y="4006"/>
                    <a:pt x="883" y="3247"/>
                    <a:pt x="1530" y="2558"/>
                  </a:cubicBezTo>
                  <a:cubicBezTo>
                    <a:pt x="2555" y="1463"/>
                    <a:pt x="3298" y="1144"/>
                    <a:pt x="3937" y="1144"/>
                  </a:cubicBezTo>
                  <a:cubicBezTo>
                    <a:pt x="4376" y="1144"/>
                    <a:pt x="4767" y="1295"/>
                    <a:pt x="5166" y="1449"/>
                  </a:cubicBezTo>
                  <a:cubicBezTo>
                    <a:pt x="5589" y="1611"/>
                    <a:pt x="6026" y="1780"/>
                    <a:pt x="6524" y="1780"/>
                  </a:cubicBezTo>
                  <a:cubicBezTo>
                    <a:pt x="7273" y="1780"/>
                    <a:pt x="7905" y="1524"/>
                    <a:pt x="8573" y="1253"/>
                  </a:cubicBezTo>
                  <a:cubicBezTo>
                    <a:pt x="9364" y="930"/>
                    <a:pt x="10260" y="567"/>
                    <a:pt x="11552" y="567"/>
                  </a:cubicBezTo>
                  <a:close/>
                  <a:moveTo>
                    <a:pt x="11551" y="0"/>
                  </a:moveTo>
                  <a:cubicBezTo>
                    <a:pt x="10149" y="0"/>
                    <a:pt x="9198" y="386"/>
                    <a:pt x="8359" y="727"/>
                  </a:cubicBezTo>
                  <a:cubicBezTo>
                    <a:pt x="7717" y="988"/>
                    <a:pt x="7163" y="1214"/>
                    <a:pt x="6524" y="1214"/>
                  </a:cubicBezTo>
                  <a:cubicBezTo>
                    <a:pt x="6132" y="1214"/>
                    <a:pt x="5762" y="1071"/>
                    <a:pt x="5369" y="920"/>
                  </a:cubicBezTo>
                  <a:cubicBezTo>
                    <a:pt x="4929" y="750"/>
                    <a:pt x="4465" y="571"/>
                    <a:pt x="3930" y="571"/>
                  </a:cubicBezTo>
                  <a:cubicBezTo>
                    <a:pt x="3176" y="571"/>
                    <a:pt x="2281" y="928"/>
                    <a:pt x="1115" y="2170"/>
                  </a:cubicBezTo>
                  <a:cubicBezTo>
                    <a:pt x="361" y="2975"/>
                    <a:pt x="0" y="3873"/>
                    <a:pt x="42" y="4841"/>
                  </a:cubicBezTo>
                  <a:cubicBezTo>
                    <a:pt x="127" y="6754"/>
                    <a:pt x="1757" y="8234"/>
                    <a:pt x="1826" y="8296"/>
                  </a:cubicBezTo>
                  <a:cubicBezTo>
                    <a:pt x="2755" y="9132"/>
                    <a:pt x="3493" y="9294"/>
                    <a:pt x="4175" y="9294"/>
                  </a:cubicBezTo>
                  <a:cubicBezTo>
                    <a:pt x="4198" y="9294"/>
                    <a:pt x="4221" y="9293"/>
                    <a:pt x="4244" y="9293"/>
                  </a:cubicBezTo>
                  <a:lnTo>
                    <a:pt x="4244" y="9293"/>
                  </a:lnTo>
                  <a:cubicBezTo>
                    <a:pt x="4133" y="9872"/>
                    <a:pt x="3968" y="10791"/>
                    <a:pt x="3894" y="11531"/>
                  </a:cubicBezTo>
                  <a:cubicBezTo>
                    <a:pt x="3776" y="12710"/>
                    <a:pt x="5378" y="13863"/>
                    <a:pt x="5907" y="14210"/>
                  </a:cubicBezTo>
                  <a:cubicBezTo>
                    <a:pt x="5882" y="14696"/>
                    <a:pt x="5838" y="16003"/>
                    <a:pt x="6056" y="16547"/>
                  </a:cubicBezTo>
                  <a:cubicBezTo>
                    <a:pt x="6213" y="16941"/>
                    <a:pt x="6517" y="17203"/>
                    <a:pt x="6869" y="17250"/>
                  </a:cubicBezTo>
                  <a:cubicBezTo>
                    <a:pt x="6907" y="17255"/>
                    <a:pt x="6944" y="17257"/>
                    <a:pt x="6982" y="17257"/>
                  </a:cubicBezTo>
                  <a:cubicBezTo>
                    <a:pt x="7268" y="17257"/>
                    <a:pt x="7539" y="17113"/>
                    <a:pt x="7736" y="16850"/>
                  </a:cubicBezTo>
                  <a:cubicBezTo>
                    <a:pt x="7904" y="16626"/>
                    <a:pt x="8024" y="16184"/>
                    <a:pt x="8151" y="15717"/>
                  </a:cubicBezTo>
                  <a:cubicBezTo>
                    <a:pt x="8187" y="15580"/>
                    <a:pt x="8234" y="15410"/>
                    <a:pt x="8279" y="15258"/>
                  </a:cubicBezTo>
                  <a:cubicBezTo>
                    <a:pt x="8389" y="15645"/>
                    <a:pt x="8551" y="16309"/>
                    <a:pt x="8732" y="17052"/>
                  </a:cubicBezTo>
                  <a:cubicBezTo>
                    <a:pt x="9573" y="20518"/>
                    <a:pt x="10326" y="23436"/>
                    <a:pt x="11014" y="24037"/>
                  </a:cubicBezTo>
                  <a:cubicBezTo>
                    <a:pt x="11482" y="24447"/>
                    <a:pt x="12561" y="24576"/>
                    <a:pt x="13724" y="24576"/>
                  </a:cubicBezTo>
                  <a:cubicBezTo>
                    <a:pt x="15413" y="24576"/>
                    <a:pt x="17277" y="24304"/>
                    <a:pt x="17686" y="24221"/>
                  </a:cubicBezTo>
                  <a:cubicBezTo>
                    <a:pt x="19482" y="23862"/>
                    <a:pt x="22393" y="15903"/>
                    <a:pt x="22421" y="15823"/>
                  </a:cubicBezTo>
                  <a:cubicBezTo>
                    <a:pt x="23513" y="12791"/>
                    <a:pt x="23027" y="7417"/>
                    <a:pt x="21440" y="4975"/>
                  </a:cubicBezTo>
                  <a:cubicBezTo>
                    <a:pt x="19997" y="2754"/>
                    <a:pt x="17454" y="2232"/>
                    <a:pt x="16550" y="2115"/>
                  </a:cubicBezTo>
                  <a:cubicBezTo>
                    <a:pt x="16209" y="1832"/>
                    <a:pt x="13911" y="0"/>
                    <a:pt x="115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51"/>
            <p:cNvSpPr/>
            <p:nvPr/>
          </p:nvSpPr>
          <p:spPr>
            <a:xfrm>
              <a:off x="4863625" y="1358700"/>
              <a:ext cx="69050" cy="172750"/>
            </a:xfrm>
            <a:custGeom>
              <a:avLst/>
              <a:gdLst/>
              <a:ahLst/>
              <a:cxnLst/>
              <a:rect l="l" t="t" r="r" b="b"/>
              <a:pathLst>
                <a:path w="2762" h="6910" extrusionOk="0">
                  <a:moveTo>
                    <a:pt x="1674" y="0"/>
                  </a:moveTo>
                  <a:cubicBezTo>
                    <a:pt x="1405" y="0"/>
                    <a:pt x="1051" y="186"/>
                    <a:pt x="582" y="655"/>
                  </a:cubicBezTo>
                  <a:cubicBezTo>
                    <a:pt x="582" y="655"/>
                    <a:pt x="873" y="2689"/>
                    <a:pt x="873" y="3997"/>
                  </a:cubicBezTo>
                  <a:cubicBezTo>
                    <a:pt x="873" y="5305"/>
                    <a:pt x="1" y="6032"/>
                    <a:pt x="582" y="6613"/>
                  </a:cubicBezTo>
                  <a:cubicBezTo>
                    <a:pt x="781" y="6813"/>
                    <a:pt x="964" y="6910"/>
                    <a:pt x="1135" y="6910"/>
                  </a:cubicBezTo>
                  <a:cubicBezTo>
                    <a:pt x="1463" y="6910"/>
                    <a:pt x="1749" y="6555"/>
                    <a:pt x="2036" y="5887"/>
                  </a:cubicBezTo>
                  <a:cubicBezTo>
                    <a:pt x="2472" y="4869"/>
                    <a:pt x="2761" y="3125"/>
                    <a:pt x="2617" y="2108"/>
                  </a:cubicBezTo>
                  <a:cubicBezTo>
                    <a:pt x="2511" y="1365"/>
                    <a:pt x="2404" y="0"/>
                    <a:pt x="1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51"/>
            <p:cNvSpPr/>
            <p:nvPr/>
          </p:nvSpPr>
          <p:spPr>
            <a:xfrm>
              <a:off x="4861750" y="1351575"/>
              <a:ext cx="77975" cy="186950"/>
            </a:xfrm>
            <a:custGeom>
              <a:avLst/>
              <a:gdLst/>
              <a:ahLst/>
              <a:cxnLst/>
              <a:rect l="l" t="t" r="r" b="b"/>
              <a:pathLst>
                <a:path w="3119" h="7478" extrusionOk="0">
                  <a:moveTo>
                    <a:pt x="1752" y="569"/>
                  </a:moveTo>
                  <a:cubicBezTo>
                    <a:pt x="1785" y="569"/>
                    <a:pt x="1810" y="574"/>
                    <a:pt x="1828" y="580"/>
                  </a:cubicBezTo>
                  <a:cubicBezTo>
                    <a:pt x="2181" y="700"/>
                    <a:pt x="2311" y="1681"/>
                    <a:pt x="2381" y="2209"/>
                  </a:cubicBezTo>
                  <a:lnTo>
                    <a:pt x="2411" y="2432"/>
                  </a:lnTo>
                  <a:cubicBezTo>
                    <a:pt x="2543" y="3358"/>
                    <a:pt x="2281" y="5053"/>
                    <a:pt x="1850" y="6060"/>
                  </a:cubicBezTo>
                  <a:cubicBezTo>
                    <a:pt x="1552" y="6753"/>
                    <a:pt x="1341" y="6888"/>
                    <a:pt x="1242" y="6908"/>
                  </a:cubicBezTo>
                  <a:cubicBezTo>
                    <a:pt x="1232" y="6910"/>
                    <a:pt x="1221" y="6911"/>
                    <a:pt x="1210" y="6911"/>
                  </a:cubicBezTo>
                  <a:cubicBezTo>
                    <a:pt x="1096" y="6911"/>
                    <a:pt x="957" y="6796"/>
                    <a:pt x="857" y="6697"/>
                  </a:cubicBezTo>
                  <a:cubicBezTo>
                    <a:pt x="672" y="6512"/>
                    <a:pt x="718" y="6325"/>
                    <a:pt x="911" y="5792"/>
                  </a:cubicBezTo>
                  <a:cubicBezTo>
                    <a:pt x="1054" y="5395"/>
                    <a:pt x="1231" y="4901"/>
                    <a:pt x="1231" y="4282"/>
                  </a:cubicBezTo>
                  <a:cubicBezTo>
                    <a:pt x="1231" y="3155"/>
                    <a:pt x="1024" y="1533"/>
                    <a:pt x="957" y="1043"/>
                  </a:cubicBezTo>
                  <a:cubicBezTo>
                    <a:pt x="1378" y="645"/>
                    <a:pt x="1625" y="569"/>
                    <a:pt x="1752" y="569"/>
                  </a:cubicBezTo>
                  <a:close/>
                  <a:moveTo>
                    <a:pt x="1748" y="0"/>
                  </a:moveTo>
                  <a:cubicBezTo>
                    <a:pt x="1376" y="0"/>
                    <a:pt x="951" y="245"/>
                    <a:pt x="456" y="739"/>
                  </a:cubicBezTo>
                  <a:cubicBezTo>
                    <a:pt x="394" y="802"/>
                    <a:pt x="363" y="892"/>
                    <a:pt x="376" y="979"/>
                  </a:cubicBezTo>
                  <a:cubicBezTo>
                    <a:pt x="379" y="1000"/>
                    <a:pt x="664" y="3009"/>
                    <a:pt x="664" y="4282"/>
                  </a:cubicBezTo>
                  <a:cubicBezTo>
                    <a:pt x="664" y="4803"/>
                    <a:pt x="512" y="5227"/>
                    <a:pt x="376" y="5601"/>
                  </a:cubicBezTo>
                  <a:cubicBezTo>
                    <a:pt x="192" y="6113"/>
                    <a:pt x="1" y="6643"/>
                    <a:pt x="456" y="7098"/>
                  </a:cubicBezTo>
                  <a:cubicBezTo>
                    <a:pt x="709" y="7350"/>
                    <a:pt x="962" y="7478"/>
                    <a:pt x="1210" y="7478"/>
                  </a:cubicBezTo>
                  <a:cubicBezTo>
                    <a:pt x="1257" y="7478"/>
                    <a:pt x="1304" y="7474"/>
                    <a:pt x="1349" y="7464"/>
                  </a:cubicBezTo>
                  <a:cubicBezTo>
                    <a:pt x="1737" y="7389"/>
                    <a:pt x="2053" y="7025"/>
                    <a:pt x="2371" y="6282"/>
                  </a:cubicBezTo>
                  <a:cubicBezTo>
                    <a:pt x="2844" y="5180"/>
                    <a:pt x="3119" y="3380"/>
                    <a:pt x="2973" y="2352"/>
                  </a:cubicBezTo>
                  <a:lnTo>
                    <a:pt x="2944" y="2135"/>
                  </a:lnTo>
                  <a:cubicBezTo>
                    <a:pt x="2839" y="1350"/>
                    <a:pt x="2697" y="276"/>
                    <a:pt x="2010" y="43"/>
                  </a:cubicBezTo>
                  <a:cubicBezTo>
                    <a:pt x="1926" y="15"/>
                    <a:pt x="1838" y="0"/>
                    <a:pt x="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51"/>
            <p:cNvSpPr/>
            <p:nvPr/>
          </p:nvSpPr>
          <p:spPr>
            <a:xfrm>
              <a:off x="4446475" y="3047525"/>
              <a:ext cx="1082950" cy="2160925"/>
            </a:xfrm>
            <a:custGeom>
              <a:avLst/>
              <a:gdLst/>
              <a:ahLst/>
              <a:cxnLst/>
              <a:rect l="l" t="t" r="r" b="b"/>
              <a:pathLst>
                <a:path w="43318" h="86437" extrusionOk="0">
                  <a:moveTo>
                    <a:pt x="7576" y="0"/>
                  </a:moveTo>
                  <a:cubicBezTo>
                    <a:pt x="7576" y="0"/>
                    <a:pt x="4598" y="19855"/>
                    <a:pt x="2299" y="39393"/>
                  </a:cubicBezTo>
                  <a:cubicBezTo>
                    <a:pt x="0" y="58931"/>
                    <a:pt x="288" y="86228"/>
                    <a:pt x="288" y="86228"/>
                  </a:cubicBezTo>
                  <a:lnTo>
                    <a:pt x="6342" y="86194"/>
                  </a:lnTo>
                  <a:cubicBezTo>
                    <a:pt x="6342" y="86194"/>
                    <a:pt x="13217" y="48013"/>
                    <a:pt x="14654" y="43703"/>
                  </a:cubicBezTo>
                  <a:cubicBezTo>
                    <a:pt x="16091" y="39393"/>
                    <a:pt x="20975" y="21292"/>
                    <a:pt x="20975" y="21292"/>
                  </a:cubicBezTo>
                  <a:cubicBezTo>
                    <a:pt x="20975" y="21292"/>
                    <a:pt x="23562" y="41980"/>
                    <a:pt x="24424" y="43415"/>
                  </a:cubicBezTo>
                  <a:cubicBezTo>
                    <a:pt x="25286" y="44852"/>
                    <a:pt x="36988" y="86437"/>
                    <a:pt x="36988" y="86437"/>
                  </a:cubicBezTo>
                  <a:lnTo>
                    <a:pt x="43317" y="86356"/>
                  </a:lnTo>
                  <a:lnTo>
                    <a:pt x="37065" y="41405"/>
                  </a:lnTo>
                  <a:lnTo>
                    <a:pt x="33617" y="30"/>
                  </a:lnTo>
                  <a:lnTo>
                    <a:pt x="75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51"/>
            <p:cNvSpPr/>
            <p:nvPr/>
          </p:nvSpPr>
          <p:spPr>
            <a:xfrm>
              <a:off x="4440025" y="3040425"/>
              <a:ext cx="1096950" cy="2175150"/>
            </a:xfrm>
            <a:custGeom>
              <a:avLst/>
              <a:gdLst/>
              <a:ahLst/>
              <a:cxnLst/>
              <a:rect l="l" t="t" r="r" b="b"/>
              <a:pathLst>
                <a:path w="43878" h="87006" extrusionOk="0">
                  <a:moveTo>
                    <a:pt x="8079" y="569"/>
                  </a:moveTo>
                  <a:lnTo>
                    <a:pt x="33615" y="597"/>
                  </a:lnTo>
                  <a:lnTo>
                    <a:pt x="37043" y="41728"/>
                  </a:lnTo>
                  <a:lnTo>
                    <a:pt x="43249" y="86361"/>
                  </a:lnTo>
                  <a:lnTo>
                    <a:pt x="37461" y="86435"/>
                  </a:lnTo>
                  <a:cubicBezTo>
                    <a:pt x="36462" y="82889"/>
                    <a:pt x="25772" y="44968"/>
                    <a:pt x="24924" y="43553"/>
                  </a:cubicBezTo>
                  <a:cubicBezTo>
                    <a:pt x="24314" y="42537"/>
                    <a:pt x="22551" y="29832"/>
                    <a:pt x="21514" y="21540"/>
                  </a:cubicBezTo>
                  <a:cubicBezTo>
                    <a:pt x="21497" y="21406"/>
                    <a:pt x="21388" y="21302"/>
                    <a:pt x="21252" y="21292"/>
                  </a:cubicBezTo>
                  <a:lnTo>
                    <a:pt x="21233" y="21292"/>
                  </a:lnTo>
                  <a:cubicBezTo>
                    <a:pt x="21105" y="21292"/>
                    <a:pt x="20993" y="21379"/>
                    <a:pt x="20959" y="21502"/>
                  </a:cubicBezTo>
                  <a:cubicBezTo>
                    <a:pt x="20911" y="21683"/>
                    <a:pt x="16061" y="39645"/>
                    <a:pt x="14644" y="43897"/>
                  </a:cubicBezTo>
                  <a:cubicBezTo>
                    <a:pt x="13259" y="48049"/>
                    <a:pt x="6992" y="82707"/>
                    <a:pt x="6363" y="86196"/>
                  </a:cubicBezTo>
                  <a:lnTo>
                    <a:pt x="827" y="86226"/>
                  </a:lnTo>
                  <a:cubicBezTo>
                    <a:pt x="806" y="83275"/>
                    <a:pt x="693" y="57950"/>
                    <a:pt x="2839" y="39711"/>
                  </a:cubicBezTo>
                  <a:cubicBezTo>
                    <a:pt x="4975" y="21553"/>
                    <a:pt x="7733" y="2896"/>
                    <a:pt x="8079" y="569"/>
                  </a:cubicBezTo>
                  <a:close/>
                  <a:moveTo>
                    <a:pt x="7834" y="1"/>
                  </a:moveTo>
                  <a:cubicBezTo>
                    <a:pt x="7694" y="1"/>
                    <a:pt x="7575" y="103"/>
                    <a:pt x="7554" y="242"/>
                  </a:cubicBezTo>
                  <a:cubicBezTo>
                    <a:pt x="7524" y="441"/>
                    <a:pt x="4549" y="20325"/>
                    <a:pt x="2276" y="39645"/>
                  </a:cubicBezTo>
                  <a:cubicBezTo>
                    <a:pt x="1" y="58977"/>
                    <a:pt x="259" y="86242"/>
                    <a:pt x="263" y="86514"/>
                  </a:cubicBezTo>
                  <a:cubicBezTo>
                    <a:pt x="264" y="86670"/>
                    <a:pt x="390" y="86795"/>
                    <a:pt x="546" y="86795"/>
                  </a:cubicBezTo>
                  <a:lnTo>
                    <a:pt x="548" y="86795"/>
                  </a:lnTo>
                  <a:lnTo>
                    <a:pt x="6602" y="86762"/>
                  </a:lnTo>
                  <a:cubicBezTo>
                    <a:pt x="6739" y="86762"/>
                    <a:pt x="6855" y="86663"/>
                    <a:pt x="6879" y="86529"/>
                  </a:cubicBezTo>
                  <a:cubicBezTo>
                    <a:pt x="6948" y="86146"/>
                    <a:pt x="13767" y="48318"/>
                    <a:pt x="15181" y="44077"/>
                  </a:cubicBezTo>
                  <a:cubicBezTo>
                    <a:pt x="16370" y="40509"/>
                    <a:pt x="19959" y="27356"/>
                    <a:pt x="21131" y="23034"/>
                  </a:cubicBezTo>
                  <a:cubicBezTo>
                    <a:pt x="21761" y="27973"/>
                    <a:pt x="23675" y="42573"/>
                    <a:pt x="24439" y="43845"/>
                  </a:cubicBezTo>
                  <a:cubicBezTo>
                    <a:pt x="25104" y="44956"/>
                    <a:pt x="32929" y="72428"/>
                    <a:pt x="36974" y="86798"/>
                  </a:cubicBezTo>
                  <a:cubicBezTo>
                    <a:pt x="37008" y="86920"/>
                    <a:pt x="37120" y="87004"/>
                    <a:pt x="37246" y="87004"/>
                  </a:cubicBezTo>
                  <a:lnTo>
                    <a:pt x="37251" y="87005"/>
                  </a:lnTo>
                  <a:lnTo>
                    <a:pt x="43578" y="86924"/>
                  </a:lnTo>
                  <a:cubicBezTo>
                    <a:pt x="43748" y="86921"/>
                    <a:pt x="43878" y="86771"/>
                    <a:pt x="43855" y="86602"/>
                  </a:cubicBezTo>
                  <a:lnTo>
                    <a:pt x="37607" y="41664"/>
                  </a:lnTo>
                  <a:lnTo>
                    <a:pt x="34157" y="289"/>
                  </a:lnTo>
                  <a:cubicBezTo>
                    <a:pt x="34145" y="143"/>
                    <a:pt x="34022" y="30"/>
                    <a:pt x="33875" y="30"/>
                  </a:cubicBezTo>
                  <a:lnTo>
                    <a:pt x="78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51"/>
            <p:cNvSpPr/>
            <p:nvPr/>
          </p:nvSpPr>
          <p:spPr>
            <a:xfrm>
              <a:off x="4963975" y="3405300"/>
              <a:ext cx="291075" cy="179850"/>
            </a:xfrm>
            <a:custGeom>
              <a:avLst/>
              <a:gdLst/>
              <a:ahLst/>
              <a:cxnLst/>
              <a:rect l="l" t="t" r="r" b="b"/>
              <a:pathLst>
                <a:path w="11643" h="7194" extrusionOk="0">
                  <a:moveTo>
                    <a:pt x="11403" y="0"/>
                  </a:moveTo>
                  <a:cubicBezTo>
                    <a:pt x="11379" y="0"/>
                    <a:pt x="11355" y="4"/>
                    <a:pt x="11331" y="13"/>
                  </a:cubicBezTo>
                  <a:lnTo>
                    <a:pt x="2876" y="3212"/>
                  </a:lnTo>
                  <a:cubicBezTo>
                    <a:pt x="2838" y="3227"/>
                    <a:pt x="2805" y="3250"/>
                    <a:pt x="2782" y="3284"/>
                  </a:cubicBezTo>
                  <a:lnTo>
                    <a:pt x="105" y="6854"/>
                  </a:lnTo>
                  <a:cubicBezTo>
                    <a:pt x="0" y="6994"/>
                    <a:pt x="100" y="7194"/>
                    <a:pt x="275" y="7194"/>
                  </a:cubicBezTo>
                  <a:cubicBezTo>
                    <a:pt x="342" y="7194"/>
                    <a:pt x="405" y="7161"/>
                    <a:pt x="445" y="7108"/>
                  </a:cubicBezTo>
                  <a:lnTo>
                    <a:pt x="3083" y="3588"/>
                  </a:lnTo>
                  <a:lnTo>
                    <a:pt x="11482" y="411"/>
                  </a:lnTo>
                  <a:cubicBezTo>
                    <a:pt x="11590" y="367"/>
                    <a:pt x="11643" y="246"/>
                    <a:pt x="11602" y="138"/>
                  </a:cubicBezTo>
                  <a:cubicBezTo>
                    <a:pt x="11570" y="52"/>
                    <a:pt x="11489" y="0"/>
                    <a:pt x="114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51"/>
            <p:cNvSpPr/>
            <p:nvPr/>
          </p:nvSpPr>
          <p:spPr>
            <a:xfrm>
              <a:off x="4735375" y="3171050"/>
              <a:ext cx="199175" cy="10650"/>
            </a:xfrm>
            <a:custGeom>
              <a:avLst/>
              <a:gdLst/>
              <a:ahLst/>
              <a:cxnLst/>
              <a:rect l="l" t="t" r="r" b="b"/>
              <a:pathLst>
                <a:path w="7967" h="426" extrusionOk="0">
                  <a:moveTo>
                    <a:pt x="214" y="1"/>
                  </a:moveTo>
                  <a:cubicBezTo>
                    <a:pt x="96" y="1"/>
                    <a:pt x="1" y="96"/>
                    <a:pt x="1" y="213"/>
                  </a:cubicBezTo>
                  <a:cubicBezTo>
                    <a:pt x="1" y="331"/>
                    <a:pt x="96" y="426"/>
                    <a:pt x="214" y="426"/>
                  </a:cubicBezTo>
                  <a:lnTo>
                    <a:pt x="7754" y="426"/>
                  </a:lnTo>
                  <a:cubicBezTo>
                    <a:pt x="7872" y="426"/>
                    <a:pt x="7966" y="331"/>
                    <a:pt x="7966" y="213"/>
                  </a:cubicBezTo>
                  <a:cubicBezTo>
                    <a:pt x="7966" y="96"/>
                    <a:pt x="7872" y="1"/>
                    <a:pt x="77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51"/>
            <p:cNvSpPr/>
            <p:nvPr/>
          </p:nvSpPr>
          <p:spPr>
            <a:xfrm>
              <a:off x="5192400" y="3171050"/>
              <a:ext cx="84925" cy="10650"/>
            </a:xfrm>
            <a:custGeom>
              <a:avLst/>
              <a:gdLst/>
              <a:ahLst/>
              <a:cxnLst/>
              <a:rect l="l" t="t" r="r" b="b"/>
              <a:pathLst>
                <a:path w="3397" h="426" extrusionOk="0">
                  <a:moveTo>
                    <a:pt x="214" y="1"/>
                  </a:moveTo>
                  <a:cubicBezTo>
                    <a:pt x="96" y="1"/>
                    <a:pt x="0" y="96"/>
                    <a:pt x="0" y="213"/>
                  </a:cubicBezTo>
                  <a:cubicBezTo>
                    <a:pt x="0" y="331"/>
                    <a:pt x="96" y="426"/>
                    <a:pt x="214" y="426"/>
                  </a:cubicBezTo>
                  <a:lnTo>
                    <a:pt x="3184" y="426"/>
                  </a:lnTo>
                  <a:cubicBezTo>
                    <a:pt x="3301" y="426"/>
                    <a:pt x="3396" y="331"/>
                    <a:pt x="3396" y="213"/>
                  </a:cubicBezTo>
                  <a:cubicBezTo>
                    <a:pt x="3396" y="96"/>
                    <a:pt x="3301" y="1"/>
                    <a:pt x="3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51"/>
            <p:cNvSpPr/>
            <p:nvPr/>
          </p:nvSpPr>
          <p:spPr>
            <a:xfrm>
              <a:off x="4199325" y="5206425"/>
              <a:ext cx="411775" cy="149375"/>
            </a:xfrm>
            <a:custGeom>
              <a:avLst/>
              <a:gdLst/>
              <a:ahLst/>
              <a:cxnLst/>
              <a:rect l="l" t="t" r="r" b="b"/>
              <a:pathLst>
                <a:path w="16471" h="5975" extrusionOk="0">
                  <a:moveTo>
                    <a:pt x="16470" y="1"/>
                  </a:moveTo>
                  <a:lnTo>
                    <a:pt x="9851" y="81"/>
                  </a:lnTo>
                  <a:lnTo>
                    <a:pt x="8801" y="1534"/>
                  </a:lnTo>
                  <a:cubicBezTo>
                    <a:pt x="8801" y="1534"/>
                    <a:pt x="82" y="5086"/>
                    <a:pt x="82" y="5409"/>
                  </a:cubicBezTo>
                  <a:cubicBezTo>
                    <a:pt x="82" y="5732"/>
                    <a:pt x="1" y="5975"/>
                    <a:pt x="728" y="5975"/>
                  </a:cubicBezTo>
                  <a:lnTo>
                    <a:pt x="11949" y="5975"/>
                  </a:lnTo>
                  <a:lnTo>
                    <a:pt x="13160" y="5571"/>
                  </a:lnTo>
                  <a:lnTo>
                    <a:pt x="13160" y="5975"/>
                  </a:lnTo>
                  <a:lnTo>
                    <a:pt x="16389" y="5975"/>
                  </a:lnTo>
                  <a:lnTo>
                    <a:pt x="16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51"/>
            <p:cNvSpPr/>
            <p:nvPr/>
          </p:nvSpPr>
          <p:spPr>
            <a:xfrm>
              <a:off x="5125700" y="5206425"/>
              <a:ext cx="411775" cy="149375"/>
            </a:xfrm>
            <a:custGeom>
              <a:avLst/>
              <a:gdLst/>
              <a:ahLst/>
              <a:cxnLst/>
              <a:rect l="l" t="t" r="r" b="b"/>
              <a:pathLst>
                <a:path w="16471" h="5975" extrusionOk="0">
                  <a:moveTo>
                    <a:pt x="16470" y="1"/>
                  </a:moveTo>
                  <a:lnTo>
                    <a:pt x="9851" y="81"/>
                  </a:lnTo>
                  <a:lnTo>
                    <a:pt x="8801" y="1534"/>
                  </a:lnTo>
                  <a:cubicBezTo>
                    <a:pt x="8801" y="1534"/>
                    <a:pt x="82" y="5086"/>
                    <a:pt x="82" y="5409"/>
                  </a:cubicBezTo>
                  <a:cubicBezTo>
                    <a:pt x="82" y="5732"/>
                    <a:pt x="1" y="5975"/>
                    <a:pt x="728" y="5975"/>
                  </a:cubicBezTo>
                  <a:lnTo>
                    <a:pt x="11949" y="5975"/>
                  </a:lnTo>
                  <a:lnTo>
                    <a:pt x="13160" y="5571"/>
                  </a:lnTo>
                  <a:lnTo>
                    <a:pt x="13160" y="5975"/>
                  </a:lnTo>
                  <a:lnTo>
                    <a:pt x="16389" y="5975"/>
                  </a:lnTo>
                  <a:lnTo>
                    <a:pt x="16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51"/>
            <p:cNvSpPr/>
            <p:nvPr/>
          </p:nvSpPr>
          <p:spPr>
            <a:xfrm>
              <a:off x="4781725" y="1727075"/>
              <a:ext cx="440575" cy="143650"/>
            </a:xfrm>
            <a:custGeom>
              <a:avLst/>
              <a:gdLst/>
              <a:ahLst/>
              <a:cxnLst/>
              <a:rect l="l" t="t" r="r" b="b"/>
              <a:pathLst>
                <a:path w="17623" h="5746" extrusionOk="0">
                  <a:moveTo>
                    <a:pt x="8537" y="1"/>
                  </a:moveTo>
                  <a:cubicBezTo>
                    <a:pt x="6393" y="1"/>
                    <a:pt x="4198" y="236"/>
                    <a:pt x="2620" y="982"/>
                  </a:cubicBezTo>
                  <a:lnTo>
                    <a:pt x="1" y="5745"/>
                  </a:lnTo>
                  <a:cubicBezTo>
                    <a:pt x="1" y="5745"/>
                    <a:pt x="6549" y="3840"/>
                    <a:pt x="10121" y="3840"/>
                  </a:cubicBezTo>
                  <a:cubicBezTo>
                    <a:pt x="13694" y="3840"/>
                    <a:pt x="17623" y="4555"/>
                    <a:pt x="17623" y="4555"/>
                  </a:cubicBezTo>
                  <a:lnTo>
                    <a:pt x="15739" y="694"/>
                  </a:lnTo>
                  <a:cubicBezTo>
                    <a:pt x="15739" y="694"/>
                    <a:pt x="12214" y="1"/>
                    <a:pt x="853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51"/>
            <p:cNvSpPr/>
            <p:nvPr/>
          </p:nvSpPr>
          <p:spPr>
            <a:xfrm>
              <a:off x="4772950" y="1719850"/>
              <a:ext cx="458075" cy="157950"/>
            </a:xfrm>
            <a:custGeom>
              <a:avLst/>
              <a:gdLst/>
              <a:ahLst/>
              <a:cxnLst/>
              <a:rect l="l" t="t" r="r" b="b"/>
              <a:pathLst>
                <a:path w="18323" h="6318" extrusionOk="0">
                  <a:moveTo>
                    <a:pt x="8873" y="576"/>
                  </a:moveTo>
                  <a:cubicBezTo>
                    <a:pt x="12090" y="576"/>
                    <a:pt x="15213" y="1111"/>
                    <a:pt x="15899" y="1235"/>
                  </a:cubicBezTo>
                  <a:lnTo>
                    <a:pt x="17477" y="4473"/>
                  </a:lnTo>
                  <a:cubicBezTo>
                    <a:pt x="16267" y="4279"/>
                    <a:pt x="13248" y="3845"/>
                    <a:pt x="10472" y="3845"/>
                  </a:cubicBezTo>
                  <a:cubicBezTo>
                    <a:pt x="7527" y="3845"/>
                    <a:pt x="2682" y="5097"/>
                    <a:pt x="925" y="5579"/>
                  </a:cubicBezTo>
                  <a:lnTo>
                    <a:pt x="3174" y="1490"/>
                  </a:lnTo>
                  <a:lnTo>
                    <a:pt x="3174" y="1489"/>
                  </a:lnTo>
                  <a:cubicBezTo>
                    <a:pt x="4697" y="797"/>
                    <a:pt x="6804" y="576"/>
                    <a:pt x="8873" y="576"/>
                  </a:cubicBezTo>
                  <a:close/>
                  <a:moveTo>
                    <a:pt x="8908" y="1"/>
                  </a:moveTo>
                  <a:cubicBezTo>
                    <a:pt x="6727" y="1"/>
                    <a:pt x="4482" y="243"/>
                    <a:pt x="2850" y="1014"/>
                  </a:cubicBezTo>
                  <a:cubicBezTo>
                    <a:pt x="2796" y="1040"/>
                    <a:pt x="2751" y="1082"/>
                    <a:pt x="2722" y="1134"/>
                  </a:cubicBezTo>
                  <a:lnTo>
                    <a:pt x="103" y="5898"/>
                  </a:lnTo>
                  <a:cubicBezTo>
                    <a:pt x="0" y="6086"/>
                    <a:pt x="137" y="6316"/>
                    <a:pt x="352" y="6317"/>
                  </a:cubicBezTo>
                  <a:cubicBezTo>
                    <a:pt x="378" y="6317"/>
                    <a:pt x="405" y="6313"/>
                    <a:pt x="431" y="6306"/>
                  </a:cubicBezTo>
                  <a:cubicBezTo>
                    <a:pt x="496" y="6287"/>
                    <a:pt x="6981" y="4412"/>
                    <a:pt x="10472" y="4412"/>
                  </a:cubicBezTo>
                  <a:cubicBezTo>
                    <a:pt x="13976" y="4412"/>
                    <a:pt x="17884" y="5114"/>
                    <a:pt x="17923" y="5122"/>
                  </a:cubicBezTo>
                  <a:cubicBezTo>
                    <a:pt x="17940" y="5125"/>
                    <a:pt x="17957" y="5127"/>
                    <a:pt x="17974" y="5127"/>
                  </a:cubicBezTo>
                  <a:cubicBezTo>
                    <a:pt x="18177" y="5127"/>
                    <a:pt x="18322" y="4911"/>
                    <a:pt x="18228" y="4719"/>
                  </a:cubicBezTo>
                  <a:lnTo>
                    <a:pt x="16346" y="857"/>
                  </a:lnTo>
                  <a:cubicBezTo>
                    <a:pt x="16307" y="777"/>
                    <a:pt x="16232" y="721"/>
                    <a:pt x="16146" y="704"/>
                  </a:cubicBezTo>
                  <a:cubicBezTo>
                    <a:pt x="15919" y="659"/>
                    <a:pt x="12500" y="1"/>
                    <a:pt x="8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51"/>
            <p:cNvSpPr/>
            <p:nvPr/>
          </p:nvSpPr>
          <p:spPr>
            <a:xfrm>
              <a:off x="5154275" y="1927700"/>
              <a:ext cx="518725" cy="985300"/>
            </a:xfrm>
            <a:custGeom>
              <a:avLst/>
              <a:gdLst/>
              <a:ahLst/>
              <a:cxnLst/>
              <a:rect l="l" t="t" r="r" b="b"/>
              <a:pathLst>
                <a:path w="20749" h="39412" extrusionOk="0">
                  <a:moveTo>
                    <a:pt x="12201" y="1"/>
                  </a:moveTo>
                  <a:cubicBezTo>
                    <a:pt x="9248" y="241"/>
                    <a:pt x="7266" y="20313"/>
                    <a:pt x="7266" y="20313"/>
                  </a:cubicBezTo>
                  <a:lnTo>
                    <a:pt x="9134" y="29655"/>
                  </a:lnTo>
                  <a:lnTo>
                    <a:pt x="415" y="33806"/>
                  </a:lnTo>
                  <a:lnTo>
                    <a:pt x="0" y="39412"/>
                  </a:lnTo>
                  <a:lnTo>
                    <a:pt x="0" y="39412"/>
                  </a:lnTo>
                  <a:lnTo>
                    <a:pt x="17363" y="37029"/>
                  </a:lnTo>
                  <a:cubicBezTo>
                    <a:pt x="19402" y="36748"/>
                    <a:pt x="20749" y="34765"/>
                    <a:pt x="20257" y="32768"/>
                  </a:cubicBezTo>
                  <a:lnTo>
                    <a:pt x="12201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51"/>
            <p:cNvSpPr/>
            <p:nvPr/>
          </p:nvSpPr>
          <p:spPr>
            <a:xfrm>
              <a:off x="5146900" y="1920600"/>
              <a:ext cx="527025" cy="999500"/>
            </a:xfrm>
            <a:custGeom>
              <a:avLst/>
              <a:gdLst/>
              <a:ahLst/>
              <a:cxnLst/>
              <a:rect l="l" t="t" r="r" b="b"/>
              <a:pathLst>
                <a:path w="21081" h="39980" extrusionOk="0">
                  <a:moveTo>
                    <a:pt x="12291" y="638"/>
                  </a:moveTo>
                  <a:lnTo>
                    <a:pt x="20277" y="33121"/>
                  </a:lnTo>
                  <a:cubicBezTo>
                    <a:pt x="20492" y="33996"/>
                    <a:pt x="20326" y="34922"/>
                    <a:pt x="19819" y="35667"/>
                  </a:cubicBezTo>
                  <a:cubicBezTo>
                    <a:pt x="19313" y="36413"/>
                    <a:pt x="18513" y="36909"/>
                    <a:pt x="17620" y="37031"/>
                  </a:cubicBezTo>
                  <a:lnTo>
                    <a:pt x="604" y="39367"/>
                  </a:lnTo>
                  <a:lnTo>
                    <a:pt x="982" y="34276"/>
                  </a:lnTo>
                  <a:lnTo>
                    <a:pt x="9552" y="30194"/>
                  </a:lnTo>
                  <a:cubicBezTo>
                    <a:pt x="9669" y="30139"/>
                    <a:pt x="9734" y="30010"/>
                    <a:pt x="9708" y="29883"/>
                  </a:cubicBezTo>
                  <a:lnTo>
                    <a:pt x="7848" y="20582"/>
                  </a:lnTo>
                  <a:cubicBezTo>
                    <a:pt x="8579" y="13206"/>
                    <a:pt x="10395" y="1660"/>
                    <a:pt x="12291" y="638"/>
                  </a:cubicBezTo>
                  <a:close/>
                  <a:moveTo>
                    <a:pt x="12492" y="0"/>
                  </a:moveTo>
                  <a:cubicBezTo>
                    <a:pt x="12486" y="0"/>
                    <a:pt x="12479" y="1"/>
                    <a:pt x="12472" y="1"/>
                  </a:cubicBezTo>
                  <a:cubicBezTo>
                    <a:pt x="9437" y="249"/>
                    <a:pt x="7615" y="17177"/>
                    <a:pt x="7279" y="20568"/>
                  </a:cubicBezTo>
                  <a:cubicBezTo>
                    <a:pt x="7277" y="20596"/>
                    <a:pt x="7278" y="20624"/>
                    <a:pt x="7284" y="20652"/>
                  </a:cubicBezTo>
                  <a:lnTo>
                    <a:pt x="9109" y="29778"/>
                  </a:lnTo>
                  <a:lnTo>
                    <a:pt x="589" y="33835"/>
                  </a:lnTo>
                  <a:cubicBezTo>
                    <a:pt x="497" y="33878"/>
                    <a:pt x="436" y="33968"/>
                    <a:pt x="428" y="34069"/>
                  </a:cubicBezTo>
                  <a:lnTo>
                    <a:pt x="13" y="39674"/>
                  </a:lnTo>
                  <a:cubicBezTo>
                    <a:pt x="1" y="39839"/>
                    <a:pt x="131" y="39978"/>
                    <a:pt x="295" y="39979"/>
                  </a:cubicBezTo>
                  <a:cubicBezTo>
                    <a:pt x="308" y="39978"/>
                    <a:pt x="321" y="39978"/>
                    <a:pt x="333" y="39976"/>
                  </a:cubicBezTo>
                  <a:lnTo>
                    <a:pt x="17696" y="37593"/>
                  </a:lnTo>
                  <a:cubicBezTo>
                    <a:pt x="18749" y="37449"/>
                    <a:pt x="19690" y="36865"/>
                    <a:pt x="20287" y="35986"/>
                  </a:cubicBezTo>
                  <a:cubicBezTo>
                    <a:pt x="20885" y="35107"/>
                    <a:pt x="21080" y="34016"/>
                    <a:pt x="20826" y="32985"/>
                  </a:cubicBezTo>
                  <a:lnTo>
                    <a:pt x="12771" y="216"/>
                  </a:lnTo>
                  <a:cubicBezTo>
                    <a:pt x="12738" y="89"/>
                    <a:pt x="12623" y="0"/>
                    <a:pt x="12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51"/>
            <p:cNvSpPr/>
            <p:nvPr/>
          </p:nvSpPr>
          <p:spPr>
            <a:xfrm>
              <a:off x="4543950" y="1815650"/>
              <a:ext cx="918300" cy="1251350"/>
            </a:xfrm>
            <a:custGeom>
              <a:avLst/>
              <a:gdLst/>
              <a:ahLst/>
              <a:cxnLst/>
              <a:rect l="l" t="t" r="r" b="b"/>
              <a:pathLst>
                <a:path w="36732" h="50054" extrusionOk="0">
                  <a:moveTo>
                    <a:pt x="18657" y="0"/>
                  </a:moveTo>
                  <a:cubicBezTo>
                    <a:pt x="15879" y="0"/>
                    <a:pt x="13007" y="296"/>
                    <a:pt x="10308" y="861"/>
                  </a:cubicBezTo>
                  <a:cubicBezTo>
                    <a:pt x="7851" y="1374"/>
                    <a:pt x="5538" y="2109"/>
                    <a:pt x="3571" y="3046"/>
                  </a:cubicBezTo>
                  <a:cubicBezTo>
                    <a:pt x="1071" y="4236"/>
                    <a:pt x="0" y="4593"/>
                    <a:pt x="0" y="4593"/>
                  </a:cubicBezTo>
                  <a:cubicBezTo>
                    <a:pt x="0" y="4593"/>
                    <a:pt x="3081" y="44513"/>
                    <a:pt x="3081" y="46537"/>
                  </a:cubicBezTo>
                  <a:cubicBezTo>
                    <a:pt x="3081" y="48561"/>
                    <a:pt x="2962" y="48680"/>
                    <a:pt x="3676" y="49275"/>
                  </a:cubicBezTo>
                  <a:cubicBezTo>
                    <a:pt x="4281" y="49779"/>
                    <a:pt x="7024" y="50053"/>
                    <a:pt x="11825" y="50053"/>
                  </a:cubicBezTo>
                  <a:cubicBezTo>
                    <a:pt x="12695" y="50053"/>
                    <a:pt x="13632" y="50044"/>
                    <a:pt x="14635" y="50026"/>
                  </a:cubicBezTo>
                  <a:cubicBezTo>
                    <a:pt x="17364" y="49976"/>
                    <a:pt x="19968" y="49962"/>
                    <a:pt x="22121" y="49962"/>
                  </a:cubicBezTo>
                  <a:cubicBezTo>
                    <a:pt x="25134" y="49962"/>
                    <a:pt x="27263" y="49990"/>
                    <a:pt x="27610" y="49990"/>
                  </a:cubicBezTo>
                  <a:cubicBezTo>
                    <a:pt x="28205" y="49990"/>
                    <a:pt x="29277" y="49632"/>
                    <a:pt x="29991" y="48561"/>
                  </a:cubicBezTo>
                  <a:cubicBezTo>
                    <a:pt x="30706" y="47489"/>
                    <a:pt x="36496" y="4959"/>
                    <a:pt x="36614" y="4483"/>
                  </a:cubicBezTo>
                  <a:cubicBezTo>
                    <a:pt x="36732" y="4005"/>
                    <a:pt x="27619" y="1251"/>
                    <a:pt x="26777" y="1011"/>
                  </a:cubicBezTo>
                  <a:cubicBezTo>
                    <a:pt x="24383" y="327"/>
                    <a:pt x="21572" y="0"/>
                    <a:pt x="1865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51"/>
            <p:cNvSpPr/>
            <p:nvPr/>
          </p:nvSpPr>
          <p:spPr>
            <a:xfrm>
              <a:off x="4536625" y="1808450"/>
              <a:ext cx="933050" cy="1265625"/>
            </a:xfrm>
            <a:custGeom>
              <a:avLst/>
              <a:gdLst/>
              <a:ahLst/>
              <a:cxnLst/>
              <a:rect l="l" t="t" r="r" b="b"/>
              <a:pathLst>
                <a:path w="37322" h="50625" extrusionOk="0">
                  <a:moveTo>
                    <a:pt x="18942" y="566"/>
                  </a:moveTo>
                  <a:cubicBezTo>
                    <a:pt x="21873" y="566"/>
                    <a:pt x="24649" y="902"/>
                    <a:pt x="26992" y="1572"/>
                  </a:cubicBezTo>
                  <a:cubicBezTo>
                    <a:pt x="28646" y="2044"/>
                    <a:pt x="35732" y="4245"/>
                    <a:pt x="36607" y="4844"/>
                  </a:cubicBezTo>
                  <a:cubicBezTo>
                    <a:pt x="36534" y="5315"/>
                    <a:pt x="36301" y="6968"/>
                    <a:pt x="35754" y="10873"/>
                  </a:cubicBezTo>
                  <a:cubicBezTo>
                    <a:pt x="34212" y="21871"/>
                    <a:pt x="30602" y="47625"/>
                    <a:pt x="30048" y="48691"/>
                  </a:cubicBezTo>
                  <a:cubicBezTo>
                    <a:pt x="29362" y="49721"/>
                    <a:pt x="28345" y="49994"/>
                    <a:pt x="27903" y="49994"/>
                  </a:cubicBezTo>
                  <a:lnTo>
                    <a:pt x="27314" y="49989"/>
                  </a:lnTo>
                  <a:cubicBezTo>
                    <a:pt x="26453" y="49982"/>
                    <a:pt x="24693" y="49966"/>
                    <a:pt x="22431" y="49966"/>
                  </a:cubicBezTo>
                  <a:cubicBezTo>
                    <a:pt x="20270" y="49966"/>
                    <a:pt x="17652" y="49981"/>
                    <a:pt x="14924" y="50030"/>
                  </a:cubicBezTo>
                  <a:cubicBezTo>
                    <a:pt x="13893" y="50049"/>
                    <a:pt x="12961" y="50058"/>
                    <a:pt x="12116" y="50058"/>
                  </a:cubicBezTo>
                  <a:cubicBezTo>
                    <a:pt x="5763" y="50058"/>
                    <a:pt x="4426" y="49575"/>
                    <a:pt x="4152" y="49346"/>
                  </a:cubicBezTo>
                  <a:cubicBezTo>
                    <a:pt x="3641" y="48920"/>
                    <a:pt x="3642" y="48870"/>
                    <a:pt x="3654" y="47575"/>
                  </a:cubicBezTo>
                  <a:cubicBezTo>
                    <a:pt x="3656" y="47358"/>
                    <a:pt x="3658" y="47110"/>
                    <a:pt x="3658" y="46825"/>
                  </a:cubicBezTo>
                  <a:cubicBezTo>
                    <a:pt x="3658" y="44868"/>
                    <a:pt x="861" y="8568"/>
                    <a:pt x="592" y="5075"/>
                  </a:cubicBezTo>
                  <a:cubicBezTo>
                    <a:pt x="1014" y="4918"/>
                    <a:pt x="2088" y="4494"/>
                    <a:pt x="3987" y="3589"/>
                  </a:cubicBezTo>
                  <a:cubicBezTo>
                    <a:pt x="5896" y="2679"/>
                    <a:pt x="8141" y="1951"/>
                    <a:pt x="10658" y="1426"/>
                  </a:cubicBezTo>
                  <a:cubicBezTo>
                    <a:pt x="13405" y="851"/>
                    <a:pt x="16239" y="566"/>
                    <a:pt x="18942" y="566"/>
                  </a:cubicBezTo>
                  <a:close/>
                  <a:moveTo>
                    <a:pt x="18942" y="1"/>
                  </a:moveTo>
                  <a:cubicBezTo>
                    <a:pt x="16199" y="1"/>
                    <a:pt x="13325" y="290"/>
                    <a:pt x="10543" y="872"/>
                  </a:cubicBezTo>
                  <a:cubicBezTo>
                    <a:pt x="7982" y="1406"/>
                    <a:pt x="5694" y="2149"/>
                    <a:pt x="3743" y="3077"/>
                  </a:cubicBezTo>
                  <a:cubicBezTo>
                    <a:pt x="1294" y="4244"/>
                    <a:pt x="213" y="4609"/>
                    <a:pt x="204" y="4613"/>
                  </a:cubicBezTo>
                  <a:cubicBezTo>
                    <a:pt x="79" y="4654"/>
                    <a:pt x="0" y="4774"/>
                    <a:pt x="10" y="4904"/>
                  </a:cubicBezTo>
                  <a:cubicBezTo>
                    <a:pt x="41" y="5302"/>
                    <a:pt x="3091" y="44834"/>
                    <a:pt x="3091" y="46825"/>
                  </a:cubicBezTo>
                  <a:cubicBezTo>
                    <a:pt x="3091" y="47108"/>
                    <a:pt x="3089" y="47355"/>
                    <a:pt x="3087" y="47569"/>
                  </a:cubicBezTo>
                  <a:cubicBezTo>
                    <a:pt x="3074" y="48905"/>
                    <a:pt x="3071" y="49183"/>
                    <a:pt x="3789" y="49780"/>
                  </a:cubicBezTo>
                  <a:cubicBezTo>
                    <a:pt x="4462" y="50342"/>
                    <a:pt x="7258" y="50624"/>
                    <a:pt x="12117" y="50624"/>
                  </a:cubicBezTo>
                  <a:cubicBezTo>
                    <a:pt x="12990" y="50624"/>
                    <a:pt x="13929" y="50616"/>
                    <a:pt x="14934" y="50597"/>
                  </a:cubicBezTo>
                  <a:cubicBezTo>
                    <a:pt x="17659" y="50548"/>
                    <a:pt x="20273" y="50533"/>
                    <a:pt x="22431" y="50533"/>
                  </a:cubicBezTo>
                  <a:cubicBezTo>
                    <a:pt x="24691" y="50533"/>
                    <a:pt x="26449" y="50549"/>
                    <a:pt x="27309" y="50556"/>
                  </a:cubicBezTo>
                  <a:lnTo>
                    <a:pt x="27903" y="50560"/>
                  </a:lnTo>
                  <a:cubicBezTo>
                    <a:pt x="28490" y="50560"/>
                    <a:pt x="29702" y="50234"/>
                    <a:pt x="30520" y="49006"/>
                  </a:cubicBezTo>
                  <a:cubicBezTo>
                    <a:pt x="31004" y="48279"/>
                    <a:pt x="33187" y="33267"/>
                    <a:pt x="36314" y="10952"/>
                  </a:cubicBezTo>
                  <a:cubicBezTo>
                    <a:pt x="36799" y="7494"/>
                    <a:pt x="37149" y="4994"/>
                    <a:pt x="37182" y="4839"/>
                  </a:cubicBezTo>
                  <a:cubicBezTo>
                    <a:pt x="37263" y="4515"/>
                    <a:pt x="37321" y="4280"/>
                    <a:pt x="32437" y="2676"/>
                  </a:cubicBezTo>
                  <a:cubicBezTo>
                    <a:pt x="30038" y="1890"/>
                    <a:pt x="27564" y="1145"/>
                    <a:pt x="27149" y="1026"/>
                  </a:cubicBezTo>
                  <a:cubicBezTo>
                    <a:pt x="24758" y="344"/>
                    <a:pt x="21927" y="1"/>
                    <a:pt x="189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51"/>
            <p:cNvSpPr/>
            <p:nvPr/>
          </p:nvSpPr>
          <p:spPr>
            <a:xfrm>
              <a:off x="5098750" y="2607025"/>
              <a:ext cx="76075" cy="61225"/>
            </a:xfrm>
            <a:custGeom>
              <a:avLst/>
              <a:gdLst/>
              <a:ahLst/>
              <a:cxnLst/>
              <a:rect l="l" t="t" r="r" b="b"/>
              <a:pathLst>
                <a:path w="3043" h="2449" extrusionOk="0">
                  <a:moveTo>
                    <a:pt x="2721" y="0"/>
                  </a:moveTo>
                  <a:cubicBezTo>
                    <a:pt x="2646" y="0"/>
                    <a:pt x="2571" y="30"/>
                    <a:pt x="2515" y="89"/>
                  </a:cubicBezTo>
                  <a:cubicBezTo>
                    <a:pt x="1775" y="762"/>
                    <a:pt x="984" y="1376"/>
                    <a:pt x="150" y="1928"/>
                  </a:cubicBezTo>
                  <a:cubicBezTo>
                    <a:pt x="47" y="1997"/>
                    <a:pt x="0" y="2126"/>
                    <a:pt x="36" y="2245"/>
                  </a:cubicBezTo>
                  <a:cubicBezTo>
                    <a:pt x="71" y="2365"/>
                    <a:pt x="182" y="2447"/>
                    <a:pt x="306" y="2448"/>
                  </a:cubicBezTo>
                  <a:cubicBezTo>
                    <a:pt x="361" y="2448"/>
                    <a:pt x="415" y="2432"/>
                    <a:pt x="462" y="2402"/>
                  </a:cubicBezTo>
                  <a:cubicBezTo>
                    <a:pt x="1321" y="1834"/>
                    <a:pt x="2134" y="1201"/>
                    <a:pt x="2896" y="507"/>
                  </a:cubicBezTo>
                  <a:cubicBezTo>
                    <a:pt x="3026" y="406"/>
                    <a:pt x="3042" y="215"/>
                    <a:pt x="2931" y="93"/>
                  </a:cubicBezTo>
                  <a:cubicBezTo>
                    <a:pt x="2875" y="31"/>
                    <a:pt x="2798" y="0"/>
                    <a:pt x="2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51"/>
            <p:cNvSpPr/>
            <p:nvPr/>
          </p:nvSpPr>
          <p:spPr>
            <a:xfrm>
              <a:off x="5213825" y="2219000"/>
              <a:ext cx="179225" cy="342950"/>
            </a:xfrm>
            <a:custGeom>
              <a:avLst/>
              <a:gdLst/>
              <a:ahLst/>
              <a:cxnLst/>
              <a:rect l="l" t="t" r="r" b="b"/>
              <a:pathLst>
                <a:path w="7169" h="13718" extrusionOk="0">
                  <a:moveTo>
                    <a:pt x="6857" y="1"/>
                  </a:moveTo>
                  <a:cubicBezTo>
                    <a:pt x="6726" y="1"/>
                    <a:pt x="6608" y="92"/>
                    <a:pt x="6580" y="225"/>
                  </a:cubicBezTo>
                  <a:cubicBezTo>
                    <a:pt x="6563" y="297"/>
                    <a:pt x="4880" y="7540"/>
                    <a:pt x="153" y="13252"/>
                  </a:cubicBezTo>
                  <a:cubicBezTo>
                    <a:pt x="0" y="13437"/>
                    <a:pt x="131" y="13717"/>
                    <a:pt x="371" y="13718"/>
                  </a:cubicBezTo>
                  <a:cubicBezTo>
                    <a:pt x="456" y="13718"/>
                    <a:pt x="536" y="13680"/>
                    <a:pt x="589" y="13615"/>
                  </a:cubicBezTo>
                  <a:cubicBezTo>
                    <a:pt x="5406" y="7795"/>
                    <a:pt x="7115" y="424"/>
                    <a:pt x="7132" y="350"/>
                  </a:cubicBezTo>
                  <a:cubicBezTo>
                    <a:pt x="7168" y="197"/>
                    <a:pt x="7073" y="43"/>
                    <a:pt x="6920" y="8"/>
                  </a:cubicBezTo>
                  <a:cubicBezTo>
                    <a:pt x="6899" y="3"/>
                    <a:pt x="6878" y="1"/>
                    <a:pt x="68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51"/>
            <p:cNvSpPr/>
            <p:nvPr/>
          </p:nvSpPr>
          <p:spPr>
            <a:xfrm>
              <a:off x="5395900" y="2664750"/>
              <a:ext cx="165100" cy="82175"/>
            </a:xfrm>
            <a:custGeom>
              <a:avLst/>
              <a:gdLst/>
              <a:ahLst/>
              <a:cxnLst/>
              <a:rect l="l" t="t" r="r" b="b"/>
              <a:pathLst>
                <a:path w="6604" h="3287" extrusionOk="0">
                  <a:moveTo>
                    <a:pt x="321" y="0"/>
                  </a:moveTo>
                  <a:cubicBezTo>
                    <a:pt x="264" y="0"/>
                    <a:pt x="206" y="17"/>
                    <a:pt x="156" y="53"/>
                  </a:cubicBezTo>
                  <a:cubicBezTo>
                    <a:pt x="34" y="140"/>
                    <a:pt x="0" y="307"/>
                    <a:pt x="80" y="435"/>
                  </a:cubicBezTo>
                  <a:cubicBezTo>
                    <a:pt x="154" y="538"/>
                    <a:pt x="1951" y="2996"/>
                    <a:pt x="6304" y="3285"/>
                  </a:cubicBezTo>
                  <a:cubicBezTo>
                    <a:pt x="6312" y="3286"/>
                    <a:pt x="6317" y="3286"/>
                    <a:pt x="6323" y="3286"/>
                  </a:cubicBezTo>
                  <a:lnTo>
                    <a:pt x="6325" y="3286"/>
                  </a:lnTo>
                  <a:cubicBezTo>
                    <a:pt x="6474" y="3281"/>
                    <a:pt x="6594" y="3161"/>
                    <a:pt x="6598" y="3012"/>
                  </a:cubicBezTo>
                  <a:cubicBezTo>
                    <a:pt x="6604" y="2861"/>
                    <a:pt x="6491" y="2734"/>
                    <a:pt x="6343" y="2719"/>
                  </a:cubicBezTo>
                  <a:cubicBezTo>
                    <a:pt x="2272" y="2449"/>
                    <a:pt x="558" y="128"/>
                    <a:pt x="541" y="105"/>
                  </a:cubicBezTo>
                  <a:cubicBezTo>
                    <a:pt x="485" y="36"/>
                    <a:pt x="40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51"/>
            <p:cNvSpPr/>
            <p:nvPr/>
          </p:nvSpPr>
          <p:spPr>
            <a:xfrm>
              <a:off x="5375050" y="2662275"/>
              <a:ext cx="104575" cy="116525"/>
            </a:xfrm>
            <a:custGeom>
              <a:avLst/>
              <a:gdLst/>
              <a:ahLst/>
              <a:cxnLst/>
              <a:rect l="l" t="t" r="r" b="b"/>
              <a:pathLst>
                <a:path w="4183" h="4661" extrusionOk="0">
                  <a:moveTo>
                    <a:pt x="308" y="0"/>
                  </a:moveTo>
                  <a:cubicBezTo>
                    <a:pt x="285" y="0"/>
                    <a:pt x="262" y="3"/>
                    <a:pt x="239" y="9"/>
                  </a:cubicBezTo>
                  <a:cubicBezTo>
                    <a:pt x="92" y="46"/>
                    <a:pt x="0" y="191"/>
                    <a:pt x="29" y="340"/>
                  </a:cubicBezTo>
                  <a:cubicBezTo>
                    <a:pt x="57" y="453"/>
                    <a:pt x="753" y="3131"/>
                    <a:pt x="3751" y="4631"/>
                  </a:cubicBezTo>
                  <a:cubicBezTo>
                    <a:pt x="3791" y="4650"/>
                    <a:pt x="3834" y="4660"/>
                    <a:pt x="3877" y="4661"/>
                  </a:cubicBezTo>
                  <a:cubicBezTo>
                    <a:pt x="4008" y="4660"/>
                    <a:pt x="4122" y="4569"/>
                    <a:pt x="4152" y="4441"/>
                  </a:cubicBezTo>
                  <a:cubicBezTo>
                    <a:pt x="4182" y="4315"/>
                    <a:pt x="4121" y="4183"/>
                    <a:pt x="4005" y="4123"/>
                  </a:cubicBezTo>
                  <a:cubicBezTo>
                    <a:pt x="1250" y="2746"/>
                    <a:pt x="585" y="227"/>
                    <a:pt x="580" y="203"/>
                  </a:cubicBezTo>
                  <a:cubicBezTo>
                    <a:pt x="543" y="80"/>
                    <a:pt x="430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51"/>
            <p:cNvSpPr/>
            <p:nvPr/>
          </p:nvSpPr>
          <p:spPr>
            <a:xfrm>
              <a:off x="3624925" y="1542075"/>
              <a:ext cx="1000550" cy="848475"/>
            </a:xfrm>
            <a:custGeom>
              <a:avLst/>
              <a:gdLst/>
              <a:ahLst/>
              <a:cxnLst/>
              <a:rect l="l" t="t" r="r" b="b"/>
              <a:pathLst>
                <a:path w="40022" h="33939" extrusionOk="0">
                  <a:moveTo>
                    <a:pt x="3242" y="1"/>
                  </a:moveTo>
                  <a:lnTo>
                    <a:pt x="1" y="2702"/>
                  </a:lnTo>
                  <a:lnTo>
                    <a:pt x="14963" y="31490"/>
                  </a:lnTo>
                  <a:cubicBezTo>
                    <a:pt x="15757" y="33017"/>
                    <a:pt x="17327" y="33938"/>
                    <a:pt x="18995" y="33938"/>
                  </a:cubicBezTo>
                  <a:cubicBezTo>
                    <a:pt x="19319" y="33938"/>
                    <a:pt x="19646" y="33904"/>
                    <a:pt x="19972" y="33832"/>
                  </a:cubicBezTo>
                  <a:lnTo>
                    <a:pt x="37823" y="29898"/>
                  </a:lnTo>
                  <a:cubicBezTo>
                    <a:pt x="37823" y="29898"/>
                    <a:pt x="40022" y="23868"/>
                    <a:pt x="36761" y="15536"/>
                  </a:cubicBezTo>
                  <a:lnTo>
                    <a:pt x="19940" y="20794"/>
                  </a:lnTo>
                  <a:lnTo>
                    <a:pt x="3242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51"/>
            <p:cNvSpPr/>
            <p:nvPr/>
          </p:nvSpPr>
          <p:spPr>
            <a:xfrm>
              <a:off x="3617100" y="1535000"/>
              <a:ext cx="1015025" cy="862625"/>
            </a:xfrm>
            <a:custGeom>
              <a:avLst/>
              <a:gdLst/>
              <a:ahLst/>
              <a:cxnLst/>
              <a:rect l="l" t="t" r="r" b="b"/>
              <a:pathLst>
                <a:path w="40601" h="34505" extrusionOk="0">
                  <a:moveTo>
                    <a:pt x="3515" y="685"/>
                  </a:moveTo>
                  <a:lnTo>
                    <a:pt x="20032" y="21254"/>
                  </a:lnTo>
                  <a:cubicBezTo>
                    <a:pt x="20086" y="21322"/>
                    <a:pt x="20168" y="21360"/>
                    <a:pt x="20252" y="21360"/>
                  </a:cubicBezTo>
                  <a:cubicBezTo>
                    <a:pt x="20281" y="21360"/>
                    <a:pt x="20309" y="21356"/>
                    <a:pt x="20337" y="21347"/>
                  </a:cubicBezTo>
                  <a:lnTo>
                    <a:pt x="36904" y="16168"/>
                  </a:lnTo>
                  <a:cubicBezTo>
                    <a:pt x="39682" y="23470"/>
                    <a:pt x="38210" y="28988"/>
                    <a:pt x="37916" y="29939"/>
                  </a:cubicBezTo>
                  <a:lnTo>
                    <a:pt x="20225" y="33838"/>
                  </a:lnTo>
                  <a:cubicBezTo>
                    <a:pt x="19920" y="33905"/>
                    <a:pt x="19613" y="33938"/>
                    <a:pt x="19310" y="33938"/>
                  </a:cubicBezTo>
                  <a:cubicBezTo>
                    <a:pt x="17746" y="33938"/>
                    <a:pt x="16271" y="33072"/>
                    <a:pt x="15529" y="31643"/>
                  </a:cubicBezTo>
                  <a:lnTo>
                    <a:pt x="671" y="3056"/>
                  </a:lnTo>
                  <a:lnTo>
                    <a:pt x="3515" y="685"/>
                  </a:lnTo>
                  <a:close/>
                  <a:moveTo>
                    <a:pt x="3559" y="0"/>
                  </a:moveTo>
                  <a:cubicBezTo>
                    <a:pt x="3491" y="0"/>
                    <a:pt x="3426" y="23"/>
                    <a:pt x="3374" y="65"/>
                  </a:cubicBezTo>
                  <a:lnTo>
                    <a:pt x="132" y="2768"/>
                  </a:lnTo>
                  <a:cubicBezTo>
                    <a:pt x="30" y="2853"/>
                    <a:pt x="1" y="2998"/>
                    <a:pt x="62" y="3116"/>
                  </a:cubicBezTo>
                  <a:lnTo>
                    <a:pt x="15025" y="31904"/>
                  </a:lnTo>
                  <a:cubicBezTo>
                    <a:pt x="15867" y="33524"/>
                    <a:pt x="17540" y="34504"/>
                    <a:pt x="19311" y="34504"/>
                  </a:cubicBezTo>
                  <a:cubicBezTo>
                    <a:pt x="19659" y="34504"/>
                    <a:pt x="20006" y="34467"/>
                    <a:pt x="20346" y="34392"/>
                  </a:cubicBezTo>
                  <a:lnTo>
                    <a:pt x="38196" y="30458"/>
                  </a:lnTo>
                  <a:cubicBezTo>
                    <a:pt x="38291" y="30438"/>
                    <a:pt x="38368" y="30370"/>
                    <a:pt x="38402" y="30279"/>
                  </a:cubicBezTo>
                  <a:cubicBezTo>
                    <a:pt x="38494" y="30028"/>
                    <a:pt x="40600" y="24052"/>
                    <a:pt x="37338" y="15716"/>
                  </a:cubicBezTo>
                  <a:cubicBezTo>
                    <a:pt x="37294" y="15605"/>
                    <a:pt x="37187" y="15536"/>
                    <a:pt x="37073" y="15536"/>
                  </a:cubicBezTo>
                  <a:cubicBezTo>
                    <a:pt x="37045" y="15536"/>
                    <a:pt x="37017" y="15540"/>
                    <a:pt x="36989" y="15548"/>
                  </a:cubicBezTo>
                  <a:lnTo>
                    <a:pt x="20354" y="20748"/>
                  </a:lnTo>
                  <a:lnTo>
                    <a:pt x="3777" y="106"/>
                  </a:lnTo>
                  <a:cubicBezTo>
                    <a:pt x="3729" y="47"/>
                    <a:pt x="3659" y="9"/>
                    <a:pt x="3584" y="1"/>
                  </a:cubicBezTo>
                  <a:cubicBezTo>
                    <a:pt x="3575" y="1"/>
                    <a:pt x="3567" y="0"/>
                    <a:pt x="3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51"/>
            <p:cNvSpPr/>
            <p:nvPr/>
          </p:nvSpPr>
          <p:spPr>
            <a:xfrm>
              <a:off x="4061850" y="2072550"/>
              <a:ext cx="56025" cy="127775"/>
            </a:xfrm>
            <a:custGeom>
              <a:avLst/>
              <a:gdLst/>
              <a:ahLst/>
              <a:cxnLst/>
              <a:rect l="l" t="t" r="r" b="b"/>
              <a:pathLst>
                <a:path w="2241" h="5111" extrusionOk="0">
                  <a:moveTo>
                    <a:pt x="1920" y="0"/>
                  </a:moveTo>
                  <a:cubicBezTo>
                    <a:pt x="1839" y="0"/>
                    <a:pt x="1758" y="36"/>
                    <a:pt x="1702" y="103"/>
                  </a:cubicBezTo>
                  <a:cubicBezTo>
                    <a:pt x="1633" y="195"/>
                    <a:pt x="1" y="2403"/>
                    <a:pt x="189" y="4849"/>
                  </a:cubicBezTo>
                  <a:cubicBezTo>
                    <a:pt x="200" y="4996"/>
                    <a:pt x="323" y="5110"/>
                    <a:pt x="470" y="5110"/>
                  </a:cubicBezTo>
                  <a:lnTo>
                    <a:pt x="493" y="5110"/>
                  </a:lnTo>
                  <a:cubicBezTo>
                    <a:pt x="649" y="5097"/>
                    <a:pt x="765" y="4961"/>
                    <a:pt x="754" y="4805"/>
                  </a:cubicBezTo>
                  <a:cubicBezTo>
                    <a:pt x="583" y="2576"/>
                    <a:pt x="2139" y="464"/>
                    <a:pt x="2156" y="442"/>
                  </a:cubicBezTo>
                  <a:cubicBezTo>
                    <a:pt x="2240" y="317"/>
                    <a:pt x="2211" y="148"/>
                    <a:pt x="2090" y="57"/>
                  </a:cubicBezTo>
                  <a:cubicBezTo>
                    <a:pt x="2039" y="19"/>
                    <a:pt x="1980" y="0"/>
                    <a:pt x="1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51"/>
            <p:cNvSpPr/>
            <p:nvPr/>
          </p:nvSpPr>
          <p:spPr>
            <a:xfrm>
              <a:off x="4016325" y="2118125"/>
              <a:ext cx="48075" cy="145975"/>
            </a:xfrm>
            <a:custGeom>
              <a:avLst/>
              <a:gdLst/>
              <a:ahLst/>
              <a:cxnLst/>
              <a:rect l="l" t="t" r="r" b="b"/>
              <a:pathLst>
                <a:path w="1923" h="5839" extrusionOk="0">
                  <a:moveTo>
                    <a:pt x="1014" y="1"/>
                  </a:moveTo>
                  <a:cubicBezTo>
                    <a:pt x="889" y="1"/>
                    <a:pt x="774" y="84"/>
                    <a:pt x="740" y="210"/>
                  </a:cubicBezTo>
                  <a:cubicBezTo>
                    <a:pt x="710" y="348"/>
                    <a:pt x="1" y="3627"/>
                    <a:pt x="1324" y="5707"/>
                  </a:cubicBezTo>
                  <a:cubicBezTo>
                    <a:pt x="1376" y="5789"/>
                    <a:pt x="1467" y="5838"/>
                    <a:pt x="1563" y="5838"/>
                  </a:cubicBezTo>
                  <a:cubicBezTo>
                    <a:pt x="1787" y="5837"/>
                    <a:pt x="1922" y="5591"/>
                    <a:pt x="1802" y="5402"/>
                  </a:cubicBezTo>
                  <a:cubicBezTo>
                    <a:pt x="607" y="3522"/>
                    <a:pt x="1286" y="364"/>
                    <a:pt x="1294" y="332"/>
                  </a:cubicBezTo>
                  <a:cubicBezTo>
                    <a:pt x="1319" y="184"/>
                    <a:pt x="1223" y="41"/>
                    <a:pt x="1075" y="7"/>
                  </a:cubicBezTo>
                  <a:cubicBezTo>
                    <a:pt x="1055" y="3"/>
                    <a:pt x="1034" y="1"/>
                    <a:pt x="1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51"/>
            <p:cNvSpPr/>
            <p:nvPr/>
          </p:nvSpPr>
          <p:spPr>
            <a:xfrm>
              <a:off x="4562225" y="2282075"/>
              <a:ext cx="202250" cy="177900"/>
            </a:xfrm>
            <a:custGeom>
              <a:avLst/>
              <a:gdLst/>
              <a:ahLst/>
              <a:cxnLst/>
              <a:rect l="l" t="t" r="r" b="b"/>
              <a:pathLst>
                <a:path w="8090" h="7116" extrusionOk="0">
                  <a:moveTo>
                    <a:pt x="318" y="0"/>
                  </a:moveTo>
                  <a:cubicBezTo>
                    <a:pt x="253" y="0"/>
                    <a:pt x="188" y="22"/>
                    <a:pt x="134" y="68"/>
                  </a:cubicBezTo>
                  <a:cubicBezTo>
                    <a:pt x="8" y="175"/>
                    <a:pt x="1" y="365"/>
                    <a:pt x="115" y="483"/>
                  </a:cubicBezTo>
                  <a:cubicBezTo>
                    <a:pt x="287" y="685"/>
                    <a:pt x="4366" y="5438"/>
                    <a:pt x="7659" y="7085"/>
                  </a:cubicBezTo>
                  <a:cubicBezTo>
                    <a:pt x="7698" y="7104"/>
                    <a:pt x="7741" y="7115"/>
                    <a:pt x="7786" y="7115"/>
                  </a:cubicBezTo>
                  <a:cubicBezTo>
                    <a:pt x="7916" y="7114"/>
                    <a:pt x="8030" y="7024"/>
                    <a:pt x="8060" y="6897"/>
                  </a:cubicBezTo>
                  <a:cubicBezTo>
                    <a:pt x="8090" y="6769"/>
                    <a:pt x="8029" y="6637"/>
                    <a:pt x="7912" y="6577"/>
                  </a:cubicBezTo>
                  <a:cubicBezTo>
                    <a:pt x="4723" y="4983"/>
                    <a:pt x="588" y="163"/>
                    <a:pt x="546" y="114"/>
                  </a:cubicBezTo>
                  <a:cubicBezTo>
                    <a:pt x="490" y="39"/>
                    <a:pt x="404" y="0"/>
                    <a:pt x="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51"/>
            <p:cNvSpPr/>
            <p:nvPr/>
          </p:nvSpPr>
          <p:spPr>
            <a:xfrm>
              <a:off x="4589600" y="2345875"/>
              <a:ext cx="193125" cy="214300"/>
            </a:xfrm>
            <a:custGeom>
              <a:avLst/>
              <a:gdLst/>
              <a:ahLst/>
              <a:cxnLst/>
              <a:rect l="l" t="t" r="r" b="b"/>
              <a:pathLst>
                <a:path w="7725" h="8572" extrusionOk="0">
                  <a:moveTo>
                    <a:pt x="319" y="0"/>
                  </a:moveTo>
                  <a:cubicBezTo>
                    <a:pt x="281" y="0"/>
                    <a:pt x="243" y="8"/>
                    <a:pt x="206" y="24"/>
                  </a:cubicBezTo>
                  <a:cubicBezTo>
                    <a:pt x="68" y="84"/>
                    <a:pt x="0" y="241"/>
                    <a:pt x="52" y="383"/>
                  </a:cubicBezTo>
                  <a:cubicBezTo>
                    <a:pt x="151" y="610"/>
                    <a:pt x="2516" y="5969"/>
                    <a:pt x="7284" y="8538"/>
                  </a:cubicBezTo>
                  <a:cubicBezTo>
                    <a:pt x="7326" y="8559"/>
                    <a:pt x="7372" y="8571"/>
                    <a:pt x="7420" y="8571"/>
                  </a:cubicBezTo>
                  <a:lnTo>
                    <a:pt x="7419" y="8570"/>
                  </a:lnTo>
                  <a:cubicBezTo>
                    <a:pt x="7548" y="8570"/>
                    <a:pt x="7661" y="8481"/>
                    <a:pt x="7692" y="8356"/>
                  </a:cubicBezTo>
                  <a:cubicBezTo>
                    <a:pt x="7725" y="8230"/>
                    <a:pt x="7667" y="8100"/>
                    <a:pt x="7554" y="8038"/>
                  </a:cubicBezTo>
                  <a:cubicBezTo>
                    <a:pt x="2960" y="5565"/>
                    <a:pt x="597" y="212"/>
                    <a:pt x="573" y="158"/>
                  </a:cubicBezTo>
                  <a:cubicBezTo>
                    <a:pt x="523" y="58"/>
                    <a:pt x="423" y="0"/>
                    <a:pt x="3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51"/>
            <p:cNvSpPr/>
            <p:nvPr/>
          </p:nvSpPr>
          <p:spPr>
            <a:xfrm>
              <a:off x="3653275" y="1616225"/>
              <a:ext cx="105450" cy="72550"/>
            </a:xfrm>
            <a:custGeom>
              <a:avLst/>
              <a:gdLst/>
              <a:ahLst/>
              <a:cxnLst/>
              <a:rect l="l" t="t" r="r" b="b"/>
              <a:pathLst>
                <a:path w="4218" h="2902" extrusionOk="0">
                  <a:moveTo>
                    <a:pt x="3896" y="1"/>
                  </a:moveTo>
                  <a:cubicBezTo>
                    <a:pt x="3848" y="1"/>
                    <a:pt x="3799" y="13"/>
                    <a:pt x="3754" y="39"/>
                  </a:cubicBezTo>
                  <a:lnTo>
                    <a:pt x="153" y="2380"/>
                  </a:lnTo>
                  <a:cubicBezTo>
                    <a:pt x="48" y="2449"/>
                    <a:pt x="0" y="2578"/>
                    <a:pt x="36" y="2698"/>
                  </a:cubicBezTo>
                  <a:cubicBezTo>
                    <a:pt x="72" y="2818"/>
                    <a:pt x="182" y="2900"/>
                    <a:pt x="308" y="2902"/>
                  </a:cubicBezTo>
                  <a:cubicBezTo>
                    <a:pt x="362" y="2902"/>
                    <a:pt x="416" y="2885"/>
                    <a:pt x="461" y="2856"/>
                  </a:cubicBezTo>
                  <a:lnTo>
                    <a:pt x="4064" y="514"/>
                  </a:lnTo>
                  <a:cubicBezTo>
                    <a:pt x="4186" y="425"/>
                    <a:pt x="4217" y="256"/>
                    <a:pt x="4135" y="130"/>
                  </a:cubicBezTo>
                  <a:cubicBezTo>
                    <a:pt x="4080" y="47"/>
                    <a:pt x="3989" y="1"/>
                    <a:pt x="3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51"/>
            <p:cNvSpPr/>
            <p:nvPr/>
          </p:nvSpPr>
          <p:spPr>
            <a:xfrm>
              <a:off x="3491600" y="1214750"/>
              <a:ext cx="282475" cy="394900"/>
            </a:xfrm>
            <a:custGeom>
              <a:avLst/>
              <a:gdLst/>
              <a:ahLst/>
              <a:cxnLst/>
              <a:rect l="l" t="t" r="r" b="b"/>
              <a:pathLst>
                <a:path w="11299" h="15796" extrusionOk="0">
                  <a:moveTo>
                    <a:pt x="2077" y="0"/>
                  </a:moveTo>
                  <a:cubicBezTo>
                    <a:pt x="1428" y="0"/>
                    <a:pt x="779" y="390"/>
                    <a:pt x="1169" y="1039"/>
                  </a:cubicBezTo>
                  <a:cubicBezTo>
                    <a:pt x="1558" y="1689"/>
                    <a:pt x="3506" y="4806"/>
                    <a:pt x="3506" y="4806"/>
                  </a:cubicBezTo>
                  <a:lnTo>
                    <a:pt x="3896" y="6104"/>
                  </a:lnTo>
                  <a:cubicBezTo>
                    <a:pt x="3896" y="6104"/>
                    <a:pt x="1688" y="6234"/>
                    <a:pt x="1428" y="6623"/>
                  </a:cubicBezTo>
                  <a:cubicBezTo>
                    <a:pt x="1169" y="7013"/>
                    <a:pt x="1298" y="8182"/>
                    <a:pt x="649" y="8961"/>
                  </a:cubicBezTo>
                  <a:cubicBezTo>
                    <a:pt x="0" y="9740"/>
                    <a:pt x="130" y="10519"/>
                    <a:pt x="390" y="11299"/>
                  </a:cubicBezTo>
                  <a:cubicBezTo>
                    <a:pt x="649" y="12078"/>
                    <a:pt x="1428" y="13377"/>
                    <a:pt x="1947" y="13377"/>
                  </a:cubicBezTo>
                  <a:cubicBezTo>
                    <a:pt x="2467" y="13377"/>
                    <a:pt x="2857" y="13117"/>
                    <a:pt x="2857" y="13117"/>
                  </a:cubicBezTo>
                  <a:lnTo>
                    <a:pt x="5334" y="15795"/>
                  </a:lnTo>
                  <a:lnTo>
                    <a:pt x="8575" y="13094"/>
                  </a:lnTo>
                  <a:cubicBezTo>
                    <a:pt x="8575" y="13094"/>
                    <a:pt x="9741" y="11688"/>
                    <a:pt x="9741" y="10390"/>
                  </a:cubicBezTo>
                  <a:cubicBezTo>
                    <a:pt x="9741" y="9091"/>
                    <a:pt x="8831" y="7533"/>
                    <a:pt x="9221" y="6493"/>
                  </a:cubicBezTo>
                  <a:cubicBezTo>
                    <a:pt x="9611" y="5455"/>
                    <a:pt x="11299" y="4157"/>
                    <a:pt x="9870" y="3766"/>
                  </a:cubicBezTo>
                  <a:cubicBezTo>
                    <a:pt x="9614" y="3696"/>
                    <a:pt x="9367" y="3664"/>
                    <a:pt x="9132" y="3664"/>
                  </a:cubicBezTo>
                  <a:cubicBezTo>
                    <a:pt x="8056" y="3664"/>
                    <a:pt x="7249" y="4343"/>
                    <a:pt x="7142" y="5195"/>
                  </a:cubicBezTo>
                  <a:cubicBezTo>
                    <a:pt x="7045" y="5977"/>
                    <a:pt x="7094" y="6244"/>
                    <a:pt x="7124" y="6328"/>
                  </a:cubicBezTo>
                  <a:lnTo>
                    <a:pt x="7124" y="6328"/>
                  </a:lnTo>
                  <a:cubicBezTo>
                    <a:pt x="6949" y="5980"/>
                    <a:pt x="5519" y="3182"/>
                    <a:pt x="4545" y="2208"/>
                  </a:cubicBezTo>
                  <a:cubicBezTo>
                    <a:pt x="3506" y="1169"/>
                    <a:pt x="2727" y="0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51"/>
            <p:cNvSpPr/>
            <p:nvPr/>
          </p:nvSpPr>
          <p:spPr>
            <a:xfrm>
              <a:off x="3483825" y="1207625"/>
              <a:ext cx="278975" cy="409100"/>
            </a:xfrm>
            <a:custGeom>
              <a:avLst/>
              <a:gdLst/>
              <a:ahLst/>
              <a:cxnLst/>
              <a:rect l="l" t="t" r="r" b="b"/>
              <a:pathLst>
                <a:path w="11159" h="16364" extrusionOk="0">
                  <a:moveTo>
                    <a:pt x="2389" y="569"/>
                  </a:moveTo>
                  <a:cubicBezTo>
                    <a:pt x="2723" y="569"/>
                    <a:pt x="3271" y="1182"/>
                    <a:pt x="3801" y="1775"/>
                  </a:cubicBezTo>
                  <a:cubicBezTo>
                    <a:pt x="4066" y="2070"/>
                    <a:pt x="4350" y="2387"/>
                    <a:pt x="4656" y="2694"/>
                  </a:cubicBezTo>
                  <a:cubicBezTo>
                    <a:pt x="5582" y="3619"/>
                    <a:pt x="6975" y="6332"/>
                    <a:pt x="7176" y="6728"/>
                  </a:cubicBezTo>
                  <a:cubicBezTo>
                    <a:pt x="7193" y="6773"/>
                    <a:pt x="7220" y="6815"/>
                    <a:pt x="7253" y="6850"/>
                  </a:cubicBezTo>
                  <a:cubicBezTo>
                    <a:pt x="7308" y="6903"/>
                    <a:pt x="7380" y="6931"/>
                    <a:pt x="7452" y="6931"/>
                  </a:cubicBezTo>
                  <a:cubicBezTo>
                    <a:pt x="7510" y="6931"/>
                    <a:pt x="7568" y="6913"/>
                    <a:pt x="7618" y="6877"/>
                  </a:cubicBezTo>
                  <a:cubicBezTo>
                    <a:pt x="7730" y="6797"/>
                    <a:pt x="7768" y="6646"/>
                    <a:pt x="7708" y="6522"/>
                  </a:cubicBezTo>
                  <a:cubicBezTo>
                    <a:pt x="7705" y="6519"/>
                    <a:pt x="7703" y="6513"/>
                    <a:pt x="7699" y="6507"/>
                  </a:cubicBezTo>
                  <a:cubicBezTo>
                    <a:pt x="7687" y="6457"/>
                    <a:pt x="7647" y="6223"/>
                    <a:pt x="7735" y="5516"/>
                  </a:cubicBezTo>
                  <a:cubicBezTo>
                    <a:pt x="7783" y="5128"/>
                    <a:pt x="8007" y="4781"/>
                    <a:pt x="8363" y="4542"/>
                  </a:cubicBezTo>
                  <a:cubicBezTo>
                    <a:pt x="8668" y="4339"/>
                    <a:pt x="9045" y="4234"/>
                    <a:pt x="9446" y="4234"/>
                  </a:cubicBezTo>
                  <a:cubicBezTo>
                    <a:pt x="9662" y="4234"/>
                    <a:pt x="9884" y="4264"/>
                    <a:pt x="10107" y="4325"/>
                  </a:cubicBezTo>
                  <a:cubicBezTo>
                    <a:pt x="10303" y="4379"/>
                    <a:pt x="10426" y="4450"/>
                    <a:pt x="10453" y="4528"/>
                  </a:cubicBezTo>
                  <a:cubicBezTo>
                    <a:pt x="10527" y="4733"/>
                    <a:pt x="10183" y="5217"/>
                    <a:pt x="9907" y="5607"/>
                  </a:cubicBezTo>
                  <a:cubicBezTo>
                    <a:pt x="9659" y="5958"/>
                    <a:pt x="9401" y="6323"/>
                    <a:pt x="9267" y="6680"/>
                  </a:cubicBezTo>
                  <a:cubicBezTo>
                    <a:pt x="9008" y="7368"/>
                    <a:pt x="9238" y="8215"/>
                    <a:pt x="9460" y="9034"/>
                  </a:cubicBezTo>
                  <a:cubicBezTo>
                    <a:pt x="9612" y="9591"/>
                    <a:pt x="9767" y="10168"/>
                    <a:pt x="9767" y="10675"/>
                  </a:cubicBezTo>
                  <a:cubicBezTo>
                    <a:pt x="9767" y="11778"/>
                    <a:pt x="8817" y="13012"/>
                    <a:pt x="8683" y="13179"/>
                  </a:cubicBezTo>
                  <a:lnTo>
                    <a:pt x="5671" y="15691"/>
                  </a:lnTo>
                  <a:lnTo>
                    <a:pt x="3377" y="13210"/>
                  </a:lnTo>
                  <a:cubicBezTo>
                    <a:pt x="3323" y="13152"/>
                    <a:pt x="3247" y="13119"/>
                    <a:pt x="3168" y="13119"/>
                  </a:cubicBezTo>
                  <a:cubicBezTo>
                    <a:pt x="3112" y="13119"/>
                    <a:pt x="3057" y="13135"/>
                    <a:pt x="3010" y="13167"/>
                  </a:cubicBezTo>
                  <a:cubicBezTo>
                    <a:pt x="3007" y="13169"/>
                    <a:pt x="2680" y="13379"/>
                    <a:pt x="2258" y="13379"/>
                  </a:cubicBezTo>
                  <a:cubicBezTo>
                    <a:pt x="1991" y="13379"/>
                    <a:pt x="1266" y="12387"/>
                    <a:pt x="969" y="11494"/>
                  </a:cubicBezTo>
                  <a:cubicBezTo>
                    <a:pt x="702" y="10694"/>
                    <a:pt x="644" y="10068"/>
                    <a:pt x="1178" y="9428"/>
                  </a:cubicBezTo>
                  <a:cubicBezTo>
                    <a:pt x="1630" y="8886"/>
                    <a:pt x="1743" y="8184"/>
                    <a:pt x="1827" y="7672"/>
                  </a:cubicBezTo>
                  <a:cubicBezTo>
                    <a:pt x="1868" y="7422"/>
                    <a:pt x="1910" y="7162"/>
                    <a:pt x="1969" y="7075"/>
                  </a:cubicBezTo>
                  <a:cubicBezTo>
                    <a:pt x="2122" y="6919"/>
                    <a:pt x="3155" y="6735"/>
                    <a:pt x="4223" y="6672"/>
                  </a:cubicBezTo>
                  <a:cubicBezTo>
                    <a:pt x="4406" y="6662"/>
                    <a:pt x="4530" y="6483"/>
                    <a:pt x="4478" y="6308"/>
                  </a:cubicBezTo>
                  <a:lnTo>
                    <a:pt x="4089" y="5010"/>
                  </a:lnTo>
                  <a:cubicBezTo>
                    <a:pt x="4081" y="4986"/>
                    <a:pt x="4072" y="4962"/>
                    <a:pt x="4058" y="4940"/>
                  </a:cubicBezTo>
                  <a:cubicBezTo>
                    <a:pt x="4038" y="4910"/>
                    <a:pt x="2107" y="1818"/>
                    <a:pt x="1723" y="1179"/>
                  </a:cubicBezTo>
                  <a:cubicBezTo>
                    <a:pt x="1601" y="975"/>
                    <a:pt x="1655" y="879"/>
                    <a:pt x="1673" y="848"/>
                  </a:cubicBezTo>
                  <a:cubicBezTo>
                    <a:pt x="1765" y="687"/>
                    <a:pt x="2066" y="569"/>
                    <a:pt x="2389" y="569"/>
                  </a:cubicBezTo>
                  <a:close/>
                  <a:moveTo>
                    <a:pt x="2388" y="1"/>
                  </a:moveTo>
                  <a:cubicBezTo>
                    <a:pt x="1848" y="1"/>
                    <a:pt x="1375" y="222"/>
                    <a:pt x="1180" y="566"/>
                  </a:cubicBezTo>
                  <a:cubicBezTo>
                    <a:pt x="1091" y="722"/>
                    <a:pt x="982" y="1046"/>
                    <a:pt x="1236" y="1470"/>
                  </a:cubicBezTo>
                  <a:cubicBezTo>
                    <a:pt x="1602" y="2078"/>
                    <a:pt x="3348" y="4874"/>
                    <a:pt x="3557" y="5208"/>
                  </a:cubicBezTo>
                  <a:lnTo>
                    <a:pt x="3834" y="6130"/>
                  </a:lnTo>
                  <a:cubicBezTo>
                    <a:pt x="2952" y="6200"/>
                    <a:pt x="1760" y="6365"/>
                    <a:pt x="1503" y="6750"/>
                  </a:cubicBezTo>
                  <a:cubicBezTo>
                    <a:pt x="1370" y="6950"/>
                    <a:pt x="1323" y="7243"/>
                    <a:pt x="1267" y="7580"/>
                  </a:cubicBezTo>
                  <a:cubicBezTo>
                    <a:pt x="1191" y="8053"/>
                    <a:pt x="1095" y="8640"/>
                    <a:pt x="742" y="9064"/>
                  </a:cubicBezTo>
                  <a:cubicBezTo>
                    <a:pt x="1" y="9954"/>
                    <a:pt x="154" y="10844"/>
                    <a:pt x="431" y="11674"/>
                  </a:cubicBezTo>
                  <a:cubicBezTo>
                    <a:pt x="625" y="12256"/>
                    <a:pt x="1452" y="13946"/>
                    <a:pt x="2258" y="13946"/>
                  </a:cubicBezTo>
                  <a:cubicBezTo>
                    <a:pt x="2614" y="13946"/>
                    <a:pt x="2916" y="13842"/>
                    <a:pt x="3108" y="13755"/>
                  </a:cubicBezTo>
                  <a:lnTo>
                    <a:pt x="5436" y="16273"/>
                  </a:lnTo>
                  <a:cubicBezTo>
                    <a:pt x="5490" y="16331"/>
                    <a:pt x="5566" y="16363"/>
                    <a:pt x="5645" y="16363"/>
                  </a:cubicBezTo>
                  <a:cubicBezTo>
                    <a:pt x="5711" y="16363"/>
                    <a:pt x="5774" y="16340"/>
                    <a:pt x="5825" y="16297"/>
                  </a:cubicBezTo>
                  <a:lnTo>
                    <a:pt x="9068" y="13596"/>
                  </a:lnTo>
                  <a:cubicBezTo>
                    <a:pt x="9081" y="13584"/>
                    <a:pt x="9092" y="13572"/>
                    <a:pt x="9103" y="13559"/>
                  </a:cubicBezTo>
                  <a:cubicBezTo>
                    <a:pt x="9154" y="13499"/>
                    <a:pt x="10334" y="12060"/>
                    <a:pt x="10334" y="10674"/>
                  </a:cubicBezTo>
                  <a:cubicBezTo>
                    <a:pt x="10334" y="10091"/>
                    <a:pt x="10168" y="9478"/>
                    <a:pt x="10007" y="8884"/>
                  </a:cubicBezTo>
                  <a:cubicBezTo>
                    <a:pt x="9799" y="8118"/>
                    <a:pt x="9603" y="7395"/>
                    <a:pt x="9797" y="6878"/>
                  </a:cubicBezTo>
                  <a:cubicBezTo>
                    <a:pt x="9905" y="6589"/>
                    <a:pt x="10141" y="6256"/>
                    <a:pt x="10370" y="5933"/>
                  </a:cubicBezTo>
                  <a:cubicBezTo>
                    <a:pt x="10776" y="5360"/>
                    <a:pt x="11159" y="4818"/>
                    <a:pt x="10987" y="4336"/>
                  </a:cubicBezTo>
                  <a:cubicBezTo>
                    <a:pt x="10891" y="4072"/>
                    <a:pt x="10646" y="3884"/>
                    <a:pt x="10255" y="3777"/>
                  </a:cubicBezTo>
                  <a:cubicBezTo>
                    <a:pt x="9983" y="3703"/>
                    <a:pt x="9710" y="3666"/>
                    <a:pt x="9445" y="3666"/>
                  </a:cubicBezTo>
                  <a:cubicBezTo>
                    <a:pt x="8931" y="3666"/>
                    <a:pt x="8445" y="3804"/>
                    <a:pt x="8047" y="4071"/>
                  </a:cubicBezTo>
                  <a:cubicBezTo>
                    <a:pt x="7559" y="4397"/>
                    <a:pt x="7239" y="4898"/>
                    <a:pt x="7172" y="5444"/>
                  </a:cubicBezTo>
                  <a:cubicBezTo>
                    <a:pt x="7170" y="5461"/>
                    <a:pt x="7168" y="5476"/>
                    <a:pt x="7166" y="5492"/>
                  </a:cubicBezTo>
                  <a:cubicBezTo>
                    <a:pt x="6612" y="4473"/>
                    <a:pt x="5738" y="2972"/>
                    <a:pt x="5056" y="2292"/>
                  </a:cubicBezTo>
                  <a:cubicBezTo>
                    <a:pt x="4759" y="1993"/>
                    <a:pt x="4482" y="1684"/>
                    <a:pt x="4223" y="1395"/>
                  </a:cubicBezTo>
                  <a:cubicBezTo>
                    <a:pt x="3526" y="616"/>
                    <a:pt x="2976" y="1"/>
                    <a:pt x="23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51"/>
            <p:cNvSpPr/>
            <p:nvPr/>
          </p:nvSpPr>
          <p:spPr>
            <a:xfrm>
              <a:off x="3522725" y="1487225"/>
              <a:ext cx="49300" cy="62550"/>
            </a:xfrm>
            <a:custGeom>
              <a:avLst/>
              <a:gdLst/>
              <a:ahLst/>
              <a:cxnLst/>
              <a:rect l="l" t="t" r="r" b="b"/>
              <a:pathLst>
                <a:path w="1972" h="2502" extrusionOk="0">
                  <a:moveTo>
                    <a:pt x="322" y="0"/>
                  </a:moveTo>
                  <a:cubicBezTo>
                    <a:pt x="268" y="0"/>
                    <a:pt x="213" y="16"/>
                    <a:pt x="165" y="48"/>
                  </a:cubicBezTo>
                  <a:cubicBezTo>
                    <a:pt x="39" y="132"/>
                    <a:pt x="0" y="298"/>
                    <a:pt x="77" y="428"/>
                  </a:cubicBezTo>
                  <a:lnTo>
                    <a:pt x="1376" y="2375"/>
                  </a:lnTo>
                  <a:cubicBezTo>
                    <a:pt x="1428" y="2454"/>
                    <a:pt x="1517" y="2502"/>
                    <a:pt x="1611" y="2502"/>
                  </a:cubicBezTo>
                  <a:lnTo>
                    <a:pt x="1611" y="2502"/>
                  </a:lnTo>
                  <a:cubicBezTo>
                    <a:pt x="1837" y="2501"/>
                    <a:pt x="1971" y="2249"/>
                    <a:pt x="1847" y="2061"/>
                  </a:cubicBezTo>
                  <a:lnTo>
                    <a:pt x="549" y="113"/>
                  </a:lnTo>
                  <a:cubicBezTo>
                    <a:pt x="493" y="40"/>
                    <a:pt x="408" y="0"/>
                    <a:pt x="322" y="0"/>
                  </a:cubicBezTo>
                  <a:close/>
                  <a:moveTo>
                    <a:pt x="1611" y="2502"/>
                  </a:moveTo>
                  <a:lnTo>
                    <a:pt x="1611" y="2502"/>
                  </a:lnTo>
                  <a:cubicBezTo>
                    <a:pt x="1611" y="2502"/>
                    <a:pt x="1611" y="2502"/>
                    <a:pt x="1611" y="2502"/>
                  </a:cubicBezTo>
                  <a:lnTo>
                    <a:pt x="1612" y="2502"/>
                  </a:lnTo>
                  <a:cubicBezTo>
                    <a:pt x="1612" y="2502"/>
                    <a:pt x="1612" y="2502"/>
                    <a:pt x="1611" y="250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9CC8CF6-4BDC-E17C-13B0-6C2E63440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4B6D981B-E868-8359-656A-C7D340DA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54">
            <a:extLst>
              <a:ext uri="{FF2B5EF4-FFF2-40B4-BE49-F238E27FC236}">
                <a16:creationId xmlns:a16="http://schemas.microsoft.com/office/drawing/2014/main" id="{821BBAFB-CE5E-EB96-391A-38EA497752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6623" y="955651"/>
            <a:ext cx="7570703" cy="442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sz="1800" dirty="0"/>
              <a:t>MEHARI (</a:t>
            </a:r>
            <a:r>
              <a:rPr lang="fr-FR" sz="1800" b="1" dirty="0" err="1"/>
              <a:t>ME</a:t>
            </a:r>
            <a:r>
              <a:rPr lang="fr-FR" sz="1800" dirty="0" err="1"/>
              <a:t>thode</a:t>
            </a:r>
            <a:r>
              <a:rPr lang="fr-FR" sz="1800" dirty="0"/>
              <a:t> </a:t>
            </a:r>
            <a:r>
              <a:rPr lang="fr-FR" sz="1800" b="1" dirty="0" err="1"/>
              <a:t>HA</a:t>
            </a:r>
            <a:r>
              <a:rPr lang="fr-FR" sz="1800" dirty="0" err="1"/>
              <a:t>rmonisée</a:t>
            </a:r>
            <a:r>
              <a:rPr lang="fr-FR" sz="1800" dirty="0"/>
              <a:t> d’Analyse des </a:t>
            </a:r>
            <a:r>
              <a:rPr lang="fr-FR" sz="1800" b="1" dirty="0" err="1"/>
              <a:t>RI</a:t>
            </a:r>
            <a:r>
              <a:rPr lang="fr-FR" sz="1800" dirty="0" err="1"/>
              <a:t>sques</a:t>
            </a:r>
            <a:r>
              <a:rPr lang="fr-FR" sz="1800" dirty="0"/>
              <a:t>) est une méthode pour :</a:t>
            </a:r>
            <a:endParaRPr sz="1800" dirty="0"/>
          </a:p>
        </p:txBody>
      </p:sp>
      <p:sp>
        <p:nvSpPr>
          <p:cNvPr id="2331" name="Google Shape;2331;p54">
            <a:extLst>
              <a:ext uri="{FF2B5EF4-FFF2-40B4-BE49-F238E27FC236}">
                <a16:creationId xmlns:a16="http://schemas.microsoft.com/office/drawing/2014/main" id="{7869ED8A-5619-F59A-2F9D-17252FFAD65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6623" y="1567599"/>
            <a:ext cx="7570703" cy="14122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Évaluer les </a:t>
            </a:r>
            <a:r>
              <a:rPr lang="fr-FR" b="1" dirty="0"/>
              <a:t>menaces et faiblesses</a:t>
            </a:r>
            <a:r>
              <a:rPr lang="fr-FR" dirty="0"/>
              <a:t> de notre système</a:t>
            </a:r>
            <a:endParaRPr lang="en-US" dirty="0"/>
          </a:p>
          <a:p>
            <a:pPr lvl="0">
              <a:spcBef>
                <a:spcPts val="1000"/>
              </a:spcBef>
            </a:pPr>
            <a:r>
              <a:rPr lang="fr-FR" b="1" dirty="0"/>
              <a:t>Estimer l’impact</a:t>
            </a:r>
            <a:r>
              <a:rPr lang="fr-FR" dirty="0"/>
              <a:t> sur l’organisation si un problème survient</a:t>
            </a:r>
            <a:endParaRPr lang="en-US" dirty="0"/>
          </a:p>
          <a:p>
            <a:pPr lvl="0">
              <a:spcBef>
                <a:spcPts val="1000"/>
              </a:spcBef>
            </a:pPr>
            <a:r>
              <a:rPr lang="fr-FR" dirty="0"/>
              <a:t>Décider </a:t>
            </a:r>
            <a:r>
              <a:rPr lang="fr-FR" b="1" dirty="0"/>
              <a:t>quoi faire pour limiter ces risques</a:t>
            </a:r>
            <a:endParaRPr lang="en-US" b="1" dirty="0"/>
          </a:p>
        </p:txBody>
      </p:sp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EED60CCF-9276-EB07-DDCA-ADAA72133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Qu’est-ce que MEHARI ?</a:t>
            </a:r>
            <a:endParaRPr dirty="0"/>
          </a:p>
        </p:txBody>
      </p:sp>
      <p:sp>
        <p:nvSpPr>
          <p:cNvPr id="2" name="Google Shape;2330;p54">
            <a:extLst>
              <a:ext uri="{FF2B5EF4-FFF2-40B4-BE49-F238E27FC236}">
                <a16:creationId xmlns:a16="http://schemas.microsoft.com/office/drawing/2014/main" id="{CA71D8BA-9A9D-7325-03EB-34BDFB69F3AE}"/>
              </a:ext>
            </a:extLst>
          </p:cNvPr>
          <p:cNvSpPr txBox="1">
            <a:spLocks/>
          </p:cNvSpPr>
          <p:nvPr/>
        </p:nvSpPr>
        <p:spPr>
          <a:xfrm>
            <a:off x="626623" y="2700169"/>
            <a:ext cx="2719006" cy="442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Viga"/>
              <a:buNone/>
              <a:defRPr sz="14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9pPr>
          </a:lstStyle>
          <a:p>
            <a:pPr marL="0" indent="0"/>
            <a:r>
              <a:rPr lang="fr-FR" sz="1800" dirty="0"/>
              <a:t>Elle répond à 3 questions :</a:t>
            </a:r>
          </a:p>
        </p:txBody>
      </p:sp>
      <p:sp>
        <p:nvSpPr>
          <p:cNvPr id="4" name="Google Shape;2331;p54">
            <a:extLst>
              <a:ext uri="{FF2B5EF4-FFF2-40B4-BE49-F238E27FC236}">
                <a16:creationId xmlns:a16="http://schemas.microsoft.com/office/drawing/2014/main" id="{1FEC8C42-FE25-145D-FA1F-6B649638873B}"/>
              </a:ext>
            </a:extLst>
          </p:cNvPr>
          <p:cNvSpPr txBox="1">
            <a:spLocks/>
          </p:cNvSpPr>
          <p:nvPr/>
        </p:nvSpPr>
        <p:spPr>
          <a:xfrm>
            <a:off x="626624" y="3239836"/>
            <a:ext cx="7570702" cy="1412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482600" indent="-342900">
              <a:buFont typeface="+mj-lt"/>
              <a:buAutoNum type="arabicPeriod"/>
            </a:pPr>
            <a:r>
              <a:rPr lang="fr-FR" b="1" dirty="0"/>
              <a:t>Qu’est-ce qui est important pour nous ?</a:t>
            </a:r>
            <a:endParaRPr lang="en-US" b="1" dirty="0"/>
          </a:p>
          <a:p>
            <a:pPr marL="482600" indent="-342900">
              <a:spcBef>
                <a:spcPts val="1000"/>
              </a:spcBef>
              <a:buFont typeface="+mj-lt"/>
              <a:buAutoNum type="arabicPeriod"/>
            </a:pPr>
            <a:r>
              <a:rPr lang="fr-FR" b="1" dirty="0"/>
              <a:t>Qu’est-ce qui pourrait arriver de grave ?</a:t>
            </a:r>
            <a:endParaRPr lang="en-US" b="1" dirty="0"/>
          </a:p>
          <a:p>
            <a:pPr marL="482600" indent="-342900">
              <a:spcBef>
                <a:spcPts val="1000"/>
              </a:spcBef>
              <a:buFont typeface="+mj-lt"/>
              <a:buAutoNum type="arabicPeriod"/>
            </a:pPr>
            <a:r>
              <a:rPr lang="fr-FR" b="1" dirty="0"/>
              <a:t>Que peut-on faire pour l’éviter ou réduire l’impact 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1652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p56"/>
          <p:cNvSpPr txBox="1">
            <a:spLocks noGrp="1"/>
          </p:cNvSpPr>
          <p:nvPr>
            <p:ph type="title"/>
          </p:nvPr>
        </p:nvSpPr>
        <p:spPr>
          <a:xfrm>
            <a:off x="3808207" y="1458974"/>
            <a:ext cx="4447444" cy="15531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Les grandes étapes</a:t>
            </a:r>
            <a:endParaRPr dirty="0"/>
          </a:p>
        </p:txBody>
      </p:sp>
      <p:sp>
        <p:nvSpPr>
          <p:cNvPr id="2686" name="Google Shape;2686;p56"/>
          <p:cNvSpPr txBox="1">
            <a:spLocks noGrp="1"/>
          </p:cNvSpPr>
          <p:nvPr>
            <p:ph type="title" idx="2"/>
          </p:nvPr>
        </p:nvSpPr>
        <p:spPr>
          <a:xfrm>
            <a:off x="5597951" y="792425"/>
            <a:ext cx="265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687" name="Google Shape;2687;p56"/>
          <p:cNvGrpSpPr/>
          <p:nvPr/>
        </p:nvGrpSpPr>
        <p:grpSpPr>
          <a:xfrm>
            <a:off x="331034" y="595475"/>
            <a:ext cx="4381100" cy="3924085"/>
            <a:chOff x="865075" y="238100"/>
            <a:chExt cx="5848150" cy="5238100"/>
          </a:xfrm>
        </p:grpSpPr>
        <p:sp>
          <p:nvSpPr>
            <p:cNvPr id="2688" name="Google Shape;2688;p56"/>
            <p:cNvSpPr/>
            <p:nvPr/>
          </p:nvSpPr>
          <p:spPr>
            <a:xfrm>
              <a:off x="865075" y="238100"/>
              <a:ext cx="5848150" cy="5238100"/>
            </a:xfrm>
            <a:custGeom>
              <a:avLst/>
              <a:gdLst/>
              <a:ahLst/>
              <a:cxnLst/>
              <a:rect l="l" t="t" r="r" b="b"/>
              <a:pathLst>
                <a:path w="233926" h="209524" extrusionOk="0">
                  <a:moveTo>
                    <a:pt x="118223" y="1"/>
                  </a:moveTo>
                  <a:cubicBezTo>
                    <a:pt x="107099" y="1"/>
                    <a:pt x="95949" y="2632"/>
                    <a:pt x="86083" y="7891"/>
                  </a:cubicBezTo>
                  <a:cubicBezTo>
                    <a:pt x="63635" y="19858"/>
                    <a:pt x="56033" y="46002"/>
                    <a:pt x="37858" y="62911"/>
                  </a:cubicBezTo>
                  <a:cubicBezTo>
                    <a:pt x="9696" y="89111"/>
                    <a:pt x="1" y="118587"/>
                    <a:pt x="12927" y="144319"/>
                  </a:cubicBezTo>
                  <a:cubicBezTo>
                    <a:pt x="22306" y="162989"/>
                    <a:pt x="46961" y="174435"/>
                    <a:pt x="65249" y="181490"/>
                  </a:cubicBezTo>
                  <a:cubicBezTo>
                    <a:pt x="87963" y="190254"/>
                    <a:pt x="110785" y="207198"/>
                    <a:pt x="135420" y="209317"/>
                  </a:cubicBezTo>
                  <a:cubicBezTo>
                    <a:pt x="137024" y="209456"/>
                    <a:pt x="138630" y="209524"/>
                    <a:pt x="140231" y="209524"/>
                  </a:cubicBezTo>
                  <a:cubicBezTo>
                    <a:pt x="159580" y="209524"/>
                    <a:pt x="178326" y="199534"/>
                    <a:pt x="187439" y="181749"/>
                  </a:cubicBezTo>
                  <a:cubicBezTo>
                    <a:pt x="193042" y="170814"/>
                    <a:pt x="203248" y="163736"/>
                    <a:pt x="211691" y="155264"/>
                  </a:cubicBezTo>
                  <a:cubicBezTo>
                    <a:pt x="233925" y="132951"/>
                    <a:pt x="233159" y="90453"/>
                    <a:pt x="213064" y="67059"/>
                  </a:cubicBezTo>
                  <a:cubicBezTo>
                    <a:pt x="210924" y="64567"/>
                    <a:pt x="208511" y="62393"/>
                    <a:pt x="205989" y="60345"/>
                  </a:cubicBezTo>
                  <a:cubicBezTo>
                    <a:pt x="202547" y="57549"/>
                    <a:pt x="198904" y="54988"/>
                    <a:pt x="195475" y="52174"/>
                  </a:cubicBezTo>
                  <a:cubicBezTo>
                    <a:pt x="179282" y="38889"/>
                    <a:pt x="170061" y="19216"/>
                    <a:pt x="151528" y="8631"/>
                  </a:cubicBezTo>
                  <a:cubicBezTo>
                    <a:pt x="141454" y="2876"/>
                    <a:pt x="129853" y="1"/>
                    <a:pt x="118223" y="1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865075" y="238100"/>
              <a:ext cx="5848150" cy="5238100"/>
            </a:xfrm>
            <a:custGeom>
              <a:avLst/>
              <a:gdLst/>
              <a:ahLst/>
              <a:cxnLst/>
              <a:rect l="l" t="t" r="r" b="b"/>
              <a:pathLst>
                <a:path w="233926" h="209524" extrusionOk="0">
                  <a:moveTo>
                    <a:pt x="118223" y="1"/>
                  </a:moveTo>
                  <a:cubicBezTo>
                    <a:pt x="107099" y="1"/>
                    <a:pt x="95949" y="2632"/>
                    <a:pt x="86083" y="7891"/>
                  </a:cubicBezTo>
                  <a:cubicBezTo>
                    <a:pt x="63635" y="19858"/>
                    <a:pt x="56033" y="46002"/>
                    <a:pt x="37858" y="62911"/>
                  </a:cubicBezTo>
                  <a:cubicBezTo>
                    <a:pt x="9696" y="89111"/>
                    <a:pt x="1" y="118587"/>
                    <a:pt x="12927" y="144319"/>
                  </a:cubicBezTo>
                  <a:cubicBezTo>
                    <a:pt x="22306" y="162989"/>
                    <a:pt x="46961" y="174435"/>
                    <a:pt x="65249" y="181490"/>
                  </a:cubicBezTo>
                  <a:cubicBezTo>
                    <a:pt x="87963" y="190254"/>
                    <a:pt x="110785" y="207198"/>
                    <a:pt x="135420" y="209317"/>
                  </a:cubicBezTo>
                  <a:cubicBezTo>
                    <a:pt x="137024" y="209456"/>
                    <a:pt x="138630" y="209524"/>
                    <a:pt x="140231" y="209524"/>
                  </a:cubicBezTo>
                  <a:cubicBezTo>
                    <a:pt x="159580" y="209524"/>
                    <a:pt x="178326" y="199534"/>
                    <a:pt x="187439" y="181749"/>
                  </a:cubicBezTo>
                  <a:cubicBezTo>
                    <a:pt x="193042" y="170814"/>
                    <a:pt x="203248" y="163736"/>
                    <a:pt x="211691" y="155264"/>
                  </a:cubicBezTo>
                  <a:cubicBezTo>
                    <a:pt x="233925" y="132951"/>
                    <a:pt x="233159" y="90453"/>
                    <a:pt x="213064" y="67059"/>
                  </a:cubicBezTo>
                  <a:cubicBezTo>
                    <a:pt x="210924" y="64567"/>
                    <a:pt x="208511" y="62393"/>
                    <a:pt x="205989" y="60345"/>
                  </a:cubicBezTo>
                  <a:cubicBezTo>
                    <a:pt x="202547" y="57549"/>
                    <a:pt x="198904" y="54988"/>
                    <a:pt x="195475" y="52174"/>
                  </a:cubicBezTo>
                  <a:cubicBezTo>
                    <a:pt x="179282" y="38889"/>
                    <a:pt x="170061" y="19216"/>
                    <a:pt x="151528" y="8631"/>
                  </a:cubicBezTo>
                  <a:cubicBezTo>
                    <a:pt x="141454" y="2876"/>
                    <a:pt x="129853" y="1"/>
                    <a:pt x="118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1624075" y="983300"/>
              <a:ext cx="2827900" cy="4030475"/>
            </a:xfrm>
            <a:custGeom>
              <a:avLst/>
              <a:gdLst/>
              <a:ahLst/>
              <a:cxnLst/>
              <a:rect l="l" t="t" r="r" b="b"/>
              <a:pathLst>
                <a:path w="113116" h="161219" extrusionOk="0">
                  <a:moveTo>
                    <a:pt x="78550" y="0"/>
                  </a:moveTo>
                  <a:cubicBezTo>
                    <a:pt x="78458" y="0"/>
                    <a:pt x="78366" y="4"/>
                    <a:pt x="78274" y="11"/>
                  </a:cubicBezTo>
                  <a:lnTo>
                    <a:pt x="8064" y="5438"/>
                  </a:lnTo>
                  <a:cubicBezTo>
                    <a:pt x="1" y="5825"/>
                    <a:pt x="908" y="9992"/>
                    <a:pt x="1360" y="12210"/>
                  </a:cubicBezTo>
                  <a:lnTo>
                    <a:pt x="30887" y="157493"/>
                  </a:lnTo>
                  <a:cubicBezTo>
                    <a:pt x="31318" y="159608"/>
                    <a:pt x="33143" y="161219"/>
                    <a:pt x="35045" y="161219"/>
                  </a:cubicBezTo>
                  <a:cubicBezTo>
                    <a:pt x="35137" y="161219"/>
                    <a:pt x="35229" y="161215"/>
                    <a:pt x="35321" y="161207"/>
                  </a:cubicBezTo>
                  <a:lnTo>
                    <a:pt x="104739" y="155459"/>
                  </a:lnTo>
                  <a:cubicBezTo>
                    <a:pt x="110932" y="155304"/>
                    <a:pt x="113116" y="151207"/>
                    <a:pt x="112681" y="149253"/>
                  </a:cubicBezTo>
                  <a:lnTo>
                    <a:pt x="82707" y="3726"/>
                  </a:lnTo>
                  <a:cubicBezTo>
                    <a:pt x="82277" y="1611"/>
                    <a:pt x="80451" y="0"/>
                    <a:pt x="78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1634500" y="976150"/>
              <a:ext cx="2819200" cy="4044775"/>
            </a:xfrm>
            <a:custGeom>
              <a:avLst/>
              <a:gdLst/>
              <a:ahLst/>
              <a:cxnLst/>
              <a:rect l="l" t="t" r="r" b="b"/>
              <a:pathLst>
                <a:path w="112768" h="161791" extrusionOk="0">
                  <a:moveTo>
                    <a:pt x="78132" y="571"/>
                  </a:moveTo>
                  <a:cubicBezTo>
                    <a:pt x="79901" y="571"/>
                    <a:pt x="81607" y="2086"/>
                    <a:pt x="82010" y="4071"/>
                  </a:cubicBezTo>
                  <a:lnTo>
                    <a:pt x="111985" y="149601"/>
                  </a:lnTo>
                  <a:cubicBezTo>
                    <a:pt x="112173" y="150440"/>
                    <a:pt x="111796" y="151618"/>
                    <a:pt x="111026" y="152603"/>
                  </a:cubicBezTo>
                  <a:cubicBezTo>
                    <a:pt x="110226" y="153627"/>
                    <a:pt x="108290" y="155360"/>
                    <a:pt x="104314" y="155461"/>
                  </a:cubicBezTo>
                  <a:cubicBezTo>
                    <a:pt x="104308" y="155461"/>
                    <a:pt x="104304" y="155461"/>
                    <a:pt x="104298" y="155462"/>
                  </a:cubicBezTo>
                  <a:lnTo>
                    <a:pt x="34881" y="161210"/>
                  </a:lnTo>
                  <a:cubicBezTo>
                    <a:pt x="34801" y="161216"/>
                    <a:pt x="34721" y="161219"/>
                    <a:pt x="34641" y="161219"/>
                  </a:cubicBezTo>
                  <a:cubicBezTo>
                    <a:pt x="32861" y="161219"/>
                    <a:pt x="31154" y="159709"/>
                    <a:pt x="30750" y="157723"/>
                  </a:cubicBezTo>
                  <a:lnTo>
                    <a:pt x="1211" y="12390"/>
                  </a:lnTo>
                  <a:cubicBezTo>
                    <a:pt x="957" y="11144"/>
                    <a:pt x="610" y="9435"/>
                    <a:pt x="1652" y="8096"/>
                  </a:cubicBezTo>
                  <a:cubicBezTo>
                    <a:pt x="2617" y="6856"/>
                    <a:pt x="4638" y="6154"/>
                    <a:pt x="7668" y="6008"/>
                  </a:cubicBezTo>
                  <a:lnTo>
                    <a:pt x="77879" y="581"/>
                  </a:lnTo>
                  <a:cubicBezTo>
                    <a:pt x="77963" y="574"/>
                    <a:pt x="78047" y="571"/>
                    <a:pt x="78132" y="571"/>
                  </a:cubicBezTo>
                  <a:close/>
                  <a:moveTo>
                    <a:pt x="78127" y="0"/>
                  </a:moveTo>
                  <a:cubicBezTo>
                    <a:pt x="78029" y="0"/>
                    <a:pt x="77932" y="4"/>
                    <a:pt x="77834" y="12"/>
                  </a:cubicBezTo>
                  <a:lnTo>
                    <a:pt x="7632" y="5438"/>
                  </a:lnTo>
                  <a:cubicBezTo>
                    <a:pt x="4392" y="5594"/>
                    <a:pt x="2288" y="6349"/>
                    <a:pt x="1202" y="7746"/>
                  </a:cubicBezTo>
                  <a:cubicBezTo>
                    <a:pt x="0" y="9292"/>
                    <a:pt x="393" y="11225"/>
                    <a:pt x="663" y="12552"/>
                  </a:cubicBezTo>
                  <a:lnTo>
                    <a:pt x="30191" y="157836"/>
                  </a:lnTo>
                  <a:cubicBezTo>
                    <a:pt x="30647" y="160077"/>
                    <a:pt x="32601" y="161790"/>
                    <a:pt x="34632" y="161790"/>
                  </a:cubicBezTo>
                  <a:cubicBezTo>
                    <a:pt x="34731" y="161790"/>
                    <a:pt x="34830" y="161786"/>
                    <a:pt x="34928" y="161777"/>
                  </a:cubicBezTo>
                  <a:lnTo>
                    <a:pt x="104337" y="156029"/>
                  </a:lnTo>
                  <a:cubicBezTo>
                    <a:pt x="108541" y="155921"/>
                    <a:pt x="110614" y="154056"/>
                    <a:pt x="111475" y="152953"/>
                  </a:cubicBezTo>
                  <a:cubicBezTo>
                    <a:pt x="112359" y="151822"/>
                    <a:pt x="112768" y="150490"/>
                    <a:pt x="112543" y="149481"/>
                  </a:cubicBezTo>
                  <a:lnTo>
                    <a:pt x="82569" y="3954"/>
                  </a:lnTo>
                  <a:cubicBezTo>
                    <a:pt x="82113" y="1712"/>
                    <a:pt x="80159" y="0"/>
                    <a:pt x="78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1779675" y="970225"/>
              <a:ext cx="2677100" cy="3977100"/>
            </a:xfrm>
            <a:custGeom>
              <a:avLst/>
              <a:gdLst/>
              <a:ahLst/>
              <a:cxnLst/>
              <a:rect l="l" t="t" r="r" b="b"/>
              <a:pathLst>
                <a:path w="107084" h="159084" extrusionOk="0">
                  <a:moveTo>
                    <a:pt x="72947" y="1"/>
                  </a:moveTo>
                  <a:cubicBezTo>
                    <a:pt x="72855" y="1"/>
                    <a:pt x="72763" y="4"/>
                    <a:pt x="72670" y="12"/>
                  </a:cubicBezTo>
                  <a:lnTo>
                    <a:pt x="3253" y="5760"/>
                  </a:lnTo>
                  <a:cubicBezTo>
                    <a:pt x="1255" y="5926"/>
                    <a:pt x="0" y="7857"/>
                    <a:pt x="452" y="10075"/>
                  </a:cubicBezTo>
                  <a:lnTo>
                    <a:pt x="29980" y="155357"/>
                  </a:lnTo>
                  <a:cubicBezTo>
                    <a:pt x="30410" y="157473"/>
                    <a:pt x="32236" y="159084"/>
                    <a:pt x="34137" y="159084"/>
                  </a:cubicBezTo>
                  <a:cubicBezTo>
                    <a:pt x="34229" y="159084"/>
                    <a:pt x="34321" y="159080"/>
                    <a:pt x="34413" y="159073"/>
                  </a:cubicBezTo>
                  <a:lnTo>
                    <a:pt x="103831" y="153324"/>
                  </a:lnTo>
                  <a:cubicBezTo>
                    <a:pt x="105830" y="153158"/>
                    <a:pt x="107084" y="151227"/>
                    <a:pt x="106632" y="149010"/>
                  </a:cubicBezTo>
                  <a:lnTo>
                    <a:pt x="77105" y="3726"/>
                  </a:lnTo>
                  <a:cubicBezTo>
                    <a:pt x="76674" y="1612"/>
                    <a:pt x="74849" y="1"/>
                    <a:pt x="729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1777725" y="963075"/>
              <a:ext cx="2680975" cy="3991375"/>
            </a:xfrm>
            <a:custGeom>
              <a:avLst/>
              <a:gdLst/>
              <a:ahLst/>
              <a:cxnLst/>
              <a:rect l="l" t="t" r="r" b="b"/>
              <a:pathLst>
                <a:path w="107239" h="159655" extrusionOk="0">
                  <a:moveTo>
                    <a:pt x="73025" y="571"/>
                  </a:moveTo>
                  <a:cubicBezTo>
                    <a:pt x="74794" y="571"/>
                    <a:pt x="76500" y="2087"/>
                    <a:pt x="76904" y="4070"/>
                  </a:cubicBezTo>
                  <a:lnTo>
                    <a:pt x="106431" y="149353"/>
                  </a:lnTo>
                  <a:cubicBezTo>
                    <a:pt x="106649" y="150421"/>
                    <a:pt x="106446" y="151471"/>
                    <a:pt x="105874" y="152232"/>
                  </a:cubicBezTo>
                  <a:cubicBezTo>
                    <a:pt x="105394" y="152871"/>
                    <a:pt x="104688" y="153259"/>
                    <a:pt x="103885" y="153327"/>
                  </a:cubicBezTo>
                  <a:lnTo>
                    <a:pt x="34468" y="159075"/>
                  </a:lnTo>
                  <a:cubicBezTo>
                    <a:pt x="34384" y="159082"/>
                    <a:pt x="34300" y="159085"/>
                    <a:pt x="34217" y="159085"/>
                  </a:cubicBezTo>
                  <a:cubicBezTo>
                    <a:pt x="32448" y="159085"/>
                    <a:pt x="30740" y="157570"/>
                    <a:pt x="30337" y="155588"/>
                  </a:cubicBezTo>
                  <a:lnTo>
                    <a:pt x="808" y="10304"/>
                  </a:lnTo>
                  <a:cubicBezTo>
                    <a:pt x="592" y="9236"/>
                    <a:pt x="795" y="8187"/>
                    <a:pt x="1366" y="7425"/>
                  </a:cubicBezTo>
                  <a:cubicBezTo>
                    <a:pt x="1846" y="6785"/>
                    <a:pt x="2552" y="6397"/>
                    <a:pt x="3356" y="6330"/>
                  </a:cubicBezTo>
                  <a:lnTo>
                    <a:pt x="72772" y="581"/>
                  </a:lnTo>
                  <a:cubicBezTo>
                    <a:pt x="72856" y="574"/>
                    <a:pt x="72940" y="571"/>
                    <a:pt x="73025" y="571"/>
                  </a:cubicBezTo>
                  <a:close/>
                  <a:moveTo>
                    <a:pt x="73027" y="1"/>
                  </a:moveTo>
                  <a:cubicBezTo>
                    <a:pt x="72926" y="1"/>
                    <a:pt x="72825" y="5"/>
                    <a:pt x="72725" y="14"/>
                  </a:cubicBezTo>
                  <a:lnTo>
                    <a:pt x="3307" y="5763"/>
                  </a:lnTo>
                  <a:cubicBezTo>
                    <a:pt x="2341" y="5843"/>
                    <a:pt x="1489" y="6311"/>
                    <a:pt x="910" y="7083"/>
                  </a:cubicBezTo>
                  <a:cubicBezTo>
                    <a:pt x="241" y="7974"/>
                    <a:pt x="0" y="9190"/>
                    <a:pt x="250" y="10417"/>
                  </a:cubicBezTo>
                  <a:lnTo>
                    <a:pt x="29779" y="155701"/>
                  </a:lnTo>
                  <a:cubicBezTo>
                    <a:pt x="30234" y="157942"/>
                    <a:pt x="32189" y="159654"/>
                    <a:pt x="34220" y="159654"/>
                  </a:cubicBezTo>
                  <a:cubicBezTo>
                    <a:pt x="34230" y="159654"/>
                    <a:pt x="34240" y="159654"/>
                    <a:pt x="34250" y="159654"/>
                  </a:cubicBezTo>
                  <a:cubicBezTo>
                    <a:pt x="34339" y="159654"/>
                    <a:pt x="34427" y="159650"/>
                    <a:pt x="34515" y="159643"/>
                  </a:cubicBezTo>
                  <a:lnTo>
                    <a:pt x="103931" y="153894"/>
                  </a:lnTo>
                  <a:cubicBezTo>
                    <a:pt x="104899" y="153815"/>
                    <a:pt x="105751" y="153345"/>
                    <a:pt x="106329" y="152574"/>
                  </a:cubicBezTo>
                  <a:cubicBezTo>
                    <a:pt x="106998" y="151683"/>
                    <a:pt x="107238" y="150467"/>
                    <a:pt x="106990" y="149239"/>
                  </a:cubicBezTo>
                  <a:lnTo>
                    <a:pt x="77462" y="3956"/>
                  </a:lnTo>
                  <a:cubicBezTo>
                    <a:pt x="77007" y="1716"/>
                    <a:pt x="75053" y="1"/>
                    <a:pt x="730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2636125" y="1205950"/>
              <a:ext cx="293625" cy="74250"/>
            </a:xfrm>
            <a:custGeom>
              <a:avLst/>
              <a:gdLst/>
              <a:ahLst/>
              <a:cxnLst/>
              <a:rect l="l" t="t" r="r" b="b"/>
              <a:pathLst>
                <a:path w="11745" h="2970" extrusionOk="0">
                  <a:moveTo>
                    <a:pt x="10499" y="1"/>
                  </a:moveTo>
                  <a:cubicBezTo>
                    <a:pt x="10474" y="1"/>
                    <a:pt x="10449" y="2"/>
                    <a:pt x="10424" y="4"/>
                  </a:cubicBezTo>
                  <a:lnTo>
                    <a:pt x="881" y="794"/>
                  </a:lnTo>
                  <a:cubicBezTo>
                    <a:pt x="340" y="839"/>
                    <a:pt x="1" y="1361"/>
                    <a:pt x="123" y="1961"/>
                  </a:cubicBezTo>
                  <a:cubicBezTo>
                    <a:pt x="239" y="2534"/>
                    <a:pt x="734" y="2969"/>
                    <a:pt x="1249" y="2969"/>
                  </a:cubicBezTo>
                  <a:cubicBezTo>
                    <a:pt x="1273" y="2969"/>
                    <a:pt x="1298" y="2968"/>
                    <a:pt x="1322" y="2966"/>
                  </a:cubicBezTo>
                  <a:lnTo>
                    <a:pt x="10865" y="2176"/>
                  </a:lnTo>
                  <a:cubicBezTo>
                    <a:pt x="11404" y="2131"/>
                    <a:pt x="11744" y="1609"/>
                    <a:pt x="11622" y="1009"/>
                  </a:cubicBezTo>
                  <a:cubicBezTo>
                    <a:pt x="11506" y="437"/>
                    <a:pt x="11013" y="1"/>
                    <a:pt x="104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1938825" y="1205125"/>
              <a:ext cx="2336350" cy="3396800"/>
            </a:xfrm>
            <a:custGeom>
              <a:avLst/>
              <a:gdLst/>
              <a:ahLst/>
              <a:cxnLst/>
              <a:rect l="l" t="t" r="r" b="b"/>
              <a:pathLst>
                <a:path w="93454" h="135872" extrusionOk="0">
                  <a:moveTo>
                    <a:pt x="66965" y="1"/>
                  </a:moveTo>
                  <a:lnTo>
                    <a:pt x="51790" y="1257"/>
                  </a:lnTo>
                  <a:lnTo>
                    <a:pt x="50497" y="2964"/>
                  </a:lnTo>
                  <a:cubicBezTo>
                    <a:pt x="49988" y="3636"/>
                    <a:pt x="49242" y="4043"/>
                    <a:pt x="48396" y="4114"/>
                  </a:cubicBezTo>
                  <a:lnTo>
                    <a:pt x="20393" y="6434"/>
                  </a:lnTo>
                  <a:cubicBezTo>
                    <a:pt x="20307" y="6441"/>
                    <a:pt x="20220" y="6444"/>
                    <a:pt x="20134" y="6444"/>
                  </a:cubicBezTo>
                  <a:cubicBezTo>
                    <a:pt x="19403" y="6444"/>
                    <a:pt x="18654" y="6195"/>
                    <a:pt x="17992" y="5728"/>
                  </a:cubicBezTo>
                  <a:lnTo>
                    <a:pt x="15873" y="4232"/>
                  </a:lnTo>
                  <a:lnTo>
                    <a:pt x="1" y="5546"/>
                  </a:lnTo>
                  <a:lnTo>
                    <a:pt x="26489" y="135871"/>
                  </a:lnTo>
                  <a:lnTo>
                    <a:pt x="93454" y="130325"/>
                  </a:lnTo>
                  <a:lnTo>
                    <a:pt x="6696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56"/>
            <p:cNvSpPr/>
            <p:nvPr/>
          </p:nvSpPr>
          <p:spPr>
            <a:xfrm>
              <a:off x="1930975" y="1198000"/>
              <a:ext cx="2352050" cy="3411025"/>
            </a:xfrm>
            <a:custGeom>
              <a:avLst/>
              <a:gdLst/>
              <a:ahLst/>
              <a:cxnLst/>
              <a:rect l="l" t="t" r="r" b="b"/>
              <a:pathLst>
                <a:path w="94082" h="136441" extrusionOk="0">
                  <a:moveTo>
                    <a:pt x="67051" y="590"/>
                  </a:moveTo>
                  <a:lnTo>
                    <a:pt x="93425" y="130353"/>
                  </a:lnTo>
                  <a:lnTo>
                    <a:pt x="27031" y="135851"/>
                  </a:lnTo>
                  <a:lnTo>
                    <a:pt x="658" y="6088"/>
                  </a:lnTo>
                  <a:lnTo>
                    <a:pt x="16108" y="4809"/>
                  </a:lnTo>
                  <a:lnTo>
                    <a:pt x="18143" y="6246"/>
                  </a:lnTo>
                  <a:cubicBezTo>
                    <a:pt x="18849" y="6746"/>
                    <a:pt x="19659" y="7014"/>
                    <a:pt x="20444" y="7014"/>
                  </a:cubicBezTo>
                  <a:cubicBezTo>
                    <a:pt x="20540" y="7014"/>
                    <a:pt x="20635" y="7010"/>
                    <a:pt x="20731" y="7002"/>
                  </a:cubicBezTo>
                  <a:lnTo>
                    <a:pt x="48735" y="4683"/>
                  </a:lnTo>
                  <a:cubicBezTo>
                    <a:pt x="49662" y="4606"/>
                    <a:pt x="50480" y="4158"/>
                    <a:pt x="51039" y="3421"/>
                  </a:cubicBezTo>
                  <a:lnTo>
                    <a:pt x="52255" y="1815"/>
                  </a:lnTo>
                  <a:lnTo>
                    <a:pt x="67051" y="590"/>
                  </a:lnTo>
                  <a:close/>
                  <a:moveTo>
                    <a:pt x="67277" y="0"/>
                  </a:moveTo>
                  <a:cubicBezTo>
                    <a:pt x="67270" y="0"/>
                    <a:pt x="67263" y="1"/>
                    <a:pt x="67256" y="1"/>
                  </a:cubicBezTo>
                  <a:lnTo>
                    <a:pt x="52083" y="1258"/>
                  </a:lnTo>
                  <a:cubicBezTo>
                    <a:pt x="52003" y="1265"/>
                    <a:pt x="51928" y="1306"/>
                    <a:pt x="51880" y="1370"/>
                  </a:cubicBezTo>
                  <a:lnTo>
                    <a:pt x="50585" y="3077"/>
                  </a:lnTo>
                  <a:cubicBezTo>
                    <a:pt x="50126" y="3683"/>
                    <a:pt x="49453" y="4052"/>
                    <a:pt x="48689" y="4115"/>
                  </a:cubicBezTo>
                  <a:lnTo>
                    <a:pt x="20684" y="6434"/>
                  </a:lnTo>
                  <a:cubicBezTo>
                    <a:pt x="20607" y="6441"/>
                    <a:pt x="20530" y="6444"/>
                    <a:pt x="20452" y="6444"/>
                  </a:cubicBezTo>
                  <a:cubicBezTo>
                    <a:pt x="19781" y="6444"/>
                    <a:pt x="19085" y="6214"/>
                    <a:pt x="18472" y="5780"/>
                  </a:cubicBezTo>
                  <a:lnTo>
                    <a:pt x="16351" y="4283"/>
                  </a:lnTo>
                  <a:cubicBezTo>
                    <a:pt x="16303" y="4249"/>
                    <a:pt x="16245" y="4231"/>
                    <a:pt x="16187" y="4231"/>
                  </a:cubicBezTo>
                  <a:cubicBezTo>
                    <a:pt x="16179" y="4231"/>
                    <a:pt x="16171" y="4232"/>
                    <a:pt x="16163" y="4232"/>
                  </a:cubicBezTo>
                  <a:lnTo>
                    <a:pt x="291" y="5547"/>
                  </a:lnTo>
                  <a:cubicBezTo>
                    <a:pt x="121" y="5561"/>
                    <a:pt x="1" y="5720"/>
                    <a:pt x="35" y="5888"/>
                  </a:cubicBezTo>
                  <a:lnTo>
                    <a:pt x="26524" y="136213"/>
                  </a:lnTo>
                  <a:cubicBezTo>
                    <a:pt x="26550" y="136345"/>
                    <a:pt x="26667" y="136440"/>
                    <a:pt x="26801" y="136440"/>
                  </a:cubicBezTo>
                  <a:cubicBezTo>
                    <a:pt x="26809" y="136440"/>
                    <a:pt x="26818" y="136440"/>
                    <a:pt x="26826" y="136439"/>
                  </a:cubicBezTo>
                  <a:lnTo>
                    <a:pt x="93791" y="130894"/>
                  </a:lnTo>
                  <a:cubicBezTo>
                    <a:pt x="93962" y="130880"/>
                    <a:pt x="94081" y="130721"/>
                    <a:pt x="94048" y="130554"/>
                  </a:cubicBezTo>
                  <a:lnTo>
                    <a:pt x="67560" y="229"/>
                  </a:lnTo>
                  <a:cubicBezTo>
                    <a:pt x="67531" y="95"/>
                    <a:pt x="67413" y="0"/>
                    <a:pt x="67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56"/>
            <p:cNvSpPr/>
            <p:nvPr/>
          </p:nvSpPr>
          <p:spPr>
            <a:xfrm>
              <a:off x="3431125" y="4589350"/>
              <a:ext cx="85625" cy="84725"/>
            </a:xfrm>
            <a:custGeom>
              <a:avLst/>
              <a:gdLst/>
              <a:ahLst/>
              <a:cxnLst/>
              <a:rect l="l" t="t" r="r" b="b"/>
              <a:pathLst>
                <a:path w="3425" h="3389" extrusionOk="0">
                  <a:moveTo>
                    <a:pt x="1484" y="1"/>
                  </a:moveTo>
                  <a:cubicBezTo>
                    <a:pt x="1445" y="1"/>
                    <a:pt x="1407" y="2"/>
                    <a:pt x="1369" y="5"/>
                  </a:cubicBezTo>
                  <a:cubicBezTo>
                    <a:pt x="529" y="75"/>
                    <a:pt x="1" y="888"/>
                    <a:pt x="191" y="1820"/>
                  </a:cubicBezTo>
                  <a:cubicBezTo>
                    <a:pt x="372" y="2711"/>
                    <a:pt x="1140" y="3388"/>
                    <a:pt x="1940" y="3388"/>
                  </a:cubicBezTo>
                  <a:cubicBezTo>
                    <a:pt x="1979" y="3388"/>
                    <a:pt x="2017" y="3387"/>
                    <a:pt x="2056" y="3383"/>
                  </a:cubicBezTo>
                  <a:cubicBezTo>
                    <a:pt x="2897" y="3314"/>
                    <a:pt x="3424" y="2501"/>
                    <a:pt x="3234" y="1569"/>
                  </a:cubicBezTo>
                  <a:cubicBezTo>
                    <a:pt x="3053" y="679"/>
                    <a:pt x="2284" y="1"/>
                    <a:pt x="14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2143400" y="1734625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3" y="0"/>
                  </a:moveTo>
                  <a:cubicBezTo>
                    <a:pt x="9024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3" y="689"/>
                    <a:pt x="0" y="1740"/>
                    <a:pt x="245" y="2946"/>
                  </a:cubicBezTo>
                  <a:lnTo>
                    <a:pt x="1859" y="10886"/>
                  </a:lnTo>
                  <a:cubicBezTo>
                    <a:pt x="2094" y="12038"/>
                    <a:pt x="3089" y="12914"/>
                    <a:pt x="4123" y="12914"/>
                  </a:cubicBezTo>
                  <a:cubicBezTo>
                    <a:pt x="4172" y="12914"/>
                    <a:pt x="4222" y="12912"/>
                    <a:pt x="4271" y="12908"/>
                  </a:cubicBezTo>
                  <a:lnTo>
                    <a:pt x="11427" y="12315"/>
                  </a:lnTo>
                  <a:cubicBezTo>
                    <a:pt x="12513" y="12225"/>
                    <a:pt x="13195" y="11174"/>
                    <a:pt x="12950" y="9969"/>
                  </a:cubicBezTo>
                  <a:lnTo>
                    <a:pt x="11336" y="2027"/>
                  </a:lnTo>
                  <a:cubicBezTo>
                    <a:pt x="11103" y="876"/>
                    <a:pt x="10108" y="0"/>
                    <a:pt x="9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2138975" y="1727500"/>
              <a:ext cx="338750" cy="337075"/>
            </a:xfrm>
            <a:custGeom>
              <a:avLst/>
              <a:gdLst/>
              <a:ahLst/>
              <a:cxnLst/>
              <a:rect l="l" t="t" r="r" b="b"/>
              <a:pathLst>
                <a:path w="13550" h="13483" extrusionOk="0">
                  <a:moveTo>
                    <a:pt x="9253" y="570"/>
                  </a:moveTo>
                  <a:cubicBezTo>
                    <a:pt x="10154" y="570"/>
                    <a:pt x="11027" y="1350"/>
                    <a:pt x="11235" y="2369"/>
                  </a:cubicBezTo>
                  <a:lnTo>
                    <a:pt x="12848" y="10310"/>
                  </a:lnTo>
                  <a:cubicBezTo>
                    <a:pt x="12959" y="10855"/>
                    <a:pt x="12858" y="11388"/>
                    <a:pt x="12569" y="11773"/>
                  </a:cubicBezTo>
                  <a:cubicBezTo>
                    <a:pt x="12334" y="12089"/>
                    <a:pt x="11973" y="12286"/>
                    <a:pt x="11581" y="12316"/>
                  </a:cubicBezTo>
                  <a:lnTo>
                    <a:pt x="4425" y="12908"/>
                  </a:lnTo>
                  <a:cubicBezTo>
                    <a:pt x="4385" y="12911"/>
                    <a:pt x="4344" y="12913"/>
                    <a:pt x="4304" y="12913"/>
                  </a:cubicBezTo>
                  <a:cubicBezTo>
                    <a:pt x="3407" y="12913"/>
                    <a:pt x="2524" y="12136"/>
                    <a:pt x="2316" y="11115"/>
                  </a:cubicBezTo>
                  <a:lnTo>
                    <a:pt x="702" y="3175"/>
                  </a:lnTo>
                  <a:cubicBezTo>
                    <a:pt x="592" y="2629"/>
                    <a:pt x="694" y="2096"/>
                    <a:pt x="982" y="1712"/>
                  </a:cubicBezTo>
                  <a:cubicBezTo>
                    <a:pt x="1217" y="1396"/>
                    <a:pt x="1578" y="1197"/>
                    <a:pt x="1971" y="1168"/>
                  </a:cubicBezTo>
                  <a:lnTo>
                    <a:pt x="9126" y="576"/>
                  </a:lnTo>
                  <a:cubicBezTo>
                    <a:pt x="9168" y="572"/>
                    <a:pt x="9211" y="570"/>
                    <a:pt x="9253" y="570"/>
                  </a:cubicBezTo>
                  <a:close/>
                  <a:moveTo>
                    <a:pt x="9247" y="1"/>
                  </a:moveTo>
                  <a:cubicBezTo>
                    <a:pt x="9191" y="1"/>
                    <a:pt x="9134" y="3"/>
                    <a:pt x="9078" y="8"/>
                  </a:cubicBezTo>
                  <a:lnTo>
                    <a:pt x="1922" y="600"/>
                  </a:lnTo>
                  <a:cubicBezTo>
                    <a:pt x="1360" y="647"/>
                    <a:pt x="864" y="920"/>
                    <a:pt x="526" y="1370"/>
                  </a:cubicBezTo>
                  <a:cubicBezTo>
                    <a:pt x="140" y="1884"/>
                    <a:pt x="0" y="2583"/>
                    <a:pt x="143" y="3288"/>
                  </a:cubicBezTo>
                  <a:lnTo>
                    <a:pt x="1757" y="11229"/>
                  </a:lnTo>
                  <a:cubicBezTo>
                    <a:pt x="2018" y="12506"/>
                    <a:pt x="3137" y="13483"/>
                    <a:pt x="4301" y="13483"/>
                  </a:cubicBezTo>
                  <a:cubicBezTo>
                    <a:pt x="4358" y="13483"/>
                    <a:pt x="4415" y="13480"/>
                    <a:pt x="4472" y="13476"/>
                  </a:cubicBezTo>
                  <a:lnTo>
                    <a:pt x="11626" y="12883"/>
                  </a:lnTo>
                  <a:cubicBezTo>
                    <a:pt x="12189" y="12837"/>
                    <a:pt x="12686" y="12564"/>
                    <a:pt x="13023" y="12114"/>
                  </a:cubicBezTo>
                  <a:cubicBezTo>
                    <a:pt x="13409" y="11600"/>
                    <a:pt x="13549" y="10900"/>
                    <a:pt x="13406" y="10196"/>
                  </a:cubicBezTo>
                  <a:lnTo>
                    <a:pt x="11792" y="2255"/>
                  </a:lnTo>
                  <a:cubicBezTo>
                    <a:pt x="11533" y="977"/>
                    <a:pt x="10416" y="1"/>
                    <a:pt x="9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2543000" y="1701550"/>
              <a:ext cx="329875" cy="322825"/>
            </a:xfrm>
            <a:custGeom>
              <a:avLst/>
              <a:gdLst/>
              <a:ahLst/>
              <a:cxnLst/>
              <a:rect l="l" t="t" r="r" b="b"/>
              <a:pathLst>
                <a:path w="13195" h="12913" extrusionOk="0">
                  <a:moveTo>
                    <a:pt x="9074" y="0"/>
                  </a:moveTo>
                  <a:cubicBezTo>
                    <a:pt x="9024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3" y="688"/>
                    <a:pt x="0" y="1739"/>
                    <a:pt x="245" y="2945"/>
                  </a:cubicBezTo>
                  <a:lnTo>
                    <a:pt x="1859" y="10886"/>
                  </a:lnTo>
                  <a:cubicBezTo>
                    <a:pt x="2092" y="12036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6" y="12314"/>
                  </a:lnTo>
                  <a:cubicBezTo>
                    <a:pt x="12513" y="12224"/>
                    <a:pt x="13195" y="11173"/>
                    <a:pt x="12950" y="9968"/>
                  </a:cubicBezTo>
                  <a:lnTo>
                    <a:pt x="11336" y="2027"/>
                  </a:lnTo>
                  <a:cubicBezTo>
                    <a:pt x="11102" y="877"/>
                    <a:pt x="10109" y="0"/>
                    <a:pt x="9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2538550" y="1694425"/>
              <a:ext cx="338775" cy="337075"/>
            </a:xfrm>
            <a:custGeom>
              <a:avLst/>
              <a:gdLst/>
              <a:ahLst/>
              <a:cxnLst/>
              <a:rect l="l" t="t" r="r" b="b"/>
              <a:pathLst>
                <a:path w="13551" h="13483" extrusionOk="0">
                  <a:moveTo>
                    <a:pt x="9253" y="569"/>
                  </a:moveTo>
                  <a:cubicBezTo>
                    <a:pt x="10155" y="569"/>
                    <a:pt x="11028" y="1349"/>
                    <a:pt x="11235" y="2368"/>
                  </a:cubicBezTo>
                  <a:lnTo>
                    <a:pt x="12848" y="10309"/>
                  </a:lnTo>
                  <a:cubicBezTo>
                    <a:pt x="12959" y="10854"/>
                    <a:pt x="12857" y="11387"/>
                    <a:pt x="12569" y="11771"/>
                  </a:cubicBezTo>
                  <a:cubicBezTo>
                    <a:pt x="12333" y="12087"/>
                    <a:pt x="11972" y="12285"/>
                    <a:pt x="11579" y="12315"/>
                  </a:cubicBezTo>
                  <a:lnTo>
                    <a:pt x="4424" y="12907"/>
                  </a:lnTo>
                  <a:cubicBezTo>
                    <a:pt x="4385" y="12910"/>
                    <a:pt x="4347" y="12912"/>
                    <a:pt x="4308" y="12912"/>
                  </a:cubicBezTo>
                  <a:cubicBezTo>
                    <a:pt x="3407" y="12912"/>
                    <a:pt x="2523" y="12138"/>
                    <a:pt x="2316" y="11114"/>
                  </a:cubicBezTo>
                  <a:lnTo>
                    <a:pt x="702" y="3173"/>
                  </a:lnTo>
                  <a:cubicBezTo>
                    <a:pt x="591" y="2628"/>
                    <a:pt x="693" y="2095"/>
                    <a:pt x="982" y="1711"/>
                  </a:cubicBezTo>
                  <a:cubicBezTo>
                    <a:pt x="1216" y="1395"/>
                    <a:pt x="1578" y="1197"/>
                    <a:pt x="1970" y="1167"/>
                  </a:cubicBezTo>
                  <a:lnTo>
                    <a:pt x="9126" y="575"/>
                  </a:lnTo>
                  <a:cubicBezTo>
                    <a:pt x="9168" y="571"/>
                    <a:pt x="9210" y="570"/>
                    <a:pt x="9253" y="570"/>
                  </a:cubicBezTo>
                  <a:lnTo>
                    <a:pt x="9253" y="569"/>
                  </a:lnTo>
                  <a:close/>
                  <a:moveTo>
                    <a:pt x="9246" y="0"/>
                  </a:moveTo>
                  <a:cubicBezTo>
                    <a:pt x="9190" y="0"/>
                    <a:pt x="9134" y="2"/>
                    <a:pt x="9078" y="7"/>
                  </a:cubicBezTo>
                  <a:lnTo>
                    <a:pt x="1923" y="599"/>
                  </a:lnTo>
                  <a:cubicBezTo>
                    <a:pt x="1360" y="646"/>
                    <a:pt x="864" y="919"/>
                    <a:pt x="527" y="1369"/>
                  </a:cubicBezTo>
                  <a:cubicBezTo>
                    <a:pt x="141" y="1884"/>
                    <a:pt x="1" y="2582"/>
                    <a:pt x="144" y="3287"/>
                  </a:cubicBezTo>
                  <a:lnTo>
                    <a:pt x="1758" y="11228"/>
                  </a:lnTo>
                  <a:cubicBezTo>
                    <a:pt x="2018" y="12507"/>
                    <a:pt x="3137" y="13483"/>
                    <a:pt x="4301" y="13483"/>
                  </a:cubicBezTo>
                  <a:cubicBezTo>
                    <a:pt x="4358" y="13483"/>
                    <a:pt x="4415" y="13479"/>
                    <a:pt x="4472" y="13475"/>
                  </a:cubicBezTo>
                  <a:lnTo>
                    <a:pt x="11627" y="12882"/>
                  </a:lnTo>
                  <a:cubicBezTo>
                    <a:pt x="12191" y="12836"/>
                    <a:pt x="12687" y="12563"/>
                    <a:pt x="13024" y="12113"/>
                  </a:cubicBezTo>
                  <a:cubicBezTo>
                    <a:pt x="13410" y="11599"/>
                    <a:pt x="13550" y="10899"/>
                    <a:pt x="13407" y="10196"/>
                  </a:cubicBezTo>
                  <a:lnTo>
                    <a:pt x="11793" y="2255"/>
                  </a:lnTo>
                  <a:cubicBezTo>
                    <a:pt x="11532" y="976"/>
                    <a:pt x="10410" y="0"/>
                    <a:pt x="9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2942575" y="1668450"/>
              <a:ext cx="329900" cy="322825"/>
            </a:xfrm>
            <a:custGeom>
              <a:avLst/>
              <a:gdLst/>
              <a:ahLst/>
              <a:cxnLst/>
              <a:rect l="l" t="t" r="r" b="b"/>
              <a:pathLst>
                <a:path w="13196" h="12913" extrusionOk="0">
                  <a:moveTo>
                    <a:pt x="9075" y="0"/>
                  </a:moveTo>
                  <a:cubicBezTo>
                    <a:pt x="9025" y="0"/>
                    <a:pt x="8975" y="2"/>
                    <a:pt x="8925" y="6"/>
                  </a:cubicBezTo>
                  <a:lnTo>
                    <a:pt x="1769" y="599"/>
                  </a:lnTo>
                  <a:cubicBezTo>
                    <a:pt x="684" y="688"/>
                    <a:pt x="1" y="1739"/>
                    <a:pt x="246" y="2945"/>
                  </a:cubicBezTo>
                  <a:lnTo>
                    <a:pt x="1860" y="10886"/>
                  </a:lnTo>
                  <a:cubicBezTo>
                    <a:pt x="2093" y="12036"/>
                    <a:pt x="3087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6" y="12314"/>
                  </a:lnTo>
                  <a:cubicBezTo>
                    <a:pt x="12513" y="12224"/>
                    <a:pt x="13196" y="11173"/>
                    <a:pt x="12949" y="9968"/>
                  </a:cubicBezTo>
                  <a:lnTo>
                    <a:pt x="11336" y="2027"/>
                  </a:lnTo>
                  <a:cubicBezTo>
                    <a:pt x="11102" y="877"/>
                    <a:pt x="10108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2938150" y="1661325"/>
              <a:ext cx="338750" cy="337075"/>
            </a:xfrm>
            <a:custGeom>
              <a:avLst/>
              <a:gdLst/>
              <a:ahLst/>
              <a:cxnLst/>
              <a:rect l="l" t="t" r="r" b="b"/>
              <a:pathLst>
                <a:path w="13550" h="13483" extrusionOk="0">
                  <a:moveTo>
                    <a:pt x="9253" y="570"/>
                  </a:moveTo>
                  <a:cubicBezTo>
                    <a:pt x="10155" y="570"/>
                    <a:pt x="11028" y="1349"/>
                    <a:pt x="11234" y="2369"/>
                  </a:cubicBezTo>
                  <a:lnTo>
                    <a:pt x="12849" y="10310"/>
                  </a:lnTo>
                  <a:cubicBezTo>
                    <a:pt x="12959" y="10855"/>
                    <a:pt x="12857" y="11387"/>
                    <a:pt x="12569" y="11772"/>
                  </a:cubicBezTo>
                  <a:cubicBezTo>
                    <a:pt x="12333" y="12088"/>
                    <a:pt x="11973" y="12287"/>
                    <a:pt x="11580" y="12316"/>
                  </a:cubicBezTo>
                  <a:lnTo>
                    <a:pt x="4425" y="12908"/>
                  </a:lnTo>
                  <a:cubicBezTo>
                    <a:pt x="4384" y="12912"/>
                    <a:pt x="4344" y="12913"/>
                    <a:pt x="4303" y="12913"/>
                  </a:cubicBezTo>
                  <a:cubicBezTo>
                    <a:pt x="3404" y="12913"/>
                    <a:pt x="2524" y="12136"/>
                    <a:pt x="2315" y="11115"/>
                  </a:cubicBezTo>
                  <a:lnTo>
                    <a:pt x="701" y="3174"/>
                  </a:lnTo>
                  <a:cubicBezTo>
                    <a:pt x="591" y="2628"/>
                    <a:pt x="692" y="2096"/>
                    <a:pt x="981" y="1711"/>
                  </a:cubicBezTo>
                  <a:cubicBezTo>
                    <a:pt x="1216" y="1395"/>
                    <a:pt x="1577" y="1197"/>
                    <a:pt x="1970" y="1167"/>
                  </a:cubicBezTo>
                  <a:lnTo>
                    <a:pt x="9125" y="575"/>
                  </a:lnTo>
                  <a:cubicBezTo>
                    <a:pt x="9167" y="571"/>
                    <a:pt x="9210" y="570"/>
                    <a:pt x="9253" y="570"/>
                  </a:cubicBezTo>
                  <a:close/>
                  <a:moveTo>
                    <a:pt x="9238" y="1"/>
                  </a:moveTo>
                  <a:cubicBezTo>
                    <a:pt x="9185" y="1"/>
                    <a:pt x="9132" y="3"/>
                    <a:pt x="9078" y="7"/>
                  </a:cubicBezTo>
                  <a:lnTo>
                    <a:pt x="1923" y="600"/>
                  </a:lnTo>
                  <a:cubicBezTo>
                    <a:pt x="1359" y="647"/>
                    <a:pt x="863" y="920"/>
                    <a:pt x="525" y="1369"/>
                  </a:cubicBezTo>
                  <a:cubicBezTo>
                    <a:pt x="139" y="1884"/>
                    <a:pt x="0" y="2583"/>
                    <a:pt x="144" y="3287"/>
                  </a:cubicBezTo>
                  <a:lnTo>
                    <a:pt x="1758" y="11228"/>
                  </a:lnTo>
                  <a:cubicBezTo>
                    <a:pt x="2017" y="12507"/>
                    <a:pt x="3137" y="13483"/>
                    <a:pt x="4301" y="13483"/>
                  </a:cubicBezTo>
                  <a:cubicBezTo>
                    <a:pt x="4358" y="13483"/>
                    <a:pt x="4415" y="13481"/>
                    <a:pt x="4472" y="13475"/>
                  </a:cubicBezTo>
                  <a:lnTo>
                    <a:pt x="11628" y="12883"/>
                  </a:lnTo>
                  <a:cubicBezTo>
                    <a:pt x="12191" y="12836"/>
                    <a:pt x="12686" y="12563"/>
                    <a:pt x="13024" y="12113"/>
                  </a:cubicBezTo>
                  <a:cubicBezTo>
                    <a:pt x="13410" y="11599"/>
                    <a:pt x="13550" y="10899"/>
                    <a:pt x="13406" y="10195"/>
                  </a:cubicBezTo>
                  <a:lnTo>
                    <a:pt x="11792" y="2255"/>
                  </a:lnTo>
                  <a:cubicBezTo>
                    <a:pt x="11531" y="973"/>
                    <a:pt x="10414" y="1"/>
                    <a:pt x="9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3342175" y="1635350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4" y="0"/>
                  </a:moveTo>
                  <a:cubicBezTo>
                    <a:pt x="9025" y="0"/>
                    <a:pt x="8974" y="2"/>
                    <a:pt x="8924" y="7"/>
                  </a:cubicBezTo>
                  <a:lnTo>
                    <a:pt x="1769" y="599"/>
                  </a:lnTo>
                  <a:cubicBezTo>
                    <a:pt x="682" y="689"/>
                    <a:pt x="0" y="1740"/>
                    <a:pt x="245" y="2946"/>
                  </a:cubicBezTo>
                  <a:lnTo>
                    <a:pt x="1859" y="10887"/>
                  </a:lnTo>
                  <a:cubicBezTo>
                    <a:pt x="2093" y="12037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5" y="12314"/>
                  </a:lnTo>
                  <a:cubicBezTo>
                    <a:pt x="12512" y="12224"/>
                    <a:pt x="13195" y="11174"/>
                    <a:pt x="12949" y="9968"/>
                  </a:cubicBezTo>
                  <a:lnTo>
                    <a:pt x="11335" y="2028"/>
                  </a:lnTo>
                  <a:cubicBezTo>
                    <a:pt x="11102" y="877"/>
                    <a:pt x="10108" y="0"/>
                    <a:pt x="9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3337750" y="1628225"/>
              <a:ext cx="338725" cy="337100"/>
            </a:xfrm>
            <a:custGeom>
              <a:avLst/>
              <a:gdLst/>
              <a:ahLst/>
              <a:cxnLst/>
              <a:rect l="l" t="t" r="r" b="b"/>
              <a:pathLst>
                <a:path w="13549" h="13484" extrusionOk="0">
                  <a:moveTo>
                    <a:pt x="9253" y="569"/>
                  </a:moveTo>
                  <a:lnTo>
                    <a:pt x="9253" y="570"/>
                  </a:lnTo>
                  <a:cubicBezTo>
                    <a:pt x="10154" y="570"/>
                    <a:pt x="11027" y="1350"/>
                    <a:pt x="11233" y="2368"/>
                  </a:cubicBezTo>
                  <a:lnTo>
                    <a:pt x="12847" y="10309"/>
                  </a:lnTo>
                  <a:cubicBezTo>
                    <a:pt x="12958" y="10854"/>
                    <a:pt x="12856" y="11387"/>
                    <a:pt x="12567" y="11772"/>
                  </a:cubicBezTo>
                  <a:cubicBezTo>
                    <a:pt x="12333" y="12087"/>
                    <a:pt x="11972" y="12286"/>
                    <a:pt x="11579" y="12315"/>
                  </a:cubicBezTo>
                  <a:lnTo>
                    <a:pt x="4423" y="12907"/>
                  </a:lnTo>
                  <a:cubicBezTo>
                    <a:pt x="4383" y="12911"/>
                    <a:pt x="4343" y="12912"/>
                    <a:pt x="4303" y="12912"/>
                  </a:cubicBezTo>
                  <a:cubicBezTo>
                    <a:pt x="3403" y="12912"/>
                    <a:pt x="2522" y="12136"/>
                    <a:pt x="2315" y="11114"/>
                  </a:cubicBezTo>
                  <a:lnTo>
                    <a:pt x="701" y="3173"/>
                  </a:lnTo>
                  <a:cubicBezTo>
                    <a:pt x="590" y="2628"/>
                    <a:pt x="692" y="2095"/>
                    <a:pt x="981" y="1711"/>
                  </a:cubicBezTo>
                  <a:cubicBezTo>
                    <a:pt x="1216" y="1395"/>
                    <a:pt x="1576" y="1197"/>
                    <a:pt x="1969" y="1167"/>
                  </a:cubicBezTo>
                  <a:lnTo>
                    <a:pt x="9124" y="575"/>
                  </a:lnTo>
                  <a:cubicBezTo>
                    <a:pt x="9167" y="571"/>
                    <a:pt x="9210" y="569"/>
                    <a:pt x="9253" y="569"/>
                  </a:cubicBezTo>
                  <a:close/>
                  <a:moveTo>
                    <a:pt x="9243" y="1"/>
                  </a:moveTo>
                  <a:cubicBezTo>
                    <a:pt x="9188" y="1"/>
                    <a:pt x="9132" y="3"/>
                    <a:pt x="9077" y="7"/>
                  </a:cubicBezTo>
                  <a:lnTo>
                    <a:pt x="1922" y="600"/>
                  </a:lnTo>
                  <a:cubicBezTo>
                    <a:pt x="1359" y="646"/>
                    <a:pt x="862" y="919"/>
                    <a:pt x="525" y="1369"/>
                  </a:cubicBezTo>
                  <a:cubicBezTo>
                    <a:pt x="139" y="1884"/>
                    <a:pt x="0" y="2583"/>
                    <a:pt x="144" y="3287"/>
                  </a:cubicBezTo>
                  <a:lnTo>
                    <a:pt x="1757" y="11228"/>
                  </a:lnTo>
                  <a:cubicBezTo>
                    <a:pt x="2017" y="12507"/>
                    <a:pt x="3136" y="13483"/>
                    <a:pt x="4300" y="13483"/>
                  </a:cubicBezTo>
                  <a:cubicBezTo>
                    <a:pt x="4357" y="13483"/>
                    <a:pt x="4414" y="13481"/>
                    <a:pt x="4472" y="13475"/>
                  </a:cubicBezTo>
                  <a:lnTo>
                    <a:pt x="11626" y="12883"/>
                  </a:lnTo>
                  <a:cubicBezTo>
                    <a:pt x="12189" y="12836"/>
                    <a:pt x="12686" y="12563"/>
                    <a:pt x="13023" y="12114"/>
                  </a:cubicBezTo>
                  <a:cubicBezTo>
                    <a:pt x="13409" y="11599"/>
                    <a:pt x="13548" y="10901"/>
                    <a:pt x="13405" y="10196"/>
                  </a:cubicBezTo>
                  <a:lnTo>
                    <a:pt x="11791" y="2255"/>
                  </a:lnTo>
                  <a:cubicBezTo>
                    <a:pt x="11531" y="975"/>
                    <a:pt x="10414" y="1"/>
                    <a:pt x="9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2236200" y="2191200"/>
              <a:ext cx="329900" cy="322875"/>
            </a:xfrm>
            <a:custGeom>
              <a:avLst/>
              <a:gdLst/>
              <a:ahLst/>
              <a:cxnLst/>
              <a:rect l="l" t="t" r="r" b="b"/>
              <a:pathLst>
                <a:path w="13196" h="12915" extrusionOk="0">
                  <a:moveTo>
                    <a:pt x="9073" y="1"/>
                  </a:moveTo>
                  <a:cubicBezTo>
                    <a:pt x="9024" y="1"/>
                    <a:pt x="8974" y="3"/>
                    <a:pt x="8924" y="7"/>
                  </a:cubicBezTo>
                  <a:lnTo>
                    <a:pt x="1769" y="599"/>
                  </a:lnTo>
                  <a:cubicBezTo>
                    <a:pt x="683" y="689"/>
                    <a:pt x="0" y="1740"/>
                    <a:pt x="245" y="2947"/>
                  </a:cubicBezTo>
                  <a:lnTo>
                    <a:pt x="1859" y="10887"/>
                  </a:lnTo>
                  <a:cubicBezTo>
                    <a:pt x="2093" y="12038"/>
                    <a:pt x="3086" y="12914"/>
                    <a:pt x="4121" y="12914"/>
                  </a:cubicBezTo>
                  <a:cubicBezTo>
                    <a:pt x="4171" y="12914"/>
                    <a:pt x="4221" y="12912"/>
                    <a:pt x="4271" y="12908"/>
                  </a:cubicBezTo>
                  <a:lnTo>
                    <a:pt x="11427" y="12316"/>
                  </a:lnTo>
                  <a:cubicBezTo>
                    <a:pt x="12514" y="12225"/>
                    <a:pt x="13195" y="11174"/>
                    <a:pt x="12950" y="9969"/>
                  </a:cubicBezTo>
                  <a:lnTo>
                    <a:pt x="11336" y="2028"/>
                  </a:lnTo>
                  <a:cubicBezTo>
                    <a:pt x="11102" y="877"/>
                    <a:pt x="10107" y="1"/>
                    <a:pt x="9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2231775" y="2184100"/>
              <a:ext cx="338750" cy="337100"/>
            </a:xfrm>
            <a:custGeom>
              <a:avLst/>
              <a:gdLst/>
              <a:ahLst/>
              <a:cxnLst/>
              <a:rect l="l" t="t" r="r" b="b"/>
              <a:pathLst>
                <a:path w="13550" h="13484" extrusionOk="0">
                  <a:moveTo>
                    <a:pt x="9254" y="569"/>
                  </a:moveTo>
                  <a:cubicBezTo>
                    <a:pt x="10156" y="569"/>
                    <a:pt x="11027" y="1349"/>
                    <a:pt x="11233" y="2368"/>
                  </a:cubicBezTo>
                  <a:lnTo>
                    <a:pt x="12847" y="10310"/>
                  </a:lnTo>
                  <a:cubicBezTo>
                    <a:pt x="12958" y="10855"/>
                    <a:pt x="12856" y="11387"/>
                    <a:pt x="12569" y="11771"/>
                  </a:cubicBezTo>
                  <a:cubicBezTo>
                    <a:pt x="12333" y="12087"/>
                    <a:pt x="11973" y="12286"/>
                    <a:pt x="11580" y="12315"/>
                  </a:cubicBezTo>
                  <a:lnTo>
                    <a:pt x="4424" y="12908"/>
                  </a:lnTo>
                  <a:cubicBezTo>
                    <a:pt x="4384" y="12911"/>
                    <a:pt x="4344" y="12912"/>
                    <a:pt x="4304" y="12912"/>
                  </a:cubicBezTo>
                  <a:cubicBezTo>
                    <a:pt x="3403" y="12912"/>
                    <a:pt x="2522" y="12136"/>
                    <a:pt x="2315" y="11114"/>
                  </a:cubicBezTo>
                  <a:lnTo>
                    <a:pt x="701" y="3173"/>
                  </a:lnTo>
                  <a:cubicBezTo>
                    <a:pt x="590" y="2628"/>
                    <a:pt x="693" y="2095"/>
                    <a:pt x="981" y="1712"/>
                  </a:cubicBezTo>
                  <a:cubicBezTo>
                    <a:pt x="1216" y="1396"/>
                    <a:pt x="1577" y="1197"/>
                    <a:pt x="1970" y="1168"/>
                  </a:cubicBezTo>
                  <a:lnTo>
                    <a:pt x="9125" y="575"/>
                  </a:lnTo>
                  <a:cubicBezTo>
                    <a:pt x="9167" y="572"/>
                    <a:pt x="9210" y="569"/>
                    <a:pt x="9253" y="569"/>
                  </a:cubicBezTo>
                  <a:close/>
                  <a:moveTo>
                    <a:pt x="9244" y="1"/>
                  </a:moveTo>
                  <a:cubicBezTo>
                    <a:pt x="9189" y="1"/>
                    <a:pt x="9133" y="3"/>
                    <a:pt x="9078" y="7"/>
                  </a:cubicBezTo>
                  <a:lnTo>
                    <a:pt x="1922" y="600"/>
                  </a:lnTo>
                  <a:cubicBezTo>
                    <a:pt x="1359" y="647"/>
                    <a:pt x="864" y="919"/>
                    <a:pt x="526" y="1370"/>
                  </a:cubicBezTo>
                  <a:cubicBezTo>
                    <a:pt x="140" y="1884"/>
                    <a:pt x="0" y="2583"/>
                    <a:pt x="144" y="3287"/>
                  </a:cubicBezTo>
                  <a:lnTo>
                    <a:pt x="1757" y="11228"/>
                  </a:lnTo>
                  <a:cubicBezTo>
                    <a:pt x="2017" y="12507"/>
                    <a:pt x="3137" y="13483"/>
                    <a:pt x="4301" y="13483"/>
                  </a:cubicBezTo>
                  <a:cubicBezTo>
                    <a:pt x="4358" y="13483"/>
                    <a:pt x="4414" y="13480"/>
                    <a:pt x="4472" y="13475"/>
                  </a:cubicBezTo>
                  <a:lnTo>
                    <a:pt x="11627" y="12883"/>
                  </a:lnTo>
                  <a:cubicBezTo>
                    <a:pt x="12191" y="12837"/>
                    <a:pt x="12686" y="12563"/>
                    <a:pt x="13023" y="12113"/>
                  </a:cubicBezTo>
                  <a:cubicBezTo>
                    <a:pt x="13409" y="11600"/>
                    <a:pt x="13549" y="10900"/>
                    <a:pt x="13406" y="10197"/>
                  </a:cubicBezTo>
                  <a:lnTo>
                    <a:pt x="11792" y="2256"/>
                  </a:lnTo>
                  <a:cubicBezTo>
                    <a:pt x="11531" y="975"/>
                    <a:pt x="10412" y="1"/>
                    <a:pt x="9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2635825" y="2158125"/>
              <a:ext cx="329850" cy="322850"/>
            </a:xfrm>
            <a:custGeom>
              <a:avLst/>
              <a:gdLst/>
              <a:ahLst/>
              <a:cxnLst/>
              <a:rect l="l" t="t" r="r" b="b"/>
              <a:pathLst>
                <a:path w="13194" h="12914" extrusionOk="0">
                  <a:moveTo>
                    <a:pt x="9073" y="1"/>
                  </a:moveTo>
                  <a:cubicBezTo>
                    <a:pt x="9023" y="1"/>
                    <a:pt x="8973" y="3"/>
                    <a:pt x="8923" y="7"/>
                  </a:cubicBezTo>
                  <a:lnTo>
                    <a:pt x="1769" y="599"/>
                  </a:lnTo>
                  <a:cubicBezTo>
                    <a:pt x="682" y="689"/>
                    <a:pt x="0" y="1739"/>
                    <a:pt x="245" y="2946"/>
                  </a:cubicBezTo>
                  <a:lnTo>
                    <a:pt x="1859" y="10887"/>
                  </a:lnTo>
                  <a:cubicBezTo>
                    <a:pt x="2093" y="12037"/>
                    <a:pt x="3086" y="12913"/>
                    <a:pt x="4120" y="12913"/>
                  </a:cubicBezTo>
                  <a:cubicBezTo>
                    <a:pt x="4170" y="12913"/>
                    <a:pt x="4220" y="12911"/>
                    <a:pt x="4270" y="12907"/>
                  </a:cubicBezTo>
                  <a:lnTo>
                    <a:pt x="11425" y="12315"/>
                  </a:lnTo>
                  <a:cubicBezTo>
                    <a:pt x="12512" y="12224"/>
                    <a:pt x="13194" y="11174"/>
                    <a:pt x="12949" y="9968"/>
                  </a:cubicBezTo>
                  <a:lnTo>
                    <a:pt x="11335" y="2027"/>
                  </a:lnTo>
                  <a:cubicBezTo>
                    <a:pt x="11101" y="877"/>
                    <a:pt x="10108" y="1"/>
                    <a:pt x="9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56"/>
            <p:cNvSpPr/>
            <p:nvPr/>
          </p:nvSpPr>
          <p:spPr>
            <a:xfrm>
              <a:off x="2631350" y="2151025"/>
              <a:ext cx="338725" cy="337075"/>
            </a:xfrm>
            <a:custGeom>
              <a:avLst/>
              <a:gdLst/>
              <a:ahLst/>
              <a:cxnLst/>
              <a:rect l="l" t="t" r="r" b="b"/>
              <a:pathLst>
                <a:path w="13549" h="13483" extrusionOk="0">
                  <a:moveTo>
                    <a:pt x="9253" y="570"/>
                  </a:moveTo>
                  <a:cubicBezTo>
                    <a:pt x="10155" y="570"/>
                    <a:pt x="11028" y="1348"/>
                    <a:pt x="11235" y="2368"/>
                  </a:cubicBezTo>
                  <a:lnTo>
                    <a:pt x="12848" y="10309"/>
                  </a:lnTo>
                  <a:cubicBezTo>
                    <a:pt x="12960" y="10854"/>
                    <a:pt x="12857" y="11386"/>
                    <a:pt x="12569" y="11771"/>
                  </a:cubicBezTo>
                  <a:cubicBezTo>
                    <a:pt x="12333" y="12087"/>
                    <a:pt x="11973" y="12285"/>
                    <a:pt x="11581" y="12315"/>
                  </a:cubicBezTo>
                  <a:lnTo>
                    <a:pt x="4425" y="12908"/>
                  </a:lnTo>
                  <a:cubicBezTo>
                    <a:pt x="4386" y="12911"/>
                    <a:pt x="4347" y="12912"/>
                    <a:pt x="4308" y="12912"/>
                  </a:cubicBezTo>
                  <a:cubicBezTo>
                    <a:pt x="3406" y="12912"/>
                    <a:pt x="2524" y="12137"/>
                    <a:pt x="2316" y="11113"/>
                  </a:cubicBezTo>
                  <a:lnTo>
                    <a:pt x="702" y="3172"/>
                  </a:lnTo>
                  <a:cubicBezTo>
                    <a:pt x="591" y="2628"/>
                    <a:pt x="693" y="2096"/>
                    <a:pt x="982" y="1711"/>
                  </a:cubicBezTo>
                  <a:cubicBezTo>
                    <a:pt x="1216" y="1395"/>
                    <a:pt x="1578" y="1196"/>
                    <a:pt x="1970" y="1167"/>
                  </a:cubicBezTo>
                  <a:lnTo>
                    <a:pt x="9126" y="574"/>
                  </a:lnTo>
                  <a:cubicBezTo>
                    <a:pt x="9168" y="571"/>
                    <a:pt x="9211" y="570"/>
                    <a:pt x="9253" y="570"/>
                  </a:cubicBezTo>
                  <a:close/>
                  <a:moveTo>
                    <a:pt x="9239" y="0"/>
                  </a:moveTo>
                  <a:cubicBezTo>
                    <a:pt x="9185" y="0"/>
                    <a:pt x="9131" y="2"/>
                    <a:pt x="9077" y="6"/>
                  </a:cubicBezTo>
                  <a:lnTo>
                    <a:pt x="1923" y="599"/>
                  </a:lnTo>
                  <a:cubicBezTo>
                    <a:pt x="1360" y="646"/>
                    <a:pt x="863" y="920"/>
                    <a:pt x="526" y="1369"/>
                  </a:cubicBezTo>
                  <a:cubicBezTo>
                    <a:pt x="140" y="1883"/>
                    <a:pt x="1" y="2582"/>
                    <a:pt x="144" y="3286"/>
                  </a:cubicBezTo>
                  <a:lnTo>
                    <a:pt x="1758" y="11227"/>
                  </a:lnTo>
                  <a:cubicBezTo>
                    <a:pt x="2018" y="12506"/>
                    <a:pt x="3137" y="13482"/>
                    <a:pt x="4301" y="13482"/>
                  </a:cubicBezTo>
                  <a:cubicBezTo>
                    <a:pt x="4359" y="13482"/>
                    <a:pt x="4415" y="13480"/>
                    <a:pt x="4473" y="13476"/>
                  </a:cubicBezTo>
                  <a:lnTo>
                    <a:pt x="11627" y="12883"/>
                  </a:lnTo>
                  <a:cubicBezTo>
                    <a:pt x="12190" y="12836"/>
                    <a:pt x="12687" y="12563"/>
                    <a:pt x="13024" y="12113"/>
                  </a:cubicBezTo>
                  <a:cubicBezTo>
                    <a:pt x="13410" y="11599"/>
                    <a:pt x="13549" y="10900"/>
                    <a:pt x="13406" y="10196"/>
                  </a:cubicBezTo>
                  <a:lnTo>
                    <a:pt x="11793" y="2255"/>
                  </a:lnTo>
                  <a:cubicBezTo>
                    <a:pt x="11532" y="973"/>
                    <a:pt x="10411" y="0"/>
                    <a:pt x="9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56"/>
            <p:cNvSpPr/>
            <p:nvPr/>
          </p:nvSpPr>
          <p:spPr>
            <a:xfrm>
              <a:off x="3434975" y="2091950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3" y="0"/>
                  </a:moveTo>
                  <a:cubicBezTo>
                    <a:pt x="9024" y="0"/>
                    <a:pt x="8974" y="2"/>
                    <a:pt x="8925" y="6"/>
                  </a:cubicBezTo>
                  <a:lnTo>
                    <a:pt x="1769" y="599"/>
                  </a:lnTo>
                  <a:cubicBezTo>
                    <a:pt x="682" y="688"/>
                    <a:pt x="0" y="1740"/>
                    <a:pt x="245" y="2945"/>
                  </a:cubicBezTo>
                  <a:lnTo>
                    <a:pt x="1859" y="10886"/>
                  </a:lnTo>
                  <a:cubicBezTo>
                    <a:pt x="2093" y="12038"/>
                    <a:pt x="3088" y="12914"/>
                    <a:pt x="4122" y="12914"/>
                  </a:cubicBezTo>
                  <a:cubicBezTo>
                    <a:pt x="4171" y="12914"/>
                    <a:pt x="4221" y="12912"/>
                    <a:pt x="4270" y="12908"/>
                  </a:cubicBezTo>
                  <a:lnTo>
                    <a:pt x="11426" y="12315"/>
                  </a:lnTo>
                  <a:cubicBezTo>
                    <a:pt x="12512" y="12225"/>
                    <a:pt x="13195" y="11174"/>
                    <a:pt x="12949" y="9969"/>
                  </a:cubicBezTo>
                  <a:lnTo>
                    <a:pt x="11335" y="2028"/>
                  </a:lnTo>
                  <a:cubicBezTo>
                    <a:pt x="11102" y="876"/>
                    <a:pt x="10107" y="0"/>
                    <a:pt x="9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56"/>
            <p:cNvSpPr/>
            <p:nvPr/>
          </p:nvSpPr>
          <p:spPr>
            <a:xfrm>
              <a:off x="3430550" y="2084825"/>
              <a:ext cx="338725" cy="337075"/>
            </a:xfrm>
            <a:custGeom>
              <a:avLst/>
              <a:gdLst/>
              <a:ahLst/>
              <a:cxnLst/>
              <a:rect l="l" t="t" r="r" b="b"/>
              <a:pathLst>
                <a:path w="13549" h="13483" extrusionOk="0">
                  <a:moveTo>
                    <a:pt x="9252" y="570"/>
                  </a:moveTo>
                  <a:cubicBezTo>
                    <a:pt x="10155" y="570"/>
                    <a:pt x="11027" y="1350"/>
                    <a:pt x="11234" y="2369"/>
                  </a:cubicBezTo>
                  <a:lnTo>
                    <a:pt x="12849" y="10309"/>
                  </a:lnTo>
                  <a:cubicBezTo>
                    <a:pt x="12959" y="10854"/>
                    <a:pt x="12858" y="11387"/>
                    <a:pt x="12569" y="11772"/>
                  </a:cubicBezTo>
                  <a:cubicBezTo>
                    <a:pt x="12334" y="12088"/>
                    <a:pt x="11973" y="12286"/>
                    <a:pt x="11580" y="12316"/>
                  </a:cubicBezTo>
                  <a:lnTo>
                    <a:pt x="4426" y="12908"/>
                  </a:lnTo>
                  <a:cubicBezTo>
                    <a:pt x="4382" y="12912"/>
                    <a:pt x="4338" y="12914"/>
                    <a:pt x="4294" y="12914"/>
                  </a:cubicBezTo>
                  <a:cubicBezTo>
                    <a:pt x="3386" y="12914"/>
                    <a:pt x="2523" y="12132"/>
                    <a:pt x="2316" y="11114"/>
                  </a:cubicBezTo>
                  <a:lnTo>
                    <a:pt x="702" y="3174"/>
                  </a:lnTo>
                  <a:cubicBezTo>
                    <a:pt x="591" y="2629"/>
                    <a:pt x="693" y="2096"/>
                    <a:pt x="982" y="1711"/>
                  </a:cubicBezTo>
                  <a:cubicBezTo>
                    <a:pt x="1217" y="1395"/>
                    <a:pt x="1578" y="1196"/>
                    <a:pt x="1971" y="1167"/>
                  </a:cubicBezTo>
                  <a:lnTo>
                    <a:pt x="9125" y="574"/>
                  </a:lnTo>
                  <a:cubicBezTo>
                    <a:pt x="9167" y="571"/>
                    <a:pt x="9210" y="570"/>
                    <a:pt x="9252" y="570"/>
                  </a:cubicBezTo>
                  <a:close/>
                  <a:moveTo>
                    <a:pt x="9238" y="1"/>
                  </a:moveTo>
                  <a:cubicBezTo>
                    <a:pt x="9184" y="1"/>
                    <a:pt x="9130" y="3"/>
                    <a:pt x="9077" y="7"/>
                  </a:cubicBezTo>
                  <a:lnTo>
                    <a:pt x="1922" y="599"/>
                  </a:lnTo>
                  <a:cubicBezTo>
                    <a:pt x="1359" y="647"/>
                    <a:pt x="863" y="920"/>
                    <a:pt x="525" y="1369"/>
                  </a:cubicBezTo>
                  <a:cubicBezTo>
                    <a:pt x="139" y="1884"/>
                    <a:pt x="0" y="2582"/>
                    <a:pt x="144" y="3287"/>
                  </a:cubicBezTo>
                  <a:lnTo>
                    <a:pt x="1756" y="11228"/>
                  </a:lnTo>
                  <a:cubicBezTo>
                    <a:pt x="2017" y="12506"/>
                    <a:pt x="3136" y="13483"/>
                    <a:pt x="4301" y="13483"/>
                  </a:cubicBezTo>
                  <a:cubicBezTo>
                    <a:pt x="4358" y="13483"/>
                    <a:pt x="4414" y="13480"/>
                    <a:pt x="4472" y="13476"/>
                  </a:cubicBezTo>
                  <a:lnTo>
                    <a:pt x="11626" y="12883"/>
                  </a:lnTo>
                  <a:cubicBezTo>
                    <a:pt x="12189" y="12837"/>
                    <a:pt x="12686" y="12563"/>
                    <a:pt x="13024" y="12114"/>
                  </a:cubicBezTo>
                  <a:cubicBezTo>
                    <a:pt x="13410" y="11599"/>
                    <a:pt x="13548" y="10900"/>
                    <a:pt x="13405" y="10196"/>
                  </a:cubicBezTo>
                  <a:lnTo>
                    <a:pt x="11791" y="2255"/>
                  </a:lnTo>
                  <a:cubicBezTo>
                    <a:pt x="11531" y="974"/>
                    <a:pt x="10407" y="1"/>
                    <a:pt x="9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56"/>
            <p:cNvSpPr/>
            <p:nvPr/>
          </p:nvSpPr>
          <p:spPr>
            <a:xfrm>
              <a:off x="2329000" y="2647825"/>
              <a:ext cx="329900" cy="322825"/>
            </a:xfrm>
            <a:custGeom>
              <a:avLst/>
              <a:gdLst/>
              <a:ahLst/>
              <a:cxnLst/>
              <a:rect l="l" t="t" r="r" b="b"/>
              <a:pathLst>
                <a:path w="13196" h="12913" extrusionOk="0">
                  <a:moveTo>
                    <a:pt x="9073" y="0"/>
                  </a:moveTo>
                  <a:cubicBezTo>
                    <a:pt x="9024" y="0"/>
                    <a:pt x="8974" y="2"/>
                    <a:pt x="8925" y="6"/>
                  </a:cubicBezTo>
                  <a:lnTo>
                    <a:pt x="1769" y="599"/>
                  </a:lnTo>
                  <a:cubicBezTo>
                    <a:pt x="683" y="689"/>
                    <a:pt x="0" y="1740"/>
                    <a:pt x="245" y="2946"/>
                  </a:cubicBezTo>
                  <a:lnTo>
                    <a:pt x="1860" y="10885"/>
                  </a:lnTo>
                  <a:cubicBezTo>
                    <a:pt x="2094" y="12037"/>
                    <a:pt x="3089" y="12913"/>
                    <a:pt x="4124" y="12913"/>
                  </a:cubicBezTo>
                  <a:cubicBezTo>
                    <a:pt x="4173" y="12913"/>
                    <a:pt x="4223" y="12911"/>
                    <a:pt x="4272" y="12907"/>
                  </a:cubicBezTo>
                  <a:lnTo>
                    <a:pt x="11427" y="12314"/>
                  </a:lnTo>
                  <a:cubicBezTo>
                    <a:pt x="12514" y="12224"/>
                    <a:pt x="13195" y="11173"/>
                    <a:pt x="12950" y="9968"/>
                  </a:cubicBezTo>
                  <a:lnTo>
                    <a:pt x="11336" y="2028"/>
                  </a:lnTo>
                  <a:cubicBezTo>
                    <a:pt x="11103" y="876"/>
                    <a:pt x="10108" y="0"/>
                    <a:pt x="9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56"/>
            <p:cNvSpPr/>
            <p:nvPr/>
          </p:nvSpPr>
          <p:spPr>
            <a:xfrm>
              <a:off x="2324575" y="2640725"/>
              <a:ext cx="338750" cy="337050"/>
            </a:xfrm>
            <a:custGeom>
              <a:avLst/>
              <a:gdLst/>
              <a:ahLst/>
              <a:cxnLst/>
              <a:rect l="l" t="t" r="r" b="b"/>
              <a:pathLst>
                <a:path w="13550" h="13482" extrusionOk="0">
                  <a:moveTo>
                    <a:pt x="9253" y="568"/>
                  </a:moveTo>
                  <a:cubicBezTo>
                    <a:pt x="10155" y="568"/>
                    <a:pt x="11027" y="1348"/>
                    <a:pt x="11235" y="2367"/>
                  </a:cubicBezTo>
                  <a:lnTo>
                    <a:pt x="12849" y="10308"/>
                  </a:lnTo>
                  <a:cubicBezTo>
                    <a:pt x="12959" y="10853"/>
                    <a:pt x="12858" y="11386"/>
                    <a:pt x="12569" y="11771"/>
                  </a:cubicBezTo>
                  <a:cubicBezTo>
                    <a:pt x="12333" y="12086"/>
                    <a:pt x="11973" y="12284"/>
                    <a:pt x="11580" y="12314"/>
                  </a:cubicBezTo>
                  <a:lnTo>
                    <a:pt x="4425" y="12906"/>
                  </a:lnTo>
                  <a:cubicBezTo>
                    <a:pt x="4384" y="12909"/>
                    <a:pt x="4343" y="12911"/>
                    <a:pt x="4302" y="12911"/>
                  </a:cubicBezTo>
                  <a:cubicBezTo>
                    <a:pt x="3401" y="12911"/>
                    <a:pt x="2524" y="12134"/>
                    <a:pt x="2316" y="11113"/>
                  </a:cubicBezTo>
                  <a:lnTo>
                    <a:pt x="702" y="3172"/>
                  </a:lnTo>
                  <a:cubicBezTo>
                    <a:pt x="592" y="2628"/>
                    <a:pt x="693" y="2094"/>
                    <a:pt x="981" y="1710"/>
                  </a:cubicBezTo>
                  <a:cubicBezTo>
                    <a:pt x="1217" y="1394"/>
                    <a:pt x="1577" y="1195"/>
                    <a:pt x="1970" y="1166"/>
                  </a:cubicBezTo>
                  <a:lnTo>
                    <a:pt x="9125" y="574"/>
                  </a:lnTo>
                  <a:cubicBezTo>
                    <a:pt x="9168" y="570"/>
                    <a:pt x="9211" y="568"/>
                    <a:pt x="9253" y="568"/>
                  </a:cubicBezTo>
                  <a:close/>
                  <a:moveTo>
                    <a:pt x="9243" y="1"/>
                  </a:moveTo>
                  <a:cubicBezTo>
                    <a:pt x="9188" y="1"/>
                    <a:pt x="9133" y="3"/>
                    <a:pt x="9078" y="7"/>
                  </a:cubicBezTo>
                  <a:lnTo>
                    <a:pt x="1922" y="600"/>
                  </a:lnTo>
                  <a:cubicBezTo>
                    <a:pt x="1359" y="646"/>
                    <a:pt x="864" y="919"/>
                    <a:pt x="526" y="1369"/>
                  </a:cubicBezTo>
                  <a:cubicBezTo>
                    <a:pt x="140" y="1884"/>
                    <a:pt x="0" y="2583"/>
                    <a:pt x="144" y="3287"/>
                  </a:cubicBezTo>
                  <a:lnTo>
                    <a:pt x="1758" y="11227"/>
                  </a:lnTo>
                  <a:cubicBezTo>
                    <a:pt x="2018" y="12506"/>
                    <a:pt x="3137" y="13482"/>
                    <a:pt x="4301" y="13482"/>
                  </a:cubicBezTo>
                  <a:cubicBezTo>
                    <a:pt x="4358" y="13482"/>
                    <a:pt x="4415" y="13480"/>
                    <a:pt x="4472" y="13475"/>
                  </a:cubicBezTo>
                  <a:lnTo>
                    <a:pt x="11627" y="12882"/>
                  </a:lnTo>
                  <a:cubicBezTo>
                    <a:pt x="12189" y="12836"/>
                    <a:pt x="12686" y="12563"/>
                    <a:pt x="13024" y="12113"/>
                  </a:cubicBezTo>
                  <a:cubicBezTo>
                    <a:pt x="13410" y="11599"/>
                    <a:pt x="13549" y="10899"/>
                    <a:pt x="13406" y="10195"/>
                  </a:cubicBezTo>
                  <a:lnTo>
                    <a:pt x="11792" y="2255"/>
                  </a:lnTo>
                  <a:cubicBezTo>
                    <a:pt x="11532" y="974"/>
                    <a:pt x="10413" y="1"/>
                    <a:pt x="9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2728600" y="2614725"/>
              <a:ext cx="329875" cy="322825"/>
            </a:xfrm>
            <a:custGeom>
              <a:avLst/>
              <a:gdLst/>
              <a:ahLst/>
              <a:cxnLst/>
              <a:rect l="l" t="t" r="r" b="b"/>
              <a:pathLst>
                <a:path w="13195" h="12913" extrusionOk="0">
                  <a:moveTo>
                    <a:pt x="9074" y="0"/>
                  </a:moveTo>
                  <a:cubicBezTo>
                    <a:pt x="9024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3" y="688"/>
                    <a:pt x="0" y="1739"/>
                    <a:pt x="245" y="2945"/>
                  </a:cubicBezTo>
                  <a:lnTo>
                    <a:pt x="1859" y="10886"/>
                  </a:lnTo>
                  <a:cubicBezTo>
                    <a:pt x="2093" y="12036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6" y="12314"/>
                  </a:lnTo>
                  <a:cubicBezTo>
                    <a:pt x="12512" y="12224"/>
                    <a:pt x="13195" y="11174"/>
                    <a:pt x="12950" y="9968"/>
                  </a:cubicBezTo>
                  <a:lnTo>
                    <a:pt x="11336" y="2027"/>
                  </a:lnTo>
                  <a:cubicBezTo>
                    <a:pt x="11101" y="877"/>
                    <a:pt x="10108" y="0"/>
                    <a:pt x="9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2724150" y="2607600"/>
              <a:ext cx="338775" cy="337075"/>
            </a:xfrm>
            <a:custGeom>
              <a:avLst/>
              <a:gdLst/>
              <a:ahLst/>
              <a:cxnLst/>
              <a:rect l="l" t="t" r="r" b="b"/>
              <a:pathLst>
                <a:path w="13551" h="13483" extrusionOk="0">
                  <a:moveTo>
                    <a:pt x="9253" y="570"/>
                  </a:moveTo>
                  <a:cubicBezTo>
                    <a:pt x="10155" y="570"/>
                    <a:pt x="11028" y="1349"/>
                    <a:pt x="11235" y="2368"/>
                  </a:cubicBezTo>
                  <a:lnTo>
                    <a:pt x="12849" y="10310"/>
                  </a:lnTo>
                  <a:cubicBezTo>
                    <a:pt x="12960" y="10855"/>
                    <a:pt x="12857" y="11388"/>
                    <a:pt x="12568" y="11773"/>
                  </a:cubicBezTo>
                  <a:cubicBezTo>
                    <a:pt x="12334" y="12088"/>
                    <a:pt x="11973" y="12287"/>
                    <a:pt x="11581" y="12316"/>
                  </a:cubicBezTo>
                  <a:lnTo>
                    <a:pt x="4425" y="12908"/>
                  </a:lnTo>
                  <a:cubicBezTo>
                    <a:pt x="4381" y="12912"/>
                    <a:pt x="4337" y="12914"/>
                    <a:pt x="4293" y="12914"/>
                  </a:cubicBezTo>
                  <a:cubicBezTo>
                    <a:pt x="3391" y="12914"/>
                    <a:pt x="2523" y="12133"/>
                    <a:pt x="2316" y="11115"/>
                  </a:cubicBezTo>
                  <a:lnTo>
                    <a:pt x="703" y="3174"/>
                  </a:lnTo>
                  <a:cubicBezTo>
                    <a:pt x="592" y="2628"/>
                    <a:pt x="694" y="2095"/>
                    <a:pt x="983" y="1711"/>
                  </a:cubicBezTo>
                  <a:cubicBezTo>
                    <a:pt x="1218" y="1395"/>
                    <a:pt x="1579" y="1197"/>
                    <a:pt x="1972" y="1167"/>
                  </a:cubicBezTo>
                  <a:lnTo>
                    <a:pt x="9126" y="575"/>
                  </a:lnTo>
                  <a:cubicBezTo>
                    <a:pt x="9169" y="571"/>
                    <a:pt x="9212" y="570"/>
                    <a:pt x="9253" y="570"/>
                  </a:cubicBezTo>
                  <a:close/>
                  <a:moveTo>
                    <a:pt x="9243" y="1"/>
                  </a:moveTo>
                  <a:cubicBezTo>
                    <a:pt x="9188" y="1"/>
                    <a:pt x="9133" y="3"/>
                    <a:pt x="9079" y="7"/>
                  </a:cubicBezTo>
                  <a:lnTo>
                    <a:pt x="1923" y="600"/>
                  </a:lnTo>
                  <a:cubicBezTo>
                    <a:pt x="1360" y="647"/>
                    <a:pt x="864" y="920"/>
                    <a:pt x="527" y="1369"/>
                  </a:cubicBezTo>
                  <a:cubicBezTo>
                    <a:pt x="141" y="1884"/>
                    <a:pt x="1" y="2583"/>
                    <a:pt x="144" y="3287"/>
                  </a:cubicBezTo>
                  <a:lnTo>
                    <a:pt x="1758" y="11228"/>
                  </a:lnTo>
                  <a:cubicBezTo>
                    <a:pt x="2018" y="12507"/>
                    <a:pt x="3137" y="13483"/>
                    <a:pt x="4302" y="13483"/>
                  </a:cubicBezTo>
                  <a:cubicBezTo>
                    <a:pt x="4359" y="13483"/>
                    <a:pt x="4416" y="13481"/>
                    <a:pt x="4473" y="13476"/>
                  </a:cubicBezTo>
                  <a:lnTo>
                    <a:pt x="11627" y="12884"/>
                  </a:lnTo>
                  <a:cubicBezTo>
                    <a:pt x="12190" y="12836"/>
                    <a:pt x="12687" y="12563"/>
                    <a:pt x="13024" y="12114"/>
                  </a:cubicBezTo>
                  <a:cubicBezTo>
                    <a:pt x="13410" y="11599"/>
                    <a:pt x="13550" y="10901"/>
                    <a:pt x="13407" y="10196"/>
                  </a:cubicBezTo>
                  <a:lnTo>
                    <a:pt x="11793" y="2255"/>
                  </a:lnTo>
                  <a:cubicBezTo>
                    <a:pt x="11532" y="974"/>
                    <a:pt x="10408" y="1"/>
                    <a:pt x="9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3128150" y="2581625"/>
              <a:ext cx="329925" cy="322850"/>
            </a:xfrm>
            <a:custGeom>
              <a:avLst/>
              <a:gdLst/>
              <a:ahLst/>
              <a:cxnLst/>
              <a:rect l="l" t="t" r="r" b="b"/>
              <a:pathLst>
                <a:path w="13197" h="12914" extrusionOk="0">
                  <a:moveTo>
                    <a:pt x="9075" y="0"/>
                  </a:moveTo>
                  <a:cubicBezTo>
                    <a:pt x="9025" y="0"/>
                    <a:pt x="8975" y="2"/>
                    <a:pt x="8925" y="7"/>
                  </a:cubicBezTo>
                  <a:lnTo>
                    <a:pt x="1770" y="599"/>
                  </a:lnTo>
                  <a:cubicBezTo>
                    <a:pt x="684" y="688"/>
                    <a:pt x="1" y="1740"/>
                    <a:pt x="247" y="2946"/>
                  </a:cubicBezTo>
                  <a:lnTo>
                    <a:pt x="1861" y="10887"/>
                  </a:lnTo>
                  <a:cubicBezTo>
                    <a:pt x="2094" y="12037"/>
                    <a:pt x="3088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4"/>
                  </a:lnTo>
                  <a:cubicBezTo>
                    <a:pt x="12514" y="12225"/>
                    <a:pt x="13197" y="11174"/>
                    <a:pt x="12951" y="9968"/>
                  </a:cubicBezTo>
                  <a:lnTo>
                    <a:pt x="11337" y="2028"/>
                  </a:lnTo>
                  <a:cubicBezTo>
                    <a:pt x="11103" y="877"/>
                    <a:pt x="10109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56"/>
            <p:cNvSpPr/>
            <p:nvPr/>
          </p:nvSpPr>
          <p:spPr>
            <a:xfrm>
              <a:off x="3123750" y="2574500"/>
              <a:ext cx="338750" cy="337100"/>
            </a:xfrm>
            <a:custGeom>
              <a:avLst/>
              <a:gdLst/>
              <a:ahLst/>
              <a:cxnLst/>
              <a:rect l="l" t="t" r="r" b="b"/>
              <a:pathLst>
                <a:path w="13550" h="13484" extrusionOk="0">
                  <a:moveTo>
                    <a:pt x="9253" y="570"/>
                  </a:moveTo>
                  <a:cubicBezTo>
                    <a:pt x="10155" y="570"/>
                    <a:pt x="11027" y="1350"/>
                    <a:pt x="11234" y="2369"/>
                  </a:cubicBezTo>
                  <a:lnTo>
                    <a:pt x="12848" y="10309"/>
                  </a:lnTo>
                  <a:cubicBezTo>
                    <a:pt x="12958" y="10854"/>
                    <a:pt x="12857" y="11387"/>
                    <a:pt x="12568" y="11772"/>
                  </a:cubicBezTo>
                  <a:cubicBezTo>
                    <a:pt x="12333" y="12088"/>
                    <a:pt x="11972" y="12286"/>
                    <a:pt x="11580" y="12316"/>
                  </a:cubicBezTo>
                  <a:lnTo>
                    <a:pt x="4425" y="12909"/>
                  </a:lnTo>
                  <a:cubicBezTo>
                    <a:pt x="4384" y="12912"/>
                    <a:pt x="4343" y="12913"/>
                    <a:pt x="4301" y="12913"/>
                  </a:cubicBezTo>
                  <a:cubicBezTo>
                    <a:pt x="3391" y="12913"/>
                    <a:pt x="2523" y="12136"/>
                    <a:pt x="2315" y="11114"/>
                  </a:cubicBezTo>
                  <a:lnTo>
                    <a:pt x="702" y="3174"/>
                  </a:lnTo>
                  <a:cubicBezTo>
                    <a:pt x="591" y="2629"/>
                    <a:pt x="692" y="2095"/>
                    <a:pt x="981" y="1711"/>
                  </a:cubicBezTo>
                  <a:cubicBezTo>
                    <a:pt x="1217" y="1395"/>
                    <a:pt x="1577" y="1197"/>
                    <a:pt x="1970" y="1167"/>
                  </a:cubicBezTo>
                  <a:lnTo>
                    <a:pt x="9126" y="575"/>
                  </a:lnTo>
                  <a:cubicBezTo>
                    <a:pt x="9167" y="571"/>
                    <a:pt x="9210" y="570"/>
                    <a:pt x="9253" y="570"/>
                  </a:cubicBezTo>
                  <a:close/>
                  <a:moveTo>
                    <a:pt x="9240" y="1"/>
                  </a:moveTo>
                  <a:cubicBezTo>
                    <a:pt x="9186" y="1"/>
                    <a:pt x="9132" y="3"/>
                    <a:pt x="9078" y="7"/>
                  </a:cubicBezTo>
                  <a:lnTo>
                    <a:pt x="1923" y="600"/>
                  </a:lnTo>
                  <a:cubicBezTo>
                    <a:pt x="1359" y="647"/>
                    <a:pt x="864" y="920"/>
                    <a:pt x="527" y="1369"/>
                  </a:cubicBezTo>
                  <a:cubicBezTo>
                    <a:pt x="139" y="1884"/>
                    <a:pt x="1" y="2583"/>
                    <a:pt x="144" y="3287"/>
                  </a:cubicBezTo>
                  <a:lnTo>
                    <a:pt x="1758" y="11228"/>
                  </a:lnTo>
                  <a:cubicBezTo>
                    <a:pt x="2017" y="12507"/>
                    <a:pt x="3137" y="13483"/>
                    <a:pt x="4302" y="13483"/>
                  </a:cubicBezTo>
                  <a:cubicBezTo>
                    <a:pt x="4358" y="13483"/>
                    <a:pt x="4415" y="13481"/>
                    <a:pt x="4472" y="13476"/>
                  </a:cubicBezTo>
                  <a:lnTo>
                    <a:pt x="11628" y="12884"/>
                  </a:lnTo>
                  <a:cubicBezTo>
                    <a:pt x="12190" y="12836"/>
                    <a:pt x="12686" y="12563"/>
                    <a:pt x="13024" y="12114"/>
                  </a:cubicBezTo>
                  <a:cubicBezTo>
                    <a:pt x="13410" y="11599"/>
                    <a:pt x="13550" y="10900"/>
                    <a:pt x="13407" y="10196"/>
                  </a:cubicBezTo>
                  <a:lnTo>
                    <a:pt x="11791" y="2255"/>
                  </a:lnTo>
                  <a:cubicBezTo>
                    <a:pt x="11531" y="973"/>
                    <a:pt x="10410" y="1"/>
                    <a:pt x="9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56"/>
            <p:cNvSpPr/>
            <p:nvPr/>
          </p:nvSpPr>
          <p:spPr>
            <a:xfrm>
              <a:off x="3527775" y="2548525"/>
              <a:ext cx="329900" cy="322875"/>
            </a:xfrm>
            <a:custGeom>
              <a:avLst/>
              <a:gdLst/>
              <a:ahLst/>
              <a:cxnLst/>
              <a:rect l="l" t="t" r="r" b="b"/>
              <a:pathLst>
                <a:path w="13196" h="12915" extrusionOk="0">
                  <a:moveTo>
                    <a:pt x="9075" y="0"/>
                  </a:moveTo>
                  <a:cubicBezTo>
                    <a:pt x="9025" y="0"/>
                    <a:pt x="8975" y="3"/>
                    <a:pt x="8925" y="7"/>
                  </a:cubicBezTo>
                  <a:lnTo>
                    <a:pt x="1769" y="599"/>
                  </a:lnTo>
                  <a:cubicBezTo>
                    <a:pt x="683" y="689"/>
                    <a:pt x="1" y="1740"/>
                    <a:pt x="245" y="2946"/>
                  </a:cubicBezTo>
                  <a:lnTo>
                    <a:pt x="1859" y="10887"/>
                  </a:lnTo>
                  <a:cubicBezTo>
                    <a:pt x="2093" y="12038"/>
                    <a:pt x="3088" y="12914"/>
                    <a:pt x="4123" y="12914"/>
                  </a:cubicBezTo>
                  <a:cubicBezTo>
                    <a:pt x="4172" y="12914"/>
                    <a:pt x="4222" y="12912"/>
                    <a:pt x="4271" y="12908"/>
                  </a:cubicBezTo>
                  <a:lnTo>
                    <a:pt x="11427" y="12316"/>
                  </a:lnTo>
                  <a:cubicBezTo>
                    <a:pt x="12513" y="12225"/>
                    <a:pt x="13195" y="11175"/>
                    <a:pt x="12950" y="9968"/>
                  </a:cubicBezTo>
                  <a:lnTo>
                    <a:pt x="11336" y="2028"/>
                  </a:lnTo>
                  <a:cubicBezTo>
                    <a:pt x="11102" y="877"/>
                    <a:pt x="10108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6"/>
            <p:cNvSpPr/>
            <p:nvPr/>
          </p:nvSpPr>
          <p:spPr>
            <a:xfrm>
              <a:off x="3523350" y="2541450"/>
              <a:ext cx="338750" cy="337050"/>
            </a:xfrm>
            <a:custGeom>
              <a:avLst/>
              <a:gdLst/>
              <a:ahLst/>
              <a:cxnLst/>
              <a:rect l="l" t="t" r="r" b="b"/>
              <a:pathLst>
                <a:path w="13550" h="13482" extrusionOk="0">
                  <a:moveTo>
                    <a:pt x="9253" y="568"/>
                  </a:moveTo>
                  <a:cubicBezTo>
                    <a:pt x="10155" y="568"/>
                    <a:pt x="11027" y="1348"/>
                    <a:pt x="11235" y="2367"/>
                  </a:cubicBezTo>
                  <a:lnTo>
                    <a:pt x="12849" y="10309"/>
                  </a:lnTo>
                  <a:cubicBezTo>
                    <a:pt x="12959" y="10854"/>
                    <a:pt x="12858" y="11386"/>
                    <a:pt x="12569" y="11770"/>
                  </a:cubicBezTo>
                  <a:cubicBezTo>
                    <a:pt x="12334" y="12086"/>
                    <a:pt x="11973" y="12285"/>
                    <a:pt x="11580" y="12314"/>
                  </a:cubicBezTo>
                  <a:lnTo>
                    <a:pt x="4425" y="12907"/>
                  </a:lnTo>
                  <a:cubicBezTo>
                    <a:pt x="4381" y="12910"/>
                    <a:pt x="4337" y="12912"/>
                    <a:pt x="4294" y="12912"/>
                  </a:cubicBezTo>
                  <a:cubicBezTo>
                    <a:pt x="3390" y="12912"/>
                    <a:pt x="2523" y="12132"/>
                    <a:pt x="2316" y="11113"/>
                  </a:cubicBezTo>
                  <a:lnTo>
                    <a:pt x="702" y="3172"/>
                  </a:lnTo>
                  <a:cubicBezTo>
                    <a:pt x="592" y="2627"/>
                    <a:pt x="693" y="2094"/>
                    <a:pt x="982" y="1709"/>
                  </a:cubicBezTo>
                  <a:cubicBezTo>
                    <a:pt x="1217" y="1393"/>
                    <a:pt x="1578" y="1196"/>
                    <a:pt x="1971" y="1167"/>
                  </a:cubicBezTo>
                  <a:lnTo>
                    <a:pt x="9125" y="574"/>
                  </a:lnTo>
                  <a:cubicBezTo>
                    <a:pt x="9168" y="570"/>
                    <a:pt x="9210" y="568"/>
                    <a:pt x="9253" y="568"/>
                  </a:cubicBezTo>
                  <a:close/>
                  <a:moveTo>
                    <a:pt x="9235" y="1"/>
                  </a:moveTo>
                  <a:cubicBezTo>
                    <a:pt x="9182" y="1"/>
                    <a:pt x="9130" y="2"/>
                    <a:pt x="9078" y="6"/>
                  </a:cubicBezTo>
                  <a:lnTo>
                    <a:pt x="1922" y="599"/>
                  </a:lnTo>
                  <a:cubicBezTo>
                    <a:pt x="1359" y="645"/>
                    <a:pt x="863" y="918"/>
                    <a:pt x="525" y="1369"/>
                  </a:cubicBezTo>
                  <a:cubicBezTo>
                    <a:pt x="139" y="1883"/>
                    <a:pt x="0" y="2582"/>
                    <a:pt x="144" y="3286"/>
                  </a:cubicBezTo>
                  <a:lnTo>
                    <a:pt x="1758" y="11226"/>
                  </a:lnTo>
                  <a:cubicBezTo>
                    <a:pt x="2017" y="12505"/>
                    <a:pt x="3137" y="13481"/>
                    <a:pt x="4302" y="13481"/>
                  </a:cubicBezTo>
                  <a:cubicBezTo>
                    <a:pt x="4358" y="13481"/>
                    <a:pt x="4414" y="13479"/>
                    <a:pt x="4472" y="13474"/>
                  </a:cubicBezTo>
                  <a:lnTo>
                    <a:pt x="11627" y="12882"/>
                  </a:lnTo>
                  <a:cubicBezTo>
                    <a:pt x="12191" y="12836"/>
                    <a:pt x="12686" y="12562"/>
                    <a:pt x="13024" y="12112"/>
                  </a:cubicBezTo>
                  <a:cubicBezTo>
                    <a:pt x="13410" y="11597"/>
                    <a:pt x="13550" y="10899"/>
                    <a:pt x="13406" y="10195"/>
                  </a:cubicBezTo>
                  <a:lnTo>
                    <a:pt x="11792" y="2255"/>
                  </a:lnTo>
                  <a:cubicBezTo>
                    <a:pt x="11532" y="971"/>
                    <a:pt x="10409" y="1"/>
                    <a:pt x="9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6"/>
            <p:cNvSpPr/>
            <p:nvPr/>
          </p:nvSpPr>
          <p:spPr>
            <a:xfrm>
              <a:off x="2421800" y="3104400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5" y="1"/>
                  </a:moveTo>
                  <a:cubicBezTo>
                    <a:pt x="9025" y="1"/>
                    <a:pt x="8975" y="3"/>
                    <a:pt x="8925" y="7"/>
                  </a:cubicBezTo>
                  <a:lnTo>
                    <a:pt x="1769" y="599"/>
                  </a:lnTo>
                  <a:cubicBezTo>
                    <a:pt x="683" y="689"/>
                    <a:pt x="1" y="1739"/>
                    <a:pt x="245" y="2946"/>
                  </a:cubicBezTo>
                  <a:lnTo>
                    <a:pt x="1859" y="10887"/>
                  </a:lnTo>
                  <a:cubicBezTo>
                    <a:pt x="2094" y="12037"/>
                    <a:pt x="3088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5"/>
                  </a:lnTo>
                  <a:cubicBezTo>
                    <a:pt x="12514" y="12224"/>
                    <a:pt x="13195" y="11174"/>
                    <a:pt x="12950" y="9968"/>
                  </a:cubicBezTo>
                  <a:lnTo>
                    <a:pt x="11337" y="2027"/>
                  </a:lnTo>
                  <a:cubicBezTo>
                    <a:pt x="11103" y="877"/>
                    <a:pt x="10109" y="1"/>
                    <a:pt x="9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2417400" y="3097250"/>
              <a:ext cx="338725" cy="337125"/>
            </a:xfrm>
            <a:custGeom>
              <a:avLst/>
              <a:gdLst/>
              <a:ahLst/>
              <a:cxnLst/>
              <a:rect l="l" t="t" r="r" b="b"/>
              <a:pathLst>
                <a:path w="13549" h="13485" extrusionOk="0">
                  <a:moveTo>
                    <a:pt x="9253" y="572"/>
                  </a:moveTo>
                  <a:cubicBezTo>
                    <a:pt x="10155" y="572"/>
                    <a:pt x="11026" y="1352"/>
                    <a:pt x="11233" y="2371"/>
                  </a:cubicBezTo>
                  <a:lnTo>
                    <a:pt x="12847" y="10311"/>
                  </a:lnTo>
                  <a:cubicBezTo>
                    <a:pt x="12957" y="10856"/>
                    <a:pt x="12856" y="11388"/>
                    <a:pt x="12567" y="11773"/>
                  </a:cubicBezTo>
                  <a:cubicBezTo>
                    <a:pt x="12332" y="12089"/>
                    <a:pt x="11971" y="12287"/>
                    <a:pt x="11578" y="12317"/>
                  </a:cubicBezTo>
                  <a:lnTo>
                    <a:pt x="4422" y="12910"/>
                  </a:lnTo>
                  <a:cubicBezTo>
                    <a:pt x="4381" y="12913"/>
                    <a:pt x="4340" y="12915"/>
                    <a:pt x="4300" y="12915"/>
                  </a:cubicBezTo>
                  <a:cubicBezTo>
                    <a:pt x="3404" y="12915"/>
                    <a:pt x="2521" y="12136"/>
                    <a:pt x="2314" y="11115"/>
                  </a:cubicBezTo>
                  <a:lnTo>
                    <a:pt x="700" y="3175"/>
                  </a:lnTo>
                  <a:cubicBezTo>
                    <a:pt x="590" y="2630"/>
                    <a:pt x="691" y="2098"/>
                    <a:pt x="980" y="1713"/>
                  </a:cubicBezTo>
                  <a:cubicBezTo>
                    <a:pt x="1215" y="1397"/>
                    <a:pt x="1576" y="1199"/>
                    <a:pt x="1969" y="1169"/>
                  </a:cubicBezTo>
                  <a:lnTo>
                    <a:pt x="9124" y="576"/>
                  </a:lnTo>
                  <a:cubicBezTo>
                    <a:pt x="9166" y="573"/>
                    <a:pt x="9210" y="572"/>
                    <a:pt x="9252" y="572"/>
                  </a:cubicBezTo>
                  <a:close/>
                  <a:moveTo>
                    <a:pt x="9254" y="1"/>
                  </a:moveTo>
                  <a:cubicBezTo>
                    <a:pt x="9195" y="1"/>
                    <a:pt x="9136" y="3"/>
                    <a:pt x="9077" y="8"/>
                  </a:cubicBezTo>
                  <a:lnTo>
                    <a:pt x="1923" y="601"/>
                  </a:lnTo>
                  <a:cubicBezTo>
                    <a:pt x="1359" y="648"/>
                    <a:pt x="863" y="922"/>
                    <a:pt x="525" y="1371"/>
                  </a:cubicBezTo>
                  <a:cubicBezTo>
                    <a:pt x="139" y="1885"/>
                    <a:pt x="0" y="2584"/>
                    <a:pt x="144" y="3288"/>
                  </a:cubicBezTo>
                  <a:lnTo>
                    <a:pt x="1757" y="11229"/>
                  </a:lnTo>
                  <a:cubicBezTo>
                    <a:pt x="2016" y="12508"/>
                    <a:pt x="3136" y="13484"/>
                    <a:pt x="4301" y="13484"/>
                  </a:cubicBezTo>
                  <a:cubicBezTo>
                    <a:pt x="4357" y="13484"/>
                    <a:pt x="4413" y="13482"/>
                    <a:pt x="4471" y="13478"/>
                  </a:cubicBezTo>
                  <a:lnTo>
                    <a:pt x="11627" y="12885"/>
                  </a:lnTo>
                  <a:cubicBezTo>
                    <a:pt x="12189" y="12838"/>
                    <a:pt x="12685" y="12565"/>
                    <a:pt x="13023" y="12115"/>
                  </a:cubicBezTo>
                  <a:cubicBezTo>
                    <a:pt x="13409" y="11601"/>
                    <a:pt x="13549" y="10902"/>
                    <a:pt x="13405" y="10198"/>
                  </a:cubicBezTo>
                  <a:lnTo>
                    <a:pt x="11791" y="2257"/>
                  </a:lnTo>
                  <a:cubicBezTo>
                    <a:pt x="11532" y="981"/>
                    <a:pt x="10419" y="1"/>
                    <a:pt x="9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2821400" y="3071300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4" y="1"/>
                  </a:moveTo>
                  <a:cubicBezTo>
                    <a:pt x="9024" y="1"/>
                    <a:pt x="8974" y="3"/>
                    <a:pt x="8924" y="7"/>
                  </a:cubicBezTo>
                  <a:lnTo>
                    <a:pt x="1769" y="600"/>
                  </a:lnTo>
                  <a:cubicBezTo>
                    <a:pt x="683" y="689"/>
                    <a:pt x="0" y="1741"/>
                    <a:pt x="245" y="2946"/>
                  </a:cubicBezTo>
                  <a:lnTo>
                    <a:pt x="1859" y="10887"/>
                  </a:lnTo>
                  <a:cubicBezTo>
                    <a:pt x="2093" y="12037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6" y="12315"/>
                  </a:lnTo>
                  <a:cubicBezTo>
                    <a:pt x="12512" y="12226"/>
                    <a:pt x="13195" y="11175"/>
                    <a:pt x="12949" y="9968"/>
                  </a:cubicBezTo>
                  <a:lnTo>
                    <a:pt x="11335" y="2028"/>
                  </a:lnTo>
                  <a:cubicBezTo>
                    <a:pt x="11101" y="877"/>
                    <a:pt x="10108" y="1"/>
                    <a:pt x="9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2816975" y="3064175"/>
              <a:ext cx="338750" cy="337100"/>
            </a:xfrm>
            <a:custGeom>
              <a:avLst/>
              <a:gdLst/>
              <a:ahLst/>
              <a:cxnLst/>
              <a:rect l="l" t="t" r="r" b="b"/>
              <a:pathLst>
                <a:path w="13550" h="13484" extrusionOk="0">
                  <a:moveTo>
                    <a:pt x="9253" y="571"/>
                  </a:moveTo>
                  <a:cubicBezTo>
                    <a:pt x="10154" y="571"/>
                    <a:pt x="11027" y="1351"/>
                    <a:pt x="11234" y="2370"/>
                  </a:cubicBezTo>
                  <a:lnTo>
                    <a:pt x="12847" y="10310"/>
                  </a:lnTo>
                  <a:cubicBezTo>
                    <a:pt x="12959" y="10855"/>
                    <a:pt x="12856" y="11388"/>
                    <a:pt x="12568" y="11772"/>
                  </a:cubicBezTo>
                  <a:cubicBezTo>
                    <a:pt x="12333" y="12088"/>
                    <a:pt x="11971" y="12286"/>
                    <a:pt x="11579" y="12316"/>
                  </a:cubicBezTo>
                  <a:lnTo>
                    <a:pt x="4424" y="12909"/>
                  </a:lnTo>
                  <a:cubicBezTo>
                    <a:pt x="4384" y="12912"/>
                    <a:pt x="4344" y="12914"/>
                    <a:pt x="4304" y="12914"/>
                  </a:cubicBezTo>
                  <a:cubicBezTo>
                    <a:pt x="3400" y="12914"/>
                    <a:pt x="2522" y="12137"/>
                    <a:pt x="2315" y="11116"/>
                  </a:cubicBezTo>
                  <a:lnTo>
                    <a:pt x="701" y="3175"/>
                  </a:lnTo>
                  <a:cubicBezTo>
                    <a:pt x="590" y="2629"/>
                    <a:pt x="692" y="2097"/>
                    <a:pt x="981" y="1712"/>
                  </a:cubicBezTo>
                  <a:cubicBezTo>
                    <a:pt x="1216" y="1397"/>
                    <a:pt x="1577" y="1198"/>
                    <a:pt x="1969" y="1168"/>
                  </a:cubicBezTo>
                  <a:lnTo>
                    <a:pt x="9125" y="575"/>
                  </a:lnTo>
                  <a:cubicBezTo>
                    <a:pt x="9167" y="572"/>
                    <a:pt x="9210" y="571"/>
                    <a:pt x="9253" y="571"/>
                  </a:cubicBezTo>
                  <a:close/>
                  <a:moveTo>
                    <a:pt x="9257" y="1"/>
                  </a:moveTo>
                  <a:cubicBezTo>
                    <a:pt x="9197" y="1"/>
                    <a:pt x="9137" y="3"/>
                    <a:pt x="9078" y="9"/>
                  </a:cubicBezTo>
                  <a:lnTo>
                    <a:pt x="1922" y="601"/>
                  </a:lnTo>
                  <a:cubicBezTo>
                    <a:pt x="1359" y="648"/>
                    <a:pt x="862" y="921"/>
                    <a:pt x="526" y="1370"/>
                  </a:cubicBezTo>
                  <a:cubicBezTo>
                    <a:pt x="139" y="1884"/>
                    <a:pt x="0" y="2583"/>
                    <a:pt x="143" y="3287"/>
                  </a:cubicBezTo>
                  <a:lnTo>
                    <a:pt x="1757" y="11228"/>
                  </a:lnTo>
                  <a:cubicBezTo>
                    <a:pt x="2017" y="12507"/>
                    <a:pt x="3136" y="13483"/>
                    <a:pt x="4301" y="13483"/>
                  </a:cubicBezTo>
                  <a:cubicBezTo>
                    <a:pt x="4358" y="13483"/>
                    <a:pt x="4414" y="13481"/>
                    <a:pt x="4472" y="13477"/>
                  </a:cubicBezTo>
                  <a:lnTo>
                    <a:pt x="11627" y="12884"/>
                  </a:lnTo>
                  <a:cubicBezTo>
                    <a:pt x="12190" y="12838"/>
                    <a:pt x="12687" y="12565"/>
                    <a:pt x="13023" y="12116"/>
                  </a:cubicBezTo>
                  <a:cubicBezTo>
                    <a:pt x="13409" y="11600"/>
                    <a:pt x="13549" y="10901"/>
                    <a:pt x="13406" y="10197"/>
                  </a:cubicBezTo>
                  <a:lnTo>
                    <a:pt x="11792" y="2256"/>
                  </a:lnTo>
                  <a:cubicBezTo>
                    <a:pt x="11532" y="980"/>
                    <a:pt x="10420" y="1"/>
                    <a:pt x="9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220975" y="3038250"/>
              <a:ext cx="329900" cy="322825"/>
            </a:xfrm>
            <a:custGeom>
              <a:avLst/>
              <a:gdLst/>
              <a:ahLst/>
              <a:cxnLst/>
              <a:rect l="l" t="t" r="r" b="b"/>
              <a:pathLst>
                <a:path w="13196" h="12913" extrusionOk="0">
                  <a:moveTo>
                    <a:pt x="9075" y="0"/>
                  </a:moveTo>
                  <a:cubicBezTo>
                    <a:pt x="9025" y="0"/>
                    <a:pt x="8975" y="2"/>
                    <a:pt x="8925" y="6"/>
                  </a:cubicBezTo>
                  <a:lnTo>
                    <a:pt x="1769" y="599"/>
                  </a:lnTo>
                  <a:cubicBezTo>
                    <a:pt x="684" y="688"/>
                    <a:pt x="1" y="1739"/>
                    <a:pt x="246" y="2945"/>
                  </a:cubicBezTo>
                  <a:lnTo>
                    <a:pt x="1860" y="10886"/>
                  </a:lnTo>
                  <a:cubicBezTo>
                    <a:pt x="2094" y="12036"/>
                    <a:pt x="3088" y="12913"/>
                    <a:pt x="4122" y="12913"/>
                  </a:cubicBezTo>
                  <a:cubicBezTo>
                    <a:pt x="4172" y="12913"/>
                    <a:pt x="4222" y="12911"/>
                    <a:pt x="4272" y="12907"/>
                  </a:cubicBezTo>
                  <a:lnTo>
                    <a:pt x="11426" y="12314"/>
                  </a:lnTo>
                  <a:cubicBezTo>
                    <a:pt x="12513" y="12224"/>
                    <a:pt x="13196" y="11173"/>
                    <a:pt x="12951" y="9968"/>
                  </a:cubicBezTo>
                  <a:lnTo>
                    <a:pt x="11337" y="2026"/>
                  </a:lnTo>
                  <a:cubicBezTo>
                    <a:pt x="11103" y="877"/>
                    <a:pt x="10110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3216550" y="3031100"/>
              <a:ext cx="338725" cy="337075"/>
            </a:xfrm>
            <a:custGeom>
              <a:avLst/>
              <a:gdLst/>
              <a:ahLst/>
              <a:cxnLst/>
              <a:rect l="l" t="t" r="r" b="b"/>
              <a:pathLst>
                <a:path w="13549" h="13483" extrusionOk="0">
                  <a:moveTo>
                    <a:pt x="9253" y="570"/>
                  </a:moveTo>
                  <a:cubicBezTo>
                    <a:pt x="10155" y="570"/>
                    <a:pt x="11027" y="1350"/>
                    <a:pt x="11235" y="2369"/>
                  </a:cubicBezTo>
                  <a:lnTo>
                    <a:pt x="12848" y="10310"/>
                  </a:lnTo>
                  <a:cubicBezTo>
                    <a:pt x="12959" y="10855"/>
                    <a:pt x="12857" y="11388"/>
                    <a:pt x="12568" y="11773"/>
                  </a:cubicBezTo>
                  <a:cubicBezTo>
                    <a:pt x="12332" y="12089"/>
                    <a:pt x="11972" y="12286"/>
                    <a:pt x="11579" y="12316"/>
                  </a:cubicBezTo>
                  <a:lnTo>
                    <a:pt x="4424" y="12908"/>
                  </a:lnTo>
                  <a:cubicBezTo>
                    <a:pt x="4384" y="12911"/>
                    <a:pt x="4344" y="12913"/>
                    <a:pt x="4304" y="12913"/>
                  </a:cubicBezTo>
                  <a:cubicBezTo>
                    <a:pt x="3406" y="12913"/>
                    <a:pt x="2523" y="12137"/>
                    <a:pt x="2316" y="11115"/>
                  </a:cubicBezTo>
                  <a:lnTo>
                    <a:pt x="702" y="3174"/>
                  </a:lnTo>
                  <a:cubicBezTo>
                    <a:pt x="591" y="2630"/>
                    <a:pt x="693" y="2097"/>
                    <a:pt x="980" y="1712"/>
                  </a:cubicBezTo>
                  <a:cubicBezTo>
                    <a:pt x="1216" y="1396"/>
                    <a:pt x="1576" y="1197"/>
                    <a:pt x="1969" y="1168"/>
                  </a:cubicBezTo>
                  <a:lnTo>
                    <a:pt x="9125" y="576"/>
                  </a:lnTo>
                  <a:cubicBezTo>
                    <a:pt x="9167" y="572"/>
                    <a:pt x="9210" y="570"/>
                    <a:pt x="9253" y="570"/>
                  </a:cubicBezTo>
                  <a:close/>
                  <a:moveTo>
                    <a:pt x="9255" y="0"/>
                  </a:moveTo>
                  <a:cubicBezTo>
                    <a:pt x="9196" y="0"/>
                    <a:pt x="9136" y="3"/>
                    <a:pt x="9077" y="8"/>
                  </a:cubicBezTo>
                  <a:lnTo>
                    <a:pt x="1923" y="600"/>
                  </a:lnTo>
                  <a:cubicBezTo>
                    <a:pt x="1360" y="647"/>
                    <a:pt x="863" y="920"/>
                    <a:pt x="526" y="1370"/>
                  </a:cubicBezTo>
                  <a:cubicBezTo>
                    <a:pt x="140" y="1885"/>
                    <a:pt x="1" y="2583"/>
                    <a:pt x="144" y="3288"/>
                  </a:cubicBezTo>
                  <a:lnTo>
                    <a:pt x="1758" y="11228"/>
                  </a:lnTo>
                  <a:cubicBezTo>
                    <a:pt x="2018" y="12506"/>
                    <a:pt x="3137" y="13483"/>
                    <a:pt x="4301" y="13483"/>
                  </a:cubicBezTo>
                  <a:cubicBezTo>
                    <a:pt x="4358" y="13483"/>
                    <a:pt x="4415" y="13480"/>
                    <a:pt x="4471" y="13476"/>
                  </a:cubicBezTo>
                  <a:lnTo>
                    <a:pt x="11627" y="12883"/>
                  </a:lnTo>
                  <a:cubicBezTo>
                    <a:pt x="12190" y="12837"/>
                    <a:pt x="12685" y="12564"/>
                    <a:pt x="13023" y="12114"/>
                  </a:cubicBezTo>
                  <a:cubicBezTo>
                    <a:pt x="13410" y="11599"/>
                    <a:pt x="13549" y="10900"/>
                    <a:pt x="13405" y="10196"/>
                  </a:cubicBezTo>
                  <a:lnTo>
                    <a:pt x="11792" y="2255"/>
                  </a:lnTo>
                  <a:cubicBezTo>
                    <a:pt x="11533" y="979"/>
                    <a:pt x="10420" y="0"/>
                    <a:pt x="92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620575" y="3005125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3" y="0"/>
                  </a:moveTo>
                  <a:cubicBezTo>
                    <a:pt x="9024" y="0"/>
                    <a:pt x="8974" y="2"/>
                    <a:pt x="8925" y="6"/>
                  </a:cubicBezTo>
                  <a:lnTo>
                    <a:pt x="1769" y="599"/>
                  </a:lnTo>
                  <a:cubicBezTo>
                    <a:pt x="682" y="689"/>
                    <a:pt x="1" y="1740"/>
                    <a:pt x="245" y="2946"/>
                  </a:cubicBezTo>
                  <a:lnTo>
                    <a:pt x="1859" y="10886"/>
                  </a:lnTo>
                  <a:cubicBezTo>
                    <a:pt x="2093" y="12038"/>
                    <a:pt x="3088" y="12914"/>
                    <a:pt x="4122" y="12914"/>
                  </a:cubicBezTo>
                  <a:cubicBezTo>
                    <a:pt x="4171" y="12914"/>
                    <a:pt x="4221" y="12912"/>
                    <a:pt x="4270" y="12908"/>
                  </a:cubicBezTo>
                  <a:lnTo>
                    <a:pt x="11426" y="12315"/>
                  </a:lnTo>
                  <a:cubicBezTo>
                    <a:pt x="12513" y="12225"/>
                    <a:pt x="13195" y="11174"/>
                    <a:pt x="12949" y="9969"/>
                  </a:cubicBezTo>
                  <a:lnTo>
                    <a:pt x="11335" y="2028"/>
                  </a:lnTo>
                  <a:cubicBezTo>
                    <a:pt x="11102" y="876"/>
                    <a:pt x="10107" y="0"/>
                    <a:pt x="9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3616150" y="2998000"/>
              <a:ext cx="338725" cy="337075"/>
            </a:xfrm>
            <a:custGeom>
              <a:avLst/>
              <a:gdLst/>
              <a:ahLst/>
              <a:cxnLst/>
              <a:rect l="l" t="t" r="r" b="b"/>
              <a:pathLst>
                <a:path w="13549" h="13483" extrusionOk="0">
                  <a:moveTo>
                    <a:pt x="9252" y="570"/>
                  </a:moveTo>
                  <a:cubicBezTo>
                    <a:pt x="10154" y="570"/>
                    <a:pt x="11027" y="1350"/>
                    <a:pt x="11234" y="2370"/>
                  </a:cubicBezTo>
                  <a:lnTo>
                    <a:pt x="12849" y="10309"/>
                  </a:lnTo>
                  <a:cubicBezTo>
                    <a:pt x="12959" y="10854"/>
                    <a:pt x="12858" y="11387"/>
                    <a:pt x="12569" y="11772"/>
                  </a:cubicBezTo>
                  <a:cubicBezTo>
                    <a:pt x="12334" y="12088"/>
                    <a:pt x="11973" y="12285"/>
                    <a:pt x="11580" y="12316"/>
                  </a:cubicBezTo>
                  <a:lnTo>
                    <a:pt x="4425" y="12908"/>
                  </a:lnTo>
                  <a:cubicBezTo>
                    <a:pt x="4386" y="12911"/>
                    <a:pt x="4347" y="12913"/>
                    <a:pt x="4308" y="12913"/>
                  </a:cubicBezTo>
                  <a:cubicBezTo>
                    <a:pt x="3409" y="12913"/>
                    <a:pt x="2524" y="12138"/>
                    <a:pt x="2316" y="11114"/>
                  </a:cubicBezTo>
                  <a:lnTo>
                    <a:pt x="702" y="3174"/>
                  </a:lnTo>
                  <a:cubicBezTo>
                    <a:pt x="592" y="2629"/>
                    <a:pt x="693" y="2096"/>
                    <a:pt x="982" y="1711"/>
                  </a:cubicBezTo>
                  <a:cubicBezTo>
                    <a:pt x="1217" y="1395"/>
                    <a:pt x="1578" y="1196"/>
                    <a:pt x="1971" y="1168"/>
                  </a:cubicBezTo>
                  <a:lnTo>
                    <a:pt x="9125" y="576"/>
                  </a:lnTo>
                  <a:cubicBezTo>
                    <a:pt x="9168" y="572"/>
                    <a:pt x="9210" y="570"/>
                    <a:pt x="9252" y="570"/>
                  </a:cubicBezTo>
                  <a:close/>
                  <a:moveTo>
                    <a:pt x="9255" y="0"/>
                  </a:moveTo>
                  <a:cubicBezTo>
                    <a:pt x="9196" y="0"/>
                    <a:pt x="9136" y="3"/>
                    <a:pt x="9077" y="8"/>
                  </a:cubicBezTo>
                  <a:lnTo>
                    <a:pt x="1922" y="600"/>
                  </a:lnTo>
                  <a:cubicBezTo>
                    <a:pt x="1359" y="647"/>
                    <a:pt x="864" y="920"/>
                    <a:pt x="525" y="1369"/>
                  </a:cubicBezTo>
                  <a:cubicBezTo>
                    <a:pt x="139" y="1884"/>
                    <a:pt x="0" y="2583"/>
                    <a:pt x="144" y="3288"/>
                  </a:cubicBezTo>
                  <a:lnTo>
                    <a:pt x="1757" y="11228"/>
                  </a:lnTo>
                  <a:cubicBezTo>
                    <a:pt x="2017" y="12506"/>
                    <a:pt x="3136" y="13483"/>
                    <a:pt x="4300" y="13483"/>
                  </a:cubicBezTo>
                  <a:cubicBezTo>
                    <a:pt x="4357" y="13483"/>
                    <a:pt x="4414" y="13480"/>
                    <a:pt x="4471" y="13476"/>
                  </a:cubicBezTo>
                  <a:lnTo>
                    <a:pt x="11626" y="12883"/>
                  </a:lnTo>
                  <a:cubicBezTo>
                    <a:pt x="12190" y="12837"/>
                    <a:pt x="12685" y="12564"/>
                    <a:pt x="13024" y="12114"/>
                  </a:cubicBezTo>
                  <a:cubicBezTo>
                    <a:pt x="13410" y="11599"/>
                    <a:pt x="13548" y="10900"/>
                    <a:pt x="13405" y="10196"/>
                  </a:cubicBezTo>
                  <a:lnTo>
                    <a:pt x="11792" y="2256"/>
                  </a:lnTo>
                  <a:cubicBezTo>
                    <a:pt x="11532" y="981"/>
                    <a:pt x="10419" y="0"/>
                    <a:pt x="92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2514600" y="3561000"/>
              <a:ext cx="329900" cy="322825"/>
            </a:xfrm>
            <a:custGeom>
              <a:avLst/>
              <a:gdLst/>
              <a:ahLst/>
              <a:cxnLst/>
              <a:rect l="l" t="t" r="r" b="b"/>
              <a:pathLst>
                <a:path w="13196" h="12913" extrusionOk="0">
                  <a:moveTo>
                    <a:pt x="9075" y="0"/>
                  </a:moveTo>
                  <a:cubicBezTo>
                    <a:pt x="9025" y="0"/>
                    <a:pt x="8975" y="2"/>
                    <a:pt x="8925" y="6"/>
                  </a:cubicBezTo>
                  <a:lnTo>
                    <a:pt x="1769" y="599"/>
                  </a:lnTo>
                  <a:cubicBezTo>
                    <a:pt x="683" y="688"/>
                    <a:pt x="1" y="1740"/>
                    <a:pt x="246" y="2945"/>
                  </a:cubicBezTo>
                  <a:lnTo>
                    <a:pt x="1859" y="10886"/>
                  </a:lnTo>
                  <a:cubicBezTo>
                    <a:pt x="2093" y="12036"/>
                    <a:pt x="3088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4"/>
                  </a:lnTo>
                  <a:cubicBezTo>
                    <a:pt x="12513" y="12224"/>
                    <a:pt x="13195" y="11174"/>
                    <a:pt x="12951" y="9968"/>
                  </a:cubicBezTo>
                  <a:lnTo>
                    <a:pt x="11337" y="2027"/>
                  </a:lnTo>
                  <a:cubicBezTo>
                    <a:pt x="11103" y="877"/>
                    <a:pt x="10109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2510175" y="3553850"/>
              <a:ext cx="338750" cy="337100"/>
            </a:xfrm>
            <a:custGeom>
              <a:avLst/>
              <a:gdLst/>
              <a:ahLst/>
              <a:cxnLst/>
              <a:rect l="l" t="t" r="r" b="b"/>
              <a:pathLst>
                <a:path w="13550" h="13484" extrusionOk="0">
                  <a:moveTo>
                    <a:pt x="9254" y="571"/>
                  </a:moveTo>
                  <a:cubicBezTo>
                    <a:pt x="10155" y="571"/>
                    <a:pt x="11027" y="1351"/>
                    <a:pt x="11235" y="2370"/>
                  </a:cubicBezTo>
                  <a:lnTo>
                    <a:pt x="12848" y="10310"/>
                  </a:lnTo>
                  <a:cubicBezTo>
                    <a:pt x="12958" y="10855"/>
                    <a:pt x="12857" y="11388"/>
                    <a:pt x="12568" y="11773"/>
                  </a:cubicBezTo>
                  <a:cubicBezTo>
                    <a:pt x="12333" y="12089"/>
                    <a:pt x="11973" y="12288"/>
                    <a:pt x="11580" y="12317"/>
                  </a:cubicBezTo>
                  <a:lnTo>
                    <a:pt x="4425" y="12909"/>
                  </a:lnTo>
                  <a:cubicBezTo>
                    <a:pt x="4386" y="12912"/>
                    <a:pt x="4347" y="12914"/>
                    <a:pt x="4308" y="12914"/>
                  </a:cubicBezTo>
                  <a:cubicBezTo>
                    <a:pt x="3409" y="12914"/>
                    <a:pt x="2523" y="12138"/>
                    <a:pt x="2315" y="11116"/>
                  </a:cubicBezTo>
                  <a:lnTo>
                    <a:pt x="701" y="3175"/>
                  </a:lnTo>
                  <a:cubicBezTo>
                    <a:pt x="591" y="2630"/>
                    <a:pt x="693" y="2097"/>
                    <a:pt x="981" y="1712"/>
                  </a:cubicBezTo>
                  <a:cubicBezTo>
                    <a:pt x="1217" y="1396"/>
                    <a:pt x="1577" y="1199"/>
                    <a:pt x="1970" y="1168"/>
                  </a:cubicBezTo>
                  <a:lnTo>
                    <a:pt x="9125" y="576"/>
                  </a:lnTo>
                  <a:cubicBezTo>
                    <a:pt x="9168" y="572"/>
                    <a:pt x="9211" y="571"/>
                    <a:pt x="9254" y="571"/>
                  </a:cubicBezTo>
                  <a:close/>
                  <a:moveTo>
                    <a:pt x="9253" y="1"/>
                  </a:moveTo>
                  <a:cubicBezTo>
                    <a:pt x="9194" y="1"/>
                    <a:pt x="9136" y="3"/>
                    <a:pt x="9078" y="8"/>
                  </a:cubicBezTo>
                  <a:lnTo>
                    <a:pt x="1922" y="601"/>
                  </a:lnTo>
                  <a:cubicBezTo>
                    <a:pt x="1360" y="648"/>
                    <a:pt x="864" y="921"/>
                    <a:pt x="526" y="1370"/>
                  </a:cubicBezTo>
                  <a:cubicBezTo>
                    <a:pt x="140" y="1885"/>
                    <a:pt x="0" y="2584"/>
                    <a:pt x="144" y="3288"/>
                  </a:cubicBezTo>
                  <a:lnTo>
                    <a:pt x="1758" y="11229"/>
                  </a:lnTo>
                  <a:cubicBezTo>
                    <a:pt x="2018" y="12508"/>
                    <a:pt x="3137" y="13484"/>
                    <a:pt x="4302" y="13484"/>
                  </a:cubicBezTo>
                  <a:cubicBezTo>
                    <a:pt x="4358" y="13484"/>
                    <a:pt x="4416" y="13482"/>
                    <a:pt x="4472" y="13477"/>
                  </a:cubicBezTo>
                  <a:lnTo>
                    <a:pt x="11628" y="12885"/>
                  </a:lnTo>
                  <a:cubicBezTo>
                    <a:pt x="12191" y="12837"/>
                    <a:pt x="12686" y="12564"/>
                    <a:pt x="13024" y="12114"/>
                  </a:cubicBezTo>
                  <a:cubicBezTo>
                    <a:pt x="13410" y="11600"/>
                    <a:pt x="13550" y="10902"/>
                    <a:pt x="13406" y="10197"/>
                  </a:cubicBezTo>
                  <a:lnTo>
                    <a:pt x="11792" y="2256"/>
                  </a:lnTo>
                  <a:cubicBezTo>
                    <a:pt x="11531" y="979"/>
                    <a:pt x="10411" y="1"/>
                    <a:pt x="9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6"/>
            <p:cNvSpPr/>
            <p:nvPr/>
          </p:nvSpPr>
          <p:spPr>
            <a:xfrm>
              <a:off x="2914200" y="3527900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4" y="0"/>
                  </a:moveTo>
                  <a:cubicBezTo>
                    <a:pt x="9024" y="0"/>
                    <a:pt x="8974" y="2"/>
                    <a:pt x="8924" y="7"/>
                  </a:cubicBezTo>
                  <a:lnTo>
                    <a:pt x="1769" y="599"/>
                  </a:lnTo>
                  <a:cubicBezTo>
                    <a:pt x="683" y="688"/>
                    <a:pt x="0" y="1740"/>
                    <a:pt x="245" y="2946"/>
                  </a:cubicBezTo>
                  <a:lnTo>
                    <a:pt x="1859" y="10887"/>
                  </a:lnTo>
                  <a:cubicBezTo>
                    <a:pt x="2093" y="12037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4"/>
                  </a:lnTo>
                  <a:cubicBezTo>
                    <a:pt x="12512" y="12225"/>
                    <a:pt x="13195" y="11174"/>
                    <a:pt x="12949" y="9968"/>
                  </a:cubicBezTo>
                  <a:lnTo>
                    <a:pt x="11335" y="2027"/>
                  </a:lnTo>
                  <a:cubicBezTo>
                    <a:pt x="11102" y="877"/>
                    <a:pt x="10108" y="0"/>
                    <a:pt x="9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6"/>
            <p:cNvSpPr/>
            <p:nvPr/>
          </p:nvSpPr>
          <p:spPr>
            <a:xfrm>
              <a:off x="2909725" y="3520775"/>
              <a:ext cx="338800" cy="337125"/>
            </a:xfrm>
            <a:custGeom>
              <a:avLst/>
              <a:gdLst/>
              <a:ahLst/>
              <a:cxnLst/>
              <a:rect l="l" t="t" r="r" b="b"/>
              <a:pathLst>
                <a:path w="13552" h="13485" extrusionOk="0">
                  <a:moveTo>
                    <a:pt x="9255" y="570"/>
                  </a:moveTo>
                  <a:cubicBezTo>
                    <a:pt x="10156" y="570"/>
                    <a:pt x="11029" y="1350"/>
                    <a:pt x="11236" y="2369"/>
                  </a:cubicBezTo>
                  <a:lnTo>
                    <a:pt x="12850" y="10309"/>
                  </a:lnTo>
                  <a:cubicBezTo>
                    <a:pt x="12961" y="10854"/>
                    <a:pt x="12859" y="11387"/>
                    <a:pt x="12571" y="11772"/>
                  </a:cubicBezTo>
                  <a:cubicBezTo>
                    <a:pt x="12336" y="12088"/>
                    <a:pt x="11975" y="12287"/>
                    <a:pt x="11582" y="12316"/>
                  </a:cubicBezTo>
                  <a:lnTo>
                    <a:pt x="4427" y="12909"/>
                  </a:lnTo>
                  <a:cubicBezTo>
                    <a:pt x="4389" y="12911"/>
                    <a:pt x="4351" y="12913"/>
                    <a:pt x="4313" y="12913"/>
                  </a:cubicBezTo>
                  <a:cubicBezTo>
                    <a:pt x="3406" y="12913"/>
                    <a:pt x="2526" y="12139"/>
                    <a:pt x="2318" y="11115"/>
                  </a:cubicBezTo>
                  <a:lnTo>
                    <a:pt x="704" y="3174"/>
                  </a:lnTo>
                  <a:cubicBezTo>
                    <a:pt x="593" y="2629"/>
                    <a:pt x="695" y="2096"/>
                    <a:pt x="984" y="1711"/>
                  </a:cubicBezTo>
                  <a:cubicBezTo>
                    <a:pt x="1219" y="1395"/>
                    <a:pt x="1580" y="1197"/>
                    <a:pt x="1973" y="1168"/>
                  </a:cubicBezTo>
                  <a:lnTo>
                    <a:pt x="9127" y="576"/>
                  </a:lnTo>
                  <a:cubicBezTo>
                    <a:pt x="9170" y="573"/>
                    <a:pt x="9212" y="570"/>
                    <a:pt x="9255" y="570"/>
                  </a:cubicBezTo>
                  <a:close/>
                  <a:moveTo>
                    <a:pt x="9259" y="0"/>
                  </a:moveTo>
                  <a:cubicBezTo>
                    <a:pt x="9199" y="0"/>
                    <a:pt x="9139" y="3"/>
                    <a:pt x="9079" y="8"/>
                  </a:cubicBezTo>
                  <a:lnTo>
                    <a:pt x="1924" y="601"/>
                  </a:lnTo>
                  <a:cubicBezTo>
                    <a:pt x="1361" y="647"/>
                    <a:pt x="864" y="920"/>
                    <a:pt x="527" y="1371"/>
                  </a:cubicBezTo>
                  <a:cubicBezTo>
                    <a:pt x="141" y="1884"/>
                    <a:pt x="1" y="2583"/>
                    <a:pt x="145" y="3287"/>
                  </a:cubicBezTo>
                  <a:lnTo>
                    <a:pt x="1759" y="11229"/>
                  </a:lnTo>
                  <a:cubicBezTo>
                    <a:pt x="2019" y="12507"/>
                    <a:pt x="3139" y="13484"/>
                    <a:pt x="4302" y="13484"/>
                  </a:cubicBezTo>
                  <a:cubicBezTo>
                    <a:pt x="4360" y="13484"/>
                    <a:pt x="4416" y="13481"/>
                    <a:pt x="4474" y="13476"/>
                  </a:cubicBezTo>
                  <a:lnTo>
                    <a:pt x="11629" y="12884"/>
                  </a:lnTo>
                  <a:cubicBezTo>
                    <a:pt x="12191" y="12837"/>
                    <a:pt x="12688" y="12564"/>
                    <a:pt x="13025" y="12114"/>
                  </a:cubicBezTo>
                  <a:cubicBezTo>
                    <a:pt x="13411" y="11600"/>
                    <a:pt x="13551" y="10901"/>
                    <a:pt x="13408" y="10196"/>
                  </a:cubicBezTo>
                  <a:lnTo>
                    <a:pt x="11793" y="2256"/>
                  </a:lnTo>
                  <a:cubicBezTo>
                    <a:pt x="11533" y="981"/>
                    <a:pt x="10424" y="0"/>
                    <a:pt x="9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6"/>
            <p:cNvSpPr/>
            <p:nvPr/>
          </p:nvSpPr>
          <p:spPr>
            <a:xfrm>
              <a:off x="3313775" y="3494800"/>
              <a:ext cx="329900" cy="322875"/>
            </a:xfrm>
            <a:custGeom>
              <a:avLst/>
              <a:gdLst/>
              <a:ahLst/>
              <a:cxnLst/>
              <a:rect l="l" t="t" r="r" b="b"/>
              <a:pathLst>
                <a:path w="13196" h="12915" extrusionOk="0">
                  <a:moveTo>
                    <a:pt x="9073" y="1"/>
                  </a:moveTo>
                  <a:cubicBezTo>
                    <a:pt x="9024" y="1"/>
                    <a:pt x="8975" y="3"/>
                    <a:pt x="8925" y="7"/>
                  </a:cubicBezTo>
                  <a:lnTo>
                    <a:pt x="1770" y="599"/>
                  </a:lnTo>
                  <a:cubicBezTo>
                    <a:pt x="684" y="689"/>
                    <a:pt x="1" y="1740"/>
                    <a:pt x="246" y="2947"/>
                  </a:cubicBezTo>
                  <a:lnTo>
                    <a:pt x="1860" y="10887"/>
                  </a:lnTo>
                  <a:cubicBezTo>
                    <a:pt x="2094" y="12038"/>
                    <a:pt x="3088" y="12914"/>
                    <a:pt x="4123" y="12914"/>
                  </a:cubicBezTo>
                  <a:cubicBezTo>
                    <a:pt x="4173" y="12914"/>
                    <a:pt x="4222" y="12912"/>
                    <a:pt x="4272" y="12908"/>
                  </a:cubicBezTo>
                  <a:lnTo>
                    <a:pt x="11426" y="12316"/>
                  </a:lnTo>
                  <a:cubicBezTo>
                    <a:pt x="12513" y="12225"/>
                    <a:pt x="13196" y="11174"/>
                    <a:pt x="12950" y="9968"/>
                  </a:cubicBezTo>
                  <a:lnTo>
                    <a:pt x="11336" y="2028"/>
                  </a:lnTo>
                  <a:cubicBezTo>
                    <a:pt x="11102" y="877"/>
                    <a:pt x="10108" y="1"/>
                    <a:pt x="9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6"/>
            <p:cNvSpPr/>
            <p:nvPr/>
          </p:nvSpPr>
          <p:spPr>
            <a:xfrm>
              <a:off x="3309350" y="3487675"/>
              <a:ext cx="338750" cy="337125"/>
            </a:xfrm>
            <a:custGeom>
              <a:avLst/>
              <a:gdLst/>
              <a:ahLst/>
              <a:cxnLst/>
              <a:rect l="l" t="t" r="r" b="b"/>
              <a:pathLst>
                <a:path w="13550" h="13485" extrusionOk="0">
                  <a:moveTo>
                    <a:pt x="9254" y="570"/>
                  </a:moveTo>
                  <a:lnTo>
                    <a:pt x="9254" y="570"/>
                  </a:lnTo>
                  <a:cubicBezTo>
                    <a:pt x="10155" y="571"/>
                    <a:pt x="11028" y="1351"/>
                    <a:pt x="11235" y="2371"/>
                  </a:cubicBezTo>
                  <a:lnTo>
                    <a:pt x="12849" y="10311"/>
                  </a:lnTo>
                  <a:cubicBezTo>
                    <a:pt x="12960" y="10857"/>
                    <a:pt x="12858" y="11390"/>
                    <a:pt x="12569" y="11773"/>
                  </a:cubicBezTo>
                  <a:cubicBezTo>
                    <a:pt x="12334" y="12089"/>
                    <a:pt x="11973" y="12288"/>
                    <a:pt x="11581" y="12317"/>
                  </a:cubicBezTo>
                  <a:lnTo>
                    <a:pt x="4425" y="12910"/>
                  </a:lnTo>
                  <a:cubicBezTo>
                    <a:pt x="4385" y="12913"/>
                    <a:pt x="4345" y="12914"/>
                    <a:pt x="4306" y="12914"/>
                  </a:cubicBezTo>
                  <a:cubicBezTo>
                    <a:pt x="3400" y="12914"/>
                    <a:pt x="2524" y="12137"/>
                    <a:pt x="2317" y="11115"/>
                  </a:cubicBezTo>
                  <a:lnTo>
                    <a:pt x="703" y="3174"/>
                  </a:lnTo>
                  <a:cubicBezTo>
                    <a:pt x="591" y="2629"/>
                    <a:pt x="694" y="2096"/>
                    <a:pt x="983" y="1713"/>
                  </a:cubicBezTo>
                  <a:cubicBezTo>
                    <a:pt x="1217" y="1397"/>
                    <a:pt x="1577" y="1198"/>
                    <a:pt x="1970" y="1169"/>
                  </a:cubicBezTo>
                  <a:lnTo>
                    <a:pt x="9126" y="576"/>
                  </a:lnTo>
                  <a:cubicBezTo>
                    <a:pt x="9170" y="573"/>
                    <a:pt x="9211" y="570"/>
                    <a:pt x="9254" y="570"/>
                  </a:cubicBezTo>
                  <a:close/>
                  <a:moveTo>
                    <a:pt x="9262" y="0"/>
                  </a:moveTo>
                  <a:cubicBezTo>
                    <a:pt x="9201" y="0"/>
                    <a:pt x="9140" y="3"/>
                    <a:pt x="9078" y="8"/>
                  </a:cubicBezTo>
                  <a:lnTo>
                    <a:pt x="1923" y="601"/>
                  </a:lnTo>
                  <a:cubicBezTo>
                    <a:pt x="1360" y="647"/>
                    <a:pt x="864" y="920"/>
                    <a:pt x="527" y="1371"/>
                  </a:cubicBezTo>
                  <a:cubicBezTo>
                    <a:pt x="141" y="1884"/>
                    <a:pt x="1" y="2584"/>
                    <a:pt x="144" y="3288"/>
                  </a:cubicBezTo>
                  <a:lnTo>
                    <a:pt x="1758" y="11229"/>
                  </a:lnTo>
                  <a:cubicBezTo>
                    <a:pt x="2018" y="12507"/>
                    <a:pt x="3137" y="13484"/>
                    <a:pt x="4302" y="13484"/>
                  </a:cubicBezTo>
                  <a:cubicBezTo>
                    <a:pt x="4358" y="13484"/>
                    <a:pt x="4415" y="13482"/>
                    <a:pt x="4471" y="13476"/>
                  </a:cubicBezTo>
                  <a:lnTo>
                    <a:pt x="11627" y="12884"/>
                  </a:lnTo>
                  <a:cubicBezTo>
                    <a:pt x="12190" y="12838"/>
                    <a:pt x="12687" y="12564"/>
                    <a:pt x="13024" y="12114"/>
                  </a:cubicBezTo>
                  <a:cubicBezTo>
                    <a:pt x="13410" y="11601"/>
                    <a:pt x="13550" y="10901"/>
                    <a:pt x="13407" y="10197"/>
                  </a:cubicBezTo>
                  <a:lnTo>
                    <a:pt x="11793" y="2257"/>
                  </a:lnTo>
                  <a:cubicBezTo>
                    <a:pt x="11533" y="982"/>
                    <a:pt x="10424" y="0"/>
                    <a:pt x="9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6"/>
            <p:cNvSpPr/>
            <p:nvPr/>
          </p:nvSpPr>
          <p:spPr>
            <a:xfrm>
              <a:off x="3713350" y="3461700"/>
              <a:ext cx="329925" cy="322875"/>
            </a:xfrm>
            <a:custGeom>
              <a:avLst/>
              <a:gdLst/>
              <a:ahLst/>
              <a:cxnLst/>
              <a:rect l="l" t="t" r="r" b="b"/>
              <a:pathLst>
                <a:path w="13197" h="12915" extrusionOk="0">
                  <a:moveTo>
                    <a:pt x="9073" y="1"/>
                  </a:moveTo>
                  <a:cubicBezTo>
                    <a:pt x="9024" y="1"/>
                    <a:pt x="8974" y="3"/>
                    <a:pt x="8925" y="7"/>
                  </a:cubicBezTo>
                  <a:lnTo>
                    <a:pt x="1770" y="599"/>
                  </a:lnTo>
                  <a:cubicBezTo>
                    <a:pt x="683" y="690"/>
                    <a:pt x="1" y="1740"/>
                    <a:pt x="247" y="2947"/>
                  </a:cubicBezTo>
                  <a:lnTo>
                    <a:pt x="1860" y="10887"/>
                  </a:lnTo>
                  <a:cubicBezTo>
                    <a:pt x="2094" y="12038"/>
                    <a:pt x="3088" y="12914"/>
                    <a:pt x="4121" y="12914"/>
                  </a:cubicBezTo>
                  <a:cubicBezTo>
                    <a:pt x="4171" y="12914"/>
                    <a:pt x="4221" y="12912"/>
                    <a:pt x="4271" y="12908"/>
                  </a:cubicBezTo>
                  <a:lnTo>
                    <a:pt x="11427" y="12316"/>
                  </a:lnTo>
                  <a:cubicBezTo>
                    <a:pt x="12514" y="12225"/>
                    <a:pt x="13196" y="11175"/>
                    <a:pt x="12950" y="9969"/>
                  </a:cubicBezTo>
                  <a:lnTo>
                    <a:pt x="11336" y="2028"/>
                  </a:lnTo>
                  <a:cubicBezTo>
                    <a:pt x="11103" y="877"/>
                    <a:pt x="10108" y="1"/>
                    <a:pt x="9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6"/>
            <p:cNvSpPr/>
            <p:nvPr/>
          </p:nvSpPr>
          <p:spPr>
            <a:xfrm>
              <a:off x="3708925" y="3454575"/>
              <a:ext cx="338750" cy="337125"/>
            </a:xfrm>
            <a:custGeom>
              <a:avLst/>
              <a:gdLst/>
              <a:ahLst/>
              <a:cxnLst/>
              <a:rect l="l" t="t" r="r" b="b"/>
              <a:pathLst>
                <a:path w="13550" h="13485" extrusionOk="0">
                  <a:moveTo>
                    <a:pt x="9253" y="571"/>
                  </a:moveTo>
                  <a:lnTo>
                    <a:pt x="9253" y="571"/>
                  </a:lnTo>
                  <a:cubicBezTo>
                    <a:pt x="10155" y="571"/>
                    <a:pt x="11028" y="1351"/>
                    <a:pt x="11235" y="2370"/>
                  </a:cubicBezTo>
                  <a:lnTo>
                    <a:pt x="12849" y="10310"/>
                  </a:lnTo>
                  <a:cubicBezTo>
                    <a:pt x="12959" y="10855"/>
                    <a:pt x="12858" y="11387"/>
                    <a:pt x="12570" y="11772"/>
                  </a:cubicBezTo>
                  <a:cubicBezTo>
                    <a:pt x="12334" y="12088"/>
                    <a:pt x="11974" y="12287"/>
                    <a:pt x="11581" y="12316"/>
                  </a:cubicBezTo>
                  <a:lnTo>
                    <a:pt x="4426" y="12909"/>
                  </a:lnTo>
                  <a:cubicBezTo>
                    <a:pt x="4386" y="12912"/>
                    <a:pt x="4346" y="12913"/>
                    <a:pt x="4306" y="12913"/>
                  </a:cubicBezTo>
                  <a:cubicBezTo>
                    <a:pt x="3407" y="12913"/>
                    <a:pt x="2525" y="12136"/>
                    <a:pt x="2316" y="11115"/>
                  </a:cubicBezTo>
                  <a:lnTo>
                    <a:pt x="703" y="3174"/>
                  </a:lnTo>
                  <a:cubicBezTo>
                    <a:pt x="593" y="2629"/>
                    <a:pt x="694" y="2096"/>
                    <a:pt x="983" y="1712"/>
                  </a:cubicBezTo>
                  <a:cubicBezTo>
                    <a:pt x="1218" y="1396"/>
                    <a:pt x="1578" y="1198"/>
                    <a:pt x="1971" y="1169"/>
                  </a:cubicBezTo>
                  <a:lnTo>
                    <a:pt x="9126" y="576"/>
                  </a:lnTo>
                  <a:cubicBezTo>
                    <a:pt x="9169" y="573"/>
                    <a:pt x="9211" y="571"/>
                    <a:pt x="9253" y="571"/>
                  </a:cubicBezTo>
                  <a:close/>
                  <a:moveTo>
                    <a:pt x="9256" y="1"/>
                  </a:moveTo>
                  <a:cubicBezTo>
                    <a:pt x="9197" y="1"/>
                    <a:pt x="9138" y="3"/>
                    <a:pt x="9079" y="8"/>
                  </a:cubicBezTo>
                  <a:lnTo>
                    <a:pt x="1924" y="601"/>
                  </a:lnTo>
                  <a:cubicBezTo>
                    <a:pt x="1360" y="647"/>
                    <a:pt x="864" y="920"/>
                    <a:pt x="526" y="1370"/>
                  </a:cubicBezTo>
                  <a:cubicBezTo>
                    <a:pt x="140" y="1884"/>
                    <a:pt x="0" y="2584"/>
                    <a:pt x="145" y="3288"/>
                  </a:cubicBezTo>
                  <a:lnTo>
                    <a:pt x="1759" y="11229"/>
                  </a:lnTo>
                  <a:cubicBezTo>
                    <a:pt x="2018" y="12508"/>
                    <a:pt x="3137" y="13484"/>
                    <a:pt x="4302" y="13484"/>
                  </a:cubicBezTo>
                  <a:cubicBezTo>
                    <a:pt x="4358" y="13484"/>
                    <a:pt x="4416" y="13482"/>
                    <a:pt x="4473" y="13476"/>
                  </a:cubicBezTo>
                  <a:lnTo>
                    <a:pt x="11627" y="12884"/>
                  </a:lnTo>
                  <a:cubicBezTo>
                    <a:pt x="12191" y="12838"/>
                    <a:pt x="12687" y="12565"/>
                    <a:pt x="13025" y="12114"/>
                  </a:cubicBezTo>
                  <a:cubicBezTo>
                    <a:pt x="13411" y="11600"/>
                    <a:pt x="13550" y="10901"/>
                    <a:pt x="13407" y="10197"/>
                  </a:cubicBezTo>
                  <a:lnTo>
                    <a:pt x="11792" y="2257"/>
                  </a:lnTo>
                  <a:cubicBezTo>
                    <a:pt x="11533" y="982"/>
                    <a:pt x="10410" y="1"/>
                    <a:pt x="92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6"/>
            <p:cNvSpPr/>
            <p:nvPr/>
          </p:nvSpPr>
          <p:spPr>
            <a:xfrm>
              <a:off x="2607400" y="4017575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5" y="1"/>
                  </a:moveTo>
                  <a:cubicBezTo>
                    <a:pt x="9025" y="1"/>
                    <a:pt x="8975" y="3"/>
                    <a:pt x="8925" y="7"/>
                  </a:cubicBezTo>
                  <a:lnTo>
                    <a:pt x="1770" y="600"/>
                  </a:lnTo>
                  <a:cubicBezTo>
                    <a:pt x="683" y="689"/>
                    <a:pt x="1" y="1741"/>
                    <a:pt x="247" y="2946"/>
                  </a:cubicBezTo>
                  <a:lnTo>
                    <a:pt x="1860" y="10887"/>
                  </a:lnTo>
                  <a:cubicBezTo>
                    <a:pt x="2093" y="12038"/>
                    <a:pt x="3088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5"/>
                  </a:lnTo>
                  <a:cubicBezTo>
                    <a:pt x="12514" y="12226"/>
                    <a:pt x="13196" y="11175"/>
                    <a:pt x="12951" y="9968"/>
                  </a:cubicBezTo>
                  <a:lnTo>
                    <a:pt x="11337" y="2027"/>
                  </a:lnTo>
                  <a:cubicBezTo>
                    <a:pt x="11103" y="877"/>
                    <a:pt x="10109" y="1"/>
                    <a:pt x="90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6"/>
            <p:cNvSpPr/>
            <p:nvPr/>
          </p:nvSpPr>
          <p:spPr>
            <a:xfrm>
              <a:off x="3007000" y="3984500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3" y="0"/>
                  </a:moveTo>
                  <a:cubicBezTo>
                    <a:pt x="9023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3" y="688"/>
                    <a:pt x="0" y="1740"/>
                    <a:pt x="245" y="2945"/>
                  </a:cubicBezTo>
                  <a:lnTo>
                    <a:pt x="1859" y="10886"/>
                  </a:lnTo>
                  <a:cubicBezTo>
                    <a:pt x="2093" y="12038"/>
                    <a:pt x="3087" y="12914"/>
                    <a:pt x="4122" y="12914"/>
                  </a:cubicBezTo>
                  <a:cubicBezTo>
                    <a:pt x="4172" y="12914"/>
                    <a:pt x="4222" y="12912"/>
                    <a:pt x="4271" y="12908"/>
                  </a:cubicBezTo>
                  <a:lnTo>
                    <a:pt x="11427" y="12315"/>
                  </a:lnTo>
                  <a:cubicBezTo>
                    <a:pt x="12512" y="12225"/>
                    <a:pt x="13195" y="11174"/>
                    <a:pt x="12950" y="9969"/>
                  </a:cubicBezTo>
                  <a:lnTo>
                    <a:pt x="11336" y="2027"/>
                  </a:lnTo>
                  <a:cubicBezTo>
                    <a:pt x="11102" y="876"/>
                    <a:pt x="10107" y="0"/>
                    <a:pt x="9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6"/>
            <p:cNvSpPr/>
            <p:nvPr/>
          </p:nvSpPr>
          <p:spPr>
            <a:xfrm>
              <a:off x="3406600" y="3951400"/>
              <a:ext cx="329875" cy="322850"/>
            </a:xfrm>
            <a:custGeom>
              <a:avLst/>
              <a:gdLst/>
              <a:ahLst/>
              <a:cxnLst/>
              <a:rect l="l" t="t" r="r" b="b"/>
              <a:pathLst>
                <a:path w="13195" h="12914" extrusionOk="0">
                  <a:moveTo>
                    <a:pt x="9073" y="0"/>
                  </a:moveTo>
                  <a:cubicBezTo>
                    <a:pt x="9023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2" y="689"/>
                    <a:pt x="0" y="1740"/>
                    <a:pt x="245" y="2946"/>
                  </a:cubicBezTo>
                  <a:lnTo>
                    <a:pt x="1859" y="10886"/>
                  </a:lnTo>
                  <a:cubicBezTo>
                    <a:pt x="2093" y="12037"/>
                    <a:pt x="3086" y="12914"/>
                    <a:pt x="4121" y="12914"/>
                  </a:cubicBezTo>
                  <a:cubicBezTo>
                    <a:pt x="4171" y="12914"/>
                    <a:pt x="4221" y="12912"/>
                    <a:pt x="4271" y="12908"/>
                  </a:cubicBezTo>
                  <a:lnTo>
                    <a:pt x="11425" y="12315"/>
                  </a:lnTo>
                  <a:cubicBezTo>
                    <a:pt x="12512" y="12225"/>
                    <a:pt x="13195" y="11174"/>
                    <a:pt x="12949" y="9968"/>
                  </a:cubicBezTo>
                  <a:lnTo>
                    <a:pt x="11335" y="2028"/>
                  </a:lnTo>
                  <a:cubicBezTo>
                    <a:pt x="11101" y="876"/>
                    <a:pt x="10107" y="0"/>
                    <a:pt x="9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6"/>
            <p:cNvSpPr/>
            <p:nvPr/>
          </p:nvSpPr>
          <p:spPr>
            <a:xfrm>
              <a:off x="3806175" y="3918325"/>
              <a:ext cx="329875" cy="322825"/>
            </a:xfrm>
            <a:custGeom>
              <a:avLst/>
              <a:gdLst/>
              <a:ahLst/>
              <a:cxnLst/>
              <a:rect l="l" t="t" r="r" b="b"/>
              <a:pathLst>
                <a:path w="13195" h="12913" extrusionOk="0">
                  <a:moveTo>
                    <a:pt x="9075" y="0"/>
                  </a:moveTo>
                  <a:cubicBezTo>
                    <a:pt x="9025" y="0"/>
                    <a:pt x="8975" y="2"/>
                    <a:pt x="8925" y="6"/>
                  </a:cubicBezTo>
                  <a:lnTo>
                    <a:pt x="1769" y="599"/>
                  </a:lnTo>
                  <a:cubicBezTo>
                    <a:pt x="682" y="688"/>
                    <a:pt x="1" y="1739"/>
                    <a:pt x="246" y="2945"/>
                  </a:cubicBezTo>
                  <a:lnTo>
                    <a:pt x="1860" y="10885"/>
                  </a:lnTo>
                  <a:cubicBezTo>
                    <a:pt x="2093" y="12036"/>
                    <a:pt x="3087" y="12913"/>
                    <a:pt x="4120" y="12913"/>
                  </a:cubicBezTo>
                  <a:cubicBezTo>
                    <a:pt x="4170" y="12913"/>
                    <a:pt x="4220" y="12911"/>
                    <a:pt x="4270" y="12907"/>
                  </a:cubicBezTo>
                  <a:lnTo>
                    <a:pt x="11426" y="12314"/>
                  </a:lnTo>
                  <a:cubicBezTo>
                    <a:pt x="12513" y="12224"/>
                    <a:pt x="13194" y="11173"/>
                    <a:pt x="12949" y="9968"/>
                  </a:cubicBezTo>
                  <a:lnTo>
                    <a:pt x="11336" y="2027"/>
                  </a:lnTo>
                  <a:cubicBezTo>
                    <a:pt x="11102" y="876"/>
                    <a:pt x="10108" y="0"/>
                    <a:pt x="9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6"/>
            <p:cNvSpPr/>
            <p:nvPr/>
          </p:nvSpPr>
          <p:spPr>
            <a:xfrm>
              <a:off x="2869400" y="1956725"/>
              <a:ext cx="661875" cy="659475"/>
            </a:xfrm>
            <a:custGeom>
              <a:avLst/>
              <a:gdLst/>
              <a:ahLst/>
              <a:cxnLst/>
              <a:rect l="l" t="t" r="r" b="b"/>
              <a:pathLst>
                <a:path w="26475" h="26379" extrusionOk="0">
                  <a:moveTo>
                    <a:pt x="18267" y="143"/>
                  </a:moveTo>
                  <a:cubicBezTo>
                    <a:pt x="20333" y="143"/>
                    <a:pt x="22325" y="1903"/>
                    <a:pt x="22794" y="4204"/>
                  </a:cubicBezTo>
                  <a:lnTo>
                    <a:pt x="26073" y="20337"/>
                  </a:lnTo>
                  <a:cubicBezTo>
                    <a:pt x="26326" y="21586"/>
                    <a:pt x="26086" y="22816"/>
                    <a:pt x="25413" y="23714"/>
                  </a:cubicBezTo>
                  <a:cubicBezTo>
                    <a:pt x="24840" y="24477"/>
                    <a:pt x="23998" y="24940"/>
                    <a:pt x="23041" y="25019"/>
                  </a:cubicBezTo>
                  <a:lnTo>
                    <a:pt x="8504" y="26224"/>
                  </a:lnTo>
                  <a:cubicBezTo>
                    <a:pt x="8409" y="26231"/>
                    <a:pt x="8313" y="26235"/>
                    <a:pt x="8218" y="26235"/>
                  </a:cubicBezTo>
                  <a:cubicBezTo>
                    <a:pt x="6144" y="26235"/>
                    <a:pt x="4149" y="24480"/>
                    <a:pt x="3680" y="22174"/>
                  </a:cubicBezTo>
                  <a:lnTo>
                    <a:pt x="401" y="6042"/>
                  </a:lnTo>
                  <a:cubicBezTo>
                    <a:pt x="147" y="4792"/>
                    <a:pt x="387" y="3562"/>
                    <a:pt x="1061" y="2665"/>
                  </a:cubicBezTo>
                  <a:cubicBezTo>
                    <a:pt x="1633" y="1902"/>
                    <a:pt x="2475" y="1438"/>
                    <a:pt x="3432" y="1359"/>
                  </a:cubicBezTo>
                  <a:lnTo>
                    <a:pt x="17969" y="156"/>
                  </a:lnTo>
                  <a:cubicBezTo>
                    <a:pt x="18068" y="147"/>
                    <a:pt x="18168" y="143"/>
                    <a:pt x="18267" y="143"/>
                  </a:cubicBezTo>
                  <a:close/>
                  <a:moveTo>
                    <a:pt x="18267" y="1"/>
                  </a:moveTo>
                  <a:cubicBezTo>
                    <a:pt x="18164" y="1"/>
                    <a:pt x="18061" y="5"/>
                    <a:pt x="17958" y="13"/>
                  </a:cubicBezTo>
                  <a:lnTo>
                    <a:pt x="3421" y="1218"/>
                  </a:lnTo>
                  <a:cubicBezTo>
                    <a:pt x="2423" y="1300"/>
                    <a:pt x="1544" y="1784"/>
                    <a:pt x="947" y="2580"/>
                  </a:cubicBezTo>
                  <a:cubicBezTo>
                    <a:pt x="249" y="3509"/>
                    <a:pt x="0" y="4782"/>
                    <a:pt x="262" y="6071"/>
                  </a:cubicBezTo>
                  <a:lnTo>
                    <a:pt x="3541" y="22202"/>
                  </a:lnTo>
                  <a:cubicBezTo>
                    <a:pt x="4021" y="24569"/>
                    <a:pt x="6075" y="26378"/>
                    <a:pt x="8207" y="26378"/>
                  </a:cubicBezTo>
                  <a:cubicBezTo>
                    <a:pt x="8310" y="26378"/>
                    <a:pt x="8413" y="26374"/>
                    <a:pt x="8516" y="26365"/>
                  </a:cubicBezTo>
                  <a:lnTo>
                    <a:pt x="23052" y="25161"/>
                  </a:lnTo>
                  <a:cubicBezTo>
                    <a:pt x="24050" y="25078"/>
                    <a:pt x="24929" y="24594"/>
                    <a:pt x="25526" y="23798"/>
                  </a:cubicBezTo>
                  <a:cubicBezTo>
                    <a:pt x="26224" y="22869"/>
                    <a:pt x="26474" y="21597"/>
                    <a:pt x="26212" y="20309"/>
                  </a:cubicBezTo>
                  <a:lnTo>
                    <a:pt x="22934" y="4176"/>
                  </a:lnTo>
                  <a:cubicBezTo>
                    <a:pt x="22453" y="1809"/>
                    <a:pt x="20398" y="1"/>
                    <a:pt x="182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6"/>
            <p:cNvSpPr/>
            <p:nvPr/>
          </p:nvSpPr>
          <p:spPr>
            <a:xfrm>
              <a:off x="2915850" y="2003100"/>
              <a:ext cx="568950" cy="566750"/>
            </a:xfrm>
            <a:custGeom>
              <a:avLst/>
              <a:gdLst/>
              <a:ahLst/>
              <a:cxnLst/>
              <a:rect l="l" t="t" r="r" b="b"/>
              <a:pathLst>
                <a:path w="22758" h="22670" extrusionOk="0">
                  <a:moveTo>
                    <a:pt x="15671" y="285"/>
                  </a:moveTo>
                  <a:cubicBezTo>
                    <a:pt x="17396" y="285"/>
                    <a:pt x="19061" y="1758"/>
                    <a:pt x="19452" y="3685"/>
                  </a:cubicBezTo>
                  <a:lnTo>
                    <a:pt x="22250" y="17449"/>
                  </a:lnTo>
                  <a:cubicBezTo>
                    <a:pt x="22462" y="18492"/>
                    <a:pt x="22262" y="19518"/>
                    <a:pt x="21702" y="20265"/>
                  </a:cubicBezTo>
                  <a:cubicBezTo>
                    <a:pt x="21227" y="20897"/>
                    <a:pt x="20530" y="21281"/>
                    <a:pt x="19736" y="21346"/>
                  </a:cubicBezTo>
                  <a:lnTo>
                    <a:pt x="7334" y="22373"/>
                  </a:lnTo>
                  <a:cubicBezTo>
                    <a:pt x="7254" y="22380"/>
                    <a:pt x="7174" y="22383"/>
                    <a:pt x="7095" y="22383"/>
                  </a:cubicBezTo>
                  <a:cubicBezTo>
                    <a:pt x="5356" y="22383"/>
                    <a:pt x="3697" y="20915"/>
                    <a:pt x="3306" y="18984"/>
                  </a:cubicBezTo>
                  <a:lnTo>
                    <a:pt x="508" y="5220"/>
                  </a:lnTo>
                  <a:cubicBezTo>
                    <a:pt x="295" y="4177"/>
                    <a:pt x="496" y="3152"/>
                    <a:pt x="1056" y="2406"/>
                  </a:cubicBezTo>
                  <a:cubicBezTo>
                    <a:pt x="1530" y="1773"/>
                    <a:pt x="2229" y="1389"/>
                    <a:pt x="3021" y="1323"/>
                  </a:cubicBezTo>
                  <a:lnTo>
                    <a:pt x="15424" y="296"/>
                  </a:lnTo>
                  <a:cubicBezTo>
                    <a:pt x="15506" y="289"/>
                    <a:pt x="15588" y="286"/>
                    <a:pt x="15671" y="286"/>
                  </a:cubicBezTo>
                  <a:lnTo>
                    <a:pt x="15671" y="285"/>
                  </a:lnTo>
                  <a:close/>
                  <a:moveTo>
                    <a:pt x="15672" y="0"/>
                  </a:moveTo>
                  <a:cubicBezTo>
                    <a:pt x="15581" y="0"/>
                    <a:pt x="15491" y="4"/>
                    <a:pt x="15400" y="12"/>
                  </a:cubicBezTo>
                  <a:lnTo>
                    <a:pt x="2999" y="1039"/>
                  </a:lnTo>
                  <a:cubicBezTo>
                    <a:pt x="2123" y="1111"/>
                    <a:pt x="1352" y="1535"/>
                    <a:pt x="828" y="2233"/>
                  </a:cubicBezTo>
                  <a:cubicBezTo>
                    <a:pt x="219" y="3045"/>
                    <a:pt x="1" y="4154"/>
                    <a:pt x="229" y="5277"/>
                  </a:cubicBezTo>
                  <a:lnTo>
                    <a:pt x="3027" y="19042"/>
                  </a:lnTo>
                  <a:cubicBezTo>
                    <a:pt x="3444" y="21098"/>
                    <a:pt x="5232" y="22669"/>
                    <a:pt x="7089" y="22669"/>
                  </a:cubicBezTo>
                  <a:cubicBezTo>
                    <a:pt x="7178" y="22669"/>
                    <a:pt x="7268" y="22665"/>
                    <a:pt x="7357" y="22657"/>
                  </a:cubicBezTo>
                  <a:lnTo>
                    <a:pt x="19760" y="21630"/>
                  </a:lnTo>
                  <a:cubicBezTo>
                    <a:pt x="20635" y="21557"/>
                    <a:pt x="21405" y="21133"/>
                    <a:pt x="21929" y="20435"/>
                  </a:cubicBezTo>
                  <a:cubicBezTo>
                    <a:pt x="22539" y="19624"/>
                    <a:pt x="22757" y="18515"/>
                    <a:pt x="22529" y="17393"/>
                  </a:cubicBezTo>
                  <a:lnTo>
                    <a:pt x="19732" y="3628"/>
                  </a:lnTo>
                  <a:cubicBezTo>
                    <a:pt x="19314" y="1572"/>
                    <a:pt x="17525" y="0"/>
                    <a:pt x="156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6"/>
            <p:cNvSpPr/>
            <p:nvPr/>
          </p:nvSpPr>
          <p:spPr>
            <a:xfrm>
              <a:off x="2977800" y="2064900"/>
              <a:ext cx="445025" cy="443125"/>
            </a:xfrm>
            <a:custGeom>
              <a:avLst/>
              <a:gdLst/>
              <a:ahLst/>
              <a:cxnLst/>
              <a:rect l="l" t="t" r="r" b="b"/>
              <a:pathLst>
                <a:path w="17801" h="17725" extrusionOk="0">
                  <a:moveTo>
                    <a:pt x="12219" y="427"/>
                  </a:moveTo>
                  <a:cubicBezTo>
                    <a:pt x="13505" y="427"/>
                    <a:pt x="14746" y="1529"/>
                    <a:pt x="15038" y="2971"/>
                  </a:cubicBezTo>
                  <a:lnTo>
                    <a:pt x="17201" y="13608"/>
                  </a:lnTo>
                  <a:cubicBezTo>
                    <a:pt x="17359" y="14386"/>
                    <a:pt x="17211" y="15149"/>
                    <a:pt x="16795" y="15702"/>
                  </a:cubicBezTo>
                  <a:cubicBezTo>
                    <a:pt x="16448" y="16166"/>
                    <a:pt x="15934" y="16448"/>
                    <a:pt x="15352" y="16496"/>
                  </a:cubicBezTo>
                  <a:lnTo>
                    <a:pt x="5768" y="17290"/>
                  </a:lnTo>
                  <a:cubicBezTo>
                    <a:pt x="5706" y="17295"/>
                    <a:pt x="5644" y="17297"/>
                    <a:pt x="5582" y="17297"/>
                  </a:cubicBezTo>
                  <a:cubicBezTo>
                    <a:pt x="4297" y="17297"/>
                    <a:pt x="3057" y="16195"/>
                    <a:pt x="2764" y="14754"/>
                  </a:cubicBezTo>
                  <a:lnTo>
                    <a:pt x="602" y="4117"/>
                  </a:lnTo>
                  <a:cubicBezTo>
                    <a:pt x="444" y="3340"/>
                    <a:pt x="592" y="2578"/>
                    <a:pt x="1007" y="2024"/>
                  </a:cubicBezTo>
                  <a:cubicBezTo>
                    <a:pt x="1356" y="1560"/>
                    <a:pt x="1868" y="1278"/>
                    <a:pt x="2452" y="1229"/>
                  </a:cubicBezTo>
                  <a:lnTo>
                    <a:pt x="12036" y="436"/>
                  </a:lnTo>
                  <a:cubicBezTo>
                    <a:pt x="12097" y="430"/>
                    <a:pt x="12158" y="428"/>
                    <a:pt x="12219" y="428"/>
                  </a:cubicBezTo>
                  <a:lnTo>
                    <a:pt x="12219" y="427"/>
                  </a:lnTo>
                  <a:close/>
                  <a:moveTo>
                    <a:pt x="12216" y="0"/>
                  </a:moveTo>
                  <a:cubicBezTo>
                    <a:pt x="12144" y="0"/>
                    <a:pt x="12072" y="3"/>
                    <a:pt x="12000" y="9"/>
                  </a:cubicBezTo>
                  <a:lnTo>
                    <a:pt x="2415" y="803"/>
                  </a:lnTo>
                  <a:cubicBezTo>
                    <a:pt x="1709" y="861"/>
                    <a:pt x="1088" y="1204"/>
                    <a:pt x="665" y="1768"/>
                  </a:cubicBezTo>
                  <a:cubicBezTo>
                    <a:pt x="176" y="2418"/>
                    <a:pt x="0" y="3305"/>
                    <a:pt x="183" y="4202"/>
                  </a:cubicBezTo>
                  <a:lnTo>
                    <a:pt x="2344" y="14838"/>
                  </a:lnTo>
                  <a:cubicBezTo>
                    <a:pt x="2677" y="16475"/>
                    <a:pt x="4104" y="17724"/>
                    <a:pt x="5586" y="17724"/>
                  </a:cubicBezTo>
                  <a:cubicBezTo>
                    <a:pt x="5658" y="17724"/>
                    <a:pt x="5730" y="17721"/>
                    <a:pt x="5803" y="17715"/>
                  </a:cubicBezTo>
                  <a:lnTo>
                    <a:pt x="15386" y="16922"/>
                  </a:lnTo>
                  <a:cubicBezTo>
                    <a:pt x="16092" y="16863"/>
                    <a:pt x="16714" y="16521"/>
                    <a:pt x="17137" y="15958"/>
                  </a:cubicBezTo>
                  <a:cubicBezTo>
                    <a:pt x="17626" y="15307"/>
                    <a:pt x="17801" y="14420"/>
                    <a:pt x="17619" y="13523"/>
                  </a:cubicBezTo>
                  <a:lnTo>
                    <a:pt x="15457" y="2886"/>
                  </a:lnTo>
                  <a:cubicBezTo>
                    <a:pt x="15124" y="1250"/>
                    <a:pt x="13698" y="0"/>
                    <a:pt x="1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6"/>
            <p:cNvSpPr/>
            <p:nvPr/>
          </p:nvSpPr>
          <p:spPr>
            <a:xfrm>
              <a:off x="3035375" y="2125025"/>
              <a:ext cx="329900" cy="322850"/>
            </a:xfrm>
            <a:custGeom>
              <a:avLst/>
              <a:gdLst/>
              <a:ahLst/>
              <a:cxnLst/>
              <a:rect l="l" t="t" r="r" b="b"/>
              <a:pathLst>
                <a:path w="13196" h="12914" extrusionOk="0">
                  <a:moveTo>
                    <a:pt x="9075" y="1"/>
                  </a:moveTo>
                  <a:cubicBezTo>
                    <a:pt x="9025" y="1"/>
                    <a:pt x="8975" y="3"/>
                    <a:pt x="8925" y="7"/>
                  </a:cubicBezTo>
                  <a:lnTo>
                    <a:pt x="1769" y="600"/>
                  </a:lnTo>
                  <a:cubicBezTo>
                    <a:pt x="684" y="690"/>
                    <a:pt x="1" y="1739"/>
                    <a:pt x="246" y="2946"/>
                  </a:cubicBezTo>
                  <a:lnTo>
                    <a:pt x="1860" y="10887"/>
                  </a:lnTo>
                  <a:cubicBezTo>
                    <a:pt x="2093" y="12037"/>
                    <a:pt x="3087" y="12914"/>
                    <a:pt x="4121" y="12914"/>
                  </a:cubicBezTo>
                  <a:cubicBezTo>
                    <a:pt x="4171" y="12914"/>
                    <a:pt x="4221" y="12911"/>
                    <a:pt x="4271" y="12907"/>
                  </a:cubicBezTo>
                  <a:lnTo>
                    <a:pt x="11426" y="12315"/>
                  </a:lnTo>
                  <a:cubicBezTo>
                    <a:pt x="12513" y="12226"/>
                    <a:pt x="13196" y="11175"/>
                    <a:pt x="12950" y="9968"/>
                  </a:cubicBezTo>
                  <a:lnTo>
                    <a:pt x="11336" y="2027"/>
                  </a:lnTo>
                  <a:cubicBezTo>
                    <a:pt x="11102" y="877"/>
                    <a:pt x="10108" y="1"/>
                    <a:pt x="90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6"/>
            <p:cNvSpPr/>
            <p:nvPr/>
          </p:nvSpPr>
          <p:spPr>
            <a:xfrm>
              <a:off x="3196700" y="2253450"/>
              <a:ext cx="1213625" cy="391975"/>
            </a:xfrm>
            <a:custGeom>
              <a:avLst/>
              <a:gdLst/>
              <a:ahLst/>
              <a:cxnLst/>
              <a:rect l="l" t="t" r="r" b="b"/>
              <a:pathLst>
                <a:path w="48545" h="15679" extrusionOk="0">
                  <a:moveTo>
                    <a:pt x="8438" y="0"/>
                  </a:moveTo>
                  <a:cubicBezTo>
                    <a:pt x="8413" y="0"/>
                    <a:pt x="8389" y="1"/>
                    <a:pt x="8366" y="2"/>
                  </a:cubicBezTo>
                  <a:cubicBezTo>
                    <a:pt x="6950" y="62"/>
                    <a:pt x="1868" y="741"/>
                    <a:pt x="903" y="1258"/>
                  </a:cubicBezTo>
                  <a:cubicBezTo>
                    <a:pt x="0" y="1742"/>
                    <a:pt x="224" y="2188"/>
                    <a:pt x="672" y="2188"/>
                  </a:cubicBezTo>
                  <a:cubicBezTo>
                    <a:pt x="703" y="2188"/>
                    <a:pt x="735" y="2186"/>
                    <a:pt x="768" y="2181"/>
                  </a:cubicBezTo>
                  <a:lnTo>
                    <a:pt x="6104" y="1468"/>
                  </a:lnTo>
                  <a:lnTo>
                    <a:pt x="8899" y="3033"/>
                  </a:lnTo>
                  <a:cubicBezTo>
                    <a:pt x="8899" y="3033"/>
                    <a:pt x="7175" y="4721"/>
                    <a:pt x="7080" y="5864"/>
                  </a:cubicBezTo>
                  <a:cubicBezTo>
                    <a:pt x="6855" y="8566"/>
                    <a:pt x="6897" y="9301"/>
                    <a:pt x="7440" y="9301"/>
                  </a:cubicBezTo>
                  <a:cubicBezTo>
                    <a:pt x="7471" y="9301"/>
                    <a:pt x="7504" y="9299"/>
                    <a:pt x="7538" y="9294"/>
                  </a:cubicBezTo>
                  <a:cubicBezTo>
                    <a:pt x="8174" y="9209"/>
                    <a:pt x="8257" y="5964"/>
                    <a:pt x="8257" y="5964"/>
                  </a:cubicBezTo>
                  <a:lnTo>
                    <a:pt x="8732" y="5643"/>
                  </a:lnTo>
                  <a:lnTo>
                    <a:pt x="9182" y="8040"/>
                  </a:lnTo>
                  <a:cubicBezTo>
                    <a:pt x="9182" y="8040"/>
                    <a:pt x="9433" y="8378"/>
                    <a:pt x="9705" y="8378"/>
                  </a:cubicBezTo>
                  <a:cubicBezTo>
                    <a:pt x="9859" y="8378"/>
                    <a:pt x="10019" y="8269"/>
                    <a:pt x="10144" y="7929"/>
                  </a:cubicBezTo>
                  <a:cubicBezTo>
                    <a:pt x="10386" y="7275"/>
                    <a:pt x="9910" y="5743"/>
                    <a:pt x="9910" y="5743"/>
                  </a:cubicBezTo>
                  <a:lnTo>
                    <a:pt x="10841" y="4972"/>
                  </a:lnTo>
                  <a:cubicBezTo>
                    <a:pt x="10841" y="4972"/>
                    <a:pt x="11078" y="6962"/>
                    <a:pt x="11528" y="7208"/>
                  </a:cubicBezTo>
                  <a:cubicBezTo>
                    <a:pt x="11628" y="7264"/>
                    <a:pt x="11725" y="7289"/>
                    <a:pt x="11813" y="7289"/>
                  </a:cubicBezTo>
                  <a:cubicBezTo>
                    <a:pt x="12047" y="7289"/>
                    <a:pt x="12211" y="7105"/>
                    <a:pt x="12174" y="6828"/>
                  </a:cubicBezTo>
                  <a:cubicBezTo>
                    <a:pt x="12123" y="6446"/>
                    <a:pt x="11898" y="4970"/>
                    <a:pt x="11898" y="4970"/>
                  </a:cubicBezTo>
                  <a:lnTo>
                    <a:pt x="13550" y="3963"/>
                  </a:lnTo>
                  <a:cubicBezTo>
                    <a:pt x="13550" y="3963"/>
                    <a:pt x="40134" y="15155"/>
                    <a:pt x="42904" y="15561"/>
                  </a:cubicBezTo>
                  <a:cubicBezTo>
                    <a:pt x="43480" y="15645"/>
                    <a:pt x="44060" y="15679"/>
                    <a:pt x="44618" y="15679"/>
                  </a:cubicBezTo>
                  <a:cubicBezTo>
                    <a:pt x="46743" y="15679"/>
                    <a:pt x="48545" y="15194"/>
                    <a:pt x="48545" y="15194"/>
                  </a:cubicBezTo>
                  <a:lnTo>
                    <a:pt x="44926" y="8436"/>
                  </a:lnTo>
                  <a:cubicBezTo>
                    <a:pt x="44926" y="8436"/>
                    <a:pt x="18768" y="2363"/>
                    <a:pt x="17302" y="2041"/>
                  </a:cubicBezTo>
                  <a:cubicBezTo>
                    <a:pt x="15861" y="1725"/>
                    <a:pt x="9975" y="0"/>
                    <a:pt x="8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6"/>
            <p:cNvSpPr/>
            <p:nvPr/>
          </p:nvSpPr>
          <p:spPr>
            <a:xfrm>
              <a:off x="3195500" y="2246325"/>
              <a:ext cx="1223275" cy="406250"/>
            </a:xfrm>
            <a:custGeom>
              <a:avLst/>
              <a:gdLst/>
              <a:ahLst/>
              <a:cxnLst/>
              <a:rect l="l" t="t" r="r" b="b"/>
              <a:pathLst>
                <a:path w="48931" h="16250" extrusionOk="0">
                  <a:moveTo>
                    <a:pt x="8486" y="570"/>
                  </a:moveTo>
                  <a:cubicBezTo>
                    <a:pt x="9536" y="570"/>
                    <a:pt x="12904" y="1460"/>
                    <a:pt x="15148" y="2055"/>
                  </a:cubicBezTo>
                  <a:cubicBezTo>
                    <a:pt x="16110" y="2311"/>
                    <a:pt x="16869" y="2511"/>
                    <a:pt x="17289" y="2604"/>
                  </a:cubicBezTo>
                  <a:cubicBezTo>
                    <a:pt x="18685" y="2910"/>
                    <a:pt x="42814" y="8511"/>
                    <a:pt x="44785" y="8969"/>
                  </a:cubicBezTo>
                  <a:lnTo>
                    <a:pt x="48167" y="15288"/>
                  </a:lnTo>
                  <a:cubicBezTo>
                    <a:pt x="47548" y="15423"/>
                    <a:pt x="46186" y="15678"/>
                    <a:pt x="44663" y="15678"/>
                  </a:cubicBezTo>
                  <a:cubicBezTo>
                    <a:pt x="44118" y="15678"/>
                    <a:pt x="43552" y="15645"/>
                    <a:pt x="42993" y="15563"/>
                  </a:cubicBezTo>
                  <a:cubicBezTo>
                    <a:pt x="40291" y="15168"/>
                    <a:pt x="13974" y="4099"/>
                    <a:pt x="13709" y="3987"/>
                  </a:cubicBezTo>
                  <a:cubicBezTo>
                    <a:pt x="13674" y="3972"/>
                    <a:pt x="13636" y="3965"/>
                    <a:pt x="13598" y="3965"/>
                  </a:cubicBezTo>
                  <a:cubicBezTo>
                    <a:pt x="13597" y="3965"/>
                    <a:pt x="13595" y="3965"/>
                    <a:pt x="13593" y="3965"/>
                  </a:cubicBezTo>
                  <a:cubicBezTo>
                    <a:pt x="13542" y="3965"/>
                    <a:pt x="13492" y="3980"/>
                    <a:pt x="13450" y="4006"/>
                  </a:cubicBezTo>
                  <a:lnTo>
                    <a:pt x="11797" y="5012"/>
                  </a:lnTo>
                  <a:cubicBezTo>
                    <a:pt x="11699" y="5072"/>
                    <a:pt x="11646" y="5185"/>
                    <a:pt x="11664" y="5299"/>
                  </a:cubicBezTo>
                  <a:cubicBezTo>
                    <a:pt x="11664" y="5299"/>
                    <a:pt x="11887" y="6771"/>
                    <a:pt x="11938" y="7151"/>
                  </a:cubicBezTo>
                  <a:cubicBezTo>
                    <a:pt x="11946" y="7212"/>
                    <a:pt x="11936" y="7261"/>
                    <a:pt x="11911" y="7278"/>
                  </a:cubicBezTo>
                  <a:cubicBezTo>
                    <a:pt x="11899" y="7286"/>
                    <a:pt x="11881" y="7290"/>
                    <a:pt x="11859" y="7290"/>
                  </a:cubicBezTo>
                  <a:cubicBezTo>
                    <a:pt x="11821" y="7290"/>
                    <a:pt x="11771" y="7278"/>
                    <a:pt x="11714" y="7246"/>
                  </a:cubicBezTo>
                  <a:cubicBezTo>
                    <a:pt x="11539" y="7128"/>
                    <a:pt x="11285" y="6183"/>
                    <a:pt x="11170" y="5225"/>
                  </a:cubicBezTo>
                  <a:cubicBezTo>
                    <a:pt x="11152" y="5072"/>
                    <a:pt x="11022" y="4973"/>
                    <a:pt x="10886" y="4973"/>
                  </a:cubicBezTo>
                  <a:cubicBezTo>
                    <a:pt x="10824" y="4973"/>
                    <a:pt x="10760" y="4994"/>
                    <a:pt x="10706" y="5040"/>
                  </a:cubicBezTo>
                  <a:lnTo>
                    <a:pt x="9775" y="5810"/>
                  </a:lnTo>
                  <a:cubicBezTo>
                    <a:pt x="9686" y="5884"/>
                    <a:pt x="9649" y="6003"/>
                    <a:pt x="9684" y="6114"/>
                  </a:cubicBezTo>
                  <a:cubicBezTo>
                    <a:pt x="9857" y="6670"/>
                    <a:pt x="10075" y="7707"/>
                    <a:pt x="9924" y="8116"/>
                  </a:cubicBezTo>
                  <a:cubicBezTo>
                    <a:pt x="9849" y="8321"/>
                    <a:pt x="9776" y="8375"/>
                    <a:pt x="9757" y="8378"/>
                  </a:cubicBezTo>
                  <a:cubicBezTo>
                    <a:pt x="9754" y="8378"/>
                    <a:pt x="9751" y="8379"/>
                    <a:pt x="9748" y="8379"/>
                  </a:cubicBezTo>
                  <a:cubicBezTo>
                    <a:pt x="9685" y="8379"/>
                    <a:pt x="9580" y="8297"/>
                    <a:pt x="9495" y="8201"/>
                  </a:cubicBezTo>
                  <a:lnTo>
                    <a:pt x="9059" y="5875"/>
                  </a:lnTo>
                  <a:cubicBezTo>
                    <a:pt x="9033" y="5733"/>
                    <a:pt x="8909" y="5643"/>
                    <a:pt x="8778" y="5643"/>
                  </a:cubicBezTo>
                  <a:cubicBezTo>
                    <a:pt x="8724" y="5643"/>
                    <a:pt x="8669" y="5658"/>
                    <a:pt x="8619" y="5692"/>
                  </a:cubicBezTo>
                  <a:lnTo>
                    <a:pt x="8145" y="6014"/>
                  </a:lnTo>
                  <a:cubicBezTo>
                    <a:pt x="8069" y="6066"/>
                    <a:pt x="8023" y="6150"/>
                    <a:pt x="8021" y="6243"/>
                  </a:cubicBezTo>
                  <a:cubicBezTo>
                    <a:pt x="7982" y="7714"/>
                    <a:pt x="7749" y="9147"/>
                    <a:pt x="7548" y="9296"/>
                  </a:cubicBezTo>
                  <a:cubicBezTo>
                    <a:pt x="7529" y="9299"/>
                    <a:pt x="7507" y="9301"/>
                    <a:pt x="7486" y="9301"/>
                  </a:cubicBezTo>
                  <a:cubicBezTo>
                    <a:pt x="7458" y="9301"/>
                    <a:pt x="7433" y="9297"/>
                    <a:pt x="7420" y="9284"/>
                  </a:cubicBezTo>
                  <a:cubicBezTo>
                    <a:pt x="7172" y="9047"/>
                    <a:pt x="7322" y="7247"/>
                    <a:pt x="7411" y="6172"/>
                  </a:cubicBezTo>
                  <a:cubicBezTo>
                    <a:pt x="7482" y="5323"/>
                    <a:pt x="8688" y="3971"/>
                    <a:pt x="9147" y="3523"/>
                  </a:cubicBezTo>
                  <a:cubicBezTo>
                    <a:pt x="9283" y="3390"/>
                    <a:pt x="9252" y="3164"/>
                    <a:pt x="9087" y="3071"/>
                  </a:cubicBezTo>
                  <a:lnTo>
                    <a:pt x="6292" y="1505"/>
                  </a:lnTo>
                  <a:cubicBezTo>
                    <a:pt x="6249" y="1481"/>
                    <a:pt x="6202" y="1468"/>
                    <a:pt x="6154" y="1468"/>
                  </a:cubicBezTo>
                  <a:cubicBezTo>
                    <a:pt x="6141" y="1468"/>
                    <a:pt x="6128" y="1469"/>
                    <a:pt x="6115" y="1471"/>
                  </a:cubicBezTo>
                  <a:lnTo>
                    <a:pt x="778" y="2184"/>
                  </a:lnTo>
                  <a:cubicBezTo>
                    <a:pt x="756" y="2186"/>
                    <a:pt x="733" y="2189"/>
                    <a:pt x="712" y="2189"/>
                  </a:cubicBezTo>
                  <a:cubicBezTo>
                    <a:pt x="676" y="2188"/>
                    <a:pt x="649" y="2185"/>
                    <a:pt x="633" y="2185"/>
                  </a:cubicBezTo>
                  <a:cubicBezTo>
                    <a:pt x="621" y="2185"/>
                    <a:pt x="614" y="2186"/>
                    <a:pt x="614" y="2192"/>
                  </a:cubicBezTo>
                  <a:lnTo>
                    <a:pt x="614" y="2192"/>
                  </a:lnTo>
                  <a:cubicBezTo>
                    <a:pt x="617" y="2152"/>
                    <a:pt x="713" y="1994"/>
                    <a:pt x="1085" y="1795"/>
                  </a:cubicBezTo>
                  <a:cubicBezTo>
                    <a:pt x="1995" y="1307"/>
                    <a:pt x="7012" y="631"/>
                    <a:pt x="8425" y="571"/>
                  </a:cubicBezTo>
                  <a:cubicBezTo>
                    <a:pt x="8444" y="571"/>
                    <a:pt x="8464" y="570"/>
                    <a:pt x="8486" y="570"/>
                  </a:cubicBezTo>
                  <a:close/>
                  <a:moveTo>
                    <a:pt x="8484" y="1"/>
                  </a:moveTo>
                  <a:cubicBezTo>
                    <a:pt x="8455" y="1"/>
                    <a:pt x="8427" y="1"/>
                    <a:pt x="8401" y="2"/>
                  </a:cubicBezTo>
                  <a:cubicBezTo>
                    <a:pt x="7065" y="59"/>
                    <a:pt x="1874" y="726"/>
                    <a:pt x="817" y="1293"/>
                  </a:cubicBezTo>
                  <a:cubicBezTo>
                    <a:pt x="8" y="1726"/>
                    <a:pt x="1" y="2142"/>
                    <a:pt x="68" y="2353"/>
                  </a:cubicBezTo>
                  <a:cubicBezTo>
                    <a:pt x="149" y="2604"/>
                    <a:pt x="402" y="2758"/>
                    <a:pt x="715" y="2758"/>
                  </a:cubicBezTo>
                  <a:cubicBezTo>
                    <a:pt x="760" y="2758"/>
                    <a:pt x="806" y="2755"/>
                    <a:pt x="853" y="2748"/>
                  </a:cubicBezTo>
                  <a:lnTo>
                    <a:pt x="6095" y="2049"/>
                  </a:lnTo>
                  <a:lnTo>
                    <a:pt x="8486" y="3388"/>
                  </a:lnTo>
                  <a:cubicBezTo>
                    <a:pt x="7980" y="3929"/>
                    <a:pt x="6923" y="5169"/>
                    <a:pt x="6844" y="6126"/>
                  </a:cubicBezTo>
                  <a:cubicBezTo>
                    <a:pt x="6647" y="8488"/>
                    <a:pt x="6646" y="9335"/>
                    <a:pt x="7026" y="9699"/>
                  </a:cubicBezTo>
                  <a:cubicBezTo>
                    <a:pt x="7148" y="9814"/>
                    <a:pt x="7303" y="9871"/>
                    <a:pt x="7489" y="9871"/>
                  </a:cubicBezTo>
                  <a:cubicBezTo>
                    <a:pt x="7532" y="9871"/>
                    <a:pt x="7577" y="9868"/>
                    <a:pt x="7624" y="9862"/>
                  </a:cubicBezTo>
                  <a:cubicBezTo>
                    <a:pt x="8321" y="9770"/>
                    <a:pt x="8533" y="7988"/>
                    <a:pt x="8584" y="6436"/>
                  </a:cubicBezTo>
                  <a:lnTo>
                    <a:pt x="8950" y="8378"/>
                  </a:lnTo>
                  <a:cubicBezTo>
                    <a:pt x="8958" y="8421"/>
                    <a:pt x="8974" y="8460"/>
                    <a:pt x="9000" y="8495"/>
                  </a:cubicBezTo>
                  <a:cubicBezTo>
                    <a:pt x="9037" y="8545"/>
                    <a:pt x="9351" y="8948"/>
                    <a:pt x="9754" y="8948"/>
                  </a:cubicBezTo>
                  <a:cubicBezTo>
                    <a:pt x="9781" y="8948"/>
                    <a:pt x="9809" y="8946"/>
                    <a:pt x="9838" y="8942"/>
                  </a:cubicBezTo>
                  <a:cubicBezTo>
                    <a:pt x="10111" y="8903"/>
                    <a:pt x="10320" y="8691"/>
                    <a:pt x="10459" y="8314"/>
                  </a:cubicBezTo>
                  <a:cubicBezTo>
                    <a:pt x="10681" y="7711"/>
                    <a:pt x="10410" y="6586"/>
                    <a:pt x="10283" y="6130"/>
                  </a:cubicBezTo>
                  <a:lnTo>
                    <a:pt x="10678" y="5804"/>
                  </a:lnTo>
                  <a:cubicBezTo>
                    <a:pt x="10796" y="6528"/>
                    <a:pt x="11029" y="7518"/>
                    <a:pt x="11438" y="7744"/>
                  </a:cubicBezTo>
                  <a:cubicBezTo>
                    <a:pt x="11579" y="7822"/>
                    <a:pt x="11724" y="7860"/>
                    <a:pt x="11862" y="7860"/>
                  </a:cubicBezTo>
                  <a:cubicBezTo>
                    <a:pt x="11997" y="7860"/>
                    <a:pt x="12126" y="7823"/>
                    <a:pt x="12235" y="7748"/>
                  </a:cubicBezTo>
                  <a:cubicBezTo>
                    <a:pt x="12441" y="7607"/>
                    <a:pt x="12542" y="7357"/>
                    <a:pt x="12505" y="7077"/>
                  </a:cubicBezTo>
                  <a:cubicBezTo>
                    <a:pt x="12464" y="6779"/>
                    <a:pt x="12319" y="5812"/>
                    <a:pt x="12257" y="5401"/>
                  </a:cubicBezTo>
                  <a:lnTo>
                    <a:pt x="13623" y="4569"/>
                  </a:lnTo>
                  <a:cubicBezTo>
                    <a:pt x="15894" y="5524"/>
                    <a:pt x="40209" y="15732"/>
                    <a:pt x="42911" y="16127"/>
                  </a:cubicBezTo>
                  <a:cubicBezTo>
                    <a:pt x="43507" y="16214"/>
                    <a:pt x="44107" y="16249"/>
                    <a:pt x="44681" y="16249"/>
                  </a:cubicBezTo>
                  <a:cubicBezTo>
                    <a:pt x="46796" y="16249"/>
                    <a:pt x="48574" y="15780"/>
                    <a:pt x="48666" y="15755"/>
                  </a:cubicBezTo>
                  <a:cubicBezTo>
                    <a:pt x="48843" y="15707"/>
                    <a:pt x="48930" y="15507"/>
                    <a:pt x="48843" y="15345"/>
                  </a:cubicBezTo>
                  <a:lnTo>
                    <a:pt x="45225" y="8587"/>
                  </a:lnTo>
                  <a:cubicBezTo>
                    <a:pt x="45187" y="8515"/>
                    <a:pt x="45118" y="8463"/>
                    <a:pt x="45039" y="8444"/>
                  </a:cubicBezTo>
                  <a:cubicBezTo>
                    <a:pt x="44777" y="8383"/>
                    <a:pt x="18861" y="2366"/>
                    <a:pt x="17411" y="2048"/>
                  </a:cubicBezTo>
                  <a:cubicBezTo>
                    <a:pt x="17004" y="1958"/>
                    <a:pt x="16210" y="1748"/>
                    <a:pt x="15294" y="1505"/>
                  </a:cubicBezTo>
                  <a:cubicBezTo>
                    <a:pt x="12892" y="869"/>
                    <a:pt x="9618" y="1"/>
                    <a:pt x="84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6"/>
            <p:cNvSpPr/>
            <p:nvPr/>
          </p:nvSpPr>
          <p:spPr>
            <a:xfrm>
              <a:off x="6187450" y="2827100"/>
              <a:ext cx="128925" cy="146200"/>
            </a:xfrm>
            <a:custGeom>
              <a:avLst/>
              <a:gdLst/>
              <a:ahLst/>
              <a:cxnLst/>
              <a:rect l="l" t="t" r="r" b="b"/>
              <a:pathLst>
                <a:path w="5157" h="5848" extrusionOk="0">
                  <a:moveTo>
                    <a:pt x="2936" y="1"/>
                  </a:moveTo>
                  <a:cubicBezTo>
                    <a:pt x="2414" y="1"/>
                    <a:pt x="1888" y="246"/>
                    <a:pt x="1778" y="679"/>
                  </a:cubicBezTo>
                  <a:cubicBezTo>
                    <a:pt x="1778" y="679"/>
                    <a:pt x="1" y="3503"/>
                    <a:pt x="462" y="3729"/>
                  </a:cubicBezTo>
                  <a:cubicBezTo>
                    <a:pt x="484" y="3740"/>
                    <a:pt x="509" y="3745"/>
                    <a:pt x="537" y="3745"/>
                  </a:cubicBezTo>
                  <a:cubicBezTo>
                    <a:pt x="1095" y="3745"/>
                    <a:pt x="2776" y="1695"/>
                    <a:pt x="2776" y="1695"/>
                  </a:cubicBezTo>
                  <a:lnTo>
                    <a:pt x="2776" y="1695"/>
                  </a:lnTo>
                  <a:lnTo>
                    <a:pt x="1864" y="4547"/>
                  </a:lnTo>
                  <a:cubicBezTo>
                    <a:pt x="1864" y="4547"/>
                    <a:pt x="1839" y="4771"/>
                    <a:pt x="2070" y="4771"/>
                  </a:cubicBezTo>
                  <a:cubicBezTo>
                    <a:pt x="2213" y="4771"/>
                    <a:pt x="2451" y="4687"/>
                    <a:pt x="2851" y="4415"/>
                  </a:cubicBezTo>
                  <a:cubicBezTo>
                    <a:pt x="3518" y="3962"/>
                    <a:pt x="3664" y="3062"/>
                    <a:pt x="3682" y="2461"/>
                  </a:cubicBezTo>
                  <a:lnTo>
                    <a:pt x="3682" y="2461"/>
                  </a:lnTo>
                  <a:lnTo>
                    <a:pt x="3774" y="4867"/>
                  </a:lnTo>
                  <a:cubicBezTo>
                    <a:pt x="3774" y="4867"/>
                    <a:pt x="3138" y="5847"/>
                    <a:pt x="3895" y="5847"/>
                  </a:cubicBezTo>
                  <a:cubicBezTo>
                    <a:pt x="3940" y="5847"/>
                    <a:pt x="3991" y="5844"/>
                    <a:pt x="4047" y="5836"/>
                  </a:cubicBezTo>
                  <a:cubicBezTo>
                    <a:pt x="5035" y="5704"/>
                    <a:pt x="5156" y="3388"/>
                    <a:pt x="5062" y="2683"/>
                  </a:cubicBezTo>
                  <a:cubicBezTo>
                    <a:pt x="4969" y="1977"/>
                    <a:pt x="4413" y="1046"/>
                    <a:pt x="3895" y="396"/>
                  </a:cubicBezTo>
                  <a:cubicBezTo>
                    <a:pt x="3680" y="126"/>
                    <a:pt x="3309" y="1"/>
                    <a:pt x="2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6"/>
            <p:cNvSpPr/>
            <p:nvPr/>
          </p:nvSpPr>
          <p:spPr>
            <a:xfrm>
              <a:off x="6186375" y="2820025"/>
              <a:ext cx="136125" cy="160350"/>
            </a:xfrm>
            <a:custGeom>
              <a:avLst/>
              <a:gdLst/>
              <a:ahLst/>
              <a:cxnLst/>
              <a:rect l="l" t="t" r="r" b="b"/>
              <a:pathLst>
                <a:path w="5445" h="6414" extrusionOk="0">
                  <a:moveTo>
                    <a:pt x="2980" y="568"/>
                  </a:moveTo>
                  <a:cubicBezTo>
                    <a:pt x="3289" y="568"/>
                    <a:pt x="3570" y="673"/>
                    <a:pt x="3716" y="856"/>
                  </a:cubicBezTo>
                  <a:cubicBezTo>
                    <a:pt x="4171" y="1427"/>
                    <a:pt x="4735" y="2331"/>
                    <a:pt x="4824" y="3003"/>
                  </a:cubicBezTo>
                  <a:cubicBezTo>
                    <a:pt x="4865" y="3312"/>
                    <a:pt x="4862" y="4042"/>
                    <a:pt x="4726" y="4699"/>
                  </a:cubicBezTo>
                  <a:cubicBezTo>
                    <a:pt x="4583" y="5383"/>
                    <a:pt x="4338" y="5797"/>
                    <a:pt x="4054" y="5836"/>
                  </a:cubicBezTo>
                  <a:cubicBezTo>
                    <a:pt x="4011" y="5842"/>
                    <a:pt x="3967" y="5845"/>
                    <a:pt x="3924" y="5845"/>
                  </a:cubicBezTo>
                  <a:cubicBezTo>
                    <a:pt x="3902" y="5845"/>
                    <a:pt x="3881" y="5844"/>
                    <a:pt x="3859" y="5843"/>
                  </a:cubicBezTo>
                  <a:lnTo>
                    <a:pt x="3854" y="5843"/>
                  </a:lnTo>
                  <a:cubicBezTo>
                    <a:pt x="3835" y="5759"/>
                    <a:pt x="3932" y="5497"/>
                    <a:pt x="4057" y="5303"/>
                  </a:cubicBezTo>
                  <a:cubicBezTo>
                    <a:pt x="4089" y="5255"/>
                    <a:pt x="4105" y="5196"/>
                    <a:pt x="4103" y="5138"/>
                  </a:cubicBezTo>
                  <a:lnTo>
                    <a:pt x="4012" y="2753"/>
                  </a:lnTo>
                  <a:cubicBezTo>
                    <a:pt x="4020" y="2538"/>
                    <a:pt x="4011" y="2323"/>
                    <a:pt x="3986" y="2109"/>
                  </a:cubicBezTo>
                  <a:cubicBezTo>
                    <a:pt x="3968" y="1967"/>
                    <a:pt x="3843" y="1862"/>
                    <a:pt x="3706" y="1862"/>
                  </a:cubicBezTo>
                  <a:cubicBezTo>
                    <a:pt x="3698" y="1862"/>
                    <a:pt x="3689" y="1862"/>
                    <a:pt x="3680" y="1863"/>
                  </a:cubicBezTo>
                  <a:cubicBezTo>
                    <a:pt x="3528" y="1877"/>
                    <a:pt x="3414" y="2006"/>
                    <a:pt x="3419" y="2158"/>
                  </a:cubicBezTo>
                  <a:lnTo>
                    <a:pt x="3442" y="2757"/>
                  </a:lnTo>
                  <a:cubicBezTo>
                    <a:pt x="3425" y="3297"/>
                    <a:pt x="3295" y="4082"/>
                    <a:pt x="2735" y="4462"/>
                  </a:cubicBezTo>
                  <a:cubicBezTo>
                    <a:pt x="2489" y="4629"/>
                    <a:pt x="2330" y="4706"/>
                    <a:pt x="2235" y="4741"/>
                  </a:cubicBezTo>
                  <a:lnTo>
                    <a:pt x="3091" y="2065"/>
                  </a:lnTo>
                  <a:cubicBezTo>
                    <a:pt x="3133" y="1934"/>
                    <a:pt x="3076" y="1793"/>
                    <a:pt x="2955" y="1728"/>
                  </a:cubicBezTo>
                  <a:cubicBezTo>
                    <a:pt x="2913" y="1704"/>
                    <a:pt x="2866" y="1693"/>
                    <a:pt x="2820" y="1693"/>
                  </a:cubicBezTo>
                  <a:cubicBezTo>
                    <a:pt x="2737" y="1693"/>
                    <a:pt x="2655" y="1729"/>
                    <a:pt x="2600" y="1798"/>
                  </a:cubicBezTo>
                  <a:cubicBezTo>
                    <a:pt x="1854" y="2706"/>
                    <a:pt x="1045" y="3506"/>
                    <a:pt x="729" y="3708"/>
                  </a:cubicBezTo>
                  <a:cubicBezTo>
                    <a:pt x="835" y="3249"/>
                    <a:pt x="1455" y="2077"/>
                    <a:pt x="2063" y="1114"/>
                  </a:cubicBezTo>
                  <a:cubicBezTo>
                    <a:pt x="2078" y="1089"/>
                    <a:pt x="2091" y="1061"/>
                    <a:pt x="2098" y="1032"/>
                  </a:cubicBezTo>
                  <a:cubicBezTo>
                    <a:pt x="2159" y="794"/>
                    <a:pt x="2442" y="652"/>
                    <a:pt x="2687" y="599"/>
                  </a:cubicBezTo>
                  <a:cubicBezTo>
                    <a:pt x="2785" y="578"/>
                    <a:pt x="2884" y="568"/>
                    <a:pt x="2980" y="568"/>
                  </a:cubicBezTo>
                  <a:close/>
                  <a:moveTo>
                    <a:pt x="2972" y="0"/>
                  </a:moveTo>
                  <a:cubicBezTo>
                    <a:pt x="2831" y="0"/>
                    <a:pt x="2694" y="15"/>
                    <a:pt x="2567" y="43"/>
                  </a:cubicBezTo>
                  <a:cubicBezTo>
                    <a:pt x="2053" y="154"/>
                    <a:pt x="1680" y="452"/>
                    <a:pt x="1558" y="845"/>
                  </a:cubicBezTo>
                  <a:cubicBezTo>
                    <a:pt x="1066" y="1629"/>
                    <a:pt x="1" y="3424"/>
                    <a:pt x="165" y="4003"/>
                  </a:cubicBezTo>
                  <a:cubicBezTo>
                    <a:pt x="195" y="4118"/>
                    <a:pt x="274" y="4214"/>
                    <a:pt x="380" y="4267"/>
                  </a:cubicBezTo>
                  <a:cubicBezTo>
                    <a:pt x="419" y="4286"/>
                    <a:pt x="476" y="4314"/>
                    <a:pt x="567" y="4314"/>
                  </a:cubicBezTo>
                  <a:cubicBezTo>
                    <a:pt x="796" y="4314"/>
                    <a:pt x="1238" y="4136"/>
                    <a:pt x="2134" y="3194"/>
                  </a:cubicBezTo>
                  <a:lnTo>
                    <a:pt x="2134" y="3194"/>
                  </a:lnTo>
                  <a:lnTo>
                    <a:pt x="1624" y="4797"/>
                  </a:lnTo>
                  <a:cubicBezTo>
                    <a:pt x="1608" y="4943"/>
                    <a:pt x="1655" y="5154"/>
                    <a:pt x="1846" y="5268"/>
                  </a:cubicBezTo>
                  <a:cubicBezTo>
                    <a:pt x="1924" y="5315"/>
                    <a:pt x="2012" y="5339"/>
                    <a:pt x="2113" y="5339"/>
                  </a:cubicBezTo>
                  <a:cubicBezTo>
                    <a:pt x="2349" y="5339"/>
                    <a:pt x="2653" y="5206"/>
                    <a:pt x="3056" y="4933"/>
                  </a:cubicBezTo>
                  <a:cubicBezTo>
                    <a:pt x="3231" y="4813"/>
                    <a:pt x="3384" y="4663"/>
                    <a:pt x="3508" y="4492"/>
                  </a:cubicBezTo>
                  <a:lnTo>
                    <a:pt x="3530" y="5073"/>
                  </a:lnTo>
                  <a:cubicBezTo>
                    <a:pt x="3393" y="5305"/>
                    <a:pt x="3153" y="5803"/>
                    <a:pt x="3372" y="6147"/>
                  </a:cubicBezTo>
                  <a:cubicBezTo>
                    <a:pt x="3451" y="6275"/>
                    <a:pt x="3615" y="6414"/>
                    <a:pt x="3944" y="6414"/>
                  </a:cubicBezTo>
                  <a:cubicBezTo>
                    <a:pt x="4006" y="6413"/>
                    <a:pt x="4067" y="6408"/>
                    <a:pt x="4128" y="6400"/>
                  </a:cubicBezTo>
                  <a:cubicBezTo>
                    <a:pt x="4515" y="6348"/>
                    <a:pt x="5030" y="6031"/>
                    <a:pt x="5284" y="4814"/>
                  </a:cubicBezTo>
                  <a:cubicBezTo>
                    <a:pt x="5426" y="4127"/>
                    <a:pt x="5444" y="3345"/>
                    <a:pt x="5389" y="2927"/>
                  </a:cubicBezTo>
                  <a:cubicBezTo>
                    <a:pt x="5284" y="2142"/>
                    <a:pt x="4686" y="1159"/>
                    <a:pt x="4161" y="501"/>
                  </a:cubicBezTo>
                  <a:cubicBezTo>
                    <a:pt x="3876" y="144"/>
                    <a:pt x="3408" y="0"/>
                    <a:pt x="29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6"/>
            <p:cNvSpPr/>
            <p:nvPr/>
          </p:nvSpPr>
          <p:spPr>
            <a:xfrm>
              <a:off x="5645500" y="2251925"/>
              <a:ext cx="725925" cy="713400"/>
            </a:xfrm>
            <a:custGeom>
              <a:avLst/>
              <a:gdLst/>
              <a:ahLst/>
              <a:cxnLst/>
              <a:rect l="l" t="t" r="r" b="b"/>
              <a:pathLst>
                <a:path w="29037" h="28536" extrusionOk="0">
                  <a:moveTo>
                    <a:pt x="3775" y="1"/>
                  </a:moveTo>
                  <a:cubicBezTo>
                    <a:pt x="3775" y="1"/>
                    <a:pt x="2578" y="760"/>
                    <a:pt x="1336" y="2219"/>
                  </a:cubicBezTo>
                  <a:cubicBezTo>
                    <a:pt x="95" y="3678"/>
                    <a:pt x="1" y="7283"/>
                    <a:pt x="1" y="7283"/>
                  </a:cubicBezTo>
                  <a:lnTo>
                    <a:pt x="2034" y="7442"/>
                  </a:lnTo>
                  <a:cubicBezTo>
                    <a:pt x="2034" y="7442"/>
                    <a:pt x="5018" y="9341"/>
                    <a:pt x="8265" y="11063"/>
                  </a:cubicBezTo>
                  <a:cubicBezTo>
                    <a:pt x="11512" y="12784"/>
                    <a:pt x="20142" y="18240"/>
                    <a:pt x="20142" y="18240"/>
                  </a:cubicBezTo>
                  <a:lnTo>
                    <a:pt x="19758" y="20733"/>
                  </a:lnTo>
                  <a:cubicBezTo>
                    <a:pt x="19758" y="20733"/>
                    <a:pt x="19777" y="23029"/>
                    <a:pt x="19664" y="24338"/>
                  </a:cubicBezTo>
                  <a:cubicBezTo>
                    <a:pt x="19552" y="25646"/>
                    <a:pt x="19778" y="27339"/>
                    <a:pt x="19873" y="28045"/>
                  </a:cubicBezTo>
                  <a:cubicBezTo>
                    <a:pt x="19893" y="28194"/>
                    <a:pt x="19953" y="28261"/>
                    <a:pt x="20038" y="28261"/>
                  </a:cubicBezTo>
                  <a:cubicBezTo>
                    <a:pt x="20355" y="28261"/>
                    <a:pt x="21018" y="27331"/>
                    <a:pt x="21218" y="26284"/>
                  </a:cubicBezTo>
                  <a:cubicBezTo>
                    <a:pt x="21472" y="24957"/>
                    <a:pt x="21423" y="23527"/>
                    <a:pt x="21423" y="23527"/>
                  </a:cubicBezTo>
                  <a:lnTo>
                    <a:pt x="21423" y="23527"/>
                  </a:lnTo>
                  <a:cubicBezTo>
                    <a:pt x="21424" y="23527"/>
                    <a:pt x="24379" y="24138"/>
                    <a:pt x="25339" y="24871"/>
                  </a:cubicBezTo>
                  <a:cubicBezTo>
                    <a:pt x="26299" y="25605"/>
                    <a:pt x="27551" y="27449"/>
                    <a:pt x="28088" y="28240"/>
                  </a:cubicBezTo>
                  <a:cubicBezTo>
                    <a:pt x="28228" y="28446"/>
                    <a:pt x="28362" y="28536"/>
                    <a:pt x="28481" y="28536"/>
                  </a:cubicBezTo>
                  <a:cubicBezTo>
                    <a:pt x="28819" y="28536"/>
                    <a:pt x="29036" y="27814"/>
                    <a:pt x="28925" y="26979"/>
                  </a:cubicBezTo>
                  <a:cubicBezTo>
                    <a:pt x="28774" y="25849"/>
                    <a:pt x="26543" y="23130"/>
                    <a:pt x="25847" y="22218"/>
                  </a:cubicBezTo>
                  <a:cubicBezTo>
                    <a:pt x="25150" y="21305"/>
                    <a:pt x="24162" y="19282"/>
                    <a:pt x="23813" y="17749"/>
                  </a:cubicBezTo>
                  <a:cubicBezTo>
                    <a:pt x="23464" y="16215"/>
                    <a:pt x="10417" y="2442"/>
                    <a:pt x="8714" y="1520"/>
                  </a:cubicBezTo>
                  <a:cubicBezTo>
                    <a:pt x="7010" y="599"/>
                    <a:pt x="3775" y="1"/>
                    <a:pt x="37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6"/>
            <p:cNvSpPr/>
            <p:nvPr/>
          </p:nvSpPr>
          <p:spPr>
            <a:xfrm>
              <a:off x="5638325" y="2244825"/>
              <a:ext cx="739900" cy="727625"/>
            </a:xfrm>
            <a:custGeom>
              <a:avLst/>
              <a:gdLst/>
              <a:ahLst/>
              <a:cxnLst/>
              <a:rect l="l" t="t" r="r" b="b"/>
              <a:pathLst>
                <a:path w="29596" h="29105" extrusionOk="0">
                  <a:moveTo>
                    <a:pt x="4123" y="586"/>
                  </a:moveTo>
                  <a:cubicBezTo>
                    <a:pt x="4705" y="701"/>
                    <a:pt x="7397" y="1260"/>
                    <a:pt x="8866" y="2055"/>
                  </a:cubicBezTo>
                  <a:cubicBezTo>
                    <a:pt x="10674" y="3033"/>
                    <a:pt x="23533" y="16825"/>
                    <a:pt x="23822" y="18095"/>
                  </a:cubicBezTo>
                  <a:cubicBezTo>
                    <a:pt x="24180" y="19668"/>
                    <a:pt x="25188" y="21732"/>
                    <a:pt x="25908" y="22675"/>
                  </a:cubicBezTo>
                  <a:cubicBezTo>
                    <a:pt x="25997" y="22791"/>
                    <a:pt x="26112" y="22939"/>
                    <a:pt x="26244" y="23108"/>
                  </a:cubicBezTo>
                  <a:cubicBezTo>
                    <a:pt x="27077" y="24173"/>
                    <a:pt x="28808" y="26391"/>
                    <a:pt x="28930" y="27300"/>
                  </a:cubicBezTo>
                  <a:cubicBezTo>
                    <a:pt x="29029" y="28036"/>
                    <a:pt x="28839" y="28489"/>
                    <a:pt x="28776" y="28535"/>
                  </a:cubicBezTo>
                  <a:cubicBezTo>
                    <a:pt x="28776" y="28535"/>
                    <a:pt x="28714" y="28514"/>
                    <a:pt x="28609" y="28360"/>
                  </a:cubicBezTo>
                  <a:cubicBezTo>
                    <a:pt x="28066" y="27561"/>
                    <a:pt x="26795" y="25689"/>
                    <a:pt x="25800" y="24929"/>
                  </a:cubicBezTo>
                  <a:cubicBezTo>
                    <a:pt x="24800" y="24164"/>
                    <a:pt x="21892" y="23557"/>
                    <a:pt x="21769" y="23532"/>
                  </a:cubicBezTo>
                  <a:cubicBezTo>
                    <a:pt x="21750" y="23528"/>
                    <a:pt x="21731" y="23527"/>
                    <a:pt x="21712" y="23527"/>
                  </a:cubicBezTo>
                  <a:lnTo>
                    <a:pt x="21712" y="23526"/>
                  </a:lnTo>
                  <a:cubicBezTo>
                    <a:pt x="21550" y="23526"/>
                    <a:pt x="21422" y="23659"/>
                    <a:pt x="21427" y="23819"/>
                  </a:cubicBezTo>
                  <a:cubicBezTo>
                    <a:pt x="21427" y="23834"/>
                    <a:pt x="21470" y="25236"/>
                    <a:pt x="21225" y="26514"/>
                  </a:cubicBezTo>
                  <a:cubicBezTo>
                    <a:pt x="21076" y="27299"/>
                    <a:pt x="20668" y="27942"/>
                    <a:pt x="20427" y="28173"/>
                  </a:cubicBezTo>
                  <a:cubicBezTo>
                    <a:pt x="20327" y="27415"/>
                    <a:pt x="20132" y="25855"/>
                    <a:pt x="20235" y="24644"/>
                  </a:cubicBezTo>
                  <a:cubicBezTo>
                    <a:pt x="20348" y="23338"/>
                    <a:pt x="20330" y="21108"/>
                    <a:pt x="20327" y="21060"/>
                  </a:cubicBezTo>
                  <a:lnTo>
                    <a:pt x="20712" y="18565"/>
                  </a:lnTo>
                  <a:cubicBezTo>
                    <a:pt x="20729" y="18454"/>
                    <a:pt x="20678" y="18342"/>
                    <a:pt x="20582" y="18282"/>
                  </a:cubicBezTo>
                  <a:cubicBezTo>
                    <a:pt x="20496" y="18227"/>
                    <a:pt x="11905" y="12801"/>
                    <a:pt x="8686" y="11094"/>
                  </a:cubicBezTo>
                  <a:cubicBezTo>
                    <a:pt x="5486" y="9399"/>
                    <a:pt x="2503" y="7504"/>
                    <a:pt x="2474" y="7484"/>
                  </a:cubicBezTo>
                  <a:cubicBezTo>
                    <a:pt x="2435" y="7460"/>
                    <a:pt x="2391" y="7445"/>
                    <a:pt x="2343" y="7440"/>
                  </a:cubicBezTo>
                  <a:lnTo>
                    <a:pt x="586" y="7303"/>
                  </a:lnTo>
                  <a:cubicBezTo>
                    <a:pt x="637" y="6454"/>
                    <a:pt x="868" y="3829"/>
                    <a:pt x="1840" y="2687"/>
                  </a:cubicBezTo>
                  <a:cubicBezTo>
                    <a:pt x="2843" y="1509"/>
                    <a:pt x="3825" y="792"/>
                    <a:pt x="4123" y="586"/>
                  </a:cubicBezTo>
                  <a:close/>
                  <a:moveTo>
                    <a:pt x="4063" y="0"/>
                  </a:moveTo>
                  <a:cubicBezTo>
                    <a:pt x="4009" y="0"/>
                    <a:pt x="3956" y="15"/>
                    <a:pt x="3910" y="44"/>
                  </a:cubicBezTo>
                  <a:cubicBezTo>
                    <a:pt x="3859" y="76"/>
                    <a:pt x="2661" y="844"/>
                    <a:pt x="1406" y="2319"/>
                  </a:cubicBezTo>
                  <a:cubicBezTo>
                    <a:pt x="115" y="3837"/>
                    <a:pt x="8" y="7408"/>
                    <a:pt x="4" y="7559"/>
                  </a:cubicBezTo>
                  <a:cubicBezTo>
                    <a:pt x="0" y="7710"/>
                    <a:pt x="115" y="7838"/>
                    <a:pt x="266" y="7850"/>
                  </a:cubicBezTo>
                  <a:lnTo>
                    <a:pt x="2228" y="8004"/>
                  </a:lnTo>
                  <a:cubicBezTo>
                    <a:pt x="2669" y="8282"/>
                    <a:pt x="5450" y="10025"/>
                    <a:pt x="8419" y="11598"/>
                  </a:cubicBezTo>
                  <a:cubicBezTo>
                    <a:pt x="11378" y="13167"/>
                    <a:pt x="18932" y="17916"/>
                    <a:pt x="20119" y="18665"/>
                  </a:cubicBezTo>
                  <a:lnTo>
                    <a:pt x="19760" y="21019"/>
                  </a:lnTo>
                  <a:cubicBezTo>
                    <a:pt x="19760" y="21043"/>
                    <a:pt x="19777" y="23317"/>
                    <a:pt x="19668" y="24597"/>
                  </a:cubicBezTo>
                  <a:cubicBezTo>
                    <a:pt x="19553" y="25932"/>
                    <a:pt x="19779" y="27633"/>
                    <a:pt x="19878" y="28366"/>
                  </a:cubicBezTo>
                  <a:cubicBezTo>
                    <a:pt x="19922" y="28700"/>
                    <a:pt x="20132" y="28823"/>
                    <a:pt x="20312" y="28829"/>
                  </a:cubicBezTo>
                  <a:cubicBezTo>
                    <a:pt x="20318" y="28829"/>
                    <a:pt x="20323" y="28829"/>
                    <a:pt x="20329" y="28829"/>
                  </a:cubicBezTo>
                  <a:cubicBezTo>
                    <a:pt x="20929" y="28829"/>
                    <a:pt x="21593" y="27626"/>
                    <a:pt x="21785" y="26621"/>
                  </a:cubicBezTo>
                  <a:cubicBezTo>
                    <a:pt x="21966" y="25672"/>
                    <a:pt x="21997" y="24685"/>
                    <a:pt x="21999" y="24167"/>
                  </a:cubicBezTo>
                  <a:cubicBezTo>
                    <a:pt x="22796" y="24351"/>
                    <a:pt x="24743" y="24839"/>
                    <a:pt x="25453" y="25382"/>
                  </a:cubicBezTo>
                  <a:cubicBezTo>
                    <a:pt x="26376" y="26087"/>
                    <a:pt x="27610" y="27905"/>
                    <a:pt x="28139" y="28684"/>
                  </a:cubicBezTo>
                  <a:cubicBezTo>
                    <a:pt x="28367" y="29019"/>
                    <a:pt x="28594" y="29104"/>
                    <a:pt x="28766" y="29104"/>
                  </a:cubicBezTo>
                  <a:cubicBezTo>
                    <a:pt x="28830" y="29104"/>
                    <a:pt x="28894" y="29092"/>
                    <a:pt x="28955" y="29068"/>
                  </a:cubicBezTo>
                  <a:cubicBezTo>
                    <a:pt x="29469" y="28873"/>
                    <a:pt x="29595" y="27975"/>
                    <a:pt x="29495" y="27224"/>
                  </a:cubicBezTo>
                  <a:cubicBezTo>
                    <a:pt x="29364" y="26245"/>
                    <a:pt x="27980" y="24405"/>
                    <a:pt x="26693" y="22757"/>
                  </a:cubicBezTo>
                  <a:cubicBezTo>
                    <a:pt x="26562" y="22590"/>
                    <a:pt x="26448" y="22444"/>
                    <a:pt x="26360" y="22328"/>
                  </a:cubicBezTo>
                  <a:cubicBezTo>
                    <a:pt x="25692" y="21453"/>
                    <a:pt x="24714" y="19448"/>
                    <a:pt x="24377" y="17969"/>
                  </a:cubicBezTo>
                  <a:cubicBezTo>
                    <a:pt x="23988" y="16254"/>
                    <a:pt x="10861" y="2486"/>
                    <a:pt x="9136" y="1553"/>
                  </a:cubicBezTo>
                  <a:cubicBezTo>
                    <a:pt x="7413" y="622"/>
                    <a:pt x="4248" y="30"/>
                    <a:pt x="4114" y="5"/>
                  </a:cubicBezTo>
                  <a:cubicBezTo>
                    <a:pt x="4097" y="2"/>
                    <a:pt x="4080" y="0"/>
                    <a:pt x="40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6"/>
            <p:cNvSpPr/>
            <p:nvPr/>
          </p:nvSpPr>
          <p:spPr>
            <a:xfrm>
              <a:off x="5169600" y="2989200"/>
              <a:ext cx="770925" cy="1759900"/>
            </a:xfrm>
            <a:custGeom>
              <a:avLst/>
              <a:gdLst/>
              <a:ahLst/>
              <a:cxnLst/>
              <a:rect l="l" t="t" r="r" b="b"/>
              <a:pathLst>
                <a:path w="30837" h="70396" extrusionOk="0">
                  <a:moveTo>
                    <a:pt x="21023" y="1"/>
                  </a:moveTo>
                  <a:cubicBezTo>
                    <a:pt x="20061" y="1"/>
                    <a:pt x="14036" y="2950"/>
                    <a:pt x="10360" y="4237"/>
                  </a:cubicBezTo>
                  <a:cubicBezTo>
                    <a:pt x="6379" y="5631"/>
                    <a:pt x="2155" y="7345"/>
                    <a:pt x="2155" y="7345"/>
                  </a:cubicBezTo>
                  <a:lnTo>
                    <a:pt x="2693" y="14600"/>
                  </a:lnTo>
                  <a:cubicBezTo>
                    <a:pt x="2693" y="14600"/>
                    <a:pt x="0" y="38521"/>
                    <a:pt x="5376" y="45417"/>
                  </a:cubicBezTo>
                  <a:cubicBezTo>
                    <a:pt x="10751" y="52313"/>
                    <a:pt x="28109" y="70395"/>
                    <a:pt x="28109" y="70395"/>
                  </a:cubicBezTo>
                  <a:lnTo>
                    <a:pt x="30837" y="67157"/>
                  </a:lnTo>
                  <a:cubicBezTo>
                    <a:pt x="30837" y="67157"/>
                    <a:pt x="21138" y="48339"/>
                    <a:pt x="19350" y="45705"/>
                  </a:cubicBezTo>
                  <a:cubicBezTo>
                    <a:pt x="17561" y="43071"/>
                    <a:pt x="14604" y="35995"/>
                    <a:pt x="14604" y="35995"/>
                  </a:cubicBezTo>
                  <a:cubicBezTo>
                    <a:pt x="14604" y="35995"/>
                    <a:pt x="20610" y="11056"/>
                    <a:pt x="21033" y="8845"/>
                  </a:cubicBezTo>
                  <a:cubicBezTo>
                    <a:pt x="21457" y="6633"/>
                    <a:pt x="21229" y="630"/>
                    <a:pt x="21153" y="64"/>
                  </a:cubicBezTo>
                  <a:cubicBezTo>
                    <a:pt x="21147" y="21"/>
                    <a:pt x="21102" y="1"/>
                    <a:pt x="21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6"/>
            <p:cNvSpPr/>
            <p:nvPr/>
          </p:nvSpPr>
          <p:spPr>
            <a:xfrm>
              <a:off x="5163750" y="2982175"/>
              <a:ext cx="784425" cy="1774025"/>
            </a:xfrm>
            <a:custGeom>
              <a:avLst/>
              <a:gdLst/>
              <a:ahLst/>
              <a:cxnLst/>
              <a:rect l="l" t="t" r="r" b="b"/>
              <a:pathLst>
                <a:path w="31377" h="70961" extrusionOk="0">
                  <a:moveTo>
                    <a:pt x="21122" y="580"/>
                  </a:moveTo>
                  <a:lnTo>
                    <a:pt x="21122" y="580"/>
                  </a:lnTo>
                  <a:cubicBezTo>
                    <a:pt x="21204" y="1758"/>
                    <a:pt x="21374" y="7052"/>
                    <a:pt x="20988" y="9073"/>
                  </a:cubicBezTo>
                  <a:cubicBezTo>
                    <a:pt x="20571" y="11252"/>
                    <a:pt x="14621" y="35960"/>
                    <a:pt x="14561" y="36210"/>
                  </a:cubicBezTo>
                  <a:cubicBezTo>
                    <a:pt x="14548" y="36269"/>
                    <a:pt x="14552" y="36331"/>
                    <a:pt x="14576" y="36386"/>
                  </a:cubicBezTo>
                  <a:cubicBezTo>
                    <a:pt x="14695" y="36676"/>
                    <a:pt x="17563" y="43519"/>
                    <a:pt x="19348" y="46147"/>
                  </a:cubicBezTo>
                  <a:cubicBezTo>
                    <a:pt x="21017" y="48603"/>
                    <a:pt x="29759" y="65518"/>
                    <a:pt x="30730" y="67400"/>
                  </a:cubicBezTo>
                  <a:lnTo>
                    <a:pt x="28329" y="70249"/>
                  </a:lnTo>
                  <a:cubicBezTo>
                    <a:pt x="26299" y="68129"/>
                    <a:pt x="10813" y="51910"/>
                    <a:pt x="5835" y="45523"/>
                  </a:cubicBezTo>
                  <a:cubicBezTo>
                    <a:pt x="591" y="38798"/>
                    <a:pt x="3183" y="15151"/>
                    <a:pt x="3212" y="14859"/>
                  </a:cubicBezTo>
                  <a:lnTo>
                    <a:pt x="2688" y="7812"/>
                  </a:lnTo>
                  <a:cubicBezTo>
                    <a:pt x="3559" y="7461"/>
                    <a:pt x="7237" y="5995"/>
                    <a:pt x="10688" y="4786"/>
                  </a:cubicBezTo>
                  <a:cubicBezTo>
                    <a:pt x="12383" y="4193"/>
                    <a:pt x="14586" y="3244"/>
                    <a:pt x="16529" y="2405"/>
                  </a:cubicBezTo>
                  <a:cubicBezTo>
                    <a:pt x="18393" y="1603"/>
                    <a:pt x="20482" y="702"/>
                    <a:pt x="21122" y="580"/>
                  </a:cubicBezTo>
                  <a:close/>
                  <a:moveTo>
                    <a:pt x="21261" y="1"/>
                  </a:moveTo>
                  <a:cubicBezTo>
                    <a:pt x="20734" y="1"/>
                    <a:pt x="19510" y="499"/>
                    <a:pt x="16304" y="1882"/>
                  </a:cubicBezTo>
                  <a:cubicBezTo>
                    <a:pt x="14369" y="2716"/>
                    <a:pt x="12175" y="3662"/>
                    <a:pt x="10499" y="4249"/>
                  </a:cubicBezTo>
                  <a:cubicBezTo>
                    <a:pt x="6558" y="5628"/>
                    <a:pt x="2323" y="7345"/>
                    <a:pt x="2282" y="7362"/>
                  </a:cubicBezTo>
                  <a:cubicBezTo>
                    <a:pt x="2167" y="7408"/>
                    <a:pt x="2095" y="7523"/>
                    <a:pt x="2104" y="7646"/>
                  </a:cubicBezTo>
                  <a:lnTo>
                    <a:pt x="2645" y="14849"/>
                  </a:lnTo>
                  <a:cubicBezTo>
                    <a:pt x="2534" y="15830"/>
                    <a:pt x="1" y="38966"/>
                    <a:pt x="5384" y="45874"/>
                  </a:cubicBezTo>
                  <a:cubicBezTo>
                    <a:pt x="10708" y="52703"/>
                    <a:pt x="27964" y="70692"/>
                    <a:pt x="28137" y="70874"/>
                  </a:cubicBezTo>
                  <a:cubicBezTo>
                    <a:pt x="28192" y="70929"/>
                    <a:pt x="28265" y="70960"/>
                    <a:pt x="28343" y="70960"/>
                  </a:cubicBezTo>
                  <a:lnTo>
                    <a:pt x="28352" y="70960"/>
                  </a:lnTo>
                  <a:cubicBezTo>
                    <a:pt x="28433" y="70958"/>
                    <a:pt x="28509" y="70921"/>
                    <a:pt x="28561" y="70859"/>
                  </a:cubicBezTo>
                  <a:lnTo>
                    <a:pt x="31290" y="67622"/>
                  </a:lnTo>
                  <a:cubicBezTo>
                    <a:pt x="31363" y="67534"/>
                    <a:pt x="31377" y="67410"/>
                    <a:pt x="31325" y="67307"/>
                  </a:cubicBezTo>
                  <a:cubicBezTo>
                    <a:pt x="30929" y="66538"/>
                    <a:pt x="21598" y="48445"/>
                    <a:pt x="19821" y="45826"/>
                  </a:cubicBezTo>
                  <a:cubicBezTo>
                    <a:pt x="18173" y="43401"/>
                    <a:pt x="15479" y="37065"/>
                    <a:pt x="15137" y="36252"/>
                  </a:cubicBezTo>
                  <a:cubicBezTo>
                    <a:pt x="15594" y="34353"/>
                    <a:pt x="21135" y="11327"/>
                    <a:pt x="21546" y="9179"/>
                  </a:cubicBezTo>
                  <a:cubicBezTo>
                    <a:pt x="21983" y="6896"/>
                    <a:pt x="21744" y="871"/>
                    <a:pt x="21668" y="308"/>
                  </a:cubicBezTo>
                  <a:cubicBezTo>
                    <a:pt x="21657" y="219"/>
                    <a:pt x="21572" y="96"/>
                    <a:pt x="21494" y="52"/>
                  </a:cubicBezTo>
                  <a:cubicBezTo>
                    <a:pt x="21436" y="19"/>
                    <a:pt x="21361" y="1"/>
                    <a:pt x="212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6"/>
            <p:cNvSpPr/>
            <p:nvPr/>
          </p:nvSpPr>
          <p:spPr>
            <a:xfrm>
              <a:off x="5059050" y="2939225"/>
              <a:ext cx="1013300" cy="1218375"/>
            </a:xfrm>
            <a:custGeom>
              <a:avLst/>
              <a:gdLst/>
              <a:ahLst/>
              <a:cxnLst/>
              <a:rect l="l" t="t" r="r" b="b"/>
              <a:pathLst>
                <a:path w="40532" h="48735" extrusionOk="0">
                  <a:moveTo>
                    <a:pt x="28202" y="0"/>
                  </a:moveTo>
                  <a:cubicBezTo>
                    <a:pt x="28144" y="0"/>
                    <a:pt x="28087" y="4"/>
                    <a:pt x="28030" y="11"/>
                  </a:cubicBezTo>
                  <a:cubicBezTo>
                    <a:pt x="26900" y="163"/>
                    <a:pt x="17191" y="7063"/>
                    <a:pt x="17191" y="7063"/>
                  </a:cubicBezTo>
                  <a:lnTo>
                    <a:pt x="16872" y="11128"/>
                  </a:lnTo>
                  <a:cubicBezTo>
                    <a:pt x="16872" y="11128"/>
                    <a:pt x="15000" y="13246"/>
                    <a:pt x="15499" y="13755"/>
                  </a:cubicBezTo>
                  <a:lnTo>
                    <a:pt x="15998" y="14263"/>
                  </a:lnTo>
                  <a:cubicBezTo>
                    <a:pt x="15998" y="14263"/>
                    <a:pt x="5482" y="28023"/>
                    <a:pt x="4100" y="31656"/>
                  </a:cubicBezTo>
                  <a:cubicBezTo>
                    <a:pt x="2717" y="35288"/>
                    <a:pt x="0" y="43985"/>
                    <a:pt x="57" y="44408"/>
                  </a:cubicBezTo>
                  <a:cubicBezTo>
                    <a:pt x="113" y="44830"/>
                    <a:pt x="1881" y="46308"/>
                    <a:pt x="3029" y="46308"/>
                  </a:cubicBezTo>
                  <a:cubicBezTo>
                    <a:pt x="3033" y="46308"/>
                    <a:pt x="3037" y="46308"/>
                    <a:pt x="3041" y="46308"/>
                  </a:cubicBezTo>
                  <a:cubicBezTo>
                    <a:pt x="3043" y="46308"/>
                    <a:pt x="3045" y="46308"/>
                    <a:pt x="3048" y="46308"/>
                  </a:cubicBezTo>
                  <a:cubicBezTo>
                    <a:pt x="4320" y="46308"/>
                    <a:pt x="39713" y="48734"/>
                    <a:pt x="39713" y="48734"/>
                  </a:cubicBezTo>
                  <a:lnTo>
                    <a:pt x="40532" y="45177"/>
                  </a:lnTo>
                  <a:lnTo>
                    <a:pt x="14726" y="36989"/>
                  </a:lnTo>
                  <a:cubicBezTo>
                    <a:pt x="14726" y="36989"/>
                    <a:pt x="30236" y="14371"/>
                    <a:pt x="30960" y="12263"/>
                  </a:cubicBezTo>
                  <a:cubicBezTo>
                    <a:pt x="31683" y="10154"/>
                    <a:pt x="30759" y="3238"/>
                    <a:pt x="30627" y="2251"/>
                  </a:cubicBezTo>
                  <a:cubicBezTo>
                    <a:pt x="30501" y="1312"/>
                    <a:pt x="29290" y="0"/>
                    <a:pt x="28202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6"/>
            <p:cNvSpPr/>
            <p:nvPr/>
          </p:nvSpPr>
          <p:spPr>
            <a:xfrm>
              <a:off x="5051500" y="2932100"/>
              <a:ext cx="1028625" cy="1232650"/>
            </a:xfrm>
            <a:custGeom>
              <a:avLst/>
              <a:gdLst/>
              <a:ahLst/>
              <a:cxnLst/>
              <a:rect l="l" t="t" r="r" b="b"/>
              <a:pathLst>
                <a:path w="41145" h="49306" extrusionOk="0">
                  <a:moveTo>
                    <a:pt x="28499" y="1"/>
                  </a:moveTo>
                  <a:cubicBezTo>
                    <a:pt x="28430" y="1"/>
                    <a:pt x="28361" y="5"/>
                    <a:pt x="28294" y="14"/>
                  </a:cubicBezTo>
                  <a:cubicBezTo>
                    <a:pt x="27128" y="170"/>
                    <a:pt x="18328" y="6406"/>
                    <a:pt x="17327" y="7117"/>
                  </a:cubicBezTo>
                  <a:cubicBezTo>
                    <a:pt x="17199" y="7207"/>
                    <a:pt x="17170" y="7385"/>
                    <a:pt x="17260" y="7513"/>
                  </a:cubicBezTo>
                  <a:cubicBezTo>
                    <a:pt x="17316" y="7591"/>
                    <a:pt x="17404" y="7633"/>
                    <a:pt x="17493" y="7633"/>
                  </a:cubicBezTo>
                  <a:cubicBezTo>
                    <a:pt x="17550" y="7633"/>
                    <a:pt x="17608" y="7616"/>
                    <a:pt x="17657" y="7581"/>
                  </a:cubicBezTo>
                  <a:cubicBezTo>
                    <a:pt x="21389" y="4928"/>
                    <a:pt x="27597" y="682"/>
                    <a:pt x="28369" y="579"/>
                  </a:cubicBezTo>
                  <a:cubicBezTo>
                    <a:pt x="28412" y="573"/>
                    <a:pt x="28456" y="570"/>
                    <a:pt x="28500" y="570"/>
                  </a:cubicBezTo>
                  <a:cubicBezTo>
                    <a:pt x="28902" y="570"/>
                    <a:pt x="29372" y="792"/>
                    <a:pt x="29810" y="1198"/>
                  </a:cubicBezTo>
                  <a:cubicBezTo>
                    <a:pt x="30263" y="1617"/>
                    <a:pt x="30590" y="2156"/>
                    <a:pt x="30647" y="2573"/>
                  </a:cubicBezTo>
                  <a:cubicBezTo>
                    <a:pt x="30893" y="4410"/>
                    <a:pt x="31646" y="10552"/>
                    <a:pt x="30992" y="12455"/>
                  </a:cubicBezTo>
                  <a:cubicBezTo>
                    <a:pt x="30430" y="14094"/>
                    <a:pt x="20149" y="29300"/>
                    <a:pt x="14793" y="37112"/>
                  </a:cubicBezTo>
                  <a:cubicBezTo>
                    <a:pt x="14684" y="37269"/>
                    <a:pt x="14759" y="37487"/>
                    <a:pt x="14941" y="37545"/>
                  </a:cubicBezTo>
                  <a:lnTo>
                    <a:pt x="40496" y="45654"/>
                  </a:lnTo>
                  <a:lnTo>
                    <a:pt x="39792" y="48718"/>
                  </a:lnTo>
                  <a:cubicBezTo>
                    <a:pt x="36411" y="48487"/>
                    <a:pt x="4582" y="46309"/>
                    <a:pt x="3347" y="46309"/>
                  </a:cubicBezTo>
                  <a:lnTo>
                    <a:pt x="3330" y="46309"/>
                  </a:lnTo>
                  <a:cubicBezTo>
                    <a:pt x="2334" y="46309"/>
                    <a:pt x="738" y="44973"/>
                    <a:pt x="642" y="44680"/>
                  </a:cubicBezTo>
                  <a:cubicBezTo>
                    <a:pt x="666" y="44092"/>
                    <a:pt x="3263" y="35733"/>
                    <a:pt x="4668" y="32043"/>
                  </a:cubicBezTo>
                  <a:cubicBezTo>
                    <a:pt x="6019" y="28490"/>
                    <a:pt x="16421" y="14858"/>
                    <a:pt x="16526" y="14720"/>
                  </a:cubicBezTo>
                  <a:cubicBezTo>
                    <a:pt x="16612" y="14607"/>
                    <a:pt x="16602" y="14448"/>
                    <a:pt x="16503" y="14348"/>
                  </a:cubicBezTo>
                  <a:lnTo>
                    <a:pt x="16007" y="13843"/>
                  </a:lnTo>
                  <a:cubicBezTo>
                    <a:pt x="15895" y="13621"/>
                    <a:pt x="16566" y="12532"/>
                    <a:pt x="17388" y="11602"/>
                  </a:cubicBezTo>
                  <a:cubicBezTo>
                    <a:pt x="17487" y="11483"/>
                    <a:pt x="17474" y="11307"/>
                    <a:pt x="17358" y="11205"/>
                  </a:cubicBezTo>
                  <a:cubicBezTo>
                    <a:pt x="17304" y="11157"/>
                    <a:pt x="17237" y="11133"/>
                    <a:pt x="17169" y="11133"/>
                  </a:cubicBezTo>
                  <a:cubicBezTo>
                    <a:pt x="17092" y="11133"/>
                    <a:pt x="17016" y="11164"/>
                    <a:pt x="16960" y="11225"/>
                  </a:cubicBezTo>
                  <a:cubicBezTo>
                    <a:pt x="16196" y="12091"/>
                    <a:pt x="15002" y="13632"/>
                    <a:pt x="15598" y="14240"/>
                  </a:cubicBezTo>
                  <a:lnTo>
                    <a:pt x="15924" y="14571"/>
                  </a:lnTo>
                  <a:cubicBezTo>
                    <a:pt x="14584" y="16332"/>
                    <a:pt x="5442" y="28404"/>
                    <a:pt x="4135" y="31839"/>
                  </a:cubicBezTo>
                  <a:cubicBezTo>
                    <a:pt x="2893" y="35107"/>
                    <a:pt x="1" y="44164"/>
                    <a:pt x="77" y="44732"/>
                  </a:cubicBezTo>
                  <a:cubicBezTo>
                    <a:pt x="164" y="45376"/>
                    <a:pt x="2115" y="46878"/>
                    <a:pt x="3332" y="46878"/>
                  </a:cubicBezTo>
                  <a:lnTo>
                    <a:pt x="3352" y="46878"/>
                  </a:lnTo>
                  <a:cubicBezTo>
                    <a:pt x="4607" y="46878"/>
                    <a:pt x="39642" y="49280"/>
                    <a:pt x="39996" y="49305"/>
                  </a:cubicBezTo>
                  <a:lnTo>
                    <a:pt x="40015" y="49305"/>
                  </a:lnTo>
                  <a:cubicBezTo>
                    <a:pt x="40148" y="49304"/>
                    <a:pt x="40263" y="49212"/>
                    <a:pt x="40292" y="49084"/>
                  </a:cubicBezTo>
                  <a:lnTo>
                    <a:pt x="41110" y="45526"/>
                  </a:lnTo>
                  <a:cubicBezTo>
                    <a:pt x="41144" y="45382"/>
                    <a:pt x="41061" y="45235"/>
                    <a:pt x="40920" y="45191"/>
                  </a:cubicBezTo>
                  <a:lnTo>
                    <a:pt x="15479" y="37118"/>
                  </a:lnTo>
                  <a:cubicBezTo>
                    <a:pt x="17436" y="34260"/>
                    <a:pt x="30842" y="14648"/>
                    <a:pt x="31532" y="12640"/>
                  </a:cubicBezTo>
                  <a:cubicBezTo>
                    <a:pt x="32206" y="10675"/>
                    <a:pt x="31533" y="4892"/>
                    <a:pt x="31212" y="2497"/>
                  </a:cubicBezTo>
                  <a:cubicBezTo>
                    <a:pt x="31139" y="1949"/>
                    <a:pt x="30751" y="1291"/>
                    <a:pt x="30198" y="779"/>
                  </a:cubicBezTo>
                  <a:cubicBezTo>
                    <a:pt x="29654" y="277"/>
                    <a:pt x="29047" y="1"/>
                    <a:pt x="284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6"/>
            <p:cNvSpPr/>
            <p:nvPr/>
          </p:nvSpPr>
          <p:spPr>
            <a:xfrm>
              <a:off x="5216950" y="3126050"/>
              <a:ext cx="422700" cy="484075"/>
            </a:xfrm>
            <a:custGeom>
              <a:avLst/>
              <a:gdLst/>
              <a:ahLst/>
              <a:cxnLst/>
              <a:rect l="l" t="t" r="r" b="b"/>
              <a:pathLst>
                <a:path w="16908" h="19363" extrusionOk="0">
                  <a:moveTo>
                    <a:pt x="16599" y="0"/>
                  </a:moveTo>
                  <a:cubicBezTo>
                    <a:pt x="16581" y="0"/>
                    <a:pt x="16562" y="2"/>
                    <a:pt x="16542" y="7"/>
                  </a:cubicBezTo>
                  <a:cubicBezTo>
                    <a:pt x="11125" y="1078"/>
                    <a:pt x="9363" y="5014"/>
                    <a:pt x="9189" y="5433"/>
                  </a:cubicBezTo>
                  <a:lnTo>
                    <a:pt x="128" y="18918"/>
                  </a:lnTo>
                  <a:cubicBezTo>
                    <a:pt x="0" y="19108"/>
                    <a:pt x="136" y="19363"/>
                    <a:pt x="365" y="19363"/>
                  </a:cubicBezTo>
                  <a:cubicBezTo>
                    <a:pt x="459" y="19363"/>
                    <a:pt x="548" y="19315"/>
                    <a:pt x="602" y="19236"/>
                  </a:cubicBezTo>
                  <a:lnTo>
                    <a:pt x="9679" y="5726"/>
                  </a:lnTo>
                  <a:cubicBezTo>
                    <a:pt x="9691" y="5710"/>
                    <a:pt x="9701" y="5690"/>
                    <a:pt x="9709" y="5671"/>
                  </a:cubicBezTo>
                  <a:cubicBezTo>
                    <a:pt x="9723" y="5631"/>
                    <a:pt x="11354" y="1613"/>
                    <a:pt x="16652" y="564"/>
                  </a:cubicBezTo>
                  <a:cubicBezTo>
                    <a:pt x="16807" y="535"/>
                    <a:pt x="16907" y="385"/>
                    <a:pt x="16877" y="230"/>
                  </a:cubicBezTo>
                  <a:cubicBezTo>
                    <a:pt x="16850" y="95"/>
                    <a:pt x="16730" y="0"/>
                    <a:pt x="165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6"/>
            <p:cNvSpPr/>
            <p:nvPr/>
          </p:nvSpPr>
          <p:spPr>
            <a:xfrm>
              <a:off x="5469650" y="3050750"/>
              <a:ext cx="295075" cy="124550"/>
            </a:xfrm>
            <a:custGeom>
              <a:avLst/>
              <a:gdLst/>
              <a:ahLst/>
              <a:cxnLst/>
              <a:rect l="l" t="t" r="r" b="b"/>
              <a:pathLst>
                <a:path w="11803" h="4982" extrusionOk="0">
                  <a:moveTo>
                    <a:pt x="10497" y="1"/>
                  </a:moveTo>
                  <a:cubicBezTo>
                    <a:pt x="6373" y="1"/>
                    <a:pt x="492" y="4270"/>
                    <a:pt x="223" y="4468"/>
                  </a:cubicBezTo>
                  <a:cubicBezTo>
                    <a:pt x="0" y="4630"/>
                    <a:pt x="115" y="4981"/>
                    <a:pt x="391" y="4981"/>
                  </a:cubicBezTo>
                  <a:cubicBezTo>
                    <a:pt x="452" y="4981"/>
                    <a:pt x="510" y="4962"/>
                    <a:pt x="559" y="4926"/>
                  </a:cubicBezTo>
                  <a:cubicBezTo>
                    <a:pt x="623" y="4879"/>
                    <a:pt x="6570" y="569"/>
                    <a:pt x="10494" y="569"/>
                  </a:cubicBezTo>
                  <a:cubicBezTo>
                    <a:pt x="10820" y="569"/>
                    <a:pt x="11131" y="599"/>
                    <a:pt x="11424" y="663"/>
                  </a:cubicBezTo>
                  <a:cubicBezTo>
                    <a:pt x="11446" y="668"/>
                    <a:pt x="11468" y="671"/>
                    <a:pt x="11489" y="671"/>
                  </a:cubicBezTo>
                  <a:cubicBezTo>
                    <a:pt x="11620" y="671"/>
                    <a:pt x="11738" y="580"/>
                    <a:pt x="11768" y="446"/>
                  </a:cubicBezTo>
                  <a:cubicBezTo>
                    <a:pt x="11802" y="292"/>
                    <a:pt x="11703" y="138"/>
                    <a:pt x="11546" y="107"/>
                  </a:cubicBezTo>
                  <a:cubicBezTo>
                    <a:pt x="11214" y="34"/>
                    <a:pt x="10862" y="1"/>
                    <a:pt x="104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6"/>
            <p:cNvSpPr/>
            <p:nvPr/>
          </p:nvSpPr>
          <p:spPr>
            <a:xfrm>
              <a:off x="5266600" y="3629600"/>
              <a:ext cx="308225" cy="354050"/>
            </a:xfrm>
            <a:custGeom>
              <a:avLst/>
              <a:gdLst/>
              <a:ahLst/>
              <a:cxnLst/>
              <a:rect l="l" t="t" r="r" b="b"/>
              <a:pathLst>
                <a:path w="12329" h="14162" extrusionOk="0">
                  <a:moveTo>
                    <a:pt x="12009" y="1"/>
                  </a:moveTo>
                  <a:cubicBezTo>
                    <a:pt x="11924" y="1"/>
                    <a:pt x="11840" y="39"/>
                    <a:pt x="11783" y="112"/>
                  </a:cubicBezTo>
                  <a:lnTo>
                    <a:pt x="159" y="13691"/>
                  </a:lnTo>
                  <a:cubicBezTo>
                    <a:pt x="1" y="13876"/>
                    <a:pt x="131" y="14160"/>
                    <a:pt x="374" y="14161"/>
                  </a:cubicBezTo>
                  <a:cubicBezTo>
                    <a:pt x="458" y="14160"/>
                    <a:pt x="537" y="14124"/>
                    <a:pt x="591" y="14061"/>
                  </a:cubicBezTo>
                  <a:lnTo>
                    <a:pt x="12216" y="482"/>
                  </a:lnTo>
                  <a:cubicBezTo>
                    <a:pt x="12329" y="364"/>
                    <a:pt x="12318" y="175"/>
                    <a:pt x="12194" y="69"/>
                  </a:cubicBezTo>
                  <a:cubicBezTo>
                    <a:pt x="12140" y="23"/>
                    <a:pt x="12074" y="1"/>
                    <a:pt x="12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6"/>
            <p:cNvSpPr/>
            <p:nvPr/>
          </p:nvSpPr>
          <p:spPr>
            <a:xfrm>
              <a:off x="5377550" y="3851850"/>
              <a:ext cx="110100" cy="37000"/>
            </a:xfrm>
            <a:custGeom>
              <a:avLst/>
              <a:gdLst/>
              <a:ahLst/>
              <a:cxnLst/>
              <a:rect l="l" t="t" r="r" b="b"/>
              <a:pathLst>
                <a:path w="4404" h="1480" extrusionOk="0">
                  <a:moveTo>
                    <a:pt x="312" y="0"/>
                  </a:moveTo>
                  <a:cubicBezTo>
                    <a:pt x="183" y="0"/>
                    <a:pt x="67" y="88"/>
                    <a:pt x="38" y="220"/>
                  </a:cubicBezTo>
                  <a:cubicBezTo>
                    <a:pt x="0" y="373"/>
                    <a:pt x="95" y="527"/>
                    <a:pt x="249" y="563"/>
                  </a:cubicBezTo>
                  <a:lnTo>
                    <a:pt x="4037" y="1471"/>
                  </a:lnTo>
                  <a:cubicBezTo>
                    <a:pt x="4059" y="1477"/>
                    <a:pt x="4081" y="1479"/>
                    <a:pt x="4103" y="1479"/>
                  </a:cubicBezTo>
                  <a:lnTo>
                    <a:pt x="4103" y="1479"/>
                  </a:lnTo>
                  <a:cubicBezTo>
                    <a:pt x="4248" y="1479"/>
                    <a:pt x="4369" y="1371"/>
                    <a:pt x="4386" y="1228"/>
                  </a:cubicBezTo>
                  <a:cubicBezTo>
                    <a:pt x="4403" y="1084"/>
                    <a:pt x="4309" y="951"/>
                    <a:pt x="4169" y="917"/>
                  </a:cubicBezTo>
                  <a:lnTo>
                    <a:pt x="381" y="9"/>
                  </a:lnTo>
                  <a:cubicBezTo>
                    <a:pt x="358" y="3"/>
                    <a:pt x="335" y="0"/>
                    <a:pt x="312" y="0"/>
                  </a:cubicBezTo>
                  <a:close/>
                  <a:moveTo>
                    <a:pt x="4103" y="1479"/>
                  </a:moveTo>
                  <a:cubicBezTo>
                    <a:pt x="4103" y="1479"/>
                    <a:pt x="4103" y="1479"/>
                    <a:pt x="4103" y="1479"/>
                  </a:cubicBezTo>
                  <a:lnTo>
                    <a:pt x="4104" y="1479"/>
                  </a:lnTo>
                  <a:cubicBezTo>
                    <a:pt x="4104" y="1479"/>
                    <a:pt x="4104" y="1479"/>
                    <a:pt x="4103" y="14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6"/>
            <p:cNvSpPr/>
            <p:nvPr/>
          </p:nvSpPr>
          <p:spPr>
            <a:xfrm>
              <a:off x="4285550" y="2207200"/>
              <a:ext cx="1558900" cy="992825"/>
            </a:xfrm>
            <a:custGeom>
              <a:avLst/>
              <a:gdLst/>
              <a:ahLst/>
              <a:cxnLst/>
              <a:rect l="l" t="t" r="r" b="b"/>
              <a:pathLst>
                <a:path w="62356" h="39713" extrusionOk="0">
                  <a:moveTo>
                    <a:pt x="38043" y="1"/>
                  </a:moveTo>
                  <a:cubicBezTo>
                    <a:pt x="36099" y="1"/>
                    <a:pt x="34469" y="246"/>
                    <a:pt x="33582" y="679"/>
                  </a:cubicBezTo>
                  <a:cubicBezTo>
                    <a:pt x="32125" y="1391"/>
                    <a:pt x="25510" y="3180"/>
                    <a:pt x="25130" y="3231"/>
                  </a:cubicBezTo>
                  <a:cubicBezTo>
                    <a:pt x="24749" y="3282"/>
                    <a:pt x="18473" y="5673"/>
                    <a:pt x="18473" y="5673"/>
                  </a:cubicBezTo>
                  <a:cubicBezTo>
                    <a:pt x="11096" y="8024"/>
                    <a:pt x="11146" y="8072"/>
                    <a:pt x="11162" y="8072"/>
                  </a:cubicBezTo>
                  <a:cubicBezTo>
                    <a:pt x="11163" y="8072"/>
                    <a:pt x="11163" y="8072"/>
                    <a:pt x="11163" y="8072"/>
                  </a:cubicBezTo>
                  <a:lnTo>
                    <a:pt x="11163" y="8072"/>
                  </a:lnTo>
                  <a:lnTo>
                    <a:pt x="0" y="9694"/>
                  </a:lnTo>
                  <a:lnTo>
                    <a:pt x="4932" y="19509"/>
                  </a:lnTo>
                  <a:lnTo>
                    <a:pt x="17935" y="21005"/>
                  </a:lnTo>
                  <a:cubicBezTo>
                    <a:pt x="17935" y="21005"/>
                    <a:pt x="30662" y="33012"/>
                    <a:pt x="33051" y="33468"/>
                  </a:cubicBezTo>
                  <a:cubicBezTo>
                    <a:pt x="35439" y="33925"/>
                    <a:pt x="36845" y="36712"/>
                    <a:pt x="36845" y="36712"/>
                  </a:cubicBezTo>
                  <a:cubicBezTo>
                    <a:pt x="36845" y="36712"/>
                    <a:pt x="35905" y="38389"/>
                    <a:pt x="37168" y="39126"/>
                  </a:cubicBezTo>
                  <a:cubicBezTo>
                    <a:pt x="37797" y="39493"/>
                    <a:pt x="38567" y="39712"/>
                    <a:pt x="39660" y="39712"/>
                  </a:cubicBezTo>
                  <a:cubicBezTo>
                    <a:pt x="40760" y="39712"/>
                    <a:pt x="42189" y="39490"/>
                    <a:pt x="44131" y="38970"/>
                  </a:cubicBezTo>
                  <a:cubicBezTo>
                    <a:pt x="48002" y="37935"/>
                    <a:pt x="53523" y="34741"/>
                    <a:pt x="56098" y="32716"/>
                  </a:cubicBezTo>
                  <a:cubicBezTo>
                    <a:pt x="58672" y="30691"/>
                    <a:pt x="62356" y="28259"/>
                    <a:pt x="61187" y="27251"/>
                  </a:cubicBezTo>
                  <a:cubicBezTo>
                    <a:pt x="60017" y="26243"/>
                    <a:pt x="57722" y="25516"/>
                    <a:pt x="57722" y="25516"/>
                  </a:cubicBezTo>
                  <a:lnTo>
                    <a:pt x="45852" y="13136"/>
                  </a:lnTo>
                  <a:lnTo>
                    <a:pt x="55652" y="13896"/>
                  </a:lnTo>
                  <a:cubicBezTo>
                    <a:pt x="55652" y="13896"/>
                    <a:pt x="55540" y="8220"/>
                    <a:pt x="55683" y="6390"/>
                  </a:cubicBezTo>
                  <a:cubicBezTo>
                    <a:pt x="55827" y="4560"/>
                    <a:pt x="58173" y="1790"/>
                    <a:pt x="58173" y="1790"/>
                  </a:cubicBezTo>
                  <a:cubicBezTo>
                    <a:pt x="58173" y="1790"/>
                    <a:pt x="45636" y="879"/>
                    <a:pt x="42070" y="320"/>
                  </a:cubicBezTo>
                  <a:cubicBezTo>
                    <a:pt x="40674" y="102"/>
                    <a:pt x="39293" y="1"/>
                    <a:pt x="380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6"/>
            <p:cNvSpPr/>
            <p:nvPr/>
          </p:nvSpPr>
          <p:spPr>
            <a:xfrm>
              <a:off x="4274750" y="2200025"/>
              <a:ext cx="1553425" cy="1007150"/>
            </a:xfrm>
            <a:custGeom>
              <a:avLst/>
              <a:gdLst/>
              <a:ahLst/>
              <a:cxnLst/>
              <a:rect l="l" t="t" r="r" b="b"/>
              <a:pathLst>
                <a:path w="62137" h="40286" extrusionOk="0">
                  <a:moveTo>
                    <a:pt x="38453" y="573"/>
                  </a:moveTo>
                  <a:cubicBezTo>
                    <a:pt x="39715" y="573"/>
                    <a:pt x="41098" y="677"/>
                    <a:pt x="42458" y="890"/>
                  </a:cubicBezTo>
                  <a:cubicBezTo>
                    <a:pt x="45572" y="1376"/>
                    <a:pt x="55597" y="2139"/>
                    <a:pt x="58043" y="2322"/>
                  </a:cubicBezTo>
                  <a:cubicBezTo>
                    <a:pt x="57370" y="3186"/>
                    <a:pt x="55948" y="5177"/>
                    <a:pt x="55832" y="6656"/>
                  </a:cubicBezTo>
                  <a:cubicBezTo>
                    <a:pt x="55707" y="8250"/>
                    <a:pt x="55772" y="12648"/>
                    <a:pt x="55794" y="13874"/>
                  </a:cubicBezTo>
                  <a:lnTo>
                    <a:pt x="45561" y="13081"/>
                  </a:lnTo>
                  <a:lnTo>
                    <a:pt x="57948" y="26000"/>
                  </a:lnTo>
                  <a:lnTo>
                    <a:pt x="57999" y="26052"/>
                  </a:lnTo>
                  <a:lnTo>
                    <a:pt x="58068" y="26075"/>
                  </a:lnTo>
                  <a:cubicBezTo>
                    <a:pt x="58090" y="26082"/>
                    <a:pt x="60321" y="26796"/>
                    <a:pt x="61433" y="27754"/>
                  </a:cubicBezTo>
                  <a:cubicBezTo>
                    <a:pt x="61523" y="27831"/>
                    <a:pt x="61560" y="27912"/>
                    <a:pt x="61558" y="28016"/>
                  </a:cubicBezTo>
                  <a:cubicBezTo>
                    <a:pt x="61532" y="28836"/>
                    <a:pt x="59389" y="30463"/>
                    <a:pt x="57668" y="31770"/>
                  </a:cubicBezTo>
                  <a:cubicBezTo>
                    <a:pt x="57218" y="32112"/>
                    <a:pt x="56771" y="32452"/>
                    <a:pt x="56353" y="32780"/>
                  </a:cubicBezTo>
                  <a:cubicBezTo>
                    <a:pt x="53907" y="34706"/>
                    <a:pt x="48420" y="37932"/>
                    <a:pt x="44489" y="38983"/>
                  </a:cubicBezTo>
                  <a:cubicBezTo>
                    <a:pt x="42496" y="39516"/>
                    <a:pt x="41098" y="39711"/>
                    <a:pt x="40078" y="39711"/>
                  </a:cubicBezTo>
                  <a:cubicBezTo>
                    <a:pt x="38916" y="39711"/>
                    <a:pt x="38245" y="39458"/>
                    <a:pt x="37743" y="39166"/>
                  </a:cubicBezTo>
                  <a:cubicBezTo>
                    <a:pt x="36740" y="38580"/>
                    <a:pt x="37494" y="37197"/>
                    <a:pt x="37527" y="37138"/>
                  </a:cubicBezTo>
                  <a:lnTo>
                    <a:pt x="37600" y="37005"/>
                  </a:lnTo>
                  <a:lnTo>
                    <a:pt x="37532" y="36870"/>
                  </a:lnTo>
                  <a:cubicBezTo>
                    <a:pt x="37471" y="36751"/>
                    <a:pt x="36032" y="33954"/>
                    <a:pt x="33536" y="33475"/>
                  </a:cubicBezTo>
                  <a:cubicBezTo>
                    <a:pt x="31643" y="33114"/>
                    <a:pt x="22086" y="24408"/>
                    <a:pt x="18562" y="21084"/>
                  </a:cubicBezTo>
                  <a:lnTo>
                    <a:pt x="18494" y="21020"/>
                  </a:lnTo>
                  <a:lnTo>
                    <a:pt x="5550" y="19531"/>
                  </a:lnTo>
                  <a:lnTo>
                    <a:pt x="863" y="10205"/>
                  </a:lnTo>
                  <a:lnTo>
                    <a:pt x="11636" y="8641"/>
                  </a:lnTo>
                  <a:lnTo>
                    <a:pt x="11598" y="8358"/>
                  </a:lnTo>
                  <a:lnTo>
                    <a:pt x="11609" y="8353"/>
                  </a:lnTo>
                  <a:lnTo>
                    <a:pt x="11728" y="8607"/>
                  </a:lnTo>
                  <a:cubicBezTo>
                    <a:pt x="11796" y="8576"/>
                    <a:pt x="12461" y="8313"/>
                    <a:pt x="18991" y="6232"/>
                  </a:cubicBezTo>
                  <a:lnTo>
                    <a:pt x="19006" y="6227"/>
                  </a:lnTo>
                  <a:cubicBezTo>
                    <a:pt x="21385" y="5321"/>
                    <a:pt x="25281" y="3860"/>
                    <a:pt x="25599" y="3801"/>
                  </a:cubicBezTo>
                  <a:cubicBezTo>
                    <a:pt x="26035" y="3743"/>
                    <a:pt x="32696" y="1928"/>
                    <a:pt x="34140" y="1222"/>
                  </a:cubicBezTo>
                  <a:cubicBezTo>
                    <a:pt x="35012" y="796"/>
                    <a:pt x="36602" y="573"/>
                    <a:pt x="38453" y="573"/>
                  </a:cubicBezTo>
                  <a:close/>
                  <a:moveTo>
                    <a:pt x="38455" y="1"/>
                  </a:moveTo>
                  <a:cubicBezTo>
                    <a:pt x="36513" y="1"/>
                    <a:pt x="34845" y="244"/>
                    <a:pt x="33890" y="710"/>
                  </a:cubicBezTo>
                  <a:cubicBezTo>
                    <a:pt x="32507" y="1386"/>
                    <a:pt x="25958" y="3175"/>
                    <a:pt x="25525" y="3236"/>
                  </a:cubicBezTo>
                  <a:cubicBezTo>
                    <a:pt x="25132" y="3288"/>
                    <a:pt x="19882" y="5282"/>
                    <a:pt x="18812" y="5691"/>
                  </a:cubicBezTo>
                  <a:cubicBezTo>
                    <a:pt x="13816" y="7282"/>
                    <a:pt x="12118" y="7823"/>
                    <a:pt x="11561" y="8099"/>
                  </a:cubicBezTo>
                  <a:cubicBezTo>
                    <a:pt x="11560" y="8099"/>
                    <a:pt x="11559" y="8099"/>
                    <a:pt x="11558" y="8100"/>
                  </a:cubicBezTo>
                  <a:lnTo>
                    <a:pt x="11555" y="8077"/>
                  </a:lnTo>
                  <a:lnTo>
                    <a:pt x="1" y="9755"/>
                  </a:lnTo>
                  <a:lnTo>
                    <a:pt x="5179" y="20062"/>
                  </a:lnTo>
                  <a:lnTo>
                    <a:pt x="18241" y="21564"/>
                  </a:lnTo>
                  <a:cubicBezTo>
                    <a:pt x="19360" y="22617"/>
                    <a:pt x="31053" y="33582"/>
                    <a:pt x="33429" y="34035"/>
                  </a:cubicBezTo>
                  <a:cubicBezTo>
                    <a:pt x="35369" y="34407"/>
                    <a:pt x="36653" y="36470"/>
                    <a:pt x="36956" y="37002"/>
                  </a:cubicBezTo>
                  <a:cubicBezTo>
                    <a:pt x="36613" y="37712"/>
                    <a:pt x="36346" y="39010"/>
                    <a:pt x="37457" y="39658"/>
                  </a:cubicBezTo>
                  <a:cubicBezTo>
                    <a:pt x="38173" y="40076"/>
                    <a:pt x="39022" y="40286"/>
                    <a:pt x="40107" y="40286"/>
                  </a:cubicBezTo>
                  <a:cubicBezTo>
                    <a:pt x="41291" y="40286"/>
                    <a:pt x="42757" y="40035"/>
                    <a:pt x="44637" y="39533"/>
                  </a:cubicBezTo>
                  <a:cubicBezTo>
                    <a:pt x="48643" y="38463"/>
                    <a:pt x="54220" y="35183"/>
                    <a:pt x="56707" y="33227"/>
                  </a:cubicBezTo>
                  <a:cubicBezTo>
                    <a:pt x="57122" y="32901"/>
                    <a:pt x="57566" y="32563"/>
                    <a:pt x="58014" y="32224"/>
                  </a:cubicBezTo>
                  <a:cubicBezTo>
                    <a:pt x="60112" y="30630"/>
                    <a:pt x="62094" y="29126"/>
                    <a:pt x="62128" y="28033"/>
                  </a:cubicBezTo>
                  <a:cubicBezTo>
                    <a:pt x="62137" y="27757"/>
                    <a:pt x="62025" y="27511"/>
                    <a:pt x="61806" y="27322"/>
                  </a:cubicBezTo>
                  <a:cubicBezTo>
                    <a:pt x="60709" y="26376"/>
                    <a:pt x="58717" y="25688"/>
                    <a:pt x="58312" y="25554"/>
                  </a:cubicBezTo>
                  <a:lnTo>
                    <a:pt x="47006" y="13764"/>
                  </a:lnTo>
                  <a:lnTo>
                    <a:pt x="47006" y="13764"/>
                  </a:lnTo>
                  <a:lnTo>
                    <a:pt x="56376" y="14491"/>
                  </a:lnTo>
                  <a:lnTo>
                    <a:pt x="56376" y="14491"/>
                  </a:lnTo>
                  <a:lnTo>
                    <a:pt x="56369" y="14177"/>
                  </a:lnTo>
                  <a:cubicBezTo>
                    <a:pt x="56368" y="14120"/>
                    <a:pt x="56259" y="8494"/>
                    <a:pt x="56400" y="6700"/>
                  </a:cubicBezTo>
                  <a:cubicBezTo>
                    <a:pt x="56535" y="4983"/>
                    <a:pt x="58800" y="2288"/>
                    <a:pt x="58823" y="2261"/>
                  </a:cubicBezTo>
                  <a:lnTo>
                    <a:pt x="59184" y="1834"/>
                  </a:lnTo>
                  <a:lnTo>
                    <a:pt x="58625" y="1794"/>
                  </a:lnTo>
                  <a:cubicBezTo>
                    <a:pt x="58500" y="1783"/>
                    <a:pt x="46060" y="876"/>
                    <a:pt x="42547" y="326"/>
                  </a:cubicBezTo>
                  <a:cubicBezTo>
                    <a:pt x="41148" y="107"/>
                    <a:pt x="39742" y="1"/>
                    <a:pt x="38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6"/>
            <p:cNvSpPr/>
            <p:nvPr/>
          </p:nvSpPr>
          <p:spPr>
            <a:xfrm>
              <a:off x="4944150" y="2574500"/>
              <a:ext cx="149650" cy="166225"/>
            </a:xfrm>
            <a:custGeom>
              <a:avLst/>
              <a:gdLst/>
              <a:ahLst/>
              <a:cxnLst/>
              <a:rect l="l" t="t" r="r" b="b"/>
              <a:pathLst>
                <a:path w="5986" h="6649" extrusionOk="0">
                  <a:moveTo>
                    <a:pt x="1" y="0"/>
                  </a:moveTo>
                  <a:lnTo>
                    <a:pt x="4744" y="6648"/>
                  </a:lnTo>
                  <a:lnTo>
                    <a:pt x="5986" y="5518"/>
                  </a:lnTo>
                  <a:lnTo>
                    <a:pt x="2526" y="12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6"/>
            <p:cNvSpPr/>
            <p:nvPr/>
          </p:nvSpPr>
          <p:spPr>
            <a:xfrm>
              <a:off x="4936175" y="2567475"/>
              <a:ext cx="165525" cy="180375"/>
            </a:xfrm>
            <a:custGeom>
              <a:avLst/>
              <a:gdLst/>
              <a:ahLst/>
              <a:cxnLst/>
              <a:rect l="l" t="t" r="r" b="b"/>
              <a:pathLst>
                <a:path w="6621" h="7215" extrusionOk="0">
                  <a:moveTo>
                    <a:pt x="322" y="0"/>
                  </a:moveTo>
                  <a:cubicBezTo>
                    <a:pt x="265" y="0"/>
                    <a:pt x="207" y="18"/>
                    <a:pt x="157" y="53"/>
                  </a:cubicBezTo>
                  <a:cubicBezTo>
                    <a:pt x="32" y="144"/>
                    <a:pt x="0" y="319"/>
                    <a:pt x="88" y="446"/>
                  </a:cubicBezTo>
                  <a:lnTo>
                    <a:pt x="4832" y="7095"/>
                  </a:lnTo>
                  <a:cubicBezTo>
                    <a:pt x="4879" y="7162"/>
                    <a:pt x="4953" y="7204"/>
                    <a:pt x="5034" y="7212"/>
                  </a:cubicBezTo>
                  <a:cubicBezTo>
                    <a:pt x="5043" y="7213"/>
                    <a:pt x="5053" y="7215"/>
                    <a:pt x="5063" y="7215"/>
                  </a:cubicBezTo>
                  <a:cubicBezTo>
                    <a:pt x="5134" y="7215"/>
                    <a:pt x="5203" y="7189"/>
                    <a:pt x="5255" y="7140"/>
                  </a:cubicBezTo>
                  <a:lnTo>
                    <a:pt x="6497" y="6010"/>
                  </a:lnTo>
                  <a:cubicBezTo>
                    <a:pt x="6608" y="5909"/>
                    <a:pt x="6621" y="5737"/>
                    <a:pt x="6525" y="5621"/>
                  </a:cubicBezTo>
                  <a:lnTo>
                    <a:pt x="3065" y="1371"/>
                  </a:lnTo>
                  <a:cubicBezTo>
                    <a:pt x="3009" y="1302"/>
                    <a:pt x="2928" y="1266"/>
                    <a:pt x="2845" y="1266"/>
                  </a:cubicBezTo>
                  <a:cubicBezTo>
                    <a:pt x="2782" y="1266"/>
                    <a:pt x="2719" y="1287"/>
                    <a:pt x="2666" y="1330"/>
                  </a:cubicBezTo>
                  <a:cubicBezTo>
                    <a:pt x="2544" y="1429"/>
                    <a:pt x="2526" y="1608"/>
                    <a:pt x="2624" y="1731"/>
                  </a:cubicBezTo>
                  <a:lnTo>
                    <a:pt x="5913" y="5770"/>
                  </a:lnTo>
                  <a:lnTo>
                    <a:pt x="5108" y="6502"/>
                  </a:lnTo>
                  <a:lnTo>
                    <a:pt x="552" y="115"/>
                  </a:lnTo>
                  <a:cubicBezTo>
                    <a:pt x="496" y="40"/>
                    <a:pt x="410" y="0"/>
                    <a:pt x="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6"/>
            <p:cNvSpPr/>
            <p:nvPr/>
          </p:nvSpPr>
          <p:spPr>
            <a:xfrm>
              <a:off x="4464650" y="2564650"/>
              <a:ext cx="278875" cy="174800"/>
            </a:xfrm>
            <a:custGeom>
              <a:avLst/>
              <a:gdLst/>
              <a:ahLst/>
              <a:cxnLst/>
              <a:rect l="l" t="t" r="r" b="b"/>
              <a:pathLst>
                <a:path w="11155" h="6992" extrusionOk="0">
                  <a:moveTo>
                    <a:pt x="3958" y="0"/>
                  </a:moveTo>
                  <a:cubicBezTo>
                    <a:pt x="3882" y="0"/>
                    <a:pt x="3806" y="30"/>
                    <a:pt x="3750" y="90"/>
                  </a:cubicBezTo>
                  <a:cubicBezTo>
                    <a:pt x="3642" y="205"/>
                    <a:pt x="3648" y="386"/>
                    <a:pt x="3765" y="494"/>
                  </a:cubicBezTo>
                  <a:lnTo>
                    <a:pt x="8597" y="5049"/>
                  </a:lnTo>
                  <a:lnTo>
                    <a:pt x="475" y="101"/>
                  </a:lnTo>
                  <a:cubicBezTo>
                    <a:pt x="428" y="73"/>
                    <a:pt x="376" y="59"/>
                    <a:pt x="326" y="59"/>
                  </a:cubicBezTo>
                  <a:cubicBezTo>
                    <a:pt x="230" y="59"/>
                    <a:pt x="136" y="108"/>
                    <a:pt x="83" y="196"/>
                  </a:cubicBezTo>
                  <a:cubicBezTo>
                    <a:pt x="1" y="330"/>
                    <a:pt x="43" y="506"/>
                    <a:pt x="178" y="587"/>
                  </a:cubicBezTo>
                  <a:lnTo>
                    <a:pt x="10623" y="6949"/>
                  </a:lnTo>
                  <a:cubicBezTo>
                    <a:pt x="10667" y="6977"/>
                    <a:pt x="10719" y="6991"/>
                    <a:pt x="10771" y="6991"/>
                  </a:cubicBezTo>
                  <a:lnTo>
                    <a:pt x="10772" y="6991"/>
                  </a:lnTo>
                  <a:cubicBezTo>
                    <a:pt x="11030" y="6991"/>
                    <a:pt x="11155" y="6676"/>
                    <a:pt x="10967" y="6499"/>
                  </a:cubicBezTo>
                  <a:lnTo>
                    <a:pt x="4155" y="79"/>
                  </a:lnTo>
                  <a:cubicBezTo>
                    <a:pt x="4100" y="27"/>
                    <a:pt x="4029" y="0"/>
                    <a:pt x="3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6"/>
            <p:cNvSpPr/>
            <p:nvPr/>
          </p:nvSpPr>
          <p:spPr>
            <a:xfrm>
              <a:off x="5212775" y="2490325"/>
              <a:ext cx="226500" cy="52400"/>
            </a:xfrm>
            <a:custGeom>
              <a:avLst/>
              <a:gdLst/>
              <a:ahLst/>
              <a:cxnLst/>
              <a:rect l="l" t="t" r="r" b="b"/>
              <a:pathLst>
                <a:path w="9060" h="2096" extrusionOk="0">
                  <a:moveTo>
                    <a:pt x="308" y="0"/>
                  </a:moveTo>
                  <a:cubicBezTo>
                    <a:pt x="172" y="0"/>
                    <a:pt x="53" y="97"/>
                    <a:pt x="28" y="234"/>
                  </a:cubicBezTo>
                  <a:cubicBezTo>
                    <a:pt x="0" y="388"/>
                    <a:pt x="99" y="533"/>
                    <a:pt x="252" y="565"/>
                  </a:cubicBezTo>
                  <a:lnTo>
                    <a:pt x="8712" y="2091"/>
                  </a:lnTo>
                  <a:cubicBezTo>
                    <a:pt x="8729" y="2093"/>
                    <a:pt x="8746" y="2095"/>
                    <a:pt x="8763" y="2095"/>
                  </a:cubicBezTo>
                  <a:cubicBezTo>
                    <a:pt x="8911" y="2095"/>
                    <a:pt x="9034" y="1983"/>
                    <a:pt x="9046" y="1836"/>
                  </a:cubicBezTo>
                  <a:cubicBezTo>
                    <a:pt x="9060" y="1689"/>
                    <a:pt x="8958" y="1556"/>
                    <a:pt x="8814" y="1530"/>
                  </a:cubicBezTo>
                  <a:lnTo>
                    <a:pt x="353" y="4"/>
                  </a:lnTo>
                  <a:cubicBezTo>
                    <a:pt x="338" y="2"/>
                    <a:pt x="323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6"/>
            <p:cNvSpPr/>
            <p:nvPr/>
          </p:nvSpPr>
          <p:spPr>
            <a:xfrm>
              <a:off x="5189800" y="2526550"/>
              <a:ext cx="227425" cy="23950"/>
            </a:xfrm>
            <a:custGeom>
              <a:avLst/>
              <a:gdLst/>
              <a:ahLst/>
              <a:cxnLst/>
              <a:rect l="l" t="t" r="r" b="b"/>
              <a:pathLst>
                <a:path w="9097" h="958" extrusionOk="0">
                  <a:moveTo>
                    <a:pt x="8803" y="1"/>
                  </a:moveTo>
                  <a:cubicBezTo>
                    <a:pt x="8799" y="1"/>
                    <a:pt x="8795" y="1"/>
                    <a:pt x="8791" y="1"/>
                  </a:cubicBezTo>
                  <a:lnTo>
                    <a:pt x="277" y="389"/>
                  </a:lnTo>
                  <a:cubicBezTo>
                    <a:pt x="121" y="396"/>
                    <a:pt x="0" y="525"/>
                    <a:pt x="4" y="680"/>
                  </a:cubicBezTo>
                  <a:cubicBezTo>
                    <a:pt x="8" y="835"/>
                    <a:pt x="135" y="958"/>
                    <a:pt x="289" y="958"/>
                  </a:cubicBezTo>
                  <a:lnTo>
                    <a:pt x="302" y="958"/>
                  </a:lnTo>
                  <a:lnTo>
                    <a:pt x="8817" y="570"/>
                  </a:lnTo>
                  <a:cubicBezTo>
                    <a:pt x="8974" y="563"/>
                    <a:pt x="9096" y="430"/>
                    <a:pt x="9089" y="272"/>
                  </a:cubicBezTo>
                  <a:cubicBezTo>
                    <a:pt x="9083" y="119"/>
                    <a:pt x="8974" y="1"/>
                    <a:pt x="8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6"/>
            <p:cNvSpPr/>
            <p:nvPr/>
          </p:nvSpPr>
          <p:spPr>
            <a:xfrm>
              <a:off x="5619975" y="2838700"/>
              <a:ext cx="31525" cy="3425"/>
            </a:xfrm>
            <a:custGeom>
              <a:avLst/>
              <a:gdLst/>
              <a:ahLst/>
              <a:cxnLst/>
              <a:rect l="l" t="t" r="r" b="b"/>
              <a:pathLst>
                <a:path w="1261" h="137" extrusionOk="0">
                  <a:moveTo>
                    <a:pt x="1260" y="1"/>
                  </a:moveTo>
                  <a:lnTo>
                    <a:pt x="1" y="136"/>
                  </a:lnTo>
                  <a:cubicBezTo>
                    <a:pt x="424" y="101"/>
                    <a:pt x="844" y="56"/>
                    <a:pt x="1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6"/>
            <p:cNvSpPr/>
            <p:nvPr/>
          </p:nvSpPr>
          <p:spPr>
            <a:xfrm>
              <a:off x="5612725" y="2831625"/>
              <a:ext cx="46100" cy="17600"/>
            </a:xfrm>
            <a:custGeom>
              <a:avLst/>
              <a:gdLst/>
              <a:ahLst/>
              <a:cxnLst/>
              <a:rect l="l" t="t" r="r" b="b"/>
              <a:pathLst>
                <a:path w="1844" h="704" extrusionOk="0">
                  <a:moveTo>
                    <a:pt x="1542" y="0"/>
                  </a:moveTo>
                  <a:cubicBezTo>
                    <a:pt x="1532" y="0"/>
                    <a:pt x="1523" y="1"/>
                    <a:pt x="1513" y="2"/>
                  </a:cubicBezTo>
                  <a:cubicBezTo>
                    <a:pt x="1101" y="57"/>
                    <a:pt x="687" y="101"/>
                    <a:pt x="268" y="135"/>
                  </a:cubicBezTo>
                  <a:cubicBezTo>
                    <a:pt x="116" y="147"/>
                    <a:pt x="0" y="278"/>
                    <a:pt x="6" y="431"/>
                  </a:cubicBezTo>
                  <a:cubicBezTo>
                    <a:pt x="13" y="583"/>
                    <a:pt x="138" y="704"/>
                    <a:pt x="291" y="704"/>
                  </a:cubicBezTo>
                  <a:cubicBezTo>
                    <a:pt x="298" y="704"/>
                    <a:pt x="306" y="704"/>
                    <a:pt x="314" y="703"/>
                  </a:cubicBezTo>
                  <a:cubicBezTo>
                    <a:pt x="742" y="668"/>
                    <a:pt x="1167" y="622"/>
                    <a:pt x="1588" y="566"/>
                  </a:cubicBezTo>
                  <a:cubicBezTo>
                    <a:pt x="1740" y="541"/>
                    <a:pt x="1844" y="400"/>
                    <a:pt x="1823" y="248"/>
                  </a:cubicBezTo>
                  <a:cubicBezTo>
                    <a:pt x="1804" y="105"/>
                    <a:pt x="1682" y="0"/>
                    <a:pt x="1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6"/>
            <p:cNvSpPr/>
            <p:nvPr/>
          </p:nvSpPr>
          <p:spPr>
            <a:xfrm>
              <a:off x="5220025" y="2789050"/>
              <a:ext cx="378350" cy="62575"/>
            </a:xfrm>
            <a:custGeom>
              <a:avLst/>
              <a:gdLst/>
              <a:ahLst/>
              <a:cxnLst/>
              <a:rect l="l" t="t" r="r" b="b"/>
              <a:pathLst>
                <a:path w="15134" h="2503" extrusionOk="0">
                  <a:moveTo>
                    <a:pt x="320" y="1"/>
                  </a:moveTo>
                  <a:cubicBezTo>
                    <a:pt x="197" y="1"/>
                    <a:pt x="83" y="81"/>
                    <a:pt x="46" y="205"/>
                  </a:cubicBezTo>
                  <a:cubicBezTo>
                    <a:pt x="0" y="358"/>
                    <a:pt x="90" y="519"/>
                    <a:pt x="244" y="560"/>
                  </a:cubicBezTo>
                  <a:cubicBezTo>
                    <a:pt x="315" y="582"/>
                    <a:pt x="6916" y="2503"/>
                    <a:pt x="13549" y="2503"/>
                  </a:cubicBezTo>
                  <a:cubicBezTo>
                    <a:pt x="13985" y="2503"/>
                    <a:pt x="14421" y="2495"/>
                    <a:pt x="14855" y="2477"/>
                  </a:cubicBezTo>
                  <a:cubicBezTo>
                    <a:pt x="15012" y="2470"/>
                    <a:pt x="15134" y="2338"/>
                    <a:pt x="15128" y="2180"/>
                  </a:cubicBezTo>
                  <a:cubicBezTo>
                    <a:pt x="15122" y="2026"/>
                    <a:pt x="15000" y="1908"/>
                    <a:pt x="14840" y="1908"/>
                  </a:cubicBezTo>
                  <a:cubicBezTo>
                    <a:pt x="14837" y="1908"/>
                    <a:pt x="14835" y="1908"/>
                    <a:pt x="14832" y="1908"/>
                  </a:cubicBezTo>
                  <a:cubicBezTo>
                    <a:pt x="14400" y="1926"/>
                    <a:pt x="13967" y="1934"/>
                    <a:pt x="13534" y="1934"/>
                  </a:cubicBezTo>
                  <a:cubicBezTo>
                    <a:pt x="6993" y="1934"/>
                    <a:pt x="474" y="35"/>
                    <a:pt x="405" y="14"/>
                  </a:cubicBezTo>
                  <a:cubicBezTo>
                    <a:pt x="377" y="5"/>
                    <a:pt x="348" y="1"/>
                    <a:pt x="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6"/>
            <p:cNvSpPr/>
            <p:nvPr/>
          </p:nvSpPr>
          <p:spPr>
            <a:xfrm>
              <a:off x="4762000" y="2230000"/>
              <a:ext cx="311075" cy="401800"/>
            </a:xfrm>
            <a:custGeom>
              <a:avLst/>
              <a:gdLst/>
              <a:ahLst/>
              <a:cxnLst/>
              <a:rect l="l" t="t" r="r" b="b"/>
              <a:pathLst>
                <a:path w="12443" h="16072" extrusionOk="0">
                  <a:moveTo>
                    <a:pt x="6923" y="1"/>
                  </a:moveTo>
                  <a:cubicBezTo>
                    <a:pt x="6389" y="1"/>
                    <a:pt x="5815" y="197"/>
                    <a:pt x="5326" y="608"/>
                  </a:cubicBezTo>
                  <a:cubicBezTo>
                    <a:pt x="4047" y="1684"/>
                    <a:pt x="0" y="6234"/>
                    <a:pt x="0" y="6234"/>
                  </a:cubicBezTo>
                  <a:cubicBezTo>
                    <a:pt x="0" y="6234"/>
                    <a:pt x="1374" y="10707"/>
                    <a:pt x="1628" y="12612"/>
                  </a:cubicBezTo>
                  <a:cubicBezTo>
                    <a:pt x="1865" y="14385"/>
                    <a:pt x="1082" y="16071"/>
                    <a:pt x="1879" y="16071"/>
                  </a:cubicBezTo>
                  <a:cubicBezTo>
                    <a:pt x="1939" y="16071"/>
                    <a:pt x="2007" y="16062"/>
                    <a:pt x="2086" y="16042"/>
                  </a:cubicBezTo>
                  <a:cubicBezTo>
                    <a:pt x="3213" y="15762"/>
                    <a:pt x="3169" y="12536"/>
                    <a:pt x="3169" y="12535"/>
                  </a:cubicBezTo>
                  <a:lnTo>
                    <a:pt x="3169" y="12535"/>
                  </a:lnTo>
                  <a:lnTo>
                    <a:pt x="7294" y="13407"/>
                  </a:lnTo>
                  <a:lnTo>
                    <a:pt x="9123" y="9671"/>
                  </a:lnTo>
                  <a:cubicBezTo>
                    <a:pt x="9123" y="9671"/>
                    <a:pt x="11274" y="11605"/>
                    <a:pt x="12106" y="11605"/>
                  </a:cubicBezTo>
                  <a:cubicBezTo>
                    <a:pt x="12317" y="11605"/>
                    <a:pt x="12443" y="11481"/>
                    <a:pt x="12427" y="11169"/>
                  </a:cubicBezTo>
                  <a:cubicBezTo>
                    <a:pt x="12351" y="9627"/>
                    <a:pt x="8876" y="2979"/>
                    <a:pt x="8671" y="1455"/>
                  </a:cubicBezTo>
                  <a:cubicBezTo>
                    <a:pt x="8546" y="513"/>
                    <a:pt x="7787" y="1"/>
                    <a:pt x="6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6"/>
            <p:cNvSpPr/>
            <p:nvPr/>
          </p:nvSpPr>
          <p:spPr>
            <a:xfrm>
              <a:off x="4754000" y="2222925"/>
              <a:ext cx="326350" cy="415975"/>
            </a:xfrm>
            <a:custGeom>
              <a:avLst/>
              <a:gdLst/>
              <a:ahLst/>
              <a:cxnLst/>
              <a:rect l="l" t="t" r="r" b="b"/>
              <a:pathLst>
                <a:path w="13054" h="16639" extrusionOk="0">
                  <a:moveTo>
                    <a:pt x="7245" y="569"/>
                  </a:moveTo>
                  <a:cubicBezTo>
                    <a:pt x="7458" y="569"/>
                    <a:pt x="7667" y="605"/>
                    <a:pt x="7859" y="680"/>
                  </a:cubicBezTo>
                  <a:cubicBezTo>
                    <a:pt x="8338" y="865"/>
                    <a:pt x="8639" y="1253"/>
                    <a:pt x="8710" y="1776"/>
                  </a:cubicBezTo>
                  <a:cubicBezTo>
                    <a:pt x="8811" y="2530"/>
                    <a:pt x="9625" y="4371"/>
                    <a:pt x="10487" y="6320"/>
                  </a:cubicBezTo>
                  <a:cubicBezTo>
                    <a:pt x="11395" y="8373"/>
                    <a:pt x="12425" y="10700"/>
                    <a:pt x="12463" y="11466"/>
                  </a:cubicBezTo>
                  <a:cubicBezTo>
                    <a:pt x="12468" y="11558"/>
                    <a:pt x="12454" y="11597"/>
                    <a:pt x="12457" y="11601"/>
                  </a:cubicBezTo>
                  <a:cubicBezTo>
                    <a:pt x="12442" y="11606"/>
                    <a:pt x="12423" y="11609"/>
                    <a:pt x="12402" y="11609"/>
                  </a:cubicBezTo>
                  <a:cubicBezTo>
                    <a:pt x="12025" y="11609"/>
                    <a:pt x="10788" y="10778"/>
                    <a:pt x="9634" y="9742"/>
                  </a:cubicBezTo>
                  <a:lnTo>
                    <a:pt x="9354" y="9490"/>
                  </a:lnTo>
                  <a:lnTo>
                    <a:pt x="7456" y="13365"/>
                  </a:lnTo>
                  <a:lnTo>
                    <a:pt x="3200" y="12466"/>
                  </a:lnTo>
                  <a:lnTo>
                    <a:pt x="3205" y="12823"/>
                  </a:lnTo>
                  <a:cubicBezTo>
                    <a:pt x="3221" y="14069"/>
                    <a:pt x="2962" y="15894"/>
                    <a:pt x="2338" y="16049"/>
                  </a:cubicBezTo>
                  <a:cubicBezTo>
                    <a:pt x="2269" y="16066"/>
                    <a:pt x="2223" y="16070"/>
                    <a:pt x="2196" y="16070"/>
                  </a:cubicBezTo>
                  <a:cubicBezTo>
                    <a:pt x="2172" y="16070"/>
                    <a:pt x="2162" y="16067"/>
                    <a:pt x="2161" y="16067"/>
                  </a:cubicBezTo>
                  <a:cubicBezTo>
                    <a:pt x="2072" y="15972"/>
                    <a:pt x="2137" y="15400"/>
                    <a:pt x="2180" y="15022"/>
                  </a:cubicBezTo>
                  <a:cubicBezTo>
                    <a:pt x="2249" y="14410"/>
                    <a:pt x="2336" y="13648"/>
                    <a:pt x="2230" y="12858"/>
                  </a:cubicBezTo>
                  <a:cubicBezTo>
                    <a:pt x="1999" y="11128"/>
                    <a:pt x="886" y="7403"/>
                    <a:pt x="639" y="6587"/>
                  </a:cubicBezTo>
                  <a:cubicBezTo>
                    <a:pt x="1286" y="5864"/>
                    <a:pt x="4696" y="2064"/>
                    <a:pt x="5830" y="1110"/>
                  </a:cubicBezTo>
                  <a:cubicBezTo>
                    <a:pt x="6247" y="758"/>
                    <a:pt x="6759" y="569"/>
                    <a:pt x="7245" y="569"/>
                  </a:cubicBezTo>
                  <a:close/>
                  <a:moveTo>
                    <a:pt x="7251" y="0"/>
                  </a:moveTo>
                  <a:cubicBezTo>
                    <a:pt x="6631" y="0"/>
                    <a:pt x="5985" y="235"/>
                    <a:pt x="5463" y="673"/>
                  </a:cubicBezTo>
                  <a:cubicBezTo>
                    <a:pt x="4183" y="1751"/>
                    <a:pt x="274" y="6141"/>
                    <a:pt x="107" y="6328"/>
                  </a:cubicBezTo>
                  <a:lnTo>
                    <a:pt x="1" y="6448"/>
                  </a:lnTo>
                  <a:lnTo>
                    <a:pt x="48" y="6601"/>
                  </a:lnTo>
                  <a:cubicBezTo>
                    <a:pt x="62" y="6646"/>
                    <a:pt x="1417" y="11071"/>
                    <a:pt x="1667" y="12934"/>
                  </a:cubicBezTo>
                  <a:cubicBezTo>
                    <a:pt x="1762" y="13654"/>
                    <a:pt x="1680" y="14376"/>
                    <a:pt x="1615" y="14957"/>
                  </a:cubicBezTo>
                  <a:cubicBezTo>
                    <a:pt x="1531" y="15691"/>
                    <a:pt x="1470" y="16219"/>
                    <a:pt x="1784" y="16494"/>
                  </a:cubicBezTo>
                  <a:cubicBezTo>
                    <a:pt x="1893" y="16590"/>
                    <a:pt x="2033" y="16639"/>
                    <a:pt x="2202" y="16639"/>
                  </a:cubicBezTo>
                  <a:cubicBezTo>
                    <a:pt x="2293" y="16638"/>
                    <a:pt x="2385" y="16625"/>
                    <a:pt x="2475" y="16603"/>
                  </a:cubicBezTo>
                  <a:cubicBezTo>
                    <a:pt x="3580" y="16329"/>
                    <a:pt x="3751" y="14136"/>
                    <a:pt x="3773" y="13171"/>
                  </a:cubicBezTo>
                  <a:lnTo>
                    <a:pt x="7774" y="14015"/>
                  </a:lnTo>
                  <a:lnTo>
                    <a:pt x="9535" y="10415"/>
                  </a:lnTo>
                  <a:cubicBezTo>
                    <a:pt x="10328" y="11101"/>
                    <a:pt x="11679" y="12166"/>
                    <a:pt x="12449" y="12166"/>
                  </a:cubicBezTo>
                  <a:cubicBezTo>
                    <a:pt x="12544" y="12166"/>
                    <a:pt x="12630" y="12150"/>
                    <a:pt x="12706" y="12114"/>
                  </a:cubicBezTo>
                  <a:cubicBezTo>
                    <a:pt x="12866" y="12039"/>
                    <a:pt x="13053" y="11859"/>
                    <a:pt x="13032" y="11438"/>
                  </a:cubicBezTo>
                  <a:cubicBezTo>
                    <a:pt x="12989" y="10567"/>
                    <a:pt x="12026" y="8392"/>
                    <a:pt x="11008" y="6090"/>
                  </a:cubicBezTo>
                  <a:cubicBezTo>
                    <a:pt x="10200" y="4262"/>
                    <a:pt x="9365" y="2374"/>
                    <a:pt x="9275" y="1700"/>
                  </a:cubicBezTo>
                  <a:cubicBezTo>
                    <a:pt x="9178" y="973"/>
                    <a:pt x="8737" y="408"/>
                    <a:pt x="8066" y="148"/>
                  </a:cubicBezTo>
                  <a:cubicBezTo>
                    <a:pt x="7809" y="49"/>
                    <a:pt x="7532" y="0"/>
                    <a:pt x="7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6"/>
            <p:cNvSpPr/>
            <p:nvPr/>
          </p:nvSpPr>
          <p:spPr>
            <a:xfrm>
              <a:off x="4630450" y="2120100"/>
              <a:ext cx="314550" cy="451975"/>
            </a:xfrm>
            <a:custGeom>
              <a:avLst/>
              <a:gdLst/>
              <a:ahLst/>
              <a:cxnLst/>
              <a:rect l="l" t="t" r="r" b="b"/>
              <a:pathLst>
                <a:path w="12582" h="18079" extrusionOk="0">
                  <a:moveTo>
                    <a:pt x="7581" y="1"/>
                  </a:moveTo>
                  <a:cubicBezTo>
                    <a:pt x="6218" y="1"/>
                    <a:pt x="5279" y="1082"/>
                    <a:pt x="5360" y="1694"/>
                  </a:cubicBezTo>
                  <a:cubicBezTo>
                    <a:pt x="5462" y="2456"/>
                    <a:pt x="5683" y="4108"/>
                    <a:pt x="5191" y="4303"/>
                  </a:cubicBezTo>
                  <a:cubicBezTo>
                    <a:pt x="4699" y="4497"/>
                    <a:pt x="0" y="9006"/>
                    <a:pt x="0" y="9006"/>
                  </a:cubicBezTo>
                  <a:cubicBezTo>
                    <a:pt x="0" y="9006"/>
                    <a:pt x="2491" y="10225"/>
                    <a:pt x="3974" y="10673"/>
                  </a:cubicBezTo>
                  <a:cubicBezTo>
                    <a:pt x="5309" y="11077"/>
                    <a:pt x="11404" y="18078"/>
                    <a:pt x="12419" y="18078"/>
                  </a:cubicBezTo>
                  <a:cubicBezTo>
                    <a:pt x="12532" y="18078"/>
                    <a:pt x="12582" y="17993"/>
                    <a:pt x="12556" y="17803"/>
                  </a:cubicBezTo>
                  <a:cubicBezTo>
                    <a:pt x="12302" y="15897"/>
                    <a:pt x="11825" y="8460"/>
                    <a:pt x="11334" y="6715"/>
                  </a:cubicBezTo>
                  <a:cubicBezTo>
                    <a:pt x="10842" y="4970"/>
                    <a:pt x="9384" y="1803"/>
                    <a:pt x="9384" y="1803"/>
                  </a:cubicBezTo>
                  <a:cubicBezTo>
                    <a:pt x="9384" y="1803"/>
                    <a:pt x="10569" y="997"/>
                    <a:pt x="8655" y="220"/>
                  </a:cubicBezTo>
                  <a:cubicBezTo>
                    <a:pt x="8277" y="66"/>
                    <a:pt x="7916" y="1"/>
                    <a:pt x="75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6"/>
            <p:cNvSpPr/>
            <p:nvPr/>
          </p:nvSpPr>
          <p:spPr>
            <a:xfrm>
              <a:off x="4618175" y="2112900"/>
              <a:ext cx="334475" cy="466275"/>
            </a:xfrm>
            <a:custGeom>
              <a:avLst/>
              <a:gdLst/>
              <a:ahLst/>
              <a:cxnLst/>
              <a:rect l="l" t="t" r="r" b="b"/>
              <a:pathLst>
                <a:path w="13379" h="18651" extrusionOk="0">
                  <a:moveTo>
                    <a:pt x="8074" y="573"/>
                  </a:moveTo>
                  <a:cubicBezTo>
                    <a:pt x="8362" y="573"/>
                    <a:pt x="8685" y="627"/>
                    <a:pt x="9039" y="771"/>
                  </a:cubicBezTo>
                  <a:cubicBezTo>
                    <a:pt x="9829" y="1092"/>
                    <a:pt x="9940" y="1366"/>
                    <a:pt x="9952" y="1467"/>
                  </a:cubicBezTo>
                  <a:cubicBezTo>
                    <a:pt x="9971" y="1636"/>
                    <a:pt x="9781" y="1809"/>
                    <a:pt x="9715" y="1855"/>
                  </a:cubicBezTo>
                  <a:lnTo>
                    <a:pt x="9516" y="1991"/>
                  </a:lnTo>
                  <a:lnTo>
                    <a:pt x="9616" y="2210"/>
                  </a:lnTo>
                  <a:cubicBezTo>
                    <a:pt x="9631" y="2241"/>
                    <a:pt x="11071" y="5378"/>
                    <a:pt x="11551" y="7081"/>
                  </a:cubicBezTo>
                  <a:cubicBezTo>
                    <a:pt x="11869" y="8211"/>
                    <a:pt x="12184" y="11822"/>
                    <a:pt x="12438" y="14724"/>
                  </a:cubicBezTo>
                  <a:cubicBezTo>
                    <a:pt x="12561" y="16125"/>
                    <a:pt x="12667" y="17344"/>
                    <a:pt x="12752" y="18021"/>
                  </a:cubicBezTo>
                  <a:cubicBezTo>
                    <a:pt x="12090" y="17668"/>
                    <a:pt x="10256" y="15849"/>
                    <a:pt x="8883" y="14489"/>
                  </a:cubicBezTo>
                  <a:cubicBezTo>
                    <a:pt x="6633" y="12260"/>
                    <a:pt x="5218" y="10891"/>
                    <a:pt x="4548" y="10688"/>
                  </a:cubicBezTo>
                  <a:cubicBezTo>
                    <a:pt x="3439" y="10354"/>
                    <a:pt x="1732" y="9567"/>
                    <a:pt x="987" y="9215"/>
                  </a:cubicBezTo>
                  <a:cubicBezTo>
                    <a:pt x="3134" y="7162"/>
                    <a:pt x="5471" y="5008"/>
                    <a:pt x="5788" y="4856"/>
                  </a:cubicBezTo>
                  <a:cubicBezTo>
                    <a:pt x="6369" y="4625"/>
                    <a:pt x="6351" y="3572"/>
                    <a:pt x="6133" y="1945"/>
                  </a:cubicBezTo>
                  <a:cubicBezTo>
                    <a:pt x="6106" y="1741"/>
                    <a:pt x="6298" y="1354"/>
                    <a:pt x="6708" y="1037"/>
                  </a:cubicBezTo>
                  <a:cubicBezTo>
                    <a:pt x="6924" y="870"/>
                    <a:pt x="7403" y="573"/>
                    <a:pt x="8074" y="573"/>
                  </a:cubicBezTo>
                  <a:close/>
                  <a:moveTo>
                    <a:pt x="8069" y="1"/>
                  </a:moveTo>
                  <a:cubicBezTo>
                    <a:pt x="7232" y="1"/>
                    <a:pt x="6630" y="376"/>
                    <a:pt x="6359" y="587"/>
                  </a:cubicBezTo>
                  <a:cubicBezTo>
                    <a:pt x="5819" y="1006"/>
                    <a:pt x="5508" y="1568"/>
                    <a:pt x="5569" y="2021"/>
                  </a:cubicBezTo>
                  <a:cubicBezTo>
                    <a:pt x="5823" y="3925"/>
                    <a:pt x="5657" y="4268"/>
                    <a:pt x="5577" y="4326"/>
                  </a:cubicBezTo>
                  <a:cubicBezTo>
                    <a:pt x="5073" y="4527"/>
                    <a:pt x="1406" y="8021"/>
                    <a:pt x="295" y="9088"/>
                  </a:cubicBezTo>
                  <a:lnTo>
                    <a:pt x="0" y="9370"/>
                  </a:lnTo>
                  <a:lnTo>
                    <a:pt x="367" y="9549"/>
                  </a:lnTo>
                  <a:cubicBezTo>
                    <a:pt x="469" y="9600"/>
                    <a:pt x="2895" y="10784"/>
                    <a:pt x="4383" y="11233"/>
                  </a:cubicBezTo>
                  <a:cubicBezTo>
                    <a:pt x="4966" y="11410"/>
                    <a:pt x="6834" y="13261"/>
                    <a:pt x="8482" y="14895"/>
                  </a:cubicBezTo>
                  <a:cubicBezTo>
                    <a:pt x="11308" y="17694"/>
                    <a:pt x="12359" y="18651"/>
                    <a:pt x="12918" y="18651"/>
                  </a:cubicBezTo>
                  <a:cubicBezTo>
                    <a:pt x="12982" y="18651"/>
                    <a:pt x="13046" y="18636"/>
                    <a:pt x="13105" y="18608"/>
                  </a:cubicBezTo>
                  <a:cubicBezTo>
                    <a:pt x="13210" y="18556"/>
                    <a:pt x="13378" y="18415"/>
                    <a:pt x="13330" y="18052"/>
                  </a:cubicBezTo>
                  <a:cubicBezTo>
                    <a:pt x="13245" y="17416"/>
                    <a:pt x="13133" y="16145"/>
                    <a:pt x="13005" y="14674"/>
                  </a:cubicBezTo>
                  <a:cubicBezTo>
                    <a:pt x="12749" y="11749"/>
                    <a:pt x="12431" y="8107"/>
                    <a:pt x="12098" y="6926"/>
                  </a:cubicBezTo>
                  <a:cubicBezTo>
                    <a:pt x="11672" y="5409"/>
                    <a:pt x="10549" y="2887"/>
                    <a:pt x="10222" y="2166"/>
                  </a:cubicBezTo>
                  <a:cubicBezTo>
                    <a:pt x="10391" y="1990"/>
                    <a:pt x="10552" y="1722"/>
                    <a:pt x="10518" y="1410"/>
                  </a:cubicBezTo>
                  <a:cubicBezTo>
                    <a:pt x="10470" y="951"/>
                    <a:pt x="10057" y="570"/>
                    <a:pt x="9253" y="244"/>
                  </a:cubicBezTo>
                  <a:cubicBezTo>
                    <a:pt x="8821" y="68"/>
                    <a:pt x="8424" y="1"/>
                    <a:pt x="8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6"/>
            <p:cNvSpPr/>
            <p:nvPr/>
          </p:nvSpPr>
          <p:spPr>
            <a:xfrm>
              <a:off x="4381700" y="1743400"/>
              <a:ext cx="574125" cy="421775"/>
            </a:xfrm>
            <a:custGeom>
              <a:avLst/>
              <a:gdLst/>
              <a:ahLst/>
              <a:cxnLst/>
              <a:rect l="l" t="t" r="r" b="b"/>
              <a:pathLst>
                <a:path w="22965" h="16871" extrusionOk="0">
                  <a:moveTo>
                    <a:pt x="8204" y="0"/>
                  </a:moveTo>
                  <a:cubicBezTo>
                    <a:pt x="8188" y="0"/>
                    <a:pt x="8172" y="0"/>
                    <a:pt x="8156" y="0"/>
                  </a:cubicBezTo>
                  <a:cubicBezTo>
                    <a:pt x="5963" y="35"/>
                    <a:pt x="3955" y="1468"/>
                    <a:pt x="2278" y="2468"/>
                  </a:cubicBezTo>
                  <a:cubicBezTo>
                    <a:pt x="602" y="3468"/>
                    <a:pt x="0" y="5746"/>
                    <a:pt x="1568" y="6830"/>
                  </a:cubicBezTo>
                  <a:cubicBezTo>
                    <a:pt x="3136" y="7913"/>
                    <a:pt x="5651" y="8353"/>
                    <a:pt x="5651" y="8353"/>
                  </a:cubicBezTo>
                  <a:lnTo>
                    <a:pt x="9023" y="8420"/>
                  </a:lnTo>
                  <a:cubicBezTo>
                    <a:pt x="9023" y="8420"/>
                    <a:pt x="8956" y="9851"/>
                    <a:pt x="8769" y="10394"/>
                  </a:cubicBezTo>
                  <a:cubicBezTo>
                    <a:pt x="8583" y="10936"/>
                    <a:pt x="9693" y="12468"/>
                    <a:pt x="10304" y="13163"/>
                  </a:cubicBezTo>
                  <a:cubicBezTo>
                    <a:pt x="10913" y="13858"/>
                    <a:pt x="11159" y="14730"/>
                    <a:pt x="12167" y="15500"/>
                  </a:cubicBezTo>
                  <a:cubicBezTo>
                    <a:pt x="12655" y="15873"/>
                    <a:pt x="13171" y="16000"/>
                    <a:pt x="13701" y="16000"/>
                  </a:cubicBezTo>
                  <a:cubicBezTo>
                    <a:pt x="14266" y="16000"/>
                    <a:pt x="14847" y="15856"/>
                    <a:pt x="15429" y="15711"/>
                  </a:cubicBezTo>
                  <a:cubicBezTo>
                    <a:pt x="15632" y="15661"/>
                    <a:pt x="15775" y="15639"/>
                    <a:pt x="15881" y="15639"/>
                  </a:cubicBezTo>
                  <a:cubicBezTo>
                    <a:pt x="16362" y="15639"/>
                    <a:pt x="16053" y="16086"/>
                    <a:pt x="16929" y="16287"/>
                  </a:cubicBezTo>
                  <a:cubicBezTo>
                    <a:pt x="17995" y="16532"/>
                    <a:pt x="19334" y="16870"/>
                    <a:pt x="19334" y="16870"/>
                  </a:cubicBezTo>
                  <a:cubicBezTo>
                    <a:pt x="19334" y="16870"/>
                    <a:pt x="20993" y="13803"/>
                    <a:pt x="21839" y="12397"/>
                  </a:cubicBezTo>
                  <a:cubicBezTo>
                    <a:pt x="22687" y="10991"/>
                    <a:pt x="22965" y="4358"/>
                    <a:pt x="20643" y="2470"/>
                  </a:cubicBezTo>
                  <a:cubicBezTo>
                    <a:pt x="19854" y="1828"/>
                    <a:pt x="18854" y="1618"/>
                    <a:pt x="17817" y="1618"/>
                  </a:cubicBezTo>
                  <a:cubicBezTo>
                    <a:pt x="15841" y="1618"/>
                    <a:pt x="13729" y="2381"/>
                    <a:pt x="12677" y="2381"/>
                  </a:cubicBezTo>
                  <a:cubicBezTo>
                    <a:pt x="12655" y="2381"/>
                    <a:pt x="12634" y="2380"/>
                    <a:pt x="12613" y="2380"/>
                  </a:cubicBezTo>
                  <a:cubicBezTo>
                    <a:pt x="11066" y="2329"/>
                    <a:pt x="10360" y="0"/>
                    <a:pt x="82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6"/>
            <p:cNvSpPr/>
            <p:nvPr/>
          </p:nvSpPr>
          <p:spPr>
            <a:xfrm>
              <a:off x="4390400" y="1736300"/>
              <a:ext cx="572000" cy="437150"/>
            </a:xfrm>
            <a:custGeom>
              <a:avLst/>
              <a:gdLst/>
              <a:ahLst/>
              <a:cxnLst/>
              <a:rect l="l" t="t" r="r" b="b"/>
              <a:pathLst>
                <a:path w="22880" h="17486" extrusionOk="0">
                  <a:moveTo>
                    <a:pt x="7855" y="570"/>
                  </a:moveTo>
                  <a:cubicBezTo>
                    <a:pt x="8921" y="570"/>
                    <a:pt x="9606" y="1208"/>
                    <a:pt x="10268" y="1826"/>
                  </a:cubicBezTo>
                  <a:cubicBezTo>
                    <a:pt x="10847" y="2365"/>
                    <a:pt x="11445" y="2922"/>
                    <a:pt x="12256" y="2949"/>
                  </a:cubicBezTo>
                  <a:cubicBezTo>
                    <a:pt x="12279" y="2950"/>
                    <a:pt x="12302" y="2950"/>
                    <a:pt x="12326" y="2950"/>
                  </a:cubicBezTo>
                  <a:cubicBezTo>
                    <a:pt x="12810" y="2950"/>
                    <a:pt x="13452" y="2811"/>
                    <a:pt x="14198" y="2651"/>
                  </a:cubicBezTo>
                  <a:cubicBezTo>
                    <a:pt x="15178" y="2441"/>
                    <a:pt x="16351" y="2190"/>
                    <a:pt x="17467" y="2190"/>
                  </a:cubicBezTo>
                  <a:cubicBezTo>
                    <a:pt x="18450" y="2190"/>
                    <a:pt x="19389" y="2385"/>
                    <a:pt x="20116" y="2975"/>
                  </a:cubicBezTo>
                  <a:cubicBezTo>
                    <a:pt x="22227" y="4693"/>
                    <a:pt x="22076" y="11161"/>
                    <a:pt x="21249" y="12535"/>
                  </a:cubicBezTo>
                  <a:cubicBezTo>
                    <a:pt x="20532" y="13725"/>
                    <a:pt x="19222" y="16126"/>
                    <a:pt x="18843" y="16825"/>
                  </a:cubicBezTo>
                  <a:cubicBezTo>
                    <a:pt x="18420" y="16720"/>
                    <a:pt x="17454" y="16479"/>
                    <a:pt x="16645" y="16293"/>
                  </a:cubicBezTo>
                  <a:cubicBezTo>
                    <a:pt x="16271" y="16208"/>
                    <a:pt x="16198" y="16094"/>
                    <a:pt x="16120" y="15974"/>
                  </a:cubicBezTo>
                  <a:cubicBezTo>
                    <a:pt x="15970" y="15743"/>
                    <a:pt x="15808" y="15638"/>
                    <a:pt x="15534" y="15638"/>
                  </a:cubicBezTo>
                  <a:cubicBezTo>
                    <a:pt x="15393" y="15638"/>
                    <a:pt x="15223" y="15667"/>
                    <a:pt x="15012" y="15720"/>
                  </a:cubicBezTo>
                  <a:cubicBezTo>
                    <a:pt x="14441" y="15862"/>
                    <a:pt x="13887" y="16000"/>
                    <a:pt x="13359" y="16000"/>
                  </a:cubicBezTo>
                  <a:cubicBezTo>
                    <a:pt x="12879" y="16000"/>
                    <a:pt x="12421" y="15886"/>
                    <a:pt x="11993" y="15558"/>
                  </a:cubicBezTo>
                  <a:cubicBezTo>
                    <a:pt x="11395" y="15101"/>
                    <a:pt x="11080" y="14600"/>
                    <a:pt x="10776" y="14116"/>
                  </a:cubicBezTo>
                  <a:cubicBezTo>
                    <a:pt x="10594" y="13828"/>
                    <a:pt x="10408" y="13531"/>
                    <a:pt x="10170" y="13259"/>
                  </a:cubicBezTo>
                  <a:cubicBezTo>
                    <a:pt x="9324" y="12297"/>
                    <a:pt x="8591" y="11063"/>
                    <a:pt x="8692" y="10771"/>
                  </a:cubicBezTo>
                  <a:cubicBezTo>
                    <a:pt x="8889" y="10197"/>
                    <a:pt x="8957" y="8779"/>
                    <a:pt x="8959" y="8718"/>
                  </a:cubicBezTo>
                  <a:lnTo>
                    <a:pt x="8974" y="8425"/>
                  </a:lnTo>
                  <a:lnTo>
                    <a:pt x="5333" y="8354"/>
                  </a:lnTo>
                  <a:cubicBezTo>
                    <a:pt x="5091" y="8309"/>
                    <a:pt x="2806" y="7864"/>
                    <a:pt x="1383" y="6880"/>
                  </a:cubicBezTo>
                  <a:cubicBezTo>
                    <a:pt x="705" y="6412"/>
                    <a:pt x="581" y="5772"/>
                    <a:pt x="597" y="5318"/>
                  </a:cubicBezTo>
                  <a:cubicBezTo>
                    <a:pt x="626" y="4427"/>
                    <a:pt x="1208" y="3515"/>
                    <a:pt x="2077" y="2997"/>
                  </a:cubicBezTo>
                  <a:cubicBezTo>
                    <a:pt x="2298" y="2865"/>
                    <a:pt x="2525" y="2726"/>
                    <a:pt x="2757" y="2582"/>
                  </a:cubicBezTo>
                  <a:cubicBezTo>
                    <a:pt x="4271" y="1652"/>
                    <a:pt x="5985" y="598"/>
                    <a:pt x="7814" y="570"/>
                  </a:cubicBezTo>
                  <a:close/>
                  <a:moveTo>
                    <a:pt x="7879" y="0"/>
                  </a:moveTo>
                  <a:cubicBezTo>
                    <a:pt x="7854" y="0"/>
                    <a:pt x="7829" y="1"/>
                    <a:pt x="7805" y="1"/>
                  </a:cubicBezTo>
                  <a:cubicBezTo>
                    <a:pt x="5821" y="32"/>
                    <a:pt x="4036" y="1129"/>
                    <a:pt x="2460" y="2097"/>
                  </a:cubicBezTo>
                  <a:cubicBezTo>
                    <a:pt x="2230" y="2239"/>
                    <a:pt x="2006" y="2377"/>
                    <a:pt x="1786" y="2508"/>
                  </a:cubicBezTo>
                  <a:cubicBezTo>
                    <a:pt x="754" y="3123"/>
                    <a:pt x="64" y="4219"/>
                    <a:pt x="28" y="5299"/>
                  </a:cubicBezTo>
                  <a:cubicBezTo>
                    <a:pt x="0" y="6142"/>
                    <a:pt x="366" y="6869"/>
                    <a:pt x="1060" y="7349"/>
                  </a:cubicBezTo>
                  <a:cubicBezTo>
                    <a:pt x="2660" y="8456"/>
                    <a:pt x="5151" y="8900"/>
                    <a:pt x="5256" y="8920"/>
                  </a:cubicBezTo>
                  <a:lnTo>
                    <a:pt x="8373" y="8984"/>
                  </a:lnTo>
                  <a:cubicBezTo>
                    <a:pt x="8339" y="9475"/>
                    <a:pt x="8267" y="10253"/>
                    <a:pt x="8152" y="10587"/>
                  </a:cubicBezTo>
                  <a:cubicBezTo>
                    <a:pt x="7850" y="11468"/>
                    <a:pt x="9723" y="13615"/>
                    <a:pt x="9741" y="13636"/>
                  </a:cubicBezTo>
                  <a:cubicBezTo>
                    <a:pt x="9950" y="13873"/>
                    <a:pt x="10116" y="14138"/>
                    <a:pt x="10293" y="14418"/>
                  </a:cubicBezTo>
                  <a:cubicBezTo>
                    <a:pt x="10609" y="14922"/>
                    <a:pt x="10967" y="15492"/>
                    <a:pt x="11647" y="16012"/>
                  </a:cubicBezTo>
                  <a:cubicBezTo>
                    <a:pt x="12197" y="16431"/>
                    <a:pt x="12768" y="16572"/>
                    <a:pt x="13346" y="16572"/>
                  </a:cubicBezTo>
                  <a:cubicBezTo>
                    <a:pt x="13946" y="16572"/>
                    <a:pt x="14553" y="16421"/>
                    <a:pt x="15150" y="16273"/>
                  </a:cubicBezTo>
                  <a:cubicBezTo>
                    <a:pt x="15366" y="16219"/>
                    <a:pt x="15481" y="16208"/>
                    <a:pt x="15539" y="16208"/>
                  </a:cubicBezTo>
                  <a:cubicBezTo>
                    <a:pt x="15577" y="16208"/>
                    <a:pt x="15590" y="16212"/>
                    <a:pt x="15592" y="16213"/>
                  </a:cubicBezTo>
                  <a:cubicBezTo>
                    <a:pt x="15610" y="16235"/>
                    <a:pt x="15627" y="16259"/>
                    <a:pt x="15643" y="16284"/>
                  </a:cubicBezTo>
                  <a:cubicBezTo>
                    <a:pt x="15783" y="16500"/>
                    <a:pt x="15966" y="16722"/>
                    <a:pt x="16518" y="16848"/>
                  </a:cubicBezTo>
                  <a:cubicBezTo>
                    <a:pt x="17582" y="17093"/>
                    <a:pt x="18917" y="17431"/>
                    <a:pt x="18917" y="17431"/>
                  </a:cubicBezTo>
                  <a:lnTo>
                    <a:pt x="19133" y="17486"/>
                  </a:lnTo>
                  <a:lnTo>
                    <a:pt x="19238" y="17291"/>
                  </a:lnTo>
                  <a:cubicBezTo>
                    <a:pt x="19254" y="17260"/>
                    <a:pt x="20903" y="14214"/>
                    <a:pt x="21737" y="12829"/>
                  </a:cubicBezTo>
                  <a:cubicBezTo>
                    <a:pt x="22674" y="11272"/>
                    <a:pt x="22880" y="4490"/>
                    <a:pt x="20476" y="2534"/>
                  </a:cubicBezTo>
                  <a:cubicBezTo>
                    <a:pt x="19626" y="1843"/>
                    <a:pt x="18564" y="1619"/>
                    <a:pt x="17472" y="1619"/>
                  </a:cubicBezTo>
                  <a:cubicBezTo>
                    <a:pt x="16299" y="1619"/>
                    <a:pt x="15092" y="1878"/>
                    <a:pt x="14080" y="2095"/>
                  </a:cubicBezTo>
                  <a:cubicBezTo>
                    <a:pt x="13359" y="2248"/>
                    <a:pt x="12737" y="2381"/>
                    <a:pt x="12320" y="2381"/>
                  </a:cubicBezTo>
                  <a:cubicBezTo>
                    <a:pt x="12305" y="2381"/>
                    <a:pt x="12290" y="2381"/>
                    <a:pt x="12275" y="2380"/>
                  </a:cubicBezTo>
                  <a:cubicBezTo>
                    <a:pt x="11679" y="2360"/>
                    <a:pt x="11205" y="1920"/>
                    <a:pt x="10658" y="1410"/>
                  </a:cubicBezTo>
                  <a:cubicBezTo>
                    <a:pt x="9953" y="752"/>
                    <a:pt x="9130" y="0"/>
                    <a:pt x="78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6"/>
            <p:cNvSpPr/>
            <p:nvPr/>
          </p:nvSpPr>
          <p:spPr>
            <a:xfrm>
              <a:off x="4680525" y="1916950"/>
              <a:ext cx="222250" cy="84725"/>
            </a:xfrm>
            <a:custGeom>
              <a:avLst/>
              <a:gdLst/>
              <a:ahLst/>
              <a:cxnLst/>
              <a:rect l="l" t="t" r="r" b="b"/>
              <a:pathLst>
                <a:path w="8890" h="3389" extrusionOk="0">
                  <a:moveTo>
                    <a:pt x="299" y="0"/>
                  </a:moveTo>
                  <a:cubicBezTo>
                    <a:pt x="163" y="0"/>
                    <a:pt x="28" y="113"/>
                    <a:pt x="15" y="259"/>
                  </a:cubicBezTo>
                  <a:cubicBezTo>
                    <a:pt x="1" y="416"/>
                    <a:pt x="116" y="555"/>
                    <a:pt x="273" y="570"/>
                  </a:cubicBezTo>
                  <a:cubicBezTo>
                    <a:pt x="330" y="574"/>
                    <a:pt x="6014" y="1114"/>
                    <a:pt x="8310" y="3310"/>
                  </a:cubicBezTo>
                  <a:cubicBezTo>
                    <a:pt x="8362" y="3360"/>
                    <a:pt x="8431" y="3389"/>
                    <a:pt x="8503" y="3389"/>
                  </a:cubicBezTo>
                  <a:cubicBezTo>
                    <a:pt x="8505" y="3389"/>
                    <a:pt x="8506" y="3389"/>
                    <a:pt x="8507" y="3389"/>
                  </a:cubicBezTo>
                  <a:cubicBezTo>
                    <a:pt x="8508" y="3389"/>
                    <a:pt x="8508" y="3389"/>
                    <a:pt x="8509" y="3389"/>
                  </a:cubicBezTo>
                  <a:cubicBezTo>
                    <a:pt x="8764" y="3389"/>
                    <a:pt x="8890" y="3076"/>
                    <a:pt x="8705" y="2899"/>
                  </a:cubicBezTo>
                  <a:cubicBezTo>
                    <a:pt x="6265" y="566"/>
                    <a:pt x="566" y="24"/>
                    <a:pt x="325" y="2"/>
                  </a:cubicBezTo>
                  <a:cubicBezTo>
                    <a:pt x="316" y="1"/>
                    <a:pt x="307" y="0"/>
                    <a:pt x="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6"/>
            <p:cNvSpPr/>
            <p:nvPr/>
          </p:nvSpPr>
          <p:spPr>
            <a:xfrm>
              <a:off x="4852375" y="2018125"/>
              <a:ext cx="47700" cy="36150"/>
            </a:xfrm>
            <a:custGeom>
              <a:avLst/>
              <a:gdLst/>
              <a:ahLst/>
              <a:cxnLst/>
              <a:rect l="l" t="t" r="r" b="b"/>
              <a:pathLst>
                <a:path w="1908" h="1446" extrusionOk="0">
                  <a:moveTo>
                    <a:pt x="326" y="0"/>
                  </a:moveTo>
                  <a:cubicBezTo>
                    <a:pt x="230" y="0"/>
                    <a:pt x="136" y="48"/>
                    <a:pt x="82" y="136"/>
                  </a:cubicBezTo>
                  <a:cubicBezTo>
                    <a:pt x="0" y="271"/>
                    <a:pt x="43" y="446"/>
                    <a:pt x="177" y="528"/>
                  </a:cubicBezTo>
                  <a:cubicBezTo>
                    <a:pt x="586" y="776"/>
                    <a:pt x="974" y="1060"/>
                    <a:pt x="1335" y="1375"/>
                  </a:cubicBezTo>
                  <a:cubicBezTo>
                    <a:pt x="1387" y="1421"/>
                    <a:pt x="1454" y="1446"/>
                    <a:pt x="1523" y="1446"/>
                  </a:cubicBezTo>
                  <a:cubicBezTo>
                    <a:pt x="1786" y="1446"/>
                    <a:pt x="1907" y="1121"/>
                    <a:pt x="1711" y="947"/>
                  </a:cubicBezTo>
                  <a:cubicBezTo>
                    <a:pt x="1325" y="610"/>
                    <a:pt x="911" y="308"/>
                    <a:pt x="474" y="42"/>
                  </a:cubicBezTo>
                  <a:cubicBezTo>
                    <a:pt x="428" y="14"/>
                    <a:pt x="376" y="0"/>
                    <a:pt x="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6"/>
            <p:cNvSpPr/>
            <p:nvPr/>
          </p:nvSpPr>
          <p:spPr>
            <a:xfrm>
              <a:off x="4680650" y="1965900"/>
              <a:ext cx="142675" cy="44250"/>
            </a:xfrm>
            <a:custGeom>
              <a:avLst/>
              <a:gdLst/>
              <a:ahLst/>
              <a:cxnLst/>
              <a:rect l="l" t="t" r="r" b="b"/>
              <a:pathLst>
                <a:path w="5707" h="1770" extrusionOk="0">
                  <a:moveTo>
                    <a:pt x="301" y="1"/>
                  </a:moveTo>
                  <a:cubicBezTo>
                    <a:pt x="137" y="1"/>
                    <a:pt x="21" y="114"/>
                    <a:pt x="10" y="266"/>
                  </a:cubicBezTo>
                  <a:cubicBezTo>
                    <a:pt x="0" y="422"/>
                    <a:pt x="118" y="558"/>
                    <a:pt x="275" y="570"/>
                  </a:cubicBezTo>
                  <a:cubicBezTo>
                    <a:pt x="302" y="571"/>
                    <a:pt x="2823" y="757"/>
                    <a:pt x="5296" y="1749"/>
                  </a:cubicBezTo>
                  <a:cubicBezTo>
                    <a:pt x="5329" y="1763"/>
                    <a:pt x="5365" y="1769"/>
                    <a:pt x="5402" y="1769"/>
                  </a:cubicBezTo>
                  <a:cubicBezTo>
                    <a:pt x="5537" y="1769"/>
                    <a:pt x="5655" y="1672"/>
                    <a:pt x="5681" y="1539"/>
                  </a:cubicBezTo>
                  <a:cubicBezTo>
                    <a:pt x="5707" y="1405"/>
                    <a:pt x="5634" y="1272"/>
                    <a:pt x="5508" y="1221"/>
                  </a:cubicBezTo>
                  <a:cubicBezTo>
                    <a:pt x="2949" y="194"/>
                    <a:pt x="421" y="9"/>
                    <a:pt x="315" y="1"/>
                  </a:cubicBezTo>
                  <a:cubicBezTo>
                    <a:pt x="310" y="1"/>
                    <a:pt x="306" y="1"/>
                    <a:pt x="3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6"/>
            <p:cNvSpPr/>
            <p:nvPr/>
          </p:nvSpPr>
          <p:spPr>
            <a:xfrm>
              <a:off x="4828150" y="1903275"/>
              <a:ext cx="57725" cy="48375"/>
            </a:xfrm>
            <a:custGeom>
              <a:avLst/>
              <a:gdLst/>
              <a:ahLst/>
              <a:cxnLst/>
              <a:rect l="l" t="t" r="r" b="b"/>
              <a:pathLst>
                <a:path w="2309" h="1935" extrusionOk="0">
                  <a:moveTo>
                    <a:pt x="325" y="0"/>
                  </a:moveTo>
                  <a:cubicBezTo>
                    <a:pt x="229" y="0"/>
                    <a:pt x="134" y="49"/>
                    <a:pt x="81" y="138"/>
                  </a:cubicBezTo>
                  <a:cubicBezTo>
                    <a:pt x="1" y="273"/>
                    <a:pt x="44" y="448"/>
                    <a:pt x="179" y="529"/>
                  </a:cubicBezTo>
                  <a:cubicBezTo>
                    <a:pt x="1240" y="1165"/>
                    <a:pt x="1706" y="1810"/>
                    <a:pt x="1711" y="1816"/>
                  </a:cubicBezTo>
                  <a:cubicBezTo>
                    <a:pt x="1764" y="1890"/>
                    <a:pt x="1848" y="1935"/>
                    <a:pt x="1940" y="1935"/>
                  </a:cubicBezTo>
                  <a:cubicBezTo>
                    <a:pt x="1941" y="1935"/>
                    <a:pt x="1942" y="1935"/>
                    <a:pt x="1943" y="1935"/>
                  </a:cubicBezTo>
                  <a:cubicBezTo>
                    <a:pt x="1944" y="1935"/>
                    <a:pt x="1944" y="1935"/>
                    <a:pt x="1945" y="1935"/>
                  </a:cubicBezTo>
                  <a:cubicBezTo>
                    <a:pt x="2175" y="1935"/>
                    <a:pt x="2308" y="1675"/>
                    <a:pt x="2177" y="1487"/>
                  </a:cubicBezTo>
                  <a:cubicBezTo>
                    <a:pt x="2155" y="1457"/>
                    <a:pt x="1645" y="744"/>
                    <a:pt x="471" y="41"/>
                  </a:cubicBezTo>
                  <a:cubicBezTo>
                    <a:pt x="426" y="13"/>
                    <a:pt x="375" y="0"/>
                    <a:pt x="3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6"/>
            <p:cNvSpPr/>
            <p:nvPr/>
          </p:nvSpPr>
          <p:spPr>
            <a:xfrm>
              <a:off x="4463300" y="1820250"/>
              <a:ext cx="356425" cy="99725"/>
            </a:xfrm>
            <a:custGeom>
              <a:avLst/>
              <a:gdLst/>
              <a:ahLst/>
              <a:cxnLst/>
              <a:rect l="l" t="t" r="r" b="b"/>
              <a:pathLst>
                <a:path w="14257" h="3989" extrusionOk="0">
                  <a:moveTo>
                    <a:pt x="1812" y="1"/>
                  </a:moveTo>
                  <a:cubicBezTo>
                    <a:pt x="1751" y="1"/>
                    <a:pt x="1691" y="20"/>
                    <a:pt x="1639" y="60"/>
                  </a:cubicBezTo>
                  <a:cubicBezTo>
                    <a:pt x="1471" y="192"/>
                    <a:pt x="0" y="1382"/>
                    <a:pt x="61" y="2543"/>
                  </a:cubicBezTo>
                  <a:cubicBezTo>
                    <a:pt x="85" y="2991"/>
                    <a:pt x="325" y="3361"/>
                    <a:pt x="776" y="3645"/>
                  </a:cubicBezTo>
                  <a:cubicBezTo>
                    <a:pt x="1167" y="3891"/>
                    <a:pt x="1551" y="3988"/>
                    <a:pt x="1953" y="3988"/>
                  </a:cubicBezTo>
                  <a:cubicBezTo>
                    <a:pt x="2539" y="3988"/>
                    <a:pt x="3164" y="3782"/>
                    <a:pt x="3914" y="3536"/>
                  </a:cubicBezTo>
                  <a:cubicBezTo>
                    <a:pt x="5139" y="3132"/>
                    <a:pt x="6816" y="2580"/>
                    <a:pt x="9393" y="2557"/>
                  </a:cubicBezTo>
                  <a:cubicBezTo>
                    <a:pt x="9414" y="2557"/>
                    <a:pt x="9435" y="2557"/>
                    <a:pt x="9455" y="2557"/>
                  </a:cubicBezTo>
                  <a:cubicBezTo>
                    <a:pt x="11108" y="2557"/>
                    <a:pt x="12561" y="2823"/>
                    <a:pt x="13825" y="3366"/>
                  </a:cubicBezTo>
                  <a:cubicBezTo>
                    <a:pt x="13860" y="3381"/>
                    <a:pt x="13897" y="3388"/>
                    <a:pt x="13933" y="3388"/>
                  </a:cubicBezTo>
                  <a:cubicBezTo>
                    <a:pt x="14043" y="3388"/>
                    <a:pt x="14148" y="3323"/>
                    <a:pt x="14195" y="3215"/>
                  </a:cubicBezTo>
                  <a:cubicBezTo>
                    <a:pt x="14256" y="3072"/>
                    <a:pt x="14192" y="2906"/>
                    <a:pt x="14050" y="2843"/>
                  </a:cubicBezTo>
                  <a:cubicBezTo>
                    <a:pt x="12713" y="2267"/>
                    <a:pt x="11167" y="1987"/>
                    <a:pt x="9450" y="1987"/>
                  </a:cubicBezTo>
                  <a:cubicBezTo>
                    <a:pt x="9429" y="1987"/>
                    <a:pt x="9409" y="1987"/>
                    <a:pt x="9388" y="1987"/>
                  </a:cubicBezTo>
                  <a:cubicBezTo>
                    <a:pt x="6723" y="2011"/>
                    <a:pt x="4997" y="2579"/>
                    <a:pt x="3736" y="2994"/>
                  </a:cubicBezTo>
                  <a:cubicBezTo>
                    <a:pt x="3006" y="3235"/>
                    <a:pt x="2451" y="3417"/>
                    <a:pt x="1963" y="3417"/>
                  </a:cubicBezTo>
                  <a:cubicBezTo>
                    <a:pt x="1651" y="3417"/>
                    <a:pt x="1366" y="3343"/>
                    <a:pt x="1079" y="3162"/>
                  </a:cubicBezTo>
                  <a:cubicBezTo>
                    <a:pt x="790" y="2982"/>
                    <a:pt x="644" y="2768"/>
                    <a:pt x="630" y="2512"/>
                  </a:cubicBezTo>
                  <a:cubicBezTo>
                    <a:pt x="592" y="1778"/>
                    <a:pt x="1600" y="816"/>
                    <a:pt x="1991" y="506"/>
                  </a:cubicBezTo>
                  <a:cubicBezTo>
                    <a:pt x="2112" y="408"/>
                    <a:pt x="2132" y="231"/>
                    <a:pt x="2035" y="109"/>
                  </a:cubicBezTo>
                  <a:cubicBezTo>
                    <a:pt x="1979" y="38"/>
                    <a:pt x="1896" y="1"/>
                    <a:pt x="1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6"/>
            <p:cNvSpPr/>
            <p:nvPr/>
          </p:nvSpPr>
          <p:spPr>
            <a:xfrm>
              <a:off x="4448100" y="1917275"/>
              <a:ext cx="401275" cy="454200"/>
            </a:xfrm>
            <a:custGeom>
              <a:avLst/>
              <a:gdLst/>
              <a:ahLst/>
              <a:cxnLst/>
              <a:rect l="l" t="t" r="r" b="b"/>
              <a:pathLst>
                <a:path w="16051" h="18168" extrusionOk="0">
                  <a:moveTo>
                    <a:pt x="8628" y="0"/>
                  </a:moveTo>
                  <a:lnTo>
                    <a:pt x="1988" y="629"/>
                  </a:lnTo>
                  <a:cubicBezTo>
                    <a:pt x="1988" y="629"/>
                    <a:pt x="825" y="4682"/>
                    <a:pt x="1058" y="5279"/>
                  </a:cubicBezTo>
                  <a:cubicBezTo>
                    <a:pt x="1366" y="6071"/>
                    <a:pt x="1582" y="7278"/>
                    <a:pt x="1582" y="7278"/>
                  </a:cubicBezTo>
                  <a:lnTo>
                    <a:pt x="0" y="9947"/>
                  </a:lnTo>
                  <a:cubicBezTo>
                    <a:pt x="0" y="9947"/>
                    <a:pt x="263" y="10946"/>
                    <a:pt x="788" y="11004"/>
                  </a:cubicBezTo>
                  <a:cubicBezTo>
                    <a:pt x="1313" y="11063"/>
                    <a:pt x="2576" y="11800"/>
                    <a:pt x="2576" y="11800"/>
                  </a:cubicBezTo>
                  <a:cubicBezTo>
                    <a:pt x="2576" y="11800"/>
                    <a:pt x="4102" y="17415"/>
                    <a:pt x="4644" y="17602"/>
                  </a:cubicBezTo>
                  <a:cubicBezTo>
                    <a:pt x="5076" y="17751"/>
                    <a:pt x="5954" y="18168"/>
                    <a:pt x="6534" y="18168"/>
                  </a:cubicBezTo>
                  <a:cubicBezTo>
                    <a:pt x="6681" y="18168"/>
                    <a:pt x="6810" y="18141"/>
                    <a:pt x="6906" y="18075"/>
                  </a:cubicBezTo>
                  <a:cubicBezTo>
                    <a:pt x="7380" y="17754"/>
                    <a:pt x="13164" y="13617"/>
                    <a:pt x="13859" y="13008"/>
                  </a:cubicBezTo>
                  <a:cubicBezTo>
                    <a:pt x="14553" y="12399"/>
                    <a:pt x="14273" y="9332"/>
                    <a:pt x="14273" y="9332"/>
                  </a:cubicBezTo>
                  <a:cubicBezTo>
                    <a:pt x="14273" y="9332"/>
                    <a:pt x="16050" y="7155"/>
                    <a:pt x="15338" y="5697"/>
                  </a:cubicBezTo>
                  <a:cubicBezTo>
                    <a:pt x="15023" y="5052"/>
                    <a:pt x="14529" y="4786"/>
                    <a:pt x="14033" y="4786"/>
                  </a:cubicBezTo>
                  <a:cubicBezTo>
                    <a:pt x="13412" y="4786"/>
                    <a:pt x="12787" y="5204"/>
                    <a:pt x="12510" y="5817"/>
                  </a:cubicBezTo>
                  <a:cubicBezTo>
                    <a:pt x="12010" y="6919"/>
                    <a:pt x="11824" y="7460"/>
                    <a:pt x="11824" y="7460"/>
                  </a:cubicBezTo>
                  <a:cubicBezTo>
                    <a:pt x="11824" y="7460"/>
                    <a:pt x="11474" y="7580"/>
                    <a:pt x="11112" y="7580"/>
                  </a:cubicBezTo>
                  <a:cubicBezTo>
                    <a:pt x="10793" y="7580"/>
                    <a:pt x="10465" y="7487"/>
                    <a:pt x="10359" y="7139"/>
                  </a:cubicBezTo>
                  <a:lnTo>
                    <a:pt x="10130" y="6394"/>
                  </a:lnTo>
                  <a:cubicBezTo>
                    <a:pt x="10130" y="6394"/>
                    <a:pt x="7969" y="4743"/>
                    <a:pt x="7917" y="4362"/>
                  </a:cubicBezTo>
                  <a:cubicBezTo>
                    <a:pt x="7867" y="3981"/>
                    <a:pt x="8628" y="0"/>
                    <a:pt x="86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6"/>
            <p:cNvSpPr/>
            <p:nvPr/>
          </p:nvSpPr>
          <p:spPr>
            <a:xfrm>
              <a:off x="4440450" y="1909250"/>
              <a:ext cx="415100" cy="469425"/>
            </a:xfrm>
            <a:custGeom>
              <a:avLst/>
              <a:gdLst/>
              <a:ahLst/>
              <a:cxnLst/>
              <a:rect l="l" t="t" r="r" b="b"/>
              <a:pathLst>
                <a:path w="16604" h="18777" extrusionOk="0">
                  <a:moveTo>
                    <a:pt x="8583" y="639"/>
                  </a:moveTo>
                  <a:lnTo>
                    <a:pt x="8583" y="639"/>
                  </a:lnTo>
                  <a:cubicBezTo>
                    <a:pt x="8355" y="1848"/>
                    <a:pt x="7894" y="4367"/>
                    <a:pt x="7941" y="4721"/>
                  </a:cubicBezTo>
                  <a:cubicBezTo>
                    <a:pt x="7985" y="5046"/>
                    <a:pt x="8741" y="5775"/>
                    <a:pt x="10189" y="6885"/>
                  </a:cubicBezTo>
                  <a:lnTo>
                    <a:pt x="10392" y="7544"/>
                  </a:lnTo>
                  <a:cubicBezTo>
                    <a:pt x="10458" y="7769"/>
                    <a:pt x="10615" y="7957"/>
                    <a:pt x="10825" y="8062"/>
                  </a:cubicBezTo>
                  <a:cubicBezTo>
                    <a:pt x="11007" y="8155"/>
                    <a:pt x="11218" y="8187"/>
                    <a:pt x="11420" y="8187"/>
                  </a:cubicBezTo>
                  <a:cubicBezTo>
                    <a:pt x="11808" y="8187"/>
                    <a:pt x="12164" y="8070"/>
                    <a:pt x="12222" y="8051"/>
                  </a:cubicBezTo>
                  <a:lnTo>
                    <a:pt x="12354" y="8006"/>
                  </a:lnTo>
                  <a:lnTo>
                    <a:pt x="12399" y="7875"/>
                  </a:lnTo>
                  <a:cubicBezTo>
                    <a:pt x="12400" y="7869"/>
                    <a:pt x="12589" y="7328"/>
                    <a:pt x="13074" y="6255"/>
                  </a:cubicBezTo>
                  <a:cubicBezTo>
                    <a:pt x="13301" y="5754"/>
                    <a:pt x="13815" y="5399"/>
                    <a:pt x="14323" y="5392"/>
                  </a:cubicBezTo>
                  <a:cubicBezTo>
                    <a:pt x="14334" y="5392"/>
                    <a:pt x="14347" y="5391"/>
                    <a:pt x="14359" y="5391"/>
                  </a:cubicBezTo>
                  <a:cubicBezTo>
                    <a:pt x="14654" y="5391"/>
                    <a:pt x="15093" y="5539"/>
                    <a:pt x="15388" y="6144"/>
                  </a:cubicBezTo>
                  <a:cubicBezTo>
                    <a:pt x="16011" y="7419"/>
                    <a:pt x="14374" y="9453"/>
                    <a:pt x="14358" y="9473"/>
                  </a:cubicBezTo>
                  <a:lnTo>
                    <a:pt x="14284" y="9563"/>
                  </a:lnTo>
                  <a:lnTo>
                    <a:pt x="14294" y="9680"/>
                  </a:lnTo>
                  <a:cubicBezTo>
                    <a:pt x="14406" y="10893"/>
                    <a:pt x="14380" y="12761"/>
                    <a:pt x="13976" y="13116"/>
                  </a:cubicBezTo>
                  <a:cubicBezTo>
                    <a:pt x="13306" y="13706"/>
                    <a:pt x="7525" y="17840"/>
                    <a:pt x="7052" y="18161"/>
                  </a:cubicBezTo>
                  <a:cubicBezTo>
                    <a:pt x="7003" y="18195"/>
                    <a:pt x="6930" y="18209"/>
                    <a:pt x="6842" y="18209"/>
                  </a:cubicBezTo>
                  <a:cubicBezTo>
                    <a:pt x="6461" y="18209"/>
                    <a:pt x="5786" y="17942"/>
                    <a:pt x="5427" y="17800"/>
                  </a:cubicBezTo>
                  <a:cubicBezTo>
                    <a:pt x="5280" y="17743"/>
                    <a:pt x="5148" y="17691"/>
                    <a:pt x="5081" y="17674"/>
                  </a:cubicBezTo>
                  <a:cubicBezTo>
                    <a:pt x="4760" y="17400"/>
                    <a:pt x="3849" y="14597"/>
                    <a:pt x="3156" y="12048"/>
                  </a:cubicBezTo>
                  <a:lnTo>
                    <a:pt x="3125" y="11935"/>
                  </a:lnTo>
                  <a:lnTo>
                    <a:pt x="3025" y="11876"/>
                  </a:lnTo>
                  <a:cubicBezTo>
                    <a:pt x="2890" y="11798"/>
                    <a:pt x="1694" y="11107"/>
                    <a:pt x="1125" y="11043"/>
                  </a:cubicBezTo>
                  <a:cubicBezTo>
                    <a:pt x="934" y="11022"/>
                    <a:pt x="721" y="10632"/>
                    <a:pt x="614" y="10306"/>
                  </a:cubicBezTo>
                  <a:lnTo>
                    <a:pt x="2189" y="7653"/>
                  </a:lnTo>
                  <a:lnTo>
                    <a:pt x="2169" y="7549"/>
                  </a:lnTo>
                  <a:cubicBezTo>
                    <a:pt x="2160" y="7498"/>
                    <a:pt x="1944" y="6305"/>
                    <a:pt x="1629" y="5498"/>
                  </a:cubicBezTo>
                  <a:cubicBezTo>
                    <a:pt x="1518" y="5169"/>
                    <a:pt x="1993" y="3058"/>
                    <a:pt x="2515" y="1215"/>
                  </a:cubicBezTo>
                  <a:lnTo>
                    <a:pt x="8583" y="639"/>
                  </a:lnTo>
                  <a:close/>
                  <a:moveTo>
                    <a:pt x="9285" y="1"/>
                  </a:moveTo>
                  <a:lnTo>
                    <a:pt x="2074" y="683"/>
                  </a:lnTo>
                  <a:lnTo>
                    <a:pt x="2019" y="871"/>
                  </a:lnTo>
                  <a:cubicBezTo>
                    <a:pt x="1741" y="1843"/>
                    <a:pt x="850" y="5066"/>
                    <a:pt x="1098" y="5702"/>
                  </a:cubicBezTo>
                  <a:cubicBezTo>
                    <a:pt x="1341" y="6329"/>
                    <a:pt x="1530" y="7241"/>
                    <a:pt x="1589" y="7547"/>
                  </a:cubicBezTo>
                  <a:lnTo>
                    <a:pt x="0" y="10225"/>
                  </a:lnTo>
                  <a:lnTo>
                    <a:pt x="31" y="10340"/>
                  </a:lnTo>
                  <a:cubicBezTo>
                    <a:pt x="62" y="10462"/>
                    <a:pt x="363" y="11531"/>
                    <a:pt x="1062" y="11610"/>
                  </a:cubicBezTo>
                  <a:cubicBezTo>
                    <a:pt x="1377" y="11645"/>
                    <a:pt x="2154" y="12036"/>
                    <a:pt x="2638" y="12311"/>
                  </a:cubicBezTo>
                  <a:cubicBezTo>
                    <a:pt x="3660" y="16060"/>
                    <a:pt x="4408" y="18038"/>
                    <a:pt x="4858" y="18193"/>
                  </a:cubicBezTo>
                  <a:cubicBezTo>
                    <a:pt x="4956" y="18227"/>
                    <a:pt x="5079" y="18277"/>
                    <a:pt x="5218" y="18331"/>
                  </a:cubicBezTo>
                  <a:cubicBezTo>
                    <a:pt x="5835" y="18573"/>
                    <a:pt x="6397" y="18777"/>
                    <a:pt x="6841" y="18777"/>
                  </a:cubicBezTo>
                  <a:cubicBezTo>
                    <a:pt x="7045" y="18777"/>
                    <a:pt x="7225" y="18734"/>
                    <a:pt x="7372" y="18632"/>
                  </a:cubicBezTo>
                  <a:cubicBezTo>
                    <a:pt x="7853" y="18306"/>
                    <a:pt x="13645" y="14165"/>
                    <a:pt x="14353" y="13543"/>
                  </a:cubicBezTo>
                  <a:cubicBezTo>
                    <a:pt x="15073" y="12911"/>
                    <a:pt x="14932" y="10469"/>
                    <a:pt x="14873" y="9741"/>
                  </a:cubicBezTo>
                  <a:cubicBezTo>
                    <a:pt x="15219" y="9289"/>
                    <a:pt x="16604" y="7333"/>
                    <a:pt x="15900" y="5894"/>
                  </a:cubicBezTo>
                  <a:cubicBezTo>
                    <a:pt x="15563" y="5202"/>
                    <a:pt x="14974" y="4823"/>
                    <a:pt x="14316" y="4822"/>
                  </a:cubicBezTo>
                  <a:cubicBezTo>
                    <a:pt x="13584" y="4832"/>
                    <a:pt x="12877" y="5314"/>
                    <a:pt x="12556" y="6020"/>
                  </a:cubicBezTo>
                  <a:cubicBezTo>
                    <a:pt x="12196" y="6815"/>
                    <a:pt x="11998" y="7321"/>
                    <a:pt x="11913" y="7549"/>
                  </a:cubicBezTo>
                  <a:cubicBezTo>
                    <a:pt x="11780" y="7582"/>
                    <a:pt x="11592" y="7617"/>
                    <a:pt x="11415" y="7617"/>
                  </a:cubicBezTo>
                  <a:cubicBezTo>
                    <a:pt x="11291" y="7617"/>
                    <a:pt x="11174" y="7600"/>
                    <a:pt x="11083" y="7553"/>
                  </a:cubicBezTo>
                  <a:cubicBezTo>
                    <a:pt x="11011" y="7518"/>
                    <a:pt x="10957" y="7454"/>
                    <a:pt x="10937" y="7376"/>
                  </a:cubicBezTo>
                  <a:lnTo>
                    <a:pt x="10682" y="6544"/>
                  </a:lnTo>
                  <a:lnTo>
                    <a:pt x="10609" y="6488"/>
                  </a:lnTo>
                  <a:cubicBezTo>
                    <a:pt x="9671" y="5772"/>
                    <a:pt x="8599" y="4854"/>
                    <a:pt x="8507" y="4648"/>
                  </a:cubicBezTo>
                  <a:cubicBezTo>
                    <a:pt x="8485" y="4368"/>
                    <a:pt x="8907" y="1980"/>
                    <a:pt x="9214" y="374"/>
                  </a:cubicBezTo>
                  <a:lnTo>
                    <a:pt x="9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6"/>
            <p:cNvSpPr/>
            <p:nvPr/>
          </p:nvSpPr>
          <p:spPr>
            <a:xfrm>
              <a:off x="3300175" y="2296875"/>
              <a:ext cx="228725" cy="80525"/>
            </a:xfrm>
            <a:custGeom>
              <a:avLst/>
              <a:gdLst/>
              <a:ahLst/>
              <a:cxnLst/>
              <a:rect l="l" t="t" r="r" b="b"/>
              <a:pathLst>
                <a:path w="9149" h="3221" extrusionOk="0">
                  <a:moveTo>
                    <a:pt x="5751" y="1"/>
                  </a:moveTo>
                  <a:cubicBezTo>
                    <a:pt x="5751" y="1"/>
                    <a:pt x="3347" y="1357"/>
                    <a:pt x="2381" y="1874"/>
                  </a:cubicBezTo>
                  <a:cubicBezTo>
                    <a:pt x="1415" y="2391"/>
                    <a:pt x="1" y="2451"/>
                    <a:pt x="467" y="3036"/>
                  </a:cubicBezTo>
                  <a:cubicBezTo>
                    <a:pt x="573" y="3169"/>
                    <a:pt x="789" y="3220"/>
                    <a:pt x="1059" y="3220"/>
                  </a:cubicBezTo>
                  <a:cubicBezTo>
                    <a:pt x="1975" y="3220"/>
                    <a:pt x="3517" y="2628"/>
                    <a:pt x="3517" y="2628"/>
                  </a:cubicBezTo>
                  <a:cubicBezTo>
                    <a:pt x="3517" y="2628"/>
                    <a:pt x="6489" y="2618"/>
                    <a:pt x="7633" y="2466"/>
                  </a:cubicBezTo>
                  <a:cubicBezTo>
                    <a:pt x="8776" y="2312"/>
                    <a:pt x="9149" y="1229"/>
                    <a:pt x="9149" y="1229"/>
                  </a:cubicBezTo>
                  <a:lnTo>
                    <a:pt x="57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6"/>
            <p:cNvSpPr/>
            <p:nvPr/>
          </p:nvSpPr>
          <p:spPr>
            <a:xfrm>
              <a:off x="3301875" y="2289825"/>
              <a:ext cx="235050" cy="94600"/>
            </a:xfrm>
            <a:custGeom>
              <a:avLst/>
              <a:gdLst/>
              <a:ahLst/>
              <a:cxnLst/>
              <a:rect l="l" t="t" r="r" b="b"/>
              <a:pathLst>
                <a:path w="9402" h="3784" extrusionOk="0">
                  <a:moveTo>
                    <a:pt x="5680" y="1"/>
                  </a:moveTo>
                  <a:cubicBezTo>
                    <a:pt x="5634" y="1"/>
                    <a:pt x="5587" y="12"/>
                    <a:pt x="5543" y="36"/>
                  </a:cubicBezTo>
                  <a:cubicBezTo>
                    <a:pt x="5520" y="49"/>
                    <a:pt x="3129" y="1396"/>
                    <a:pt x="2178" y="1905"/>
                  </a:cubicBezTo>
                  <a:cubicBezTo>
                    <a:pt x="1865" y="2073"/>
                    <a:pt x="1487" y="2194"/>
                    <a:pt x="1153" y="2300"/>
                  </a:cubicBezTo>
                  <a:cubicBezTo>
                    <a:pt x="591" y="2479"/>
                    <a:pt x="149" y="2620"/>
                    <a:pt x="44" y="2967"/>
                  </a:cubicBezTo>
                  <a:cubicBezTo>
                    <a:pt x="6" y="3086"/>
                    <a:pt x="1" y="3275"/>
                    <a:pt x="176" y="3495"/>
                  </a:cubicBezTo>
                  <a:cubicBezTo>
                    <a:pt x="344" y="3705"/>
                    <a:pt x="653" y="3784"/>
                    <a:pt x="1025" y="3784"/>
                  </a:cubicBezTo>
                  <a:cubicBezTo>
                    <a:pt x="1825" y="3784"/>
                    <a:pt x="2913" y="3417"/>
                    <a:pt x="3501" y="3195"/>
                  </a:cubicBezTo>
                  <a:cubicBezTo>
                    <a:pt x="3916" y="3192"/>
                    <a:pt x="6523" y="3174"/>
                    <a:pt x="7602" y="3030"/>
                  </a:cubicBezTo>
                  <a:cubicBezTo>
                    <a:pt x="8906" y="2856"/>
                    <a:pt x="9332" y="1654"/>
                    <a:pt x="9350" y="1603"/>
                  </a:cubicBezTo>
                  <a:cubicBezTo>
                    <a:pt x="9401" y="1455"/>
                    <a:pt x="9322" y="1293"/>
                    <a:pt x="9174" y="1242"/>
                  </a:cubicBezTo>
                  <a:cubicBezTo>
                    <a:pt x="9144" y="1232"/>
                    <a:pt x="9112" y="1227"/>
                    <a:pt x="9082" y="1227"/>
                  </a:cubicBezTo>
                  <a:cubicBezTo>
                    <a:pt x="8964" y="1227"/>
                    <a:pt x="8854" y="1300"/>
                    <a:pt x="8812" y="1417"/>
                  </a:cubicBezTo>
                  <a:cubicBezTo>
                    <a:pt x="8798" y="1454"/>
                    <a:pt x="8476" y="2338"/>
                    <a:pt x="7526" y="2466"/>
                  </a:cubicBezTo>
                  <a:cubicBezTo>
                    <a:pt x="6415" y="2615"/>
                    <a:pt x="3477" y="2625"/>
                    <a:pt x="3448" y="2625"/>
                  </a:cubicBezTo>
                  <a:cubicBezTo>
                    <a:pt x="3413" y="2625"/>
                    <a:pt x="3379" y="2631"/>
                    <a:pt x="3346" y="2644"/>
                  </a:cubicBezTo>
                  <a:cubicBezTo>
                    <a:pt x="2415" y="3001"/>
                    <a:pt x="1458" y="3223"/>
                    <a:pt x="957" y="3223"/>
                  </a:cubicBezTo>
                  <a:cubicBezTo>
                    <a:pt x="785" y="3223"/>
                    <a:pt x="666" y="3196"/>
                    <a:pt x="621" y="3140"/>
                  </a:cubicBezTo>
                  <a:cubicBezTo>
                    <a:pt x="616" y="3134"/>
                    <a:pt x="611" y="3128"/>
                    <a:pt x="608" y="3122"/>
                  </a:cubicBezTo>
                  <a:cubicBezTo>
                    <a:pt x="723" y="3035"/>
                    <a:pt x="1081" y="2921"/>
                    <a:pt x="1326" y="2842"/>
                  </a:cubicBezTo>
                  <a:cubicBezTo>
                    <a:pt x="1683" y="2730"/>
                    <a:pt x="2088" y="2600"/>
                    <a:pt x="2446" y="2408"/>
                  </a:cubicBezTo>
                  <a:cubicBezTo>
                    <a:pt x="3404" y="1894"/>
                    <a:pt x="5800" y="546"/>
                    <a:pt x="5823" y="531"/>
                  </a:cubicBezTo>
                  <a:cubicBezTo>
                    <a:pt x="5958" y="453"/>
                    <a:pt x="6004" y="280"/>
                    <a:pt x="5927" y="145"/>
                  </a:cubicBezTo>
                  <a:cubicBezTo>
                    <a:pt x="5876" y="53"/>
                    <a:pt x="5779" y="1"/>
                    <a:pt x="5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6"/>
            <p:cNvSpPr/>
            <p:nvPr/>
          </p:nvSpPr>
          <p:spPr>
            <a:xfrm>
              <a:off x="5773650" y="4668100"/>
              <a:ext cx="327150" cy="426050"/>
            </a:xfrm>
            <a:custGeom>
              <a:avLst/>
              <a:gdLst/>
              <a:ahLst/>
              <a:cxnLst/>
              <a:rect l="l" t="t" r="r" b="b"/>
              <a:pathLst>
                <a:path w="13086" h="17042" extrusionOk="0">
                  <a:moveTo>
                    <a:pt x="6675" y="1"/>
                  </a:moveTo>
                  <a:lnTo>
                    <a:pt x="3947" y="3239"/>
                  </a:lnTo>
                  <a:lnTo>
                    <a:pt x="3676" y="8734"/>
                  </a:lnTo>
                  <a:cubicBezTo>
                    <a:pt x="3676" y="8734"/>
                    <a:pt x="412" y="15493"/>
                    <a:pt x="186" y="15953"/>
                  </a:cubicBezTo>
                  <a:cubicBezTo>
                    <a:pt x="1" y="16333"/>
                    <a:pt x="248" y="17042"/>
                    <a:pt x="949" y="17042"/>
                  </a:cubicBezTo>
                  <a:cubicBezTo>
                    <a:pt x="1100" y="17042"/>
                    <a:pt x="1273" y="17008"/>
                    <a:pt x="1467" y="16932"/>
                  </a:cubicBezTo>
                  <a:cubicBezTo>
                    <a:pt x="2559" y="16499"/>
                    <a:pt x="4853" y="14323"/>
                    <a:pt x="6152" y="13288"/>
                  </a:cubicBezTo>
                  <a:cubicBezTo>
                    <a:pt x="7450" y="12252"/>
                    <a:pt x="9407" y="9693"/>
                    <a:pt x="10583" y="8817"/>
                  </a:cubicBezTo>
                  <a:cubicBezTo>
                    <a:pt x="11759" y="7942"/>
                    <a:pt x="13085" y="6040"/>
                    <a:pt x="13029" y="5617"/>
                  </a:cubicBezTo>
                  <a:cubicBezTo>
                    <a:pt x="12971" y="5194"/>
                    <a:pt x="6675" y="1"/>
                    <a:pt x="6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6"/>
            <p:cNvSpPr/>
            <p:nvPr/>
          </p:nvSpPr>
          <p:spPr>
            <a:xfrm>
              <a:off x="5767575" y="4661000"/>
              <a:ext cx="340850" cy="440275"/>
            </a:xfrm>
            <a:custGeom>
              <a:avLst/>
              <a:gdLst/>
              <a:ahLst/>
              <a:cxnLst/>
              <a:rect l="l" t="t" r="r" b="b"/>
              <a:pathLst>
                <a:path w="13634" h="17611" extrusionOk="0">
                  <a:moveTo>
                    <a:pt x="6953" y="685"/>
                  </a:moveTo>
                  <a:cubicBezTo>
                    <a:pt x="9206" y="2547"/>
                    <a:pt x="12607" y="5437"/>
                    <a:pt x="12983" y="5964"/>
                  </a:cubicBezTo>
                  <a:cubicBezTo>
                    <a:pt x="12906" y="6365"/>
                    <a:pt x="11775" y="8040"/>
                    <a:pt x="10656" y="8873"/>
                  </a:cubicBezTo>
                  <a:cubicBezTo>
                    <a:pt x="10036" y="9334"/>
                    <a:pt x="9245" y="10205"/>
                    <a:pt x="8408" y="11127"/>
                  </a:cubicBezTo>
                  <a:cubicBezTo>
                    <a:pt x="7636" y="11976"/>
                    <a:pt x="6838" y="12855"/>
                    <a:pt x="6217" y="13350"/>
                  </a:cubicBezTo>
                  <a:cubicBezTo>
                    <a:pt x="5844" y="13647"/>
                    <a:pt x="5391" y="14037"/>
                    <a:pt x="4907" y="14453"/>
                  </a:cubicBezTo>
                  <a:cubicBezTo>
                    <a:pt x="3763" y="15436"/>
                    <a:pt x="2340" y="16658"/>
                    <a:pt x="1604" y="16950"/>
                  </a:cubicBezTo>
                  <a:cubicBezTo>
                    <a:pt x="1452" y="17011"/>
                    <a:pt x="1313" y="17042"/>
                    <a:pt x="1191" y="17042"/>
                  </a:cubicBezTo>
                  <a:cubicBezTo>
                    <a:pt x="1028" y="17042"/>
                    <a:pt x="896" y="16988"/>
                    <a:pt x="798" y="16883"/>
                  </a:cubicBezTo>
                  <a:cubicBezTo>
                    <a:pt x="655" y="16728"/>
                    <a:pt x="623" y="16488"/>
                    <a:pt x="685" y="16362"/>
                  </a:cubicBezTo>
                  <a:cubicBezTo>
                    <a:pt x="911" y="15901"/>
                    <a:pt x="4175" y="9143"/>
                    <a:pt x="4175" y="9143"/>
                  </a:cubicBezTo>
                  <a:cubicBezTo>
                    <a:pt x="4192" y="9109"/>
                    <a:pt x="4201" y="9070"/>
                    <a:pt x="4203" y="9033"/>
                  </a:cubicBezTo>
                  <a:lnTo>
                    <a:pt x="4470" y="3633"/>
                  </a:lnTo>
                  <a:lnTo>
                    <a:pt x="6953" y="685"/>
                  </a:lnTo>
                  <a:close/>
                  <a:moveTo>
                    <a:pt x="6918" y="1"/>
                  </a:moveTo>
                  <a:cubicBezTo>
                    <a:pt x="6837" y="1"/>
                    <a:pt x="6756" y="35"/>
                    <a:pt x="6700" y="102"/>
                  </a:cubicBezTo>
                  <a:lnTo>
                    <a:pt x="3972" y="3340"/>
                  </a:lnTo>
                  <a:cubicBezTo>
                    <a:pt x="3931" y="3388"/>
                    <a:pt x="3909" y="3446"/>
                    <a:pt x="3905" y="3509"/>
                  </a:cubicBezTo>
                  <a:lnTo>
                    <a:pt x="3638" y="8947"/>
                  </a:lnTo>
                  <a:cubicBezTo>
                    <a:pt x="3333" y="9575"/>
                    <a:pt x="388" y="15675"/>
                    <a:pt x="173" y="16112"/>
                  </a:cubicBezTo>
                  <a:cubicBezTo>
                    <a:pt x="0" y="16467"/>
                    <a:pt x="87" y="16954"/>
                    <a:pt x="381" y="17270"/>
                  </a:cubicBezTo>
                  <a:cubicBezTo>
                    <a:pt x="494" y="17392"/>
                    <a:pt x="757" y="17611"/>
                    <a:pt x="1193" y="17611"/>
                  </a:cubicBezTo>
                  <a:cubicBezTo>
                    <a:pt x="1372" y="17611"/>
                    <a:pt x="1578" y="17575"/>
                    <a:pt x="1815" y="17481"/>
                  </a:cubicBezTo>
                  <a:cubicBezTo>
                    <a:pt x="2640" y="17154"/>
                    <a:pt x="4042" y="15948"/>
                    <a:pt x="5279" y="14885"/>
                  </a:cubicBezTo>
                  <a:cubicBezTo>
                    <a:pt x="5756" y="14474"/>
                    <a:pt x="6204" y="14089"/>
                    <a:pt x="6572" y="13796"/>
                  </a:cubicBezTo>
                  <a:cubicBezTo>
                    <a:pt x="7229" y="13271"/>
                    <a:pt x="8043" y="12376"/>
                    <a:pt x="8830" y="11510"/>
                  </a:cubicBezTo>
                  <a:cubicBezTo>
                    <a:pt x="9612" y="10648"/>
                    <a:pt x="10421" y="9758"/>
                    <a:pt x="10997" y="9330"/>
                  </a:cubicBezTo>
                  <a:cubicBezTo>
                    <a:pt x="12151" y="8470"/>
                    <a:pt x="13633" y="6461"/>
                    <a:pt x="13554" y="5864"/>
                  </a:cubicBezTo>
                  <a:cubicBezTo>
                    <a:pt x="13536" y="5732"/>
                    <a:pt x="13483" y="5330"/>
                    <a:pt x="7099" y="66"/>
                  </a:cubicBezTo>
                  <a:cubicBezTo>
                    <a:pt x="7046" y="22"/>
                    <a:pt x="6982" y="1"/>
                    <a:pt x="69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6"/>
            <p:cNvSpPr/>
            <p:nvPr/>
          </p:nvSpPr>
          <p:spPr>
            <a:xfrm>
              <a:off x="5784400" y="4788475"/>
              <a:ext cx="316400" cy="305625"/>
            </a:xfrm>
            <a:custGeom>
              <a:avLst/>
              <a:gdLst/>
              <a:ahLst/>
              <a:cxnLst/>
              <a:rect l="l" t="t" r="r" b="b"/>
              <a:pathLst>
                <a:path w="12656" h="12225" extrusionOk="0">
                  <a:moveTo>
                    <a:pt x="11857" y="1"/>
                  </a:moveTo>
                  <a:cubicBezTo>
                    <a:pt x="11003" y="945"/>
                    <a:pt x="9297" y="2825"/>
                    <a:pt x="7772" y="4463"/>
                  </a:cubicBezTo>
                  <a:cubicBezTo>
                    <a:pt x="6046" y="6320"/>
                    <a:pt x="1631" y="10505"/>
                    <a:pt x="0" y="12042"/>
                  </a:cubicBezTo>
                  <a:cubicBezTo>
                    <a:pt x="133" y="12152"/>
                    <a:pt x="308" y="12224"/>
                    <a:pt x="530" y="12224"/>
                  </a:cubicBezTo>
                  <a:cubicBezTo>
                    <a:pt x="678" y="12224"/>
                    <a:pt x="847" y="12192"/>
                    <a:pt x="1037" y="12117"/>
                  </a:cubicBezTo>
                  <a:cubicBezTo>
                    <a:pt x="2129" y="11683"/>
                    <a:pt x="4423" y="9508"/>
                    <a:pt x="5722" y="8473"/>
                  </a:cubicBezTo>
                  <a:cubicBezTo>
                    <a:pt x="7020" y="7437"/>
                    <a:pt x="8977" y="4878"/>
                    <a:pt x="10153" y="4002"/>
                  </a:cubicBezTo>
                  <a:cubicBezTo>
                    <a:pt x="11329" y="3127"/>
                    <a:pt x="12655" y="1225"/>
                    <a:pt x="12599" y="802"/>
                  </a:cubicBezTo>
                  <a:cubicBezTo>
                    <a:pt x="12587" y="713"/>
                    <a:pt x="12300" y="415"/>
                    <a:pt x="118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6"/>
            <p:cNvSpPr/>
            <p:nvPr/>
          </p:nvSpPr>
          <p:spPr>
            <a:xfrm>
              <a:off x="5777225" y="4781350"/>
              <a:ext cx="331225" cy="319850"/>
            </a:xfrm>
            <a:custGeom>
              <a:avLst/>
              <a:gdLst/>
              <a:ahLst/>
              <a:cxnLst/>
              <a:rect l="l" t="t" r="r" b="b"/>
              <a:pathLst>
                <a:path w="13249" h="12794" extrusionOk="0">
                  <a:moveTo>
                    <a:pt x="12160" y="693"/>
                  </a:moveTo>
                  <a:cubicBezTo>
                    <a:pt x="12447" y="971"/>
                    <a:pt x="12556" y="1098"/>
                    <a:pt x="12598" y="1151"/>
                  </a:cubicBezTo>
                  <a:cubicBezTo>
                    <a:pt x="12518" y="1555"/>
                    <a:pt x="11388" y="3227"/>
                    <a:pt x="10270" y="4059"/>
                  </a:cubicBezTo>
                  <a:cubicBezTo>
                    <a:pt x="9651" y="4520"/>
                    <a:pt x="8860" y="5392"/>
                    <a:pt x="8023" y="6313"/>
                  </a:cubicBezTo>
                  <a:cubicBezTo>
                    <a:pt x="7251" y="7162"/>
                    <a:pt x="6453" y="8041"/>
                    <a:pt x="5832" y="8536"/>
                  </a:cubicBezTo>
                  <a:cubicBezTo>
                    <a:pt x="5460" y="8833"/>
                    <a:pt x="5006" y="9223"/>
                    <a:pt x="4522" y="9640"/>
                  </a:cubicBezTo>
                  <a:cubicBezTo>
                    <a:pt x="3377" y="10622"/>
                    <a:pt x="1955" y="11844"/>
                    <a:pt x="1219" y="12136"/>
                  </a:cubicBezTo>
                  <a:cubicBezTo>
                    <a:pt x="1087" y="12190"/>
                    <a:pt x="985" y="12228"/>
                    <a:pt x="865" y="12228"/>
                  </a:cubicBezTo>
                  <a:cubicBezTo>
                    <a:pt x="847" y="12228"/>
                    <a:pt x="829" y="12227"/>
                    <a:pt x="811" y="12226"/>
                  </a:cubicBezTo>
                  <a:cubicBezTo>
                    <a:pt x="2741" y="10403"/>
                    <a:pt x="6662" y="6670"/>
                    <a:pt x="8268" y="4944"/>
                  </a:cubicBezTo>
                  <a:cubicBezTo>
                    <a:pt x="9681" y="3424"/>
                    <a:pt x="11245" y="1704"/>
                    <a:pt x="12160" y="693"/>
                  </a:cubicBezTo>
                  <a:close/>
                  <a:moveTo>
                    <a:pt x="12134" y="0"/>
                  </a:moveTo>
                  <a:cubicBezTo>
                    <a:pt x="12058" y="4"/>
                    <a:pt x="11986" y="37"/>
                    <a:pt x="11935" y="94"/>
                  </a:cubicBezTo>
                  <a:cubicBezTo>
                    <a:pt x="11061" y="1060"/>
                    <a:pt x="9368" y="2923"/>
                    <a:pt x="7851" y="4554"/>
                  </a:cubicBezTo>
                  <a:cubicBezTo>
                    <a:pt x="6158" y="6375"/>
                    <a:pt x="1861" y="10451"/>
                    <a:pt x="92" y="12121"/>
                  </a:cubicBezTo>
                  <a:cubicBezTo>
                    <a:pt x="32" y="12176"/>
                    <a:pt x="0" y="12255"/>
                    <a:pt x="3" y="12336"/>
                  </a:cubicBezTo>
                  <a:cubicBezTo>
                    <a:pt x="5" y="12419"/>
                    <a:pt x="43" y="12495"/>
                    <a:pt x="106" y="12548"/>
                  </a:cubicBezTo>
                  <a:cubicBezTo>
                    <a:pt x="237" y="12656"/>
                    <a:pt x="473" y="12793"/>
                    <a:pt x="820" y="12793"/>
                  </a:cubicBezTo>
                  <a:cubicBezTo>
                    <a:pt x="994" y="12793"/>
                    <a:pt x="1197" y="12758"/>
                    <a:pt x="1430" y="12666"/>
                  </a:cubicBezTo>
                  <a:cubicBezTo>
                    <a:pt x="2255" y="12338"/>
                    <a:pt x="3657" y="11134"/>
                    <a:pt x="4893" y="10070"/>
                  </a:cubicBezTo>
                  <a:cubicBezTo>
                    <a:pt x="5372" y="9659"/>
                    <a:pt x="5820" y="9274"/>
                    <a:pt x="6188" y="8981"/>
                  </a:cubicBezTo>
                  <a:cubicBezTo>
                    <a:pt x="6844" y="8456"/>
                    <a:pt x="7658" y="7561"/>
                    <a:pt x="8445" y="6695"/>
                  </a:cubicBezTo>
                  <a:cubicBezTo>
                    <a:pt x="9227" y="5833"/>
                    <a:pt x="10036" y="4942"/>
                    <a:pt x="10611" y="4515"/>
                  </a:cubicBezTo>
                  <a:cubicBezTo>
                    <a:pt x="11766" y="3655"/>
                    <a:pt x="13248" y="1646"/>
                    <a:pt x="13169" y="1049"/>
                  </a:cubicBezTo>
                  <a:cubicBezTo>
                    <a:pt x="13151" y="914"/>
                    <a:pt x="13083" y="773"/>
                    <a:pt x="12341" y="77"/>
                  </a:cubicBezTo>
                  <a:cubicBezTo>
                    <a:pt x="12286" y="25"/>
                    <a:pt x="12211" y="2"/>
                    <a:pt x="12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6"/>
            <p:cNvSpPr/>
            <p:nvPr/>
          </p:nvSpPr>
          <p:spPr>
            <a:xfrm>
              <a:off x="6051875" y="4049550"/>
              <a:ext cx="250450" cy="436525"/>
            </a:xfrm>
            <a:custGeom>
              <a:avLst/>
              <a:gdLst/>
              <a:ahLst/>
              <a:cxnLst/>
              <a:rect l="l" t="t" r="r" b="b"/>
              <a:pathLst>
                <a:path w="10018" h="17461" extrusionOk="0">
                  <a:moveTo>
                    <a:pt x="7577" y="0"/>
                  </a:moveTo>
                  <a:cubicBezTo>
                    <a:pt x="5731" y="0"/>
                    <a:pt x="818" y="764"/>
                    <a:pt x="818" y="764"/>
                  </a:cubicBezTo>
                  <a:lnTo>
                    <a:pt x="0" y="4321"/>
                  </a:lnTo>
                  <a:lnTo>
                    <a:pt x="3031" y="7651"/>
                  </a:lnTo>
                  <a:lnTo>
                    <a:pt x="7777" y="17362"/>
                  </a:lnTo>
                  <a:cubicBezTo>
                    <a:pt x="7777" y="17362"/>
                    <a:pt x="8208" y="17461"/>
                    <a:pt x="8667" y="17461"/>
                  </a:cubicBezTo>
                  <a:cubicBezTo>
                    <a:pt x="8968" y="17461"/>
                    <a:pt x="9281" y="17418"/>
                    <a:pt x="9490" y="17276"/>
                  </a:cubicBezTo>
                  <a:cubicBezTo>
                    <a:pt x="10017" y="16918"/>
                    <a:pt x="9119" y="4826"/>
                    <a:pt x="8874" y="2992"/>
                  </a:cubicBezTo>
                  <a:cubicBezTo>
                    <a:pt x="8629" y="1157"/>
                    <a:pt x="8957" y="394"/>
                    <a:pt x="8195" y="65"/>
                  </a:cubicBezTo>
                  <a:cubicBezTo>
                    <a:pt x="8090" y="20"/>
                    <a:pt x="7873" y="0"/>
                    <a:pt x="7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6"/>
            <p:cNvSpPr/>
            <p:nvPr/>
          </p:nvSpPr>
          <p:spPr>
            <a:xfrm>
              <a:off x="6044400" y="4042575"/>
              <a:ext cx="260700" cy="450650"/>
            </a:xfrm>
            <a:custGeom>
              <a:avLst/>
              <a:gdLst/>
              <a:ahLst/>
              <a:cxnLst/>
              <a:rect l="l" t="t" r="r" b="b"/>
              <a:pathLst>
                <a:path w="10428" h="18026" extrusionOk="0">
                  <a:moveTo>
                    <a:pt x="7915" y="561"/>
                  </a:moveTo>
                  <a:cubicBezTo>
                    <a:pt x="8148" y="561"/>
                    <a:pt x="8309" y="576"/>
                    <a:pt x="8380" y="606"/>
                  </a:cubicBezTo>
                  <a:cubicBezTo>
                    <a:pt x="8701" y="745"/>
                    <a:pt x="8738" y="945"/>
                    <a:pt x="8773" y="1815"/>
                  </a:cubicBezTo>
                  <a:cubicBezTo>
                    <a:pt x="8789" y="2210"/>
                    <a:pt x="8808" y="2702"/>
                    <a:pt x="8889" y="3309"/>
                  </a:cubicBezTo>
                  <a:cubicBezTo>
                    <a:pt x="9181" y="5482"/>
                    <a:pt x="9922" y="16312"/>
                    <a:pt x="9582" y="17347"/>
                  </a:cubicBezTo>
                  <a:cubicBezTo>
                    <a:pt x="9432" y="17425"/>
                    <a:pt x="9204" y="17454"/>
                    <a:pt x="8961" y="17454"/>
                  </a:cubicBezTo>
                  <a:cubicBezTo>
                    <a:pt x="8723" y="17454"/>
                    <a:pt x="8472" y="17426"/>
                    <a:pt x="8270" y="17389"/>
                  </a:cubicBezTo>
                  <a:lnTo>
                    <a:pt x="3586" y="7805"/>
                  </a:lnTo>
                  <a:cubicBezTo>
                    <a:pt x="3574" y="7781"/>
                    <a:pt x="3559" y="7758"/>
                    <a:pt x="3541" y="7738"/>
                  </a:cubicBezTo>
                  <a:lnTo>
                    <a:pt x="610" y="4519"/>
                  </a:lnTo>
                  <a:lnTo>
                    <a:pt x="1350" y="1296"/>
                  </a:lnTo>
                  <a:cubicBezTo>
                    <a:pt x="3969" y="894"/>
                    <a:pt x="6788" y="561"/>
                    <a:pt x="7915" y="561"/>
                  </a:cubicBezTo>
                  <a:close/>
                  <a:moveTo>
                    <a:pt x="7854" y="1"/>
                  </a:moveTo>
                  <a:cubicBezTo>
                    <a:pt x="6068" y="1"/>
                    <a:pt x="2006" y="616"/>
                    <a:pt x="1074" y="762"/>
                  </a:cubicBezTo>
                  <a:cubicBezTo>
                    <a:pt x="959" y="779"/>
                    <a:pt x="866" y="866"/>
                    <a:pt x="840" y="979"/>
                  </a:cubicBezTo>
                  <a:lnTo>
                    <a:pt x="22" y="4536"/>
                  </a:lnTo>
                  <a:cubicBezTo>
                    <a:pt x="0" y="4628"/>
                    <a:pt x="25" y="4724"/>
                    <a:pt x="88" y="4792"/>
                  </a:cubicBezTo>
                  <a:lnTo>
                    <a:pt x="3092" y="8092"/>
                  </a:lnTo>
                  <a:lnTo>
                    <a:pt x="7820" y="17765"/>
                  </a:lnTo>
                  <a:cubicBezTo>
                    <a:pt x="7858" y="17843"/>
                    <a:pt x="7928" y="17898"/>
                    <a:pt x="8011" y="17918"/>
                  </a:cubicBezTo>
                  <a:cubicBezTo>
                    <a:pt x="8087" y="17935"/>
                    <a:pt x="8500" y="18026"/>
                    <a:pt x="8955" y="18026"/>
                  </a:cubicBezTo>
                  <a:cubicBezTo>
                    <a:pt x="9306" y="18024"/>
                    <a:pt x="9682" y="17971"/>
                    <a:pt x="9948" y="17791"/>
                  </a:cubicBezTo>
                  <a:cubicBezTo>
                    <a:pt x="10139" y="17660"/>
                    <a:pt x="10428" y="17465"/>
                    <a:pt x="10054" y="10950"/>
                  </a:cubicBezTo>
                  <a:cubicBezTo>
                    <a:pt x="9869" y="7709"/>
                    <a:pt x="9585" y="4202"/>
                    <a:pt x="9455" y="3233"/>
                  </a:cubicBezTo>
                  <a:cubicBezTo>
                    <a:pt x="9377" y="2651"/>
                    <a:pt x="9359" y="2174"/>
                    <a:pt x="9343" y="1791"/>
                  </a:cubicBezTo>
                  <a:cubicBezTo>
                    <a:pt x="9309" y="939"/>
                    <a:pt x="9287" y="376"/>
                    <a:pt x="8607" y="83"/>
                  </a:cubicBezTo>
                  <a:cubicBezTo>
                    <a:pt x="8475" y="25"/>
                    <a:pt x="8209" y="1"/>
                    <a:pt x="78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6"/>
            <p:cNvSpPr/>
            <p:nvPr/>
          </p:nvSpPr>
          <p:spPr>
            <a:xfrm>
              <a:off x="6234225" y="4049550"/>
              <a:ext cx="68050" cy="436150"/>
            </a:xfrm>
            <a:custGeom>
              <a:avLst/>
              <a:gdLst/>
              <a:ahLst/>
              <a:cxnLst/>
              <a:rect l="l" t="t" r="r" b="b"/>
              <a:pathLst>
                <a:path w="2722" h="17446" extrusionOk="0">
                  <a:moveTo>
                    <a:pt x="285" y="0"/>
                  </a:moveTo>
                  <a:cubicBezTo>
                    <a:pt x="197" y="0"/>
                    <a:pt x="102" y="2"/>
                    <a:pt x="1" y="6"/>
                  </a:cubicBezTo>
                  <a:cubicBezTo>
                    <a:pt x="374" y="3361"/>
                    <a:pt x="1324" y="11824"/>
                    <a:pt x="1564" y="13625"/>
                  </a:cubicBezTo>
                  <a:cubicBezTo>
                    <a:pt x="1734" y="14904"/>
                    <a:pt x="1704" y="16392"/>
                    <a:pt x="1644" y="17445"/>
                  </a:cubicBezTo>
                  <a:cubicBezTo>
                    <a:pt x="1852" y="17423"/>
                    <a:pt x="2049" y="17375"/>
                    <a:pt x="2196" y="17276"/>
                  </a:cubicBezTo>
                  <a:cubicBezTo>
                    <a:pt x="2722" y="16918"/>
                    <a:pt x="1825" y="4826"/>
                    <a:pt x="1580" y="2991"/>
                  </a:cubicBezTo>
                  <a:cubicBezTo>
                    <a:pt x="1335" y="1156"/>
                    <a:pt x="1663" y="394"/>
                    <a:pt x="901" y="65"/>
                  </a:cubicBezTo>
                  <a:cubicBezTo>
                    <a:pt x="796" y="20"/>
                    <a:pt x="579" y="0"/>
                    <a:pt x="2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6"/>
            <p:cNvSpPr/>
            <p:nvPr/>
          </p:nvSpPr>
          <p:spPr>
            <a:xfrm>
              <a:off x="6226700" y="4042450"/>
              <a:ext cx="78400" cy="450350"/>
            </a:xfrm>
            <a:custGeom>
              <a:avLst/>
              <a:gdLst/>
              <a:ahLst/>
              <a:cxnLst/>
              <a:rect l="l" t="t" r="r" b="b"/>
              <a:pathLst>
                <a:path w="3136" h="18014" extrusionOk="0">
                  <a:moveTo>
                    <a:pt x="619" y="569"/>
                  </a:moveTo>
                  <a:cubicBezTo>
                    <a:pt x="986" y="572"/>
                    <a:pt x="1078" y="606"/>
                    <a:pt x="1088" y="610"/>
                  </a:cubicBezTo>
                  <a:cubicBezTo>
                    <a:pt x="1409" y="749"/>
                    <a:pt x="1446" y="949"/>
                    <a:pt x="1481" y="1819"/>
                  </a:cubicBezTo>
                  <a:cubicBezTo>
                    <a:pt x="1497" y="2214"/>
                    <a:pt x="1516" y="2705"/>
                    <a:pt x="1597" y="3313"/>
                  </a:cubicBezTo>
                  <a:cubicBezTo>
                    <a:pt x="1889" y="5486"/>
                    <a:pt x="2630" y="16314"/>
                    <a:pt x="2290" y="17351"/>
                  </a:cubicBezTo>
                  <a:cubicBezTo>
                    <a:pt x="2278" y="17358"/>
                    <a:pt x="2263" y="17365"/>
                    <a:pt x="2249" y="17370"/>
                  </a:cubicBezTo>
                  <a:cubicBezTo>
                    <a:pt x="2294" y="16358"/>
                    <a:pt x="2302" y="15032"/>
                    <a:pt x="2147" y="13872"/>
                  </a:cubicBezTo>
                  <a:cubicBezTo>
                    <a:pt x="1915" y="12129"/>
                    <a:pt x="1028" y="4224"/>
                    <a:pt x="619" y="569"/>
                  </a:cubicBezTo>
                  <a:close/>
                  <a:moveTo>
                    <a:pt x="581" y="0"/>
                  </a:moveTo>
                  <a:cubicBezTo>
                    <a:pt x="495" y="0"/>
                    <a:pt x="399" y="2"/>
                    <a:pt x="292" y="5"/>
                  </a:cubicBezTo>
                  <a:cubicBezTo>
                    <a:pt x="126" y="11"/>
                    <a:pt x="0" y="156"/>
                    <a:pt x="19" y="321"/>
                  </a:cubicBezTo>
                  <a:cubicBezTo>
                    <a:pt x="409" y="3819"/>
                    <a:pt x="1342" y="12148"/>
                    <a:pt x="1583" y="13947"/>
                  </a:cubicBezTo>
                  <a:cubicBezTo>
                    <a:pt x="1752" y="15212"/>
                    <a:pt x="1719" y="16693"/>
                    <a:pt x="1661" y="17712"/>
                  </a:cubicBezTo>
                  <a:cubicBezTo>
                    <a:pt x="1652" y="17876"/>
                    <a:pt x="1781" y="18014"/>
                    <a:pt x="1945" y="18014"/>
                  </a:cubicBezTo>
                  <a:cubicBezTo>
                    <a:pt x="1955" y="18014"/>
                    <a:pt x="1964" y="18013"/>
                    <a:pt x="1974" y="18011"/>
                  </a:cubicBezTo>
                  <a:cubicBezTo>
                    <a:pt x="2265" y="17981"/>
                    <a:pt x="2487" y="17911"/>
                    <a:pt x="2656" y="17796"/>
                  </a:cubicBezTo>
                  <a:cubicBezTo>
                    <a:pt x="2847" y="17665"/>
                    <a:pt x="3136" y="17470"/>
                    <a:pt x="2762" y="10955"/>
                  </a:cubicBezTo>
                  <a:cubicBezTo>
                    <a:pt x="2577" y="7714"/>
                    <a:pt x="2293" y="4207"/>
                    <a:pt x="2163" y="3238"/>
                  </a:cubicBezTo>
                  <a:cubicBezTo>
                    <a:pt x="2085" y="2656"/>
                    <a:pt x="2067" y="2179"/>
                    <a:pt x="2051" y="1796"/>
                  </a:cubicBezTo>
                  <a:cubicBezTo>
                    <a:pt x="2017" y="944"/>
                    <a:pt x="1995" y="381"/>
                    <a:pt x="1315" y="88"/>
                  </a:cubicBezTo>
                  <a:cubicBezTo>
                    <a:pt x="1216" y="45"/>
                    <a:pt x="1045" y="0"/>
                    <a:pt x="5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68DC05E4-E03B-1593-BA20-D58A0C408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7851" y="3119817"/>
            <a:ext cx="2977800" cy="792600"/>
          </a:xfr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Etapes</a:t>
            </a:r>
            <a:endParaRPr dirty="0"/>
          </a:p>
        </p:txBody>
      </p:sp>
      <p:sp>
        <p:nvSpPr>
          <p:cNvPr id="2989" name="Google Shape;2989;p61"/>
          <p:cNvSpPr/>
          <p:nvPr/>
        </p:nvSpPr>
        <p:spPr>
          <a:xfrm>
            <a:off x="926900" y="1600200"/>
            <a:ext cx="819300" cy="819300"/>
          </a:xfrm>
          <a:prstGeom prst="ellipse">
            <a:avLst/>
          </a:pr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700" scaled="0"/>
          </a:gra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rPr>
              <a:t>1</a:t>
            </a:r>
            <a:endParaRPr sz="1800" b="1" dirty="0">
              <a:solidFill>
                <a:schemeClr val="l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991" name="Google Shape;2991;p61"/>
          <p:cNvSpPr txBox="1">
            <a:spLocks noGrp="1"/>
          </p:cNvSpPr>
          <p:nvPr>
            <p:ph type="title" idx="4294967295"/>
          </p:nvPr>
        </p:nvSpPr>
        <p:spPr>
          <a:xfrm>
            <a:off x="161363" y="3302125"/>
            <a:ext cx="2345239" cy="10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sz="1800" dirty="0">
                <a:latin typeface="DM Sans" pitchFamily="2" charset="0"/>
              </a:rPr>
              <a:t>Identifier ce qu’on veut protéger</a:t>
            </a:r>
            <a:endParaRPr sz="1800" dirty="0">
              <a:latin typeface="DM Sans" pitchFamily="2" charset="0"/>
            </a:endParaRPr>
          </a:p>
        </p:txBody>
      </p:sp>
      <p:sp>
        <p:nvSpPr>
          <p:cNvPr id="2992" name="Google Shape;2992;p61"/>
          <p:cNvSpPr/>
          <p:nvPr/>
        </p:nvSpPr>
        <p:spPr>
          <a:xfrm>
            <a:off x="7206769" y="3321175"/>
            <a:ext cx="819300" cy="819300"/>
          </a:xfrm>
          <a:prstGeom prst="ellipse">
            <a:avLst/>
          </a:pr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700" scaled="0"/>
          </a:gra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rPr>
              <a:t>4</a:t>
            </a:r>
            <a:endParaRPr sz="1800" b="1" dirty="0">
              <a:solidFill>
                <a:schemeClr val="l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993" name="Google Shape;2993;p61"/>
          <p:cNvSpPr txBox="1">
            <a:spLocks noGrp="1"/>
          </p:cNvSpPr>
          <p:nvPr>
            <p:ph type="body" idx="4294967295"/>
          </p:nvPr>
        </p:nvSpPr>
        <p:spPr>
          <a:xfrm>
            <a:off x="6425795" y="1381759"/>
            <a:ext cx="2395430" cy="1051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r>
              <a:rPr lang="fr-FR" dirty="0"/>
              <a:t>Aider au traitement et au pilotage des risques</a:t>
            </a:r>
            <a:endParaRPr dirty="0"/>
          </a:p>
        </p:txBody>
      </p:sp>
      <p:sp>
        <p:nvSpPr>
          <p:cNvPr id="2995" name="Google Shape;2995;p61"/>
          <p:cNvSpPr/>
          <p:nvPr/>
        </p:nvSpPr>
        <p:spPr>
          <a:xfrm>
            <a:off x="5132309" y="1653990"/>
            <a:ext cx="819300" cy="819300"/>
          </a:xfrm>
          <a:prstGeom prst="ellipse">
            <a:avLst/>
          </a:pr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700" scaled="0"/>
          </a:gra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rPr>
              <a:t>3</a:t>
            </a:r>
            <a:endParaRPr sz="1800" b="1" dirty="0">
              <a:solidFill>
                <a:schemeClr val="l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997" name="Google Shape;2997;p61"/>
          <p:cNvSpPr txBox="1">
            <a:spLocks noGrp="1"/>
          </p:cNvSpPr>
          <p:nvPr>
            <p:ph type="title" idx="4294967295"/>
          </p:nvPr>
        </p:nvSpPr>
        <p:spPr>
          <a:xfrm>
            <a:off x="4295816" y="3355915"/>
            <a:ext cx="249864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sz="1800" dirty="0">
                <a:latin typeface="DM Sans" pitchFamily="2" charset="0"/>
              </a:rPr>
              <a:t>Évaluer les risques</a:t>
            </a:r>
            <a:endParaRPr sz="1800" dirty="0">
              <a:latin typeface="DM Sans" pitchFamily="2" charset="0"/>
            </a:endParaRPr>
          </a:p>
        </p:txBody>
      </p:sp>
      <p:cxnSp>
        <p:nvCxnSpPr>
          <p:cNvPr id="2998" name="Google Shape;2998;p61"/>
          <p:cNvCxnSpPr>
            <a:cxnSpLocks/>
            <a:stCxn id="2989" idx="4"/>
            <a:endCxn id="2991" idx="0"/>
          </p:cNvCxnSpPr>
          <p:nvPr/>
        </p:nvCxnSpPr>
        <p:spPr>
          <a:xfrm flipH="1">
            <a:off x="1333983" y="2419500"/>
            <a:ext cx="2567" cy="88262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999" name="Google Shape;2999;p61"/>
          <p:cNvCxnSpPr>
            <a:cxnSpLocks/>
            <a:stCxn id="2992" idx="0"/>
            <a:endCxn id="2993" idx="2"/>
          </p:cNvCxnSpPr>
          <p:nvPr/>
        </p:nvCxnSpPr>
        <p:spPr>
          <a:xfrm flipV="1">
            <a:off x="7616419" y="2432974"/>
            <a:ext cx="7091" cy="8882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000" name="Google Shape;3000;p61"/>
          <p:cNvCxnSpPr>
            <a:cxnSpLocks/>
            <a:stCxn id="2995" idx="4"/>
            <a:endCxn id="2997" idx="0"/>
          </p:cNvCxnSpPr>
          <p:nvPr/>
        </p:nvCxnSpPr>
        <p:spPr>
          <a:xfrm>
            <a:off x="5541959" y="2473290"/>
            <a:ext cx="3177" cy="88262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" name="Google Shape;2992;p61">
            <a:extLst>
              <a:ext uri="{FF2B5EF4-FFF2-40B4-BE49-F238E27FC236}">
                <a16:creationId xmlns:a16="http://schemas.microsoft.com/office/drawing/2014/main" id="{C0E58D0A-D163-5A3C-B72E-54442F8D7E43}"/>
              </a:ext>
            </a:extLst>
          </p:cNvPr>
          <p:cNvSpPr/>
          <p:nvPr/>
        </p:nvSpPr>
        <p:spPr>
          <a:xfrm>
            <a:off x="3077623" y="3247662"/>
            <a:ext cx="819300" cy="819300"/>
          </a:xfrm>
          <a:prstGeom prst="ellipse">
            <a:avLst/>
          </a:pr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700" scaled="0"/>
          </a:gra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rPr>
              <a:t>2</a:t>
            </a:r>
            <a:endParaRPr sz="1800" b="1" dirty="0">
              <a:solidFill>
                <a:schemeClr val="l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7" name="Google Shape;2993;p61">
            <a:extLst>
              <a:ext uri="{FF2B5EF4-FFF2-40B4-BE49-F238E27FC236}">
                <a16:creationId xmlns:a16="http://schemas.microsoft.com/office/drawing/2014/main" id="{2083C28D-395F-4E2A-6C23-94EB055ACDC2}"/>
              </a:ext>
            </a:extLst>
          </p:cNvPr>
          <p:cNvSpPr txBox="1">
            <a:spLocks/>
          </p:cNvSpPr>
          <p:nvPr/>
        </p:nvSpPr>
        <p:spPr>
          <a:xfrm>
            <a:off x="2142276" y="1615462"/>
            <a:ext cx="2695605" cy="7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fr-FR" dirty="0"/>
              <a:t>Repérer les menaces et faiblesses</a:t>
            </a:r>
          </a:p>
        </p:txBody>
      </p:sp>
      <p:cxnSp>
        <p:nvCxnSpPr>
          <p:cNvPr id="9" name="Google Shape;2999;p61">
            <a:extLst>
              <a:ext uri="{FF2B5EF4-FFF2-40B4-BE49-F238E27FC236}">
                <a16:creationId xmlns:a16="http://schemas.microsoft.com/office/drawing/2014/main" id="{9BD57FD7-C525-BC43-B0B6-A7BE164FD9D7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3487273" y="2359462"/>
            <a:ext cx="2806" cy="888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BD2AE993-1E42-7752-F094-9D0D0C1C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54">
            <a:extLst>
              <a:ext uri="{FF2B5EF4-FFF2-40B4-BE49-F238E27FC236}">
                <a16:creationId xmlns:a16="http://schemas.microsoft.com/office/drawing/2014/main" id="{C3A6146D-DC21-21EB-24BF-73246DCA1D4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6623" y="889866"/>
            <a:ext cx="7570703" cy="2100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On appelle ça les « </a:t>
            </a:r>
            <a:r>
              <a:rPr lang="fr-FR" b="1" dirty="0"/>
              <a:t>actifs</a:t>
            </a:r>
            <a:r>
              <a:rPr lang="fr-FR" dirty="0"/>
              <a:t> »</a:t>
            </a:r>
            <a:endParaRPr lang="en-US" dirty="0"/>
          </a:p>
          <a:p>
            <a:pPr lvl="1">
              <a:spcBef>
                <a:spcPts val="1000"/>
              </a:spcBef>
            </a:pPr>
            <a:r>
              <a:rPr lang="fr-FR" dirty="0"/>
              <a:t>Exemples : serveurs, notes d’examen, données RH, site web</a:t>
            </a:r>
            <a:endParaRPr lang="en-US" dirty="0"/>
          </a:p>
          <a:p>
            <a:pPr lvl="0">
              <a:spcBef>
                <a:spcPts val="1000"/>
              </a:spcBef>
            </a:pPr>
            <a:r>
              <a:rPr lang="fr-FR" dirty="0"/>
              <a:t>On leur donne une valeur selon :</a:t>
            </a:r>
          </a:p>
          <a:p>
            <a:pPr lvl="1">
              <a:spcBef>
                <a:spcPts val="1000"/>
              </a:spcBef>
            </a:pPr>
            <a:r>
              <a:rPr lang="fr-FR" dirty="0"/>
              <a:t>Confidentialité (doit rester secret ?)</a:t>
            </a:r>
          </a:p>
          <a:p>
            <a:pPr lvl="1">
              <a:spcBef>
                <a:spcPts val="1000"/>
              </a:spcBef>
            </a:pPr>
            <a:r>
              <a:rPr lang="fr-FR" dirty="0"/>
              <a:t>Intégrité (doit rester exact ?)</a:t>
            </a:r>
          </a:p>
          <a:p>
            <a:pPr lvl="1">
              <a:spcBef>
                <a:spcPts val="1000"/>
              </a:spcBef>
            </a:pPr>
            <a:r>
              <a:rPr lang="fr-FR" dirty="0"/>
              <a:t>Disponibilité (doit être accessible ?)</a:t>
            </a:r>
            <a:endParaRPr lang="en-US" b="1" dirty="0"/>
          </a:p>
        </p:txBody>
      </p:sp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562981CB-4E0D-BE03-4149-61320F8962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Étape 1 : Identifier les biens et leur importance</a:t>
            </a:r>
            <a:endParaRPr dirty="0"/>
          </a:p>
        </p:txBody>
      </p:sp>
      <p:sp>
        <p:nvSpPr>
          <p:cNvPr id="7" name="Google Shape;2331;p54">
            <a:extLst>
              <a:ext uri="{FF2B5EF4-FFF2-40B4-BE49-F238E27FC236}">
                <a16:creationId xmlns:a16="http://schemas.microsoft.com/office/drawing/2014/main" id="{41267A45-0152-96A2-E8D5-420816042848}"/>
              </a:ext>
            </a:extLst>
          </p:cNvPr>
          <p:cNvSpPr txBox="1">
            <a:spLocks/>
          </p:cNvSpPr>
          <p:nvPr/>
        </p:nvSpPr>
        <p:spPr>
          <a:xfrm>
            <a:off x="626623" y="2997545"/>
            <a:ext cx="1772332" cy="45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buNone/>
            </a:pPr>
            <a:r>
              <a:rPr lang="fr-FR" dirty="0"/>
              <a:t>Exemples :</a:t>
            </a:r>
            <a:endParaRPr lang="en-US" dirty="0"/>
          </a:p>
        </p:txBody>
      </p:sp>
      <p:graphicFrame>
        <p:nvGraphicFramePr>
          <p:cNvPr id="8" name="Google Shape;1644;p43">
            <a:extLst>
              <a:ext uri="{FF2B5EF4-FFF2-40B4-BE49-F238E27FC236}">
                <a16:creationId xmlns:a16="http://schemas.microsoft.com/office/drawing/2014/main" id="{A56E23FD-FECD-209E-0461-1E4CBF156A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663219"/>
              </p:ext>
            </p:extLst>
          </p:nvPr>
        </p:nvGraphicFramePr>
        <p:xfrm>
          <a:off x="1180224" y="3450593"/>
          <a:ext cx="7017100" cy="1249590"/>
        </p:xfrm>
        <a:graphic>
          <a:graphicData uri="http://schemas.openxmlformats.org/drawingml/2006/table">
            <a:tbl>
              <a:tblPr>
                <a:noFill/>
                <a:tableStyleId>{DB8F0F2A-09B5-4C8A-B929-322150B22363}</a:tableStyleId>
              </a:tblPr>
              <a:tblGrid>
                <a:gridCol w="175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5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Viga"/>
                        </a:rPr>
                        <a:t>Actifs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Confidentialité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Intégrité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Disponibilité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Notes d’examen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🟢 </a:t>
                      </a: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Élevée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🟢 </a:t>
                      </a: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Élevée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🔵 </a:t>
                      </a: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Moyenne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5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Site web info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🔵 </a:t>
                      </a: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Moyenne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🔵 </a:t>
                      </a: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Moyenne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🟢 </a:t>
                      </a: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Élevée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65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C47AD3B1-A372-9BE3-AC0E-228A67AF4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54">
            <a:extLst>
              <a:ext uri="{FF2B5EF4-FFF2-40B4-BE49-F238E27FC236}">
                <a16:creationId xmlns:a16="http://schemas.microsoft.com/office/drawing/2014/main" id="{E87D0776-ECA7-9AE6-0225-AF808D9A473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6625" y="1089479"/>
            <a:ext cx="6739375" cy="2598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Qu’est-ce que c’est ?</a:t>
            </a:r>
          </a:p>
          <a:p>
            <a:pPr marL="596900" lvl="1" indent="0">
              <a:buNone/>
            </a:pPr>
            <a:r>
              <a:rPr lang="fr-FR" dirty="0"/>
              <a:t>Un catalogue qui permet de :</a:t>
            </a:r>
          </a:p>
          <a:p>
            <a:pPr lvl="1"/>
            <a:r>
              <a:rPr lang="fr-FR" dirty="0"/>
              <a:t>viser l’exhaustivité des situations de risque analysées ;</a:t>
            </a:r>
          </a:p>
          <a:p>
            <a:pPr lvl="1"/>
            <a:r>
              <a:rPr lang="fr-FR" dirty="0"/>
              <a:t>apporter de l’expertise ;</a:t>
            </a:r>
          </a:p>
          <a:p>
            <a:pPr lvl="1"/>
            <a:r>
              <a:rPr lang="fr-FR" dirty="0"/>
              <a:t>s’enrichir de l’expérience cumulée ;</a:t>
            </a:r>
          </a:p>
          <a:p>
            <a:pPr lvl="1"/>
            <a:r>
              <a:rPr lang="fr-FR" dirty="0"/>
              <a:t>harmoniser et coordonner les plans d’action.</a:t>
            </a:r>
          </a:p>
        </p:txBody>
      </p:sp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45F8C46D-99A0-CD61-6411-684C1EE25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La base de connaissance : votre guide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397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BE37B706-5C76-A947-CEB5-04EBF6CF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199E20D5-A7BD-4507-F33F-A6D1EDD40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La base de connaissance : votre guide</a:t>
            </a:r>
            <a:endParaRPr dirty="0"/>
          </a:p>
        </p:txBody>
      </p:sp>
      <p:sp>
        <p:nvSpPr>
          <p:cNvPr id="4" name="Google Shape;2331;p54">
            <a:extLst>
              <a:ext uri="{FF2B5EF4-FFF2-40B4-BE49-F238E27FC236}">
                <a16:creationId xmlns:a16="http://schemas.microsoft.com/office/drawing/2014/main" id="{6AF50888-B9B6-581E-FA71-029512589587}"/>
              </a:ext>
            </a:extLst>
          </p:cNvPr>
          <p:cNvSpPr txBox="1">
            <a:spLocks/>
          </p:cNvSpPr>
          <p:nvPr/>
        </p:nvSpPr>
        <p:spPr>
          <a:xfrm>
            <a:off x="626625" y="1118059"/>
            <a:ext cx="7968735" cy="3626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 dirty="0"/>
              <a:t>Contient quoi ?</a:t>
            </a:r>
          </a:p>
          <a:p>
            <a:pPr lvl="1"/>
            <a:r>
              <a:rPr lang="fr-FR" dirty="0"/>
              <a:t>Des scénarios de risque standards ;</a:t>
            </a:r>
          </a:p>
          <a:p>
            <a:pPr lvl="1"/>
            <a:r>
              <a:rPr lang="fr-FR" dirty="0"/>
              <a:t>Des dispositifs de sécurité matérialisés par des « services de sécurité » ou des « fonctions de sécurité » ;</a:t>
            </a:r>
          </a:p>
          <a:p>
            <a:pPr lvl="1"/>
            <a:r>
              <a:rPr lang="fr-FR" dirty="0"/>
              <a:t>Des questionnaires d’évaluation de ces services</a:t>
            </a:r>
          </a:p>
          <a:p>
            <a:pPr lvl="1" fontAlgn="base"/>
            <a:r>
              <a:rPr lang="fr-FR" dirty="0"/>
              <a:t>Des mécanismes d’évaluation de l’ensemble des paramètres caractéristiques des risques ;</a:t>
            </a:r>
          </a:p>
          <a:p>
            <a:pPr lvl="1"/>
            <a:r>
              <a:rPr lang="fr-FR" dirty="0"/>
              <a:t>Des mécanismes d’aide à la définition de plans et projets de sécurité aptes à réduire les risques  ;</a:t>
            </a:r>
          </a:p>
          <a:p>
            <a:pPr lvl="1"/>
            <a:r>
              <a:rPr lang="fr-FR" dirty="0"/>
              <a:t>Des outils de pilotage des risques;</a:t>
            </a:r>
          </a:p>
        </p:txBody>
      </p:sp>
    </p:spTree>
    <p:extLst>
      <p:ext uri="{BB962C8B-B14F-4D97-AF65-F5344CB8AC3E}">
        <p14:creationId xmlns:p14="http://schemas.microsoft.com/office/powerpoint/2010/main" val="283706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BA7E5513-8F94-A9B9-0767-DBC87D3A6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9A658BB5-3712-83EA-EB9D-CF2CFDD11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La base de connaissance : votre guide</a:t>
            </a:r>
            <a:endParaRPr dirty="0"/>
          </a:p>
        </p:txBody>
      </p:sp>
      <p:sp>
        <p:nvSpPr>
          <p:cNvPr id="4" name="Google Shape;2331;p54">
            <a:extLst>
              <a:ext uri="{FF2B5EF4-FFF2-40B4-BE49-F238E27FC236}">
                <a16:creationId xmlns:a16="http://schemas.microsoft.com/office/drawing/2014/main" id="{1A6B1BF0-9113-E530-D13D-8164D6A9E569}"/>
              </a:ext>
            </a:extLst>
          </p:cNvPr>
          <p:cNvSpPr txBox="1">
            <a:spLocks/>
          </p:cNvSpPr>
          <p:nvPr/>
        </p:nvSpPr>
        <p:spPr>
          <a:xfrm>
            <a:off x="626625" y="1157968"/>
            <a:ext cx="4676897" cy="45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buNone/>
            </a:pPr>
            <a:r>
              <a:rPr lang="fr-FR" dirty="0"/>
              <a:t>MÉHARI comprend trois bases de connaissances :</a:t>
            </a:r>
            <a:endParaRPr lang="en-US" dirty="0"/>
          </a:p>
        </p:txBody>
      </p:sp>
      <p:sp>
        <p:nvSpPr>
          <p:cNvPr id="5" name="Google Shape;2331;p54">
            <a:extLst>
              <a:ext uri="{FF2B5EF4-FFF2-40B4-BE49-F238E27FC236}">
                <a16:creationId xmlns:a16="http://schemas.microsoft.com/office/drawing/2014/main" id="{7CCB890C-9C11-B154-65AB-52B49599B095}"/>
              </a:ext>
            </a:extLst>
          </p:cNvPr>
          <p:cNvSpPr txBox="1">
            <a:spLocks/>
          </p:cNvSpPr>
          <p:nvPr/>
        </p:nvSpPr>
        <p:spPr>
          <a:xfrm>
            <a:off x="626625" y="1708224"/>
            <a:ext cx="7570703" cy="214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lnSpc>
                <a:spcPct val="150000"/>
              </a:lnSpc>
            </a:pPr>
            <a:r>
              <a:rPr lang="fr-FR" b="1" dirty="0"/>
              <a:t>Méhari-Expert</a:t>
            </a:r>
            <a:r>
              <a:rPr lang="fr-FR" dirty="0"/>
              <a:t> : version destinée aux grandes ou très grandes entreprises et nécessitant une bonne expertise de la méthode ;</a:t>
            </a:r>
          </a:p>
          <a:p>
            <a:pPr>
              <a:lnSpc>
                <a:spcPct val="150000"/>
              </a:lnSpc>
            </a:pPr>
            <a:r>
              <a:rPr lang="fr-FR" b="1" dirty="0"/>
              <a:t>Méhari-Standard</a:t>
            </a:r>
            <a:r>
              <a:rPr lang="fr-FR" dirty="0"/>
              <a:t> : version, destinée aux entreprises moyennes ou grandes, dotée de plus d’outils de pilotage et d’accès plus facile ;</a:t>
            </a:r>
          </a:p>
          <a:p>
            <a:pPr>
              <a:lnSpc>
                <a:spcPct val="150000"/>
              </a:lnSpc>
            </a:pPr>
            <a:r>
              <a:rPr lang="fr-FR" b="1" dirty="0"/>
              <a:t>Méhari-</a:t>
            </a:r>
            <a:r>
              <a:rPr lang="fr-FR" b="1" dirty="0" err="1"/>
              <a:t>ManagerBC</a:t>
            </a:r>
            <a:r>
              <a:rPr lang="fr-FR" dirty="0"/>
              <a:t> : version destinée aux analyses ciblées d’activités ou de projets.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08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7C8D9D72-2A98-9811-B432-D69D396F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54">
            <a:extLst>
              <a:ext uri="{FF2B5EF4-FFF2-40B4-BE49-F238E27FC236}">
                <a16:creationId xmlns:a16="http://schemas.microsoft.com/office/drawing/2014/main" id="{BD9F1B90-EF1F-9CAB-DB34-54D7737E76E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6623" y="889866"/>
            <a:ext cx="7570703" cy="803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Menace = ce qui pourrait arriver de négatif (accident, vol, panne, cyberattaque)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fr-FR" dirty="0"/>
              <a:t>Vulnérabilité = faiblesse qui rend la menace possible</a:t>
            </a:r>
            <a:endParaRPr lang="en-US" dirty="0"/>
          </a:p>
        </p:txBody>
      </p:sp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47F85BE4-D69F-B2AC-FEC4-50AC780DE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4" y="338175"/>
            <a:ext cx="757069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Étape 2 : Identifier les menaces et vulnérabilités</a:t>
            </a:r>
            <a:endParaRPr dirty="0"/>
          </a:p>
        </p:txBody>
      </p:sp>
      <p:sp>
        <p:nvSpPr>
          <p:cNvPr id="7" name="Google Shape;2331;p54">
            <a:extLst>
              <a:ext uri="{FF2B5EF4-FFF2-40B4-BE49-F238E27FC236}">
                <a16:creationId xmlns:a16="http://schemas.microsoft.com/office/drawing/2014/main" id="{E1F5F6FC-0EDD-43AD-78A5-309C0AE59C4F}"/>
              </a:ext>
            </a:extLst>
          </p:cNvPr>
          <p:cNvSpPr txBox="1">
            <a:spLocks/>
          </p:cNvSpPr>
          <p:nvPr/>
        </p:nvSpPr>
        <p:spPr>
          <a:xfrm>
            <a:off x="626623" y="1674339"/>
            <a:ext cx="1772332" cy="45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buNone/>
            </a:pPr>
            <a:r>
              <a:rPr lang="fr-FR" dirty="0"/>
              <a:t>Exemples :</a:t>
            </a:r>
            <a:endParaRPr lang="en-US" dirty="0"/>
          </a:p>
        </p:txBody>
      </p:sp>
      <p:graphicFrame>
        <p:nvGraphicFramePr>
          <p:cNvPr id="8" name="Google Shape;1644;p43">
            <a:extLst>
              <a:ext uri="{FF2B5EF4-FFF2-40B4-BE49-F238E27FC236}">
                <a16:creationId xmlns:a16="http://schemas.microsoft.com/office/drawing/2014/main" id="{30D2E989-13BC-152B-4529-7CC580D5F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412148"/>
              </p:ext>
            </p:extLst>
          </p:nvPr>
        </p:nvGraphicFramePr>
        <p:xfrm>
          <a:off x="1180223" y="2170424"/>
          <a:ext cx="6834224" cy="1249590"/>
        </p:xfrm>
        <a:graphic>
          <a:graphicData uri="http://schemas.openxmlformats.org/drawingml/2006/table">
            <a:tbl>
              <a:tblPr>
                <a:noFill/>
                <a:tableStyleId>{DB8F0F2A-09B5-4C8A-B929-322150B22363}</a:tableStyleId>
              </a:tblPr>
              <a:tblGrid>
                <a:gridCol w="341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5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Viga"/>
                        </a:rPr>
                        <a:t>Menace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Vulnérabilité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piratage des notes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mot de passe admin faible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5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incendie du serveur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 de sauvegarde externe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2331;p54">
            <a:extLst>
              <a:ext uri="{FF2B5EF4-FFF2-40B4-BE49-F238E27FC236}">
                <a16:creationId xmlns:a16="http://schemas.microsoft.com/office/drawing/2014/main" id="{13886F45-E1DF-907A-274E-C8574C51089C}"/>
              </a:ext>
            </a:extLst>
          </p:cNvPr>
          <p:cNvSpPr txBox="1">
            <a:spLocks/>
          </p:cNvSpPr>
          <p:nvPr/>
        </p:nvSpPr>
        <p:spPr>
          <a:xfrm>
            <a:off x="626623" y="3671007"/>
            <a:ext cx="7387824" cy="45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buNone/>
            </a:pPr>
            <a:r>
              <a:rPr lang="fr-FR" dirty="0"/>
              <a:t>On dresse une</a:t>
            </a:r>
            <a:r>
              <a:rPr lang="fr-FR" b="1" dirty="0"/>
              <a:t> liste des menaces &amp; vulnérabilités</a:t>
            </a:r>
            <a:r>
              <a:rPr lang="fr-FR" dirty="0"/>
              <a:t> possibles pour nos actifs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8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ADEEE5D5-515D-B71E-0E1A-91E9B680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54">
            <a:extLst>
              <a:ext uri="{FF2B5EF4-FFF2-40B4-BE49-F238E27FC236}">
                <a16:creationId xmlns:a16="http://schemas.microsoft.com/office/drawing/2014/main" id="{C9A9DB0A-FC90-46D1-EDD7-AF0AD522C8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6623" y="889866"/>
            <a:ext cx="7570703" cy="12685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Risque = combinaison de :</a:t>
            </a:r>
          </a:p>
          <a:p>
            <a:pPr lvl="1"/>
            <a:r>
              <a:rPr lang="fr-FR" dirty="0"/>
              <a:t>Gravité de l’impact si ça arrive</a:t>
            </a:r>
          </a:p>
          <a:p>
            <a:pPr lvl="1"/>
            <a:r>
              <a:rPr lang="fr-FR" dirty="0"/>
              <a:t>Potentialité que ça arrive</a:t>
            </a:r>
          </a:p>
        </p:txBody>
      </p:sp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16FF9E82-661D-14FC-D5BD-785203F33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4" y="338175"/>
            <a:ext cx="757069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Étape 3 : Évaluer les risques</a:t>
            </a:r>
            <a:endParaRPr dirty="0"/>
          </a:p>
        </p:txBody>
      </p:sp>
      <p:sp>
        <p:nvSpPr>
          <p:cNvPr id="7" name="Google Shape;2331;p54">
            <a:extLst>
              <a:ext uri="{FF2B5EF4-FFF2-40B4-BE49-F238E27FC236}">
                <a16:creationId xmlns:a16="http://schemas.microsoft.com/office/drawing/2014/main" id="{776EFF17-ED14-3858-A135-56E4424E37E1}"/>
              </a:ext>
            </a:extLst>
          </p:cNvPr>
          <p:cNvSpPr txBox="1">
            <a:spLocks/>
          </p:cNvSpPr>
          <p:nvPr/>
        </p:nvSpPr>
        <p:spPr>
          <a:xfrm>
            <a:off x="626623" y="2126157"/>
            <a:ext cx="1772332" cy="45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buNone/>
            </a:pPr>
            <a:r>
              <a:rPr lang="fr-FR" dirty="0"/>
              <a:t>Exemples :</a:t>
            </a:r>
            <a:endParaRPr lang="en-US" dirty="0"/>
          </a:p>
        </p:txBody>
      </p:sp>
      <p:graphicFrame>
        <p:nvGraphicFramePr>
          <p:cNvPr id="8" name="Google Shape;1644;p43">
            <a:extLst>
              <a:ext uri="{FF2B5EF4-FFF2-40B4-BE49-F238E27FC236}">
                <a16:creationId xmlns:a16="http://schemas.microsoft.com/office/drawing/2014/main" id="{24CEC549-7970-4C9F-C234-1DD6A2EA03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924795"/>
              </p:ext>
            </p:extLst>
          </p:nvPr>
        </p:nvGraphicFramePr>
        <p:xfrm>
          <a:off x="1180223" y="2525428"/>
          <a:ext cx="6834225" cy="1373456"/>
        </p:xfrm>
        <a:graphic>
          <a:graphicData uri="http://schemas.openxmlformats.org/drawingml/2006/table">
            <a:tbl>
              <a:tblPr>
                <a:noFill/>
                <a:tableStyleId>{DB8F0F2A-09B5-4C8A-B929-322150B22363}</a:tableStyleId>
              </a:tblPr>
              <a:tblGrid>
                <a:gridCol w="2821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252">
                  <a:extLst>
                    <a:ext uri="{9D8B030D-6E8A-4147-A177-3AD203B41FA5}">
                      <a16:colId xmlns:a16="http://schemas.microsoft.com/office/drawing/2014/main" val="2493117794"/>
                    </a:ext>
                  </a:extLst>
                </a:gridCol>
                <a:gridCol w="1387737">
                  <a:extLst>
                    <a:ext uri="{9D8B030D-6E8A-4147-A177-3AD203B41FA5}">
                      <a16:colId xmlns:a16="http://schemas.microsoft.com/office/drawing/2014/main" val="1829665306"/>
                    </a:ext>
                  </a:extLst>
                </a:gridCol>
              </a:tblGrid>
              <a:tr h="37378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Viga"/>
                        </a:rPr>
                        <a:t>Risque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Impact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Potentialité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l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Priorité</a:t>
                      </a:r>
                      <a:endParaRPr sz="1800" dirty="0">
                        <a:solidFill>
                          <a:schemeClr val="l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BE3FF"/>
                        </a:gs>
                        <a:gs pos="100000">
                          <a:srgbClr val="ACFFD9"/>
                        </a:gs>
                      </a:gsLst>
                      <a:lin ang="54007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Perte des notes d’examen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Élevé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Moyenne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🔥 Très haute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1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Site web inaccessible 2h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Faible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Moyenne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lt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❄️ Basse</a:t>
                      </a:r>
                      <a:endParaRPr dirty="0">
                        <a:solidFill>
                          <a:schemeClr val="lt2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2331;p54">
            <a:extLst>
              <a:ext uri="{FF2B5EF4-FFF2-40B4-BE49-F238E27FC236}">
                <a16:creationId xmlns:a16="http://schemas.microsoft.com/office/drawing/2014/main" id="{A4794AF3-ABB5-7506-8B6F-47C76FBD3E08}"/>
              </a:ext>
            </a:extLst>
          </p:cNvPr>
          <p:cNvSpPr txBox="1">
            <a:spLocks/>
          </p:cNvSpPr>
          <p:nvPr/>
        </p:nvSpPr>
        <p:spPr>
          <a:xfrm>
            <a:off x="626623" y="4176612"/>
            <a:ext cx="7387824" cy="45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buNone/>
            </a:pPr>
            <a:r>
              <a:rPr lang="fr-FR" dirty="0"/>
              <a:t>On fait une matrice des risques (simple tableau avec couleur : rouge/orange/vert).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74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4045A1EA-01D0-A426-EBC3-BDA7772F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092D4AB7-3B60-9F6C-DF9D-9B6F36A78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4" y="338175"/>
            <a:ext cx="757069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Étape 3 : Évaluer les risques</a:t>
            </a:r>
            <a:endParaRPr dirty="0"/>
          </a:p>
        </p:txBody>
      </p:sp>
      <p:sp>
        <p:nvSpPr>
          <p:cNvPr id="2" name="Google Shape;2331;p54">
            <a:extLst>
              <a:ext uri="{FF2B5EF4-FFF2-40B4-BE49-F238E27FC236}">
                <a16:creationId xmlns:a16="http://schemas.microsoft.com/office/drawing/2014/main" id="{E85E6D42-5C4E-3E66-DF86-359D88835FCC}"/>
              </a:ext>
            </a:extLst>
          </p:cNvPr>
          <p:cNvSpPr txBox="1">
            <a:spLocks/>
          </p:cNvSpPr>
          <p:nvPr/>
        </p:nvSpPr>
        <p:spPr>
          <a:xfrm>
            <a:off x="626623" y="1013878"/>
            <a:ext cx="7387824" cy="45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buNone/>
            </a:pPr>
            <a:r>
              <a:rPr lang="fr-FR" dirty="0"/>
              <a:t>On fait une matrice des risques (simple tableau avec couleur : rouge/orange/vert).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71189E-07C3-836A-50F9-C8B1E14C0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760" y="1742959"/>
            <a:ext cx="3972479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07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2C798F0B-8035-E7F9-03C7-A083A991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54">
            <a:extLst>
              <a:ext uri="{FF2B5EF4-FFF2-40B4-BE49-F238E27FC236}">
                <a16:creationId xmlns:a16="http://schemas.microsoft.com/office/drawing/2014/main" id="{49F7CFCE-E8A2-AE84-F90F-3B89EE3575E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6623" y="889866"/>
            <a:ext cx="7570703" cy="2554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fr-FR" dirty="0"/>
              <a:t>Le traitement des risques consiste à analyser chaque scénario de risque et à prendre des décisions spécifiques qui peuvent être de :</a:t>
            </a:r>
          </a:p>
          <a:p>
            <a:pPr marL="139700" indent="0">
              <a:buNone/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Réduire l’impact ou la potentialité ou les deux;</a:t>
            </a:r>
          </a:p>
          <a:p>
            <a:pPr>
              <a:lnSpc>
                <a:spcPct val="150000"/>
              </a:lnSpc>
            </a:pPr>
            <a:r>
              <a:rPr lang="fr-FR" dirty="0"/>
              <a:t>Décider d’éviter le risque en supprimant la situation de risque par des mesures structurelles ou organisationnelles;</a:t>
            </a:r>
          </a:p>
          <a:p>
            <a:pPr>
              <a:lnSpc>
                <a:spcPct val="150000"/>
              </a:lnSpc>
            </a:pPr>
            <a:r>
              <a:rPr lang="fr-FR" dirty="0"/>
              <a:t>Transférer le risque, essentiellement par l’assurance ;</a:t>
            </a:r>
          </a:p>
          <a:p>
            <a:pPr>
              <a:lnSpc>
                <a:spcPct val="150000"/>
              </a:lnSpc>
            </a:pPr>
            <a:r>
              <a:rPr lang="fr-FR" dirty="0"/>
              <a:t>Accepter le risque tel quel.</a:t>
            </a:r>
          </a:p>
        </p:txBody>
      </p:sp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10CFFDF6-599D-F00A-1B9D-6A8F6122D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4" y="338175"/>
            <a:ext cx="757069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Étape 4 : Aider au traitement et au pilotage des risques</a:t>
            </a:r>
            <a:endParaRPr dirty="0"/>
          </a:p>
        </p:txBody>
      </p:sp>
      <p:sp>
        <p:nvSpPr>
          <p:cNvPr id="2" name="Google Shape;2331;p54">
            <a:extLst>
              <a:ext uri="{FF2B5EF4-FFF2-40B4-BE49-F238E27FC236}">
                <a16:creationId xmlns:a16="http://schemas.microsoft.com/office/drawing/2014/main" id="{80A4D6E1-734A-32B2-BF5C-9F1BA7BF725F}"/>
              </a:ext>
            </a:extLst>
          </p:cNvPr>
          <p:cNvSpPr txBox="1">
            <a:spLocks/>
          </p:cNvSpPr>
          <p:nvPr/>
        </p:nvSpPr>
        <p:spPr>
          <a:xfrm>
            <a:off x="626623" y="3597492"/>
            <a:ext cx="7387824" cy="862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buNone/>
            </a:pPr>
            <a:r>
              <a:rPr lang="fr-FR" dirty="0"/>
              <a:t>Pour la réduction des risques, MÉHARI propose de travailler par </a:t>
            </a:r>
            <a:r>
              <a:rPr lang="fr-FR" b="1" dirty="0"/>
              <a:t>« Plans d’action »</a:t>
            </a:r>
            <a:r>
              <a:rPr lang="fr-FR" dirty="0"/>
              <a:t> ou par </a:t>
            </a:r>
            <a:r>
              <a:rPr lang="fr-FR" b="1" dirty="0"/>
              <a:t>« projets »</a:t>
            </a:r>
            <a:r>
              <a:rPr lang="fr-FR" dirty="0"/>
              <a:t>, sélectionnés et décidés selon des processus qui peuvent varier d’une version de base de connaissances à l’autre.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036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CE542118-B444-261D-511E-749430EA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54">
            <a:extLst>
              <a:ext uri="{FF2B5EF4-FFF2-40B4-BE49-F238E27FC236}">
                <a16:creationId xmlns:a16="http://schemas.microsoft.com/office/drawing/2014/main" id="{3CDD78B2-583E-C27F-DB95-792FADFB252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6623" y="889866"/>
            <a:ext cx="7216897" cy="32350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50000"/>
              </a:lnSpc>
              <a:buNone/>
            </a:pPr>
            <a:r>
              <a:rPr lang="fr-FR" b="1" dirty="0"/>
              <a:t>Par Plans d’action :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fr-FR" dirty="0"/>
              <a:t>C’est une </a:t>
            </a:r>
            <a:r>
              <a:rPr lang="fr-FR" b="1" dirty="0"/>
              <a:t>liste de mesures concrètes à réaliser</a:t>
            </a:r>
            <a:r>
              <a:rPr lang="fr-FR" dirty="0"/>
              <a:t>, souvent classées par priorité.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fr-FR" dirty="0"/>
              <a:t>Exemple :</a:t>
            </a:r>
          </a:p>
          <a:p>
            <a:pPr lvl="1"/>
            <a:r>
              <a:rPr lang="fr-FR" dirty="0"/>
              <a:t>Changer les mots de passe → immédiat</a:t>
            </a:r>
          </a:p>
          <a:p>
            <a:pPr lvl="1"/>
            <a:r>
              <a:rPr lang="fr-FR" dirty="0"/>
              <a:t>Mettre en place une sauvegarde → dans 1 mois</a:t>
            </a:r>
          </a:p>
          <a:p>
            <a:pPr lvl="1"/>
            <a:r>
              <a:rPr lang="fr-FR" dirty="0"/>
              <a:t>Installer un système d’alarme → dans 3 mois</a:t>
            </a:r>
          </a:p>
          <a:p>
            <a:pPr marL="596900" lvl="1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C’est simple, progressif et clair.</a:t>
            </a:r>
          </a:p>
        </p:txBody>
      </p:sp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8DBA2725-44E9-E233-6F5C-A41F25EB4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4" y="338175"/>
            <a:ext cx="757069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Étape 4 : Aider au traitement et au pilotage des risques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863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86DBE513-BE38-23EC-33AB-F2025CF0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B58B4A04-E481-81FA-794E-DD32067CB1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4" y="338175"/>
            <a:ext cx="757069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Étape 4 : Aider au traitement et au pilotage des risques</a:t>
            </a:r>
            <a:endParaRPr dirty="0"/>
          </a:p>
        </p:txBody>
      </p:sp>
      <p:sp>
        <p:nvSpPr>
          <p:cNvPr id="3" name="Google Shape;2331;p54">
            <a:extLst>
              <a:ext uri="{FF2B5EF4-FFF2-40B4-BE49-F238E27FC236}">
                <a16:creationId xmlns:a16="http://schemas.microsoft.com/office/drawing/2014/main" id="{6E31E25D-FB87-D1ED-806C-DFCAF7C1962C}"/>
              </a:ext>
            </a:extLst>
          </p:cNvPr>
          <p:cNvSpPr txBox="1">
            <a:spLocks/>
          </p:cNvSpPr>
          <p:nvPr/>
        </p:nvSpPr>
        <p:spPr>
          <a:xfrm>
            <a:off x="626624" y="877875"/>
            <a:ext cx="7570699" cy="402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lnSpc>
                <a:spcPct val="150000"/>
              </a:lnSpc>
              <a:buFont typeface="DM Sans"/>
              <a:buNone/>
            </a:pPr>
            <a:r>
              <a:rPr lang="fr-FR" b="1" dirty="0"/>
              <a:t>Par Projets :</a:t>
            </a:r>
          </a:p>
          <a:p>
            <a:pPr marL="139700" indent="0">
              <a:lnSpc>
                <a:spcPct val="150000"/>
              </a:lnSpc>
              <a:buFont typeface="DM Sans"/>
              <a:buNone/>
            </a:pPr>
            <a:r>
              <a:rPr lang="fr-FR" dirty="0"/>
              <a:t>Si certaines mesures sont plus complexes ou importantes, on les traite comme de vrais projets, avec :</a:t>
            </a:r>
          </a:p>
          <a:p>
            <a:pPr lvl="1"/>
            <a:r>
              <a:rPr lang="fr-FR" dirty="0"/>
              <a:t>des objectifs précis</a:t>
            </a:r>
          </a:p>
          <a:p>
            <a:pPr lvl="1"/>
            <a:r>
              <a:rPr lang="fr-FR" dirty="0"/>
              <a:t>un budget</a:t>
            </a:r>
          </a:p>
          <a:p>
            <a:pPr lvl="1"/>
            <a:r>
              <a:rPr lang="fr-FR" dirty="0"/>
              <a:t>un planning</a:t>
            </a:r>
          </a:p>
          <a:p>
            <a:pPr lvl="1"/>
            <a:r>
              <a:rPr lang="fr-FR" dirty="0"/>
              <a:t>une équipe</a:t>
            </a:r>
          </a:p>
          <a:p>
            <a:pPr marL="596900" lvl="1" indent="0">
              <a:buFont typeface="DM Sans"/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Exemple : « Projet de migration vers un datacenter sécurisé »</a:t>
            </a:r>
          </a:p>
        </p:txBody>
      </p:sp>
    </p:spTree>
    <p:extLst>
      <p:ext uri="{BB962C8B-B14F-4D97-AF65-F5344CB8AC3E}">
        <p14:creationId xmlns:p14="http://schemas.microsoft.com/office/powerpoint/2010/main" val="2623878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8AE84B22-0BAA-715D-6DC7-BAF639CA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B7D15D0D-3342-8154-7587-7D6BB63D09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0351" y="1049375"/>
            <a:ext cx="2543295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fr-FR" sz="3200" dirty="0"/>
              <a:t>Conclusion</a:t>
            </a:r>
            <a:endParaRPr sz="3200" dirty="0"/>
          </a:p>
        </p:txBody>
      </p:sp>
      <p:sp>
        <p:nvSpPr>
          <p:cNvPr id="3" name="Google Shape;2331;p54">
            <a:extLst>
              <a:ext uri="{FF2B5EF4-FFF2-40B4-BE49-F238E27FC236}">
                <a16:creationId xmlns:a16="http://schemas.microsoft.com/office/drawing/2014/main" id="{3434A423-B3C8-88C5-65E8-9A491BF07702}"/>
              </a:ext>
            </a:extLst>
          </p:cNvPr>
          <p:cNvSpPr txBox="1">
            <a:spLocks/>
          </p:cNvSpPr>
          <p:nvPr/>
        </p:nvSpPr>
        <p:spPr>
          <a:xfrm>
            <a:off x="786650" y="1680515"/>
            <a:ext cx="7570699" cy="146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lnSpc>
                <a:spcPct val="150000"/>
              </a:lnSpc>
              <a:buFont typeface="DM Sans"/>
              <a:buNone/>
            </a:pPr>
            <a:r>
              <a:rPr lang="fr-FR" dirty="0"/>
              <a:t>MEHARI est une méthode simple et logique pour comprendre, évaluer et réduire les risques dans une organisation. Elle nous guide pas à pas, grâce à sa base de connaissance, pour protéger ce qui compte le plus. C’est un outil pratique pour prioriser les actions et prendre de bonnes décisions en sécurité.</a:t>
            </a:r>
          </a:p>
        </p:txBody>
      </p:sp>
    </p:spTree>
    <p:extLst>
      <p:ext uri="{BB962C8B-B14F-4D97-AF65-F5344CB8AC3E}">
        <p14:creationId xmlns:p14="http://schemas.microsoft.com/office/powerpoint/2010/main" val="1004039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03CC16AB-8FA6-829A-B138-8DB705FC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AE423FC7-8278-CA18-E0A9-D16707595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4" y="338175"/>
            <a:ext cx="757069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Exemples de cas</a:t>
            </a:r>
            <a:endParaRPr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532BC6E-8CD0-B8F4-EC5D-0061D28FA2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47091"/>
              </p:ext>
            </p:extLst>
          </p:nvPr>
        </p:nvGraphicFramePr>
        <p:xfrm>
          <a:off x="626624" y="877875"/>
          <a:ext cx="7570699" cy="2190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1905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626624" y="877875"/>
            <a:ext cx="7806175" cy="2190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fr-FR" dirty="0"/>
              <a:t>https://clusif.fr/services/management-des-risques/la-documentation/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fr-FR" dirty="0"/>
              <a:t>https://clusif.fr/services/management-des-risques/les-fondamentaux-de-mehari/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fr-FR" dirty="0"/>
              <a:t>https://clusif.fr/services/management-des-risques/les-modules-de-mehari/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fr-FR" dirty="0">
                <a:hlinkClick r:id="rId3"/>
              </a:rPr>
              <a:t>https://clusif.fr/services/management-des-risques/les-versions-de-mehari/</a:t>
            </a:r>
            <a:endParaRPr lang="fr-FR" dirty="0"/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fr-FR" dirty="0"/>
              <a:t>https://www.youtube.com/watch?v=KAhHnSZ5nS8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fr-FR" dirty="0"/>
              <a:t>https://cdn.standards.iteh.ai/samples/80585/2a0d88d6f7254d2c8c3ecd4afc7976af/ISO-IEC-27005-2022.pdf</a:t>
            </a:r>
            <a:endParaRPr dirty="0"/>
          </a:p>
        </p:txBody>
      </p:sp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Références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>
          <a:extLst>
            <a:ext uri="{FF2B5EF4-FFF2-40B4-BE49-F238E27FC236}">
              <a16:creationId xmlns:a16="http://schemas.microsoft.com/office/drawing/2014/main" id="{57C32147-4F21-9236-C6DB-868F2FCD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54">
            <a:extLst>
              <a:ext uri="{FF2B5EF4-FFF2-40B4-BE49-F238E27FC236}">
                <a16:creationId xmlns:a16="http://schemas.microsoft.com/office/drawing/2014/main" id="{ED7E83E5-1756-0021-F234-4B43F1B416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8145" y="1236410"/>
            <a:ext cx="3278137" cy="12252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7200" b="1" dirty="0"/>
              <a:t>MERCI!</a:t>
            </a:r>
            <a:endParaRPr sz="7200" b="1" dirty="0"/>
          </a:p>
        </p:txBody>
      </p:sp>
      <p:sp>
        <p:nvSpPr>
          <p:cNvPr id="3" name="Google Shape;2331;p54">
            <a:extLst>
              <a:ext uri="{FF2B5EF4-FFF2-40B4-BE49-F238E27FC236}">
                <a16:creationId xmlns:a16="http://schemas.microsoft.com/office/drawing/2014/main" id="{03D8605E-D850-522C-7238-361EE993E8A1}"/>
              </a:ext>
            </a:extLst>
          </p:cNvPr>
          <p:cNvSpPr txBox="1">
            <a:spLocks/>
          </p:cNvSpPr>
          <p:nvPr/>
        </p:nvSpPr>
        <p:spPr>
          <a:xfrm>
            <a:off x="1139312" y="2323158"/>
            <a:ext cx="2069584" cy="77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>
              <a:lnSpc>
                <a:spcPct val="150000"/>
              </a:lnSpc>
              <a:buFont typeface="DM Sans"/>
              <a:buNone/>
            </a:pPr>
            <a:r>
              <a:rPr lang="fr-FR" sz="2800" dirty="0"/>
              <a:t>Questions</a:t>
            </a:r>
          </a:p>
        </p:txBody>
      </p:sp>
      <p:grpSp>
        <p:nvGrpSpPr>
          <p:cNvPr id="2" name="Google Shape;3014;p63">
            <a:extLst>
              <a:ext uri="{FF2B5EF4-FFF2-40B4-BE49-F238E27FC236}">
                <a16:creationId xmlns:a16="http://schemas.microsoft.com/office/drawing/2014/main" id="{6E6A62F2-48CF-94FF-514A-8BAD111D6791}"/>
              </a:ext>
            </a:extLst>
          </p:cNvPr>
          <p:cNvGrpSpPr/>
          <p:nvPr/>
        </p:nvGrpSpPr>
        <p:grpSpPr>
          <a:xfrm>
            <a:off x="4145472" y="469010"/>
            <a:ext cx="4817241" cy="4537480"/>
            <a:chOff x="1029100" y="238125"/>
            <a:chExt cx="5561350" cy="5238375"/>
          </a:xfrm>
        </p:grpSpPr>
        <p:sp>
          <p:nvSpPr>
            <p:cNvPr id="4" name="Google Shape;3015;p63">
              <a:extLst>
                <a:ext uri="{FF2B5EF4-FFF2-40B4-BE49-F238E27FC236}">
                  <a16:creationId xmlns:a16="http://schemas.microsoft.com/office/drawing/2014/main" id="{B6B2E081-CAE1-AE78-28D0-0DBB9E78626D}"/>
                </a:ext>
              </a:extLst>
            </p:cNvPr>
            <p:cNvSpPr/>
            <p:nvPr/>
          </p:nvSpPr>
          <p:spPr>
            <a:xfrm>
              <a:off x="1203150" y="238125"/>
              <a:ext cx="5105375" cy="4600950"/>
            </a:xfrm>
            <a:custGeom>
              <a:avLst/>
              <a:gdLst/>
              <a:ahLst/>
              <a:cxnLst/>
              <a:rect l="l" t="t" r="r" b="b"/>
              <a:pathLst>
                <a:path w="204215" h="184038" extrusionOk="0">
                  <a:moveTo>
                    <a:pt x="127773" y="0"/>
                  </a:moveTo>
                  <a:cubicBezTo>
                    <a:pt x="115838" y="0"/>
                    <a:pt x="104035" y="4096"/>
                    <a:pt x="94139" y="11670"/>
                  </a:cubicBezTo>
                  <a:cubicBezTo>
                    <a:pt x="71799" y="28768"/>
                    <a:pt x="55542" y="52089"/>
                    <a:pt x="31096" y="66905"/>
                  </a:cubicBezTo>
                  <a:cubicBezTo>
                    <a:pt x="10686" y="79276"/>
                    <a:pt x="0" y="99258"/>
                    <a:pt x="6866" y="127499"/>
                  </a:cubicBezTo>
                  <a:cubicBezTo>
                    <a:pt x="13351" y="154179"/>
                    <a:pt x="34162" y="170340"/>
                    <a:pt x="57584" y="170340"/>
                  </a:cubicBezTo>
                  <a:cubicBezTo>
                    <a:pt x="58955" y="170340"/>
                    <a:pt x="60334" y="170284"/>
                    <a:pt x="61720" y="170172"/>
                  </a:cubicBezTo>
                  <a:cubicBezTo>
                    <a:pt x="66115" y="169818"/>
                    <a:pt x="70552" y="169618"/>
                    <a:pt x="74987" y="169618"/>
                  </a:cubicBezTo>
                  <a:cubicBezTo>
                    <a:pt x="91592" y="169618"/>
                    <a:pt x="108166" y="172420"/>
                    <a:pt x="122391" y="180407"/>
                  </a:cubicBezTo>
                  <a:cubicBezTo>
                    <a:pt x="126702" y="182827"/>
                    <a:pt x="131899" y="184038"/>
                    <a:pt x="137650" y="184038"/>
                  </a:cubicBezTo>
                  <a:cubicBezTo>
                    <a:pt x="153382" y="184038"/>
                    <a:pt x="173260" y="174983"/>
                    <a:pt x="190501" y="156881"/>
                  </a:cubicBezTo>
                  <a:cubicBezTo>
                    <a:pt x="204215" y="142485"/>
                    <a:pt x="202887" y="124179"/>
                    <a:pt x="198418" y="107062"/>
                  </a:cubicBezTo>
                  <a:cubicBezTo>
                    <a:pt x="195664" y="96511"/>
                    <a:pt x="193866" y="85702"/>
                    <a:pt x="191728" y="74983"/>
                  </a:cubicBezTo>
                  <a:cubicBezTo>
                    <a:pt x="190221" y="67429"/>
                    <a:pt x="188545" y="59919"/>
                    <a:pt x="186244" y="52574"/>
                  </a:cubicBezTo>
                  <a:cubicBezTo>
                    <a:pt x="179565" y="31252"/>
                    <a:pt x="166268" y="9678"/>
                    <a:pt x="143434" y="2426"/>
                  </a:cubicBezTo>
                  <a:cubicBezTo>
                    <a:pt x="138288" y="791"/>
                    <a:pt x="133018" y="0"/>
                    <a:pt x="127773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016;p63">
              <a:extLst>
                <a:ext uri="{FF2B5EF4-FFF2-40B4-BE49-F238E27FC236}">
                  <a16:creationId xmlns:a16="http://schemas.microsoft.com/office/drawing/2014/main" id="{2091D0D3-D12A-20CB-1ED2-E616DB1D2C47}"/>
                </a:ext>
              </a:extLst>
            </p:cNvPr>
            <p:cNvSpPr/>
            <p:nvPr/>
          </p:nvSpPr>
          <p:spPr>
            <a:xfrm>
              <a:off x="1029100" y="5310750"/>
              <a:ext cx="5561350" cy="165750"/>
            </a:xfrm>
            <a:custGeom>
              <a:avLst/>
              <a:gdLst/>
              <a:ahLst/>
              <a:cxnLst/>
              <a:rect l="l" t="t" r="r" b="b"/>
              <a:pathLst>
                <a:path w="222454" h="6630" extrusionOk="0">
                  <a:moveTo>
                    <a:pt x="111226" y="1"/>
                  </a:moveTo>
                  <a:cubicBezTo>
                    <a:pt x="49798" y="1"/>
                    <a:pt x="0" y="1485"/>
                    <a:pt x="0" y="3315"/>
                  </a:cubicBezTo>
                  <a:cubicBezTo>
                    <a:pt x="0" y="5145"/>
                    <a:pt x="49798" y="6629"/>
                    <a:pt x="111226" y="6629"/>
                  </a:cubicBezTo>
                  <a:cubicBezTo>
                    <a:pt x="172655" y="6629"/>
                    <a:pt x="222453" y="5145"/>
                    <a:pt x="222453" y="3315"/>
                  </a:cubicBezTo>
                  <a:cubicBezTo>
                    <a:pt x="222453" y="1485"/>
                    <a:pt x="172655" y="1"/>
                    <a:pt x="111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017;p63">
              <a:extLst>
                <a:ext uri="{FF2B5EF4-FFF2-40B4-BE49-F238E27FC236}">
                  <a16:creationId xmlns:a16="http://schemas.microsoft.com/office/drawing/2014/main" id="{00F23287-A48F-C75A-0891-88259102CE5B}"/>
                </a:ext>
              </a:extLst>
            </p:cNvPr>
            <p:cNvSpPr/>
            <p:nvPr/>
          </p:nvSpPr>
          <p:spPr>
            <a:xfrm>
              <a:off x="2571825" y="970075"/>
              <a:ext cx="2459525" cy="4432625"/>
            </a:xfrm>
            <a:custGeom>
              <a:avLst/>
              <a:gdLst/>
              <a:ahLst/>
              <a:cxnLst/>
              <a:rect l="l" t="t" r="r" b="b"/>
              <a:pathLst>
                <a:path w="98381" h="177305" extrusionOk="0">
                  <a:moveTo>
                    <a:pt x="4182" y="1"/>
                  </a:moveTo>
                  <a:cubicBezTo>
                    <a:pt x="1873" y="1"/>
                    <a:pt x="1" y="1873"/>
                    <a:pt x="1" y="4183"/>
                  </a:cubicBezTo>
                  <a:lnTo>
                    <a:pt x="1" y="172763"/>
                  </a:lnTo>
                  <a:cubicBezTo>
                    <a:pt x="1" y="175271"/>
                    <a:pt x="2034" y="177304"/>
                    <a:pt x="4542" y="177304"/>
                  </a:cubicBezTo>
                  <a:lnTo>
                    <a:pt x="93800" y="177304"/>
                  </a:lnTo>
                  <a:cubicBezTo>
                    <a:pt x="96330" y="177304"/>
                    <a:pt x="98380" y="175253"/>
                    <a:pt x="98380" y="172723"/>
                  </a:cubicBezTo>
                  <a:lnTo>
                    <a:pt x="98380" y="4607"/>
                  </a:lnTo>
                  <a:cubicBezTo>
                    <a:pt x="98380" y="2063"/>
                    <a:pt x="96318" y="1"/>
                    <a:pt x="93775" y="1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018;p63">
              <a:extLst>
                <a:ext uri="{FF2B5EF4-FFF2-40B4-BE49-F238E27FC236}">
                  <a16:creationId xmlns:a16="http://schemas.microsoft.com/office/drawing/2014/main" id="{82CEDB43-8576-20B9-E6A1-48AA5AC1DB5E}"/>
                </a:ext>
              </a:extLst>
            </p:cNvPr>
            <p:cNvSpPr/>
            <p:nvPr/>
          </p:nvSpPr>
          <p:spPr>
            <a:xfrm>
              <a:off x="2564500" y="962775"/>
              <a:ext cx="2474175" cy="4447250"/>
            </a:xfrm>
            <a:custGeom>
              <a:avLst/>
              <a:gdLst/>
              <a:ahLst/>
              <a:cxnLst/>
              <a:rect l="l" t="t" r="r" b="b"/>
              <a:pathLst>
                <a:path w="98967" h="177890" extrusionOk="0">
                  <a:moveTo>
                    <a:pt x="94720" y="586"/>
                  </a:moveTo>
                  <a:cubicBezTo>
                    <a:pt x="96739" y="586"/>
                    <a:pt x="98381" y="2228"/>
                    <a:pt x="98381" y="4246"/>
                  </a:cubicBezTo>
                  <a:lnTo>
                    <a:pt x="98381" y="173643"/>
                  </a:lnTo>
                  <a:cubicBezTo>
                    <a:pt x="98381" y="175662"/>
                    <a:pt x="96739" y="177304"/>
                    <a:pt x="94720" y="177304"/>
                  </a:cubicBezTo>
                  <a:lnTo>
                    <a:pt x="4247" y="177304"/>
                  </a:lnTo>
                  <a:cubicBezTo>
                    <a:pt x="2228" y="177304"/>
                    <a:pt x="586" y="175662"/>
                    <a:pt x="586" y="173643"/>
                  </a:cubicBezTo>
                  <a:lnTo>
                    <a:pt x="586" y="4246"/>
                  </a:lnTo>
                  <a:cubicBezTo>
                    <a:pt x="586" y="2228"/>
                    <a:pt x="2228" y="586"/>
                    <a:pt x="4247" y="586"/>
                  </a:cubicBezTo>
                  <a:close/>
                  <a:moveTo>
                    <a:pt x="4246" y="1"/>
                  </a:moveTo>
                  <a:cubicBezTo>
                    <a:pt x="1905" y="1"/>
                    <a:pt x="0" y="1905"/>
                    <a:pt x="0" y="4246"/>
                  </a:cubicBezTo>
                  <a:lnTo>
                    <a:pt x="0" y="173643"/>
                  </a:lnTo>
                  <a:cubicBezTo>
                    <a:pt x="0" y="175985"/>
                    <a:pt x="1905" y="177890"/>
                    <a:pt x="4247" y="177890"/>
                  </a:cubicBezTo>
                  <a:lnTo>
                    <a:pt x="94720" y="177890"/>
                  </a:lnTo>
                  <a:cubicBezTo>
                    <a:pt x="97062" y="177890"/>
                    <a:pt x="98966" y="175985"/>
                    <a:pt x="98966" y="173643"/>
                  </a:cubicBezTo>
                  <a:lnTo>
                    <a:pt x="98966" y="4246"/>
                  </a:lnTo>
                  <a:cubicBezTo>
                    <a:pt x="98966" y="1905"/>
                    <a:pt x="97061" y="1"/>
                    <a:pt x="9472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019;p63">
              <a:extLst>
                <a:ext uri="{FF2B5EF4-FFF2-40B4-BE49-F238E27FC236}">
                  <a16:creationId xmlns:a16="http://schemas.microsoft.com/office/drawing/2014/main" id="{8F321286-DB07-E3A5-1F61-5543F18B088B}"/>
                </a:ext>
              </a:extLst>
            </p:cNvPr>
            <p:cNvSpPr/>
            <p:nvPr/>
          </p:nvSpPr>
          <p:spPr>
            <a:xfrm>
              <a:off x="3634025" y="1172050"/>
              <a:ext cx="369025" cy="62825"/>
            </a:xfrm>
            <a:custGeom>
              <a:avLst/>
              <a:gdLst/>
              <a:ahLst/>
              <a:cxnLst/>
              <a:rect l="l" t="t" r="r" b="b"/>
              <a:pathLst>
                <a:path w="14761" h="2513" extrusionOk="0">
                  <a:moveTo>
                    <a:pt x="1256" y="1"/>
                  </a:moveTo>
                  <a:cubicBezTo>
                    <a:pt x="562" y="1"/>
                    <a:pt x="0" y="563"/>
                    <a:pt x="0" y="1257"/>
                  </a:cubicBezTo>
                  <a:cubicBezTo>
                    <a:pt x="0" y="1951"/>
                    <a:pt x="562" y="2513"/>
                    <a:pt x="1256" y="2513"/>
                  </a:cubicBezTo>
                  <a:lnTo>
                    <a:pt x="13503" y="2513"/>
                  </a:lnTo>
                  <a:cubicBezTo>
                    <a:pt x="14197" y="2513"/>
                    <a:pt x="14760" y="1951"/>
                    <a:pt x="14760" y="1257"/>
                  </a:cubicBezTo>
                  <a:cubicBezTo>
                    <a:pt x="14760" y="563"/>
                    <a:pt x="14197" y="1"/>
                    <a:pt x="135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020;p63">
              <a:extLst>
                <a:ext uri="{FF2B5EF4-FFF2-40B4-BE49-F238E27FC236}">
                  <a16:creationId xmlns:a16="http://schemas.microsoft.com/office/drawing/2014/main" id="{C180C819-AF85-5E3C-B613-BB7DF57D0395}"/>
                </a:ext>
              </a:extLst>
            </p:cNvPr>
            <p:cNvSpPr/>
            <p:nvPr/>
          </p:nvSpPr>
          <p:spPr>
            <a:xfrm>
              <a:off x="2727250" y="1238500"/>
              <a:ext cx="2148675" cy="3767975"/>
            </a:xfrm>
            <a:custGeom>
              <a:avLst/>
              <a:gdLst/>
              <a:ahLst/>
              <a:cxnLst/>
              <a:rect l="l" t="t" r="r" b="b"/>
              <a:pathLst>
                <a:path w="85947" h="150719" extrusionOk="0">
                  <a:moveTo>
                    <a:pt x="0" y="0"/>
                  </a:moveTo>
                  <a:lnTo>
                    <a:pt x="0" y="150718"/>
                  </a:lnTo>
                  <a:lnTo>
                    <a:pt x="85946" y="150718"/>
                  </a:lnTo>
                  <a:lnTo>
                    <a:pt x="85946" y="0"/>
                  </a:lnTo>
                  <a:lnTo>
                    <a:pt x="66471" y="0"/>
                  </a:lnTo>
                  <a:lnTo>
                    <a:pt x="64400" y="1819"/>
                  </a:lnTo>
                  <a:cubicBezTo>
                    <a:pt x="63586" y="2535"/>
                    <a:pt x="62539" y="2929"/>
                    <a:pt x="61456" y="2929"/>
                  </a:cubicBezTo>
                  <a:lnTo>
                    <a:pt x="25512" y="2929"/>
                  </a:lnTo>
                  <a:cubicBezTo>
                    <a:pt x="24472" y="2929"/>
                    <a:pt x="23465" y="2566"/>
                    <a:pt x="22664" y="1901"/>
                  </a:cubicBezTo>
                  <a:lnTo>
                    <a:pt x="20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021;p63">
              <a:extLst>
                <a:ext uri="{FF2B5EF4-FFF2-40B4-BE49-F238E27FC236}">
                  <a16:creationId xmlns:a16="http://schemas.microsoft.com/office/drawing/2014/main" id="{773AF2F3-6FFC-9683-839E-44FC7D0154DF}"/>
                </a:ext>
              </a:extLst>
            </p:cNvPr>
            <p:cNvSpPr/>
            <p:nvPr/>
          </p:nvSpPr>
          <p:spPr>
            <a:xfrm>
              <a:off x="2720350" y="1231600"/>
              <a:ext cx="2162475" cy="3781750"/>
            </a:xfrm>
            <a:custGeom>
              <a:avLst/>
              <a:gdLst/>
              <a:ahLst/>
              <a:cxnLst/>
              <a:rect l="l" t="t" r="r" b="b"/>
              <a:pathLst>
                <a:path w="86499" h="151270" extrusionOk="0">
                  <a:moveTo>
                    <a:pt x="85947" y="551"/>
                  </a:moveTo>
                  <a:lnTo>
                    <a:pt x="85947" y="150720"/>
                  </a:lnTo>
                  <a:lnTo>
                    <a:pt x="552" y="150720"/>
                  </a:lnTo>
                  <a:lnTo>
                    <a:pt x="552" y="551"/>
                  </a:lnTo>
                  <a:lnTo>
                    <a:pt x="20548" y="551"/>
                  </a:lnTo>
                  <a:lnTo>
                    <a:pt x="22764" y="2390"/>
                  </a:lnTo>
                  <a:cubicBezTo>
                    <a:pt x="23615" y="3094"/>
                    <a:pt x="24684" y="3480"/>
                    <a:pt x="25789" y="3481"/>
                  </a:cubicBezTo>
                  <a:lnTo>
                    <a:pt x="61732" y="3481"/>
                  </a:lnTo>
                  <a:cubicBezTo>
                    <a:pt x="62883" y="3481"/>
                    <a:pt x="63994" y="3062"/>
                    <a:pt x="64858" y="2303"/>
                  </a:cubicBezTo>
                  <a:lnTo>
                    <a:pt x="66851" y="551"/>
                  </a:lnTo>
                  <a:close/>
                  <a:moveTo>
                    <a:pt x="276" y="1"/>
                  </a:moveTo>
                  <a:cubicBezTo>
                    <a:pt x="124" y="1"/>
                    <a:pt x="1" y="124"/>
                    <a:pt x="2" y="276"/>
                  </a:cubicBezTo>
                  <a:lnTo>
                    <a:pt x="2" y="150996"/>
                  </a:lnTo>
                  <a:cubicBezTo>
                    <a:pt x="2" y="151147"/>
                    <a:pt x="124" y="151270"/>
                    <a:pt x="276" y="151270"/>
                  </a:cubicBezTo>
                  <a:lnTo>
                    <a:pt x="86222" y="151270"/>
                  </a:lnTo>
                  <a:cubicBezTo>
                    <a:pt x="86375" y="151270"/>
                    <a:pt x="86497" y="151147"/>
                    <a:pt x="86498" y="150996"/>
                  </a:cubicBezTo>
                  <a:lnTo>
                    <a:pt x="86498" y="276"/>
                  </a:lnTo>
                  <a:cubicBezTo>
                    <a:pt x="86497" y="124"/>
                    <a:pt x="86375" y="1"/>
                    <a:pt x="86222" y="1"/>
                  </a:cubicBezTo>
                  <a:lnTo>
                    <a:pt x="66748" y="1"/>
                  </a:lnTo>
                  <a:cubicBezTo>
                    <a:pt x="66681" y="1"/>
                    <a:pt x="66617" y="25"/>
                    <a:pt x="66567" y="70"/>
                  </a:cubicBezTo>
                  <a:lnTo>
                    <a:pt x="64495" y="1890"/>
                  </a:lnTo>
                  <a:cubicBezTo>
                    <a:pt x="63730" y="2561"/>
                    <a:pt x="62748" y="2931"/>
                    <a:pt x="61732" y="2931"/>
                  </a:cubicBezTo>
                  <a:lnTo>
                    <a:pt x="25788" y="2931"/>
                  </a:lnTo>
                  <a:cubicBezTo>
                    <a:pt x="24812" y="2930"/>
                    <a:pt x="23866" y="2589"/>
                    <a:pt x="23115" y="1965"/>
                  </a:cubicBezTo>
                  <a:lnTo>
                    <a:pt x="20823" y="64"/>
                  </a:lnTo>
                  <a:cubicBezTo>
                    <a:pt x="20774" y="23"/>
                    <a:pt x="20712" y="1"/>
                    <a:pt x="2064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022;p63">
              <a:extLst>
                <a:ext uri="{FF2B5EF4-FFF2-40B4-BE49-F238E27FC236}">
                  <a16:creationId xmlns:a16="http://schemas.microsoft.com/office/drawing/2014/main" id="{36C5557D-794C-6B74-8BCE-8DF4A4E5DA00}"/>
                </a:ext>
              </a:extLst>
            </p:cNvPr>
            <p:cNvSpPr/>
            <p:nvPr/>
          </p:nvSpPr>
          <p:spPr>
            <a:xfrm>
              <a:off x="2824775" y="1417800"/>
              <a:ext cx="1960250" cy="3487125"/>
            </a:xfrm>
            <a:custGeom>
              <a:avLst/>
              <a:gdLst/>
              <a:ahLst/>
              <a:cxnLst/>
              <a:rect l="l" t="t" r="r" b="b"/>
              <a:pathLst>
                <a:path w="78410" h="139485" extrusionOk="0">
                  <a:moveTo>
                    <a:pt x="0" y="1"/>
                  </a:moveTo>
                  <a:lnTo>
                    <a:pt x="0" y="3942"/>
                  </a:lnTo>
                  <a:lnTo>
                    <a:pt x="0" y="135543"/>
                  </a:lnTo>
                  <a:lnTo>
                    <a:pt x="0" y="139484"/>
                  </a:lnTo>
                  <a:lnTo>
                    <a:pt x="78410" y="139484"/>
                  </a:lnTo>
                  <a:lnTo>
                    <a:pt x="78410" y="3942"/>
                  </a:lnTo>
                  <a:lnTo>
                    <a:pt x="30421" y="3942"/>
                  </a:lnTo>
                  <a:lnTo>
                    <a:pt x="292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023;p63">
              <a:extLst>
                <a:ext uri="{FF2B5EF4-FFF2-40B4-BE49-F238E27FC236}">
                  <a16:creationId xmlns:a16="http://schemas.microsoft.com/office/drawing/2014/main" id="{3F0890E6-52AE-F614-4085-FACE1EAFF9A0}"/>
                </a:ext>
              </a:extLst>
            </p:cNvPr>
            <p:cNvSpPr/>
            <p:nvPr/>
          </p:nvSpPr>
          <p:spPr>
            <a:xfrm>
              <a:off x="2893725" y="1693625"/>
              <a:ext cx="1822375" cy="3102925"/>
            </a:xfrm>
            <a:custGeom>
              <a:avLst/>
              <a:gdLst/>
              <a:ahLst/>
              <a:cxnLst/>
              <a:rect l="l" t="t" r="r" b="b"/>
              <a:pathLst>
                <a:path w="72895" h="124117" extrusionOk="0">
                  <a:moveTo>
                    <a:pt x="0" y="1"/>
                  </a:moveTo>
                  <a:lnTo>
                    <a:pt x="0" y="124117"/>
                  </a:lnTo>
                  <a:lnTo>
                    <a:pt x="72894" y="124117"/>
                  </a:lnTo>
                  <a:lnTo>
                    <a:pt x="728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024;p63">
              <a:extLst>
                <a:ext uri="{FF2B5EF4-FFF2-40B4-BE49-F238E27FC236}">
                  <a16:creationId xmlns:a16="http://schemas.microsoft.com/office/drawing/2014/main" id="{411F586F-AC32-D0A6-E4F0-3237AAB4909D}"/>
                </a:ext>
              </a:extLst>
            </p:cNvPr>
            <p:cNvSpPr/>
            <p:nvPr/>
          </p:nvSpPr>
          <p:spPr>
            <a:xfrm>
              <a:off x="3768700" y="5073775"/>
              <a:ext cx="101525" cy="97675"/>
            </a:xfrm>
            <a:custGeom>
              <a:avLst/>
              <a:gdLst/>
              <a:ahLst/>
              <a:cxnLst/>
              <a:rect l="l" t="t" r="r" b="b"/>
              <a:pathLst>
                <a:path w="4061" h="3907" extrusionOk="0">
                  <a:moveTo>
                    <a:pt x="2109" y="0"/>
                  </a:moveTo>
                  <a:cubicBezTo>
                    <a:pt x="1600" y="0"/>
                    <a:pt x="1101" y="199"/>
                    <a:pt x="727" y="572"/>
                  </a:cubicBezTo>
                  <a:cubicBezTo>
                    <a:pt x="168" y="1131"/>
                    <a:pt x="1" y="1971"/>
                    <a:pt x="303" y="2701"/>
                  </a:cubicBezTo>
                  <a:cubicBezTo>
                    <a:pt x="605" y="3431"/>
                    <a:pt x="1318" y="3906"/>
                    <a:pt x="2108" y="3906"/>
                  </a:cubicBezTo>
                  <a:cubicBezTo>
                    <a:pt x="3186" y="3906"/>
                    <a:pt x="4061" y="3032"/>
                    <a:pt x="4061" y="1953"/>
                  </a:cubicBezTo>
                  <a:cubicBezTo>
                    <a:pt x="4061" y="1163"/>
                    <a:pt x="3584" y="451"/>
                    <a:pt x="2854" y="149"/>
                  </a:cubicBezTo>
                  <a:cubicBezTo>
                    <a:pt x="2613" y="49"/>
                    <a:pt x="2360" y="0"/>
                    <a:pt x="21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025;p63">
              <a:extLst>
                <a:ext uri="{FF2B5EF4-FFF2-40B4-BE49-F238E27FC236}">
                  <a16:creationId xmlns:a16="http://schemas.microsoft.com/office/drawing/2014/main" id="{29026728-8A9B-DCA4-2594-734D7A2FEE9F}"/>
                </a:ext>
              </a:extLst>
            </p:cNvPr>
            <p:cNvSpPr/>
            <p:nvPr/>
          </p:nvSpPr>
          <p:spPr>
            <a:xfrm>
              <a:off x="3067975" y="2953475"/>
              <a:ext cx="1200175" cy="1707575"/>
            </a:xfrm>
            <a:custGeom>
              <a:avLst/>
              <a:gdLst/>
              <a:ahLst/>
              <a:cxnLst/>
              <a:rect l="l" t="t" r="r" b="b"/>
              <a:pathLst>
                <a:path w="48007" h="68303" extrusionOk="0">
                  <a:moveTo>
                    <a:pt x="24003" y="1"/>
                  </a:moveTo>
                  <a:cubicBezTo>
                    <a:pt x="17638" y="1"/>
                    <a:pt x="11532" y="3600"/>
                    <a:pt x="7031" y="10004"/>
                  </a:cubicBezTo>
                  <a:cubicBezTo>
                    <a:pt x="2529" y="16409"/>
                    <a:pt x="0" y="25095"/>
                    <a:pt x="0" y="34152"/>
                  </a:cubicBezTo>
                  <a:cubicBezTo>
                    <a:pt x="0" y="43210"/>
                    <a:pt x="2529" y="51895"/>
                    <a:pt x="7031" y="58300"/>
                  </a:cubicBezTo>
                  <a:cubicBezTo>
                    <a:pt x="11532" y="64705"/>
                    <a:pt x="17638" y="68303"/>
                    <a:pt x="24003" y="68303"/>
                  </a:cubicBezTo>
                  <a:cubicBezTo>
                    <a:pt x="30369" y="68303"/>
                    <a:pt x="36474" y="64705"/>
                    <a:pt x="40975" y="58300"/>
                  </a:cubicBezTo>
                  <a:cubicBezTo>
                    <a:pt x="45478" y="51895"/>
                    <a:pt x="48007" y="43210"/>
                    <a:pt x="48007" y="34152"/>
                  </a:cubicBezTo>
                  <a:cubicBezTo>
                    <a:pt x="48007" y="25095"/>
                    <a:pt x="45478" y="16409"/>
                    <a:pt x="40975" y="10004"/>
                  </a:cubicBezTo>
                  <a:cubicBezTo>
                    <a:pt x="36474" y="3600"/>
                    <a:pt x="30369" y="1"/>
                    <a:pt x="24003" y="1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026;p63">
              <a:extLst>
                <a:ext uri="{FF2B5EF4-FFF2-40B4-BE49-F238E27FC236}">
                  <a16:creationId xmlns:a16="http://schemas.microsoft.com/office/drawing/2014/main" id="{9F4B2378-D8C6-0998-862D-E8BB47C3DE39}"/>
                </a:ext>
              </a:extLst>
            </p:cNvPr>
            <p:cNvSpPr/>
            <p:nvPr/>
          </p:nvSpPr>
          <p:spPr>
            <a:xfrm>
              <a:off x="3067975" y="2953475"/>
              <a:ext cx="1200175" cy="1707575"/>
            </a:xfrm>
            <a:custGeom>
              <a:avLst/>
              <a:gdLst/>
              <a:ahLst/>
              <a:cxnLst/>
              <a:rect l="l" t="t" r="r" b="b"/>
              <a:pathLst>
                <a:path w="48007" h="68303" extrusionOk="0">
                  <a:moveTo>
                    <a:pt x="24003" y="1"/>
                  </a:moveTo>
                  <a:cubicBezTo>
                    <a:pt x="17638" y="1"/>
                    <a:pt x="11532" y="3600"/>
                    <a:pt x="7031" y="10004"/>
                  </a:cubicBezTo>
                  <a:cubicBezTo>
                    <a:pt x="2529" y="16409"/>
                    <a:pt x="0" y="25095"/>
                    <a:pt x="0" y="34152"/>
                  </a:cubicBezTo>
                  <a:cubicBezTo>
                    <a:pt x="0" y="43210"/>
                    <a:pt x="2529" y="51895"/>
                    <a:pt x="7031" y="58300"/>
                  </a:cubicBezTo>
                  <a:cubicBezTo>
                    <a:pt x="11532" y="64705"/>
                    <a:pt x="17638" y="68303"/>
                    <a:pt x="24003" y="68303"/>
                  </a:cubicBezTo>
                  <a:cubicBezTo>
                    <a:pt x="30369" y="68303"/>
                    <a:pt x="36474" y="64705"/>
                    <a:pt x="40975" y="58300"/>
                  </a:cubicBezTo>
                  <a:cubicBezTo>
                    <a:pt x="45478" y="51895"/>
                    <a:pt x="48007" y="43210"/>
                    <a:pt x="48007" y="34152"/>
                  </a:cubicBezTo>
                  <a:cubicBezTo>
                    <a:pt x="48007" y="25095"/>
                    <a:pt x="45478" y="16409"/>
                    <a:pt x="40975" y="10004"/>
                  </a:cubicBezTo>
                  <a:cubicBezTo>
                    <a:pt x="36474" y="3600"/>
                    <a:pt x="30369" y="1"/>
                    <a:pt x="24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027;p63">
              <a:extLst>
                <a:ext uri="{FF2B5EF4-FFF2-40B4-BE49-F238E27FC236}">
                  <a16:creationId xmlns:a16="http://schemas.microsoft.com/office/drawing/2014/main" id="{C96794C7-EB65-8767-A7C3-3642F91D9D2A}"/>
                </a:ext>
              </a:extLst>
            </p:cNvPr>
            <p:cNvSpPr/>
            <p:nvPr/>
          </p:nvSpPr>
          <p:spPr>
            <a:xfrm>
              <a:off x="3052200" y="2788650"/>
              <a:ext cx="1357750" cy="1284775"/>
            </a:xfrm>
            <a:custGeom>
              <a:avLst/>
              <a:gdLst/>
              <a:ahLst/>
              <a:cxnLst/>
              <a:rect l="l" t="t" r="r" b="b"/>
              <a:pathLst>
                <a:path w="54310" h="51391" extrusionOk="0">
                  <a:moveTo>
                    <a:pt x="25132" y="1"/>
                  </a:moveTo>
                  <a:cubicBezTo>
                    <a:pt x="23584" y="1"/>
                    <a:pt x="7370" y="10172"/>
                    <a:pt x="4882" y="15522"/>
                  </a:cubicBezTo>
                  <a:cubicBezTo>
                    <a:pt x="2379" y="20903"/>
                    <a:pt x="0" y="31626"/>
                    <a:pt x="6656" y="41966"/>
                  </a:cubicBezTo>
                  <a:cubicBezTo>
                    <a:pt x="11800" y="49958"/>
                    <a:pt x="19262" y="51391"/>
                    <a:pt x="24748" y="51391"/>
                  </a:cubicBezTo>
                  <a:cubicBezTo>
                    <a:pt x="26168" y="51391"/>
                    <a:pt x="27456" y="51295"/>
                    <a:pt x="28538" y="51192"/>
                  </a:cubicBezTo>
                  <a:cubicBezTo>
                    <a:pt x="33795" y="50692"/>
                    <a:pt x="37315" y="48977"/>
                    <a:pt x="42664" y="44699"/>
                  </a:cubicBezTo>
                  <a:cubicBezTo>
                    <a:pt x="48012" y="40420"/>
                    <a:pt x="52884" y="34122"/>
                    <a:pt x="53597" y="29844"/>
                  </a:cubicBezTo>
                  <a:cubicBezTo>
                    <a:pt x="54310" y="25566"/>
                    <a:pt x="51695" y="23188"/>
                    <a:pt x="50032" y="22595"/>
                  </a:cubicBezTo>
                  <a:cubicBezTo>
                    <a:pt x="48368" y="22001"/>
                    <a:pt x="38742" y="22119"/>
                    <a:pt x="31731" y="14988"/>
                  </a:cubicBezTo>
                  <a:cubicBezTo>
                    <a:pt x="24719" y="7858"/>
                    <a:pt x="28037" y="2630"/>
                    <a:pt x="28037" y="2630"/>
                  </a:cubicBezTo>
                  <a:cubicBezTo>
                    <a:pt x="28037" y="2630"/>
                    <a:pt x="26535" y="126"/>
                    <a:pt x="25159" y="2"/>
                  </a:cubicBezTo>
                  <a:cubicBezTo>
                    <a:pt x="25150" y="1"/>
                    <a:pt x="25141" y="1"/>
                    <a:pt x="2513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028;p63">
              <a:extLst>
                <a:ext uri="{FF2B5EF4-FFF2-40B4-BE49-F238E27FC236}">
                  <a16:creationId xmlns:a16="http://schemas.microsoft.com/office/drawing/2014/main" id="{E20D9C6E-C84C-C773-6442-CE006718EF4C}"/>
                </a:ext>
              </a:extLst>
            </p:cNvPr>
            <p:cNvSpPr/>
            <p:nvPr/>
          </p:nvSpPr>
          <p:spPr>
            <a:xfrm>
              <a:off x="3060225" y="2781350"/>
              <a:ext cx="1357125" cy="1298675"/>
            </a:xfrm>
            <a:custGeom>
              <a:avLst/>
              <a:gdLst/>
              <a:ahLst/>
              <a:cxnLst/>
              <a:rect l="l" t="t" r="r" b="b"/>
              <a:pathLst>
                <a:path w="54285" h="51947" extrusionOk="0">
                  <a:moveTo>
                    <a:pt x="24811" y="585"/>
                  </a:moveTo>
                  <a:cubicBezTo>
                    <a:pt x="25751" y="670"/>
                    <a:pt x="26904" y="2190"/>
                    <a:pt x="27376" y="2929"/>
                  </a:cubicBezTo>
                  <a:cubicBezTo>
                    <a:pt x="27150" y="3357"/>
                    <a:pt x="26601" y="4595"/>
                    <a:pt x="26641" y="6434"/>
                  </a:cubicBezTo>
                  <a:cubicBezTo>
                    <a:pt x="26686" y="8493"/>
                    <a:pt x="27511" y="11735"/>
                    <a:pt x="31201" y="15486"/>
                  </a:cubicBezTo>
                  <a:cubicBezTo>
                    <a:pt x="36918" y="21299"/>
                    <a:pt x="44317" y="22348"/>
                    <a:pt x="47872" y="22851"/>
                  </a:cubicBezTo>
                  <a:cubicBezTo>
                    <a:pt x="48679" y="22966"/>
                    <a:pt x="49317" y="23056"/>
                    <a:pt x="49612" y="23161"/>
                  </a:cubicBezTo>
                  <a:cubicBezTo>
                    <a:pt x="51331" y="23776"/>
                    <a:pt x="53648" y="26127"/>
                    <a:pt x="52988" y="30087"/>
                  </a:cubicBezTo>
                  <a:cubicBezTo>
                    <a:pt x="52316" y="34107"/>
                    <a:pt x="47763" y="40278"/>
                    <a:pt x="42160" y="44761"/>
                  </a:cubicBezTo>
                  <a:cubicBezTo>
                    <a:pt x="36682" y="49145"/>
                    <a:pt x="33287" y="50707"/>
                    <a:pt x="28189" y="51192"/>
                  </a:cubicBezTo>
                  <a:cubicBezTo>
                    <a:pt x="27014" y="51305"/>
                    <a:pt x="25745" y="51386"/>
                    <a:pt x="24418" y="51386"/>
                  </a:cubicBezTo>
                  <a:cubicBezTo>
                    <a:pt x="18541" y="51386"/>
                    <a:pt x="11526" y="49782"/>
                    <a:pt x="6581" y="42099"/>
                  </a:cubicBezTo>
                  <a:cubicBezTo>
                    <a:pt x="622" y="32841"/>
                    <a:pt x="1769" y="22514"/>
                    <a:pt x="4827" y="15937"/>
                  </a:cubicBezTo>
                  <a:cubicBezTo>
                    <a:pt x="7350" y="10513"/>
                    <a:pt x="23538" y="585"/>
                    <a:pt x="24801" y="585"/>
                  </a:cubicBezTo>
                  <a:close/>
                  <a:moveTo>
                    <a:pt x="24828" y="0"/>
                  </a:moveTo>
                  <a:cubicBezTo>
                    <a:pt x="23027" y="0"/>
                    <a:pt x="6798" y="10313"/>
                    <a:pt x="4297" y="15689"/>
                  </a:cubicBezTo>
                  <a:cubicBezTo>
                    <a:pt x="1170" y="22408"/>
                    <a:pt x="0" y="32958"/>
                    <a:pt x="6088" y="42416"/>
                  </a:cubicBezTo>
                  <a:cubicBezTo>
                    <a:pt x="7670" y="44874"/>
                    <a:pt x="12222" y="51947"/>
                    <a:pt x="24758" y="51947"/>
                  </a:cubicBezTo>
                  <a:cubicBezTo>
                    <a:pt x="25857" y="51947"/>
                    <a:pt x="27019" y="51892"/>
                    <a:pt x="28244" y="51776"/>
                  </a:cubicBezTo>
                  <a:cubicBezTo>
                    <a:pt x="33410" y="51284"/>
                    <a:pt x="37013" y="49629"/>
                    <a:pt x="42527" y="45220"/>
                  </a:cubicBezTo>
                  <a:cubicBezTo>
                    <a:pt x="48231" y="40656"/>
                    <a:pt x="52873" y="34331"/>
                    <a:pt x="53565" y="30184"/>
                  </a:cubicBezTo>
                  <a:cubicBezTo>
                    <a:pt x="54284" y="25869"/>
                    <a:pt x="51713" y="23291"/>
                    <a:pt x="49809" y="22610"/>
                  </a:cubicBezTo>
                  <a:cubicBezTo>
                    <a:pt x="49458" y="22485"/>
                    <a:pt x="48827" y="22396"/>
                    <a:pt x="47954" y="22271"/>
                  </a:cubicBezTo>
                  <a:cubicBezTo>
                    <a:pt x="44462" y="21777"/>
                    <a:pt x="37195" y="20748"/>
                    <a:pt x="31619" y="15076"/>
                  </a:cubicBezTo>
                  <a:cubicBezTo>
                    <a:pt x="24869" y="8213"/>
                    <a:pt x="27932" y="3128"/>
                    <a:pt x="27964" y="3078"/>
                  </a:cubicBezTo>
                  <a:cubicBezTo>
                    <a:pt x="28022" y="2985"/>
                    <a:pt x="28024" y="2866"/>
                    <a:pt x="27968" y="2770"/>
                  </a:cubicBezTo>
                  <a:cubicBezTo>
                    <a:pt x="27806" y="2502"/>
                    <a:pt x="26346" y="136"/>
                    <a:pt x="24864" y="2"/>
                  </a:cubicBezTo>
                  <a:cubicBezTo>
                    <a:pt x="24852" y="0"/>
                    <a:pt x="24841" y="0"/>
                    <a:pt x="24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029;p63">
              <a:extLst>
                <a:ext uri="{FF2B5EF4-FFF2-40B4-BE49-F238E27FC236}">
                  <a16:creationId xmlns:a16="http://schemas.microsoft.com/office/drawing/2014/main" id="{01D4A1C7-50FC-01EB-5F71-5387E0F143D0}"/>
                </a:ext>
              </a:extLst>
            </p:cNvPr>
            <p:cNvSpPr/>
            <p:nvPr/>
          </p:nvSpPr>
          <p:spPr>
            <a:xfrm>
              <a:off x="3521575" y="2773025"/>
              <a:ext cx="841725" cy="937025"/>
            </a:xfrm>
            <a:custGeom>
              <a:avLst/>
              <a:gdLst/>
              <a:ahLst/>
              <a:cxnLst/>
              <a:rect l="l" t="t" r="r" b="b"/>
              <a:pathLst>
                <a:path w="33669" h="37481" extrusionOk="0">
                  <a:moveTo>
                    <a:pt x="11389" y="0"/>
                  </a:moveTo>
                  <a:lnTo>
                    <a:pt x="11389" y="0"/>
                  </a:lnTo>
                  <a:cubicBezTo>
                    <a:pt x="11389" y="0"/>
                    <a:pt x="7134" y="1628"/>
                    <a:pt x="4506" y="4507"/>
                  </a:cubicBezTo>
                  <a:cubicBezTo>
                    <a:pt x="1878" y="7385"/>
                    <a:pt x="250" y="11891"/>
                    <a:pt x="125" y="18524"/>
                  </a:cubicBezTo>
                  <a:cubicBezTo>
                    <a:pt x="0" y="25158"/>
                    <a:pt x="2128" y="32668"/>
                    <a:pt x="10388" y="35921"/>
                  </a:cubicBezTo>
                  <a:cubicBezTo>
                    <a:pt x="13235" y="37043"/>
                    <a:pt x="15978" y="37480"/>
                    <a:pt x="18447" y="37480"/>
                  </a:cubicBezTo>
                  <a:cubicBezTo>
                    <a:pt x="23144" y="37480"/>
                    <a:pt x="26853" y="35897"/>
                    <a:pt x="28411" y="34420"/>
                  </a:cubicBezTo>
                  <a:cubicBezTo>
                    <a:pt x="30789" y="32167"/>
                    <a:pt x="33668" y="25785"/>
                    <a:pt x="33668" y="25784"/>
                  </a:cubicBezTo>
                  <a:lnTo>
                    <a:pt x="33668" y="25784"/>
                  </a:lnTo>
                  <a:cubicBezTo>
                    <a:pt x="33668" y="25785"/>
                    <a:pt x="30552" y="26615"/>
                    <a:pt x="26632" y="26615"/>
                  </a:cubicBezTo>
                  <a:cubicBezTo>
                    <a:pt x="22501" y="26615"/>
                    <a:pt x="17479" y="25693"/>
                    <a:pt x="14268" y="21904"/>
                  </a:cubicBezTo>
                  <a:cubicBezTo>
                    <a:pt x="8010" y="14519"/>
                    <a:pt x="11389" y="0"/>
                    <a:pt x="11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030;p63">
              <a:extLst>
                <a:ext uri="{FF2B5EF4-FFF2-40B4-BE49-F238E27FC236}">
                  <a16:creationId xmlns:a16="http://schemas.microsoft.com/office/drawing/2014/main" id="{03C90F2C-FD53-6C44-70EC-AFA040B97CEA}"/>
                </a:ext>
              </a:extLst>
            </p:cNvPr>
            <p:cNvSpPr/>
            <p:nvPr/>
          </p:nvSpPr>
          <p:spPr>
            <a:xfrm>
              <a:off x="3512125" y="2765700"/>
              <a:ext cx="860075" cy="951250"/>
            </a:xfrm>
            <a:custGeom>
              <a:avLst/>
              <a:gdLst/>
              <a:ahLst/>
              <a:cxnLst/>
              <a:rect l="l" t="t" r="r" b="b"/>
              <a:pathLst>
                <a:path w="34403" h="38050" extrusionOk="0">
                  <a:moveTo>
                    <a:pt x="11367" y="779"/>
                  </a:moveTo>
                  <a:cubicBezTo>
                    <a:pt x="11132" y="1972"/>
                    <a:pt x="10615" y="4966"/>
                    <a:pt x="10567" y="8472"/>
                  </a:cubicBezTo>
                  <a:cubicBezTo>
                    <a:pt x="10510" y="12676"/>
                    <a:pt x="11131" y="18502"/>
                    <a:pt x="14423" y="22386"/>
                  </a:cubicBezTo>
                  <a:cubicBezTo>
                    <a:pt x="17038" y="25472"/>
                    <a:pt x="21281" y="27136"/>
                    <a:pt x="26689" y="27199"/>
                  </a:cubicBezTo>
                  <a:cubicBezTo>
                    <a:pt x="26795" y="27200"/>
                    <a:pt x="26901" y="27200"/>
                    <a:pt x="27006" y="27200"/>
                  </a:cubicBezTo>
                  <a:cubicBezTo>
                    <a:pt x="29910" y="27200"/>
                    <a:pt x="32427" y="26738"/>
                    <a:pt x="33526" y="26500"/>
                  </a:cubicBezTo>
                  <a:lnTo>
                    <a:pt x="33526" y="26500"/>
                  </a:lnTo>
                  <a:cubicBezTo>
                    <a:pt x="32775" y="28082"/>
                    <a:pt x="30496" y="32692"/>
                    <a:pt x="28588" y="34500"/>
                  </a:cubicBezTo>
                  <a:cubicBezTo>
                    <a:pt x="26958" y="36044"/>
                    <a:pt x="23317" y="37473"/>
                    <a:pt x="18847" y="37473"/>
                  </a:cubicBezTo>
                  <a:cubicBezTo>
                    <a:pt x="16376" y="37473"/>
                    <a:pt x="13652" y="37036"/>
                    <a:pt x="10874" y="35942"/>
                  </a:cubicBezTo>
                  <a:cubicBezTo>
                    <a:pt x="2341" y="32581"/>
                    <a:pt x="684" y="24777"/>
                    <a:pt x="796" y="18823"/>
                  </a:cubicBezTo>
                  <a:cubicBezTo>
                    <a:pt x="913" y="12650"/>
                    <a:pt x="2361" y="7998"/>
                    <a:pt x="5101" y="4996"/>
                  </a:cubicBezTo>
                  <a:cubicBezTo>
                    <a:pt x="7123" y="2782"/>
                    <a:pt x="10173" y="1303"/>
                    <a:pt x="11367" y="779"/>
                  </a:cubicBezTo>
                  <a:close/>
                  <a:moveTo>
                    <a:pt x="11768" y="0"/>
                  </a:moveTo>
                  <a:cubicBezTo>
                    <a:pt x="11732" y="0"/>
                    <a:pt x="11697" y="7"/>
                    <a:pt x="11663" y="20"/>
                  </a:cubicBezTo>
                  <a:cubicBezTo>
                    <a:pt x="11487" y="88"/>
                    <a:pt x="7313" y="1705"/>
                    <a:pt x="4667" y="4602"/>
                  </a:cubicBezTo>
                  <a:cubicBezTo>
                    <a:pt x="1830" y="7711"/>
                    <a:pt x="330" y="12492"/>
                    <a:pt x="211" y="18812"/>
                  </a:cubicBezTo>
                  <a:cubicBezTo>
                    <a:pt x="1" y="29935"/>
                    <a:pt x="5776" y="34563"/>
                    <a:pt x="10660" y="36486"/>
                  </a:cubicBezTo>
                  <a:cubicBezTo>
                    <a:pt x="13494" y="37603"/>
                    <a:pt x="16279" y="38050"/>
                    <a:pt x="18815" y="38050"/>
                  </a:cubicBezTo>
                  <a:cubicBezTo>
                    <a:pt x="23471" y="38050"/>
                    <a:pt x="27282" y="36545"/>
                    <a:pt x="28991" y="34925"/>
                  </a:cubicBezTo>
                  <a:cubicBezTo>
                    <a:pt x="31383" y="32659"/>
                    <a:pt x="34195" y="26460"/>
                    <a:pt x="34314" y="26197"/>
                  </a:cubicBezTo>
                  <a:cubicBezTo>
                    <a:pt x="34403" y="25997"/>
                    <a:pt x="34251" y="25783"/>
                    <a:pt x="34048" y="25783"/>
                  </a:cubicBezTo>
                  <a:cubicBezTo>
                    <a:pt x="34023" y="25783"/>
                    <a:pt x="33997" y="25786"/>
                    <a:pt x="33970" y="25793"/>
                  </a:cubicBezTo>
                  <a:cubicBezTo>
                    <a:pt x="33908" y="25810"/>
                    <a:pt x="30852" y="26602"/>
                    <a:pt x="27028" y="26602"/>
                  </a:cubicBezTo>
                  <a:cubicBezTo>
                    <a:pt x="22951" y="26602"/>
                    <a:pt x="18001" y="25702"/>
                    <a:pt x="14871" y="22007"/>
                  </a:cubicBezTo>
                  <a:cubicBezTo>
                    <a:pt x="8781" y="14821"/>
                    <a:pt x="12020" y="504"/>
                    <a:pt x="12053" y="360"/>
                  </a:cubicBezTo>
                  <a:cubicBezTo>
                    <a:pt x="12077" y="254"/>
                    <a:pt x="12042" y="143"/>
                    <a:pt x="11960" y="73"/>
                  </a:cubicBezTo>
                  <a:cubicBezTo>
                    <a:pt x="11906" y="25"/>
                    <a:pt x="11837" y="0"/>
                    <a:pt x="11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031;p63">
              <a:extLst>
                <a:ext uri="{FF2B5EF4-FFF2-40B4-BE49-F238E27FC236}">
                  <a16:creationId xmlns:a16="http://schemas.microsoft.com/office/drawing/2014/main" id="{6C2A7932-ED60-9416-5FB2-13E1078B4117}"/>
                </a:ext>
              </a:extLst>
            </p:cNvPr>
            <p:cNvSpPr/>
            <p:nvPr/>
          </p:nvSpPr>
          <p:spPr>
            <a:xfrm>
              <a:off x="3643425" y="1155050"/>
              <a:ext cx="2081200" cy="2431225"/>
            </a:xfrm>
            <a:custGeom>
              <a:avLst/>
              <a:gdLst/>
              <a:ahLst/>
              <a:cxnLst/>
              <a:rect l="l" t="t" r="r" b="b"/>
              <a:pathLst>
                <a:path w="83248" h="97249" extrusionOk="0">
                  <a:moveTo>
                    <a:pt x="30073" y="0"/>
                  </a:moveTo>
                  <a:cubicBezTo>
                    <a:pt x="29131" y="0"/>
                    <a:pt x="28244" y="546"/>
                    <a:pt x="27915" y="1296"/>
                  </a:cubicBezTo>
                  <a:cubicBezTo>
                    <a:pt x="27090" y="3184"/>
                    <a:pt x="22252" y="9674"/>
                    <a:pt x="20835" y="11443"/>
                  </a:cubicBezTo>
                  <a:cubicBezTo>
                    <a:pt x="19420" y="13213"/>
                    <a:pt x="16470" y="18050"/>
                    <a:pt x="16470" y="18050"/>
                  </a:cubicBezTo>
                  <a:lnTo>
                    <a:pt x="13192" y="29409"/>
                  </a:lnTo>
                  <a:cubicBezTo>
                    <a:pt x="13192" y="29409"/>
                    <a:pt x="12480" y="32797"/>
                    <a:pt x="8380" y="45631"/>
                  </a:cubicBezTo>
                  <a:cubicBezTo>
                    <a:pt x="4280" y="58467"/>
                    <a:pt x="6062" y="64349"/>
                    <a:pt x="6062" y="64349"/>
                  </a:cubicBezTo>
                  <a:cubicBezTo>
                    <a:pt x="6062" y="64349"/>
                    <a:pt x="6046" y="64341"/>
                    <a:pt x="6013" y="64341"/>
                  </a:cubicBezTo>
                  <a:cubicBezTo>
                    <a:pt x="5779" y="64341"/>
                    <a:pt x="4687" y="64753"/>
                    <a:pt x="2496" y="71479"/>
                  </a:cubicBezTo>
                  <a:cubicBezTo>
                    <a:pt x="1" y="79145"/>
                    <a:pt x="1070" y="88949"/>
                    <a:pt x="5526" y="93583"/>
                  </a:cubicBezTo>
                  <a:cubicBezTo>
                    <a:pt x="8004" y="96160"/>
                    <a:pt x="10921" y="97249"/>
                    <a:pt x="14157" y="97249"/>
                  </a:cubicBezTo>
                  <a:cubicBezTo>
                    <a:pt x="16743" y="97249"/>
                    <a:pt x="19531" y="96553"/>
                    <a:pt x="22461" y="95366"/>
                  </a:cubicBezTo>
                  <a:cubicBezTo>
                    <a:pt x="29056" y="92692"/>
                    <a:pt x="32087" y="86810"/>
                    <a:pt x="32087" y="86810"/>
                  </a:cubicBezTo>
                  <a:cubicBezTo>
                    <a:pt x="32087" y="86810"/>
                    <a:pt x="39040" y="85027"/>
                    <a:pt x="44208" y="81106"/>
                  </a:cubicBezTo>
                  <a:cubicBezTo>
                    <a:pt x="49167" y="77344"/>
                    <a:pt x="52977" y="73418"/>
                    <a:pt x="59886" y="73418"/>
                  </a:cubicBezTo>
                  <a:cubicBezTo>
                    <a:pt x="60181" y="73418"/>
                    <a:pt x="60481" y="73426"/>
                    <a:pt x="60787" y="73440"/>
                  </a:cubicBezTo>
                  <a:cubicBezTo>
                    <a:pt x="68122" y="73790"/>
                    <a:pt x="76483" y="77902"/>
                    <a:pt x="79502" y="77902"/>
                  </a:cubicBezTo>
                  <a:cubicBezTo>
                    <a:pt x="79564" y="77902"/>
                    <a:pt x="79625" y="77900"/>
                    <a:pt x="79683" y="77897"/>
                  </a:cubicBezTo>
                  <a:cubicBezTo>
                    <a:pt x="82535" y="77719"/>
                    <a:pt x="83247" y="74154"/>
                    <a:pt x="80039" y="69340"/>
                  </a:cubicBezTo>
                  <a:cubicBezTo>
                    <a:pt x="76830" y="64527"/>
                    <a:pt x="69165" y="63101"/>
                    <a:pt x="63104" y="61140"/>
                  </a:cubicBezTo>
                  <a:cubicBezTo>
                    <a:pt x="57044" y="59179"/>
                    <a:pt x="53478" y="55258"/>
                    <a:pt x="55083" y="45631"/>
                  </a:cubicBezTo>
                  <a:cubicBezTo>
                    <a:pt x="56687" y="36006"/>
                    <a:pt x="65065" y="20319"/>
                    <a:pt x="64887" y="17467"/>
                  </a:cubicBezTo>
                  <a:cubicBezTo>
                    <a:pt x="64777" y="15712"/>
                    <a:pt x="53863" y="15104"/>
                    <a:pt x="44862" y="15104"/>
                  </a:cubicBezTo>
                  <a:cubicBezTo>
                    <a:pt x="39239" y="15104"/>
                    <a:pt x="34363" y="15341"/>
                    <a:pt x="33335" y="15684"/>
                  </a:cubicBezTo>
                  <a:cubicBezTo>
                    <a:pt x="30661" y="16575"/>
                    <a:pt x="30126" y="16397"/>
                    <a:pt x="27631" y="19606"/>
                  </a:cubicBezTo>
                  <a:cubicBezTo>
                    <a:pt x="25135" y="22814"/>
                    <a:pt x="23887" y="25132"/>
                    <a:pt x="23887" y="25132"/>
                  </a:cubicBezTo>
                  <a:lnTo>
                    <a:pt x="26984" y="18628"/>
                  </a:lnTo>
                  <a:lnTo>
                    <a:pt x="27207" y="18640"/>
                  </a:lnTo>
                  <a:cubicBezTo>
                    <a:pt x="27207" y="18640"/>
                    <a:pt x="27444" y="17815"/>
                    <a:pt x="28623" y="16282"/>
                  </a:cubicBezTo>
                  <a:cubicBezTo>
                    <a:pt x="29803" y="14747"/>
                    <a:pt x="32872" y="11089"/>
                    <a:pt x="32990" y="4954"/>
                  </a:cubicBezTo>
                  <a:cubicBezTo>
                    <a:pt x="33061" y="1255"/>
                    <a:pt x="31503" y="0"/>
                    <a:pt x="30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32;p63">
              <a:extLst>
                <a:ext uri="{FF2B5EF4-FFF2-40B4-BE49-F238E27FC236}">
                  <a16:creationId xmlns:a16="http://schemas.microsoft.com/office/drawing/2014/main" id="{DCAAA4F1-5D36-BE86-FB06-FC05FCC7EE83}"/>
                </a:ext>
              </a:extLst>
            </p:cNvPr>
            <p:cNvSpPr/>
            <p:nvPr/>
          </p:nvSpPr>
          <p:spPr>
            <a:xfrm>
              <a:off x="3633450" y="1147700"/>
              <a:ext cx="2083350" cy="2445725"/>
            </a:xfrm>
            <a:custGeom>
              <a:avLst/>
              <a:gdLst/>
              <a:ahLst/>
              <a:cxnLst/>
              <a:rect l="l" t="t" r="r" b="b"/>
              <a:pathLst>
                <a:path w="83334" h="97829" extrusionOk="0">
                  <a:moveTo>
                    <a:pt x="30473" y="588"/>
                  </a:moveTo>
                  <a:cubicBezTo>
                    <a:pt x="30623" y="588"/>
                    <a:pt x="30773" y="604"/>
                    <a:pt x="30921" y="636"/>
                  </a:cubicBezTo>
                  <a:cubicBezTo>
                    <a:pt x="31599" y="783"/>
                    <a:pt x="33166" y="1531"/>
                    <a:pt x="33094" y="5242"/>
                  </a:cubicBezTo>
                  <a:cubicBezTo>
                    <a:pt x="32984" y="10995"/>
                    <a:pt x="30271" y="14488"/>
                    <a:pt x="28967" y="16167"/>
                  </a:cubicBezTo>
                  <a:lnTo>
                    <a:pt x="28790" y="16397"/>
                  </a:lnTo>
                  <a:cubicBezTo>
                    <a:pt x="27928" y="17518"/>
                    <a:pt x="27553" y="18278"/>
                    <a:pt x="27406" y="18631"/>
                  </a:cubicBezTo>
                  <a:lnTo>
                    <a:pt x="27399" y="18631"/>
                  </a:lnTo>
                  <a:cubicBezTo>
                    <a:pt x="27392" y="18631"/>
                    <a:pt x="27386" y="18631"/>
                    <a:pt x="27380" y="18631"/>
                  </a:cubicBezTo>
                  <a:cubicBezTo>
                    <a:pt x="27268" y="18631"/>
                    <a:pt x="27166" y="18696"/>
                    <a:pt x="27119" y="18798"/>
                  </a:cubicBezTo>
                  <a:lnTo>
                    <a:pt x="24022" y="25300"/>
                  </a:lnTo>
                  <a:cubicBezTo>
                    <a:pt x="23952" y="25443"/>
                    <a:pt x="24011" y="25617"/>
                    <a:pt x="24153" y="25689"/>
                  </a:cubicBezTo>
                  <a:cubicBezTo>
                    <a:pt x="24195" y="25710"/>
                    <a:pt x="24240" y="25721"/>
                    <a:pt x="24285" y="25721"/>
                  </a:cubicBezTo>
                  <a:cubicBezTo>
                    <a:pt x="24390" y="25721"/>
                    <a:pt x="24492" y="25664"/>
                    <a:pt x="24544" y="25564"/>
                  </a:cubicBezTo>
                  <a:cubicBezTo>
                    <a:pt x="24556" y="25542"/>
                    <a:pt x="25811" y="23229"/>
                    <a:pt x="28261" y="20080"/>
                  </a:cubicBezTo>
                  <a:cubicBezTo>
                    <a:pt x="30387" y="17344"/>
                    <a:pt x="31023" y="17144"/>
                    <a:pt x="32911" y="16550"/>
                  </a:cubicBezTo>
                  <a:cubicBezTo>
                    <a:pt x="33189" y="16463"/>
                    <a:pt x="33491" y="16368"/>
                    <a:pt x="33827" y="16256"/>
                  </a:cubicBezTo>
                  <a:cubicBezTo>
                    <a:pt x="34865" y="15910"/>
                    <a:pt x="39575" y="15686"/>
                    <a:pt x="45038" y="15686"/>
                  </a:cubicBezTo>
                  <a:cubicBezTo>
                    <a:pt x="53099" y="15686"/>
                    <a:pt x="62797" y="16174"/>
                    <a:pt x="64741" y="17484"/>
                  </a:cubicBezTo>
                  <a:cubicBezTo>
                    <a:pt x="64898" y="17591"/>
                    <a:pt x="64988" y="17696"/>
                    <a:pt x="64994" y="17779"/>
                  </a:cubicBezTo>
                  <a:cubicBezTo>
                    <a:pt x="65066" y="18936"/>
                    <a:pt x="63518" y="22638"/>
                    <a:pt x="61726" y="26924"/>
                  </a:cubicBezTo>
                  <a:cubicBezTo>
                    <a:pt x="59226" y="32907"/>
                    <a:pt x="56114" y="40351"/>
                    <a:pt x="55193" y="45878"/>
                  </a:cubicBezTo>
                  <a:cubicBezTo>
                    <a:pt x="53346" y="56959"/>
                    <a:pt x="58616" y="60161"/>
                    <a:pt x="63413" y="61713"/>
                  </a:cubicBezTo>
                  <a:cubicBezTo>
                    <a:pt x="64486" y="62060"/>
                    <a:pt x="65584" y="62383"/>
                    <a:pt x="66746" y="62725"/>
                  </a:cubicBezTo>
                  <a:cubicBezTo>
                    <a:pt x="72087" y="64296"/>
                    <a:pt x="77611" y="65922"/>
                    <a:pt x="80194" y="69796"/>
                  </a:cubicBezTo>
                  <a:cubicBezTo>
                    <a:pt x="82057" y="72592"/>
                    <a:pt x="82715" y="75180"/>
                    <a:pt x="81952" y="76719"/>
                  </a:cubicBezTo>
                  <a:cubicBezTo>
                    <a:pt x="81597" y="77436"/>
                    <a:pt x="80944" y="77843"/>
                    <a:pt x="80063" y="77899"/>
                  </a:cubicBezTo>
                  <a:cubicBezTo>
                    <a:pt x="80009" y="77902"/>
                    <a:pt x="79952" y="77904"/>
                    <a:pt x="79893" y="77904"/>
                  </a:cubicBezTo>
                  <a:cubicBezTo>
                    <a:pt x="78706" y="77904"/>
                    <a:pt x="76524" y="77197"/>
                    <a:pt x="74023" y="76388"/>
                  </a:cubicBezTo>
                  <a:cubicBezTo>
                    <a:pt x="70256" y="75168"/>
                    <a:pt x="65567" y="73650"/>
                    <a:pt x="61201" y="73443"/>
                  </a:cubicBezTo>
                  <a:cubicBezTo>
                    <a:pt x="60889" y="73428"/>
                    <a:pt x="60584" y="73421"/>
                    <a:pt x="60285" y="73421"/>
                  </a:cubicBezTo>
                  <a:cubicBezTo>
                    <a:pt x="54257" y="73421"/>
                    <a:pt x="50488" y="76405"/>
                    <a:pt x="46506" y="79550"/>
                  </a:cubicBezTo>
                  <a:cubicBezTo>
                    <a:pt x="45830" y="80083"/>
                    <a:pt x="45143" y="80627"/>
                    <a:pt x="44431" y="81166"/>
                  </a:cubicBezTo>
                  <a:cubicBezTo>
                    <a:pt x="39370" y="85005"/>
                    <a:pt x="32482" y="86802"/>
                    <a:pt x="32413" y="86820"/>
                  </a:cubicBezTo>
                  <a:cubicBezTo>
                    <a:pt x="32332" y="86841"/>
                    <a:pt x="32264" y="86895"/>
                    <a:pt x="32226" y="86970"/>
                  </a:cubicBezTo>
                  <a:cubicBezTo>
                    <a:pt x="32196" y="87029"/>
                    <a:pt x="29171" y="92785"/>
                    <a:pt x="22750" y="95390"/>
                  </a:cubicBezTo>
                  <a:cubicBezTo>
                    <a:pt x="19714" y="96620"/>
                    <a:pt x="16997" y="97237"/>
                    <a:pt x="14574" y="97237"/>
                  </a:cubicBezTo>
                  <a:cubicBezTo>
                    <a:pt x="11215" y="97237"/>
                    <a:pt x="8423" y="96051"/>
                    <a:pt x="6137" y="93674"/>
                  </a:cubicBezTo>
                  <a:cubicBezTo>
                    <a:pt x="1921" y="89290"/>
                    <a:pt x="619" y="79710"/>
                    <a:pt x="3174" y="71864"/>
                  </a:cubicBezTo>
                  <a:cubicBezTo>
                    <a:pt x="5240" y="65518"/>
                    <a:pt x="6274" y="64975"/>
                    <a:pt x="6407" y="64931"/>
                  </a:cubicBezTo>
                  <a:cubicBezTo>
                    <a:pt x="6424" y="64934"/>
                    <a:pt x="6442" y="64936"/>
                    <a:pt x="6459" y="64936"/>
                  </a:cubicBezTo>
                  <a:cubicBezTo>
                    <a:pt x="6528" y="64936"/>
                    <a:pt x="6596" y="64912"/>
                    <a:pt x="6649" y="64866"/>
                  </a:cubicBezTo>
                  <a:cubicBezTo>
                    <a:pt x="6739" y="64791"/>
                    <a:pt x="6774" y="64670"/>
                    <a:pt x="6741" y="64558"/>
                  </a:cubicBezTo>
                  <a:cubicBezTo>
                    <a:pt x="6723" y="64500"/>
                    <a:pt x="5031" y="58617"/>
                    <a:pt x="9056" y="46014"/>
                  </a:cubicBezTo>
                  <a:cubicBezTo>
                    <a:pt x="13114" y="33312"/>
                    <a:pt x="13870" y="29799"/>
                    <a:pt x="13872" y="29784"/>
                  </a:cubicBezTo>
                  <a:lnTo>
                    <a:pt x="17139" y="18464"/>
                  </a:lnTo>
                  <a:cubicBezTo>
                    <a:pt x="17403" y="18033"/>
                    <a:pt x="20136" y="13579"/>
                    <a:pt x="21463" y="11920"/>
                  </a:cubicBezTo>
                  <a:cubicBezTo>
                    <a:pt x="22966" y="10040"/>
                    <a:pt x="27751" y="3608"/>
                    <a:pt x="28582" y="1707"/>
                  </a:cubicBezTo>
                  <a:cubicBezTo>
                    <a:pt x="28876" y="1035"/>
                    <a:pt x="29666" y="588"/>
                    <a:pt x="30473" y="588"/>
                  </a:cubicBezTo>
                  <a:close/>
                  <a:moveTo>
                    <a:pt x="30467" y="1"/>
                  </a:moveTo>
                  <a:cubicBezTo>
                    <a:pt x="29433" y="1"/>
                    <a:pt x="28436" y="581"/>
                    <a:pt x="28046" y="1472"/>
                  </a:cubicBezTo>
                  <a:cubicBezTo>
                    <a:pt x="27249" y="3296"/>
                    <a:pt x="22451" y="9748"/>
                    <a:pt x="21006" y="11555"/>
                  </a:cubicBezTo>
                  <a:cubicBezTo>
                    <a:pt x="19594" y="13319"/>
                    <a:pt x="16740" y="17994"/>
                    <a:pt x="16619" y="18193"/>
                  </a:cubicBezTo>
                  <a:cubicBezTo>
                    <a:pt x="16605" y="18216"/>
                    <a:pt x="16595" y="18239"/>
                    <a:pt x="16588" y="18264"/>
                  </a:cubicBezTo>
                  <a:lnTo>
                    <a:pt x="13304" y="29644"/>
                  </a:lnTo>
                  <a:cubicBezTo>
                    <a:pt x="13298" y="29678"/>
                    <a:pt x="12542" y="33180"/>
                    <a:pt x="8499" y="45837"/>
                  </a:cubicBezTo>
                  <a:cubicBezTo>
                    <a:pt x="4880" y="57167"/>
                    <a:pt x="5799" y="63068"/>
                    <a:pt x="6104" y="64428"/>
                  </a:cubicBezTo>
                  <a:cubicBezTo>
                    <a:pt x="5213" y="64903"/>
                    <a:pt x="4010" y="67405"/>
                    <a:pt x="2618" y="71683"/>
                  </a:cubicBezTo>
                  <a:cubicBezTo>
                    <a:pt x="1" y="79716"/>
                    <a:pt x="1362" y="89554"/>
                    <a:pt x="5714" y="94081"/>
                  </a:cubicBezTo>
                  <a:cubicBezTo>
                    <a:pt x="8120" y="96582"/>
                    <a:pt x="11044" y="97829"/>
                    <a:pt x="14554" y="97829"/>
                  </a:cubicBezTo>
                  <a:cubicBezTo>
                    <a:pt x="17055" y="97829"/>
                    <a:pt x="19853" y="97195"/>
                    <a:pt x="22969" y="95932"/>
                  </a:cubicBezTo>
                  <a:cubicBezTo>
                    <a:pt x="29075" y="93457"/>
                    <a:pt x="32209" y="88202"/>
                    <a:pt x="32682" y="87354"/>
                  </a:cubicBezTo>
                  <a:cubicBezTo>
                    <a:pt x="33647" y="87090"/>
                    <a:pt x="40006" y="85259"/>
                    <a:pt x="44784" y="81633"/>
                  </a:cubicBezTo>
                  <a:cubicBezTo>
                    <a:pt x="45499" y="81091"/>
                    <a:pt x="46190" y="80546"/>
                    <a:pt x="46869" y="80010"/>
                  </a:cubicBezTo>
                  <a:cubicBezTo>
                    <a:pt x="50934" y="76800"/>
                    <a:pt x="54470" y="74006"/>
                    <a:pt x="60276" y="74006"/>
                  </a:cubicBezTo>
                  <a:cubicBezTo>
                    <a:pt x="60569" y="74006"/>
                    <a:pt x="60867" y="74013"/>
                    <a:pt x="61172" y="74028"/>
                  </a:cubicBezTo>
                  <a:cubicBezTo>
                    <a:pt x="65460" y="74231"/>
                    <a:pt x="70107" y="75735"/>
                    <a:pt x="73842" y="76944"/>
                  </a:cubicBezTo>
                  <a:cubicBezTo>
                    <a:pt x="76496" y="77803"/>
                    <a:pt x="78617" y="78489"/>
                    <a:pt x="79904" y="78489"/>
                  </a:cubicBezTo>
                  <a:cubicBezTo>
                    <a:pt x="79971" y="78489"/>
                    <a:pt x="80036" y="78487"/>
                    <a:pt x="80098" y="78483"/>
                  </a:cubicBezTo>
                  <a:cubicBezTo>
                    <a:pt x="81185" y="78415"/>
                    <a:pt x="82029" y="77881"/>
                    <a:pt x="82476" y="76979"/>
                  </a:cubicBezTo>
                  <a:cubicBezTo>
                    <a:pt x="83334" y="75250"/>
                    <a:pt x="82663" y="72443"/>
                    <a:pt x="80681" y="69472"/>
                  </a:cubicBezTo>
                  <a:cubicBezTo>
                    <a:pt x="77981" y="65420"/>
                    <a:pt x="72353" y="63764"/>
                    <a:pt x="66911" y="62163"/>
                  </a:cubicBezTo>
                  <a:cubicBezTo>
                    <a:pt x="65753" y="61822"/>
                    <a:pt x="64658" y="61500"/>
                    <a:pt x="63593" y="61155"/>
                  </a:cubicBezTo>
                  <a:cubicBezTo>
                    <a:pt x="56707" y="58928"/>
                    <a:pt x="54367" y="54388"/>
                    <a:pt x="55770" y="45973"/>
                  </a:cubicBezTo>
                  <a:cubicBezTo>
                    <a:pt x="56680" y="40514"/>
                    <a:pt x="59777" y="33104"/>
                    <a:pt x="62266" y="27150"/>
                  </a:cubicBezTo>
                  <a:cubicBezTo>
                    <a:pt x="64161" y="22618"/>
                    <a:pt x="65658" y="19036"/>
                    <a:pt x="65577" y="17742"/>
                  </a:cubicBezTo>
                  <a:cubicBezTo>
                    <a:pt x="65561" y="17466"/>
                    <a:pt x="65388" y="17216"/>
                    <a:pt x="65066" y="16999"/>
                  </a:cubicBezTo>
                  <a:cubicBezTo>
                    <a:pt x="63002" y="15607"/>
                    <a:pt x="53280" y="15093"/>
                    <a:pt x="45148" y="15093"/>
                  </a:cubicBezTo>
                  <a:cubicBezTo>
                    <a:pt x="39569" y="15093"/>
                    <a:pt x="34738" y="15335"/>
                    <a:pt x="33641" y="15700"/>
                  </a:cubicBezTo>
                  <a:cubicBezTo>
                    <a:pt x="33307" y="15811"/>
                    <a:pt x="33009" y="15906"/>
                    <a:pt x="32734" y="15992"/>
                  </a:cubicBezTo>
                  <a:cubicBezTo>
                    <a:pt x="30772" y="16610"/>
                    <a:pt x="30037" y="16841"/>
                    <a:pt x="27798" y="19720"/>
                  </a:cubicBezTo>
                  <a:cubicBezTo>
                    <a:pt x="27321" y="20333"/>
                    <a:pt x="26888" y="20917"/>
                    <a:pt x="26499" y="21459"/>
                  </a:cubicBezTo>
                  <a:lnTo>
                    <a:pt x="27562" y="19227"/>
                  </a:lnTo>
                  <a:lnTo>
                    <a:pt x="27590" y="19228"/>
                  </a:lnTo>
                  <a:cubicBezTo>
                    <a:pt x="27595" y="19228"/>
                    <a:pt x="27599" y="19228"/>
                    <a:pt x="27604" y="19228"/>
                  </a:cubicBezTo>
                  <a:cubicBezTo>
                    <a:pt x="27734" y="19228"/>
                    <a:pt x="27849" y="19143"/>
                    <a:pt x="27888" y="19018"/>
                  </a:cubicBezTo>
                  <a:cubicBezTo>
                    <a:pt x="27890" y="19009"/>
                    <a:pt x="28134" y="18209"/>
                    <a:pt x="29254" y="16753"/>
                  </a:cubicBezTo>
                  <a:lnTo>
                    <a:pt x="29431" y="16527"/>
                  </a:lnTo>
                  <a:cubicBezTo>
                    <a:pt x="30773" y="14798"/>
                    <a:pt x="33566" y="11200"/>
                    <a:pt x="33681" y="5253"/>
                  </a:cubicBezTo>
                  <a:cubicBezTo>
                    <a:pt x="33761" y="1108"/>
                    <a:pt x="31865" y="243"/>
                    <a:pt x="31046" y="63"/>
                  </a:cubicBezTo>
                  <a:cubicBezTo>
                    <a:pt x="30854" y="21"/>
                    <a:pt x="30660" y="1"/>
                    <a:pt x="30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033;p63">
              <a:extLst>
                <a:ext uri="{FF2B5EF4-FFF2-40B4-BE49-F238E27FC236}">
                  <a16:creationId xmlns:a16="http://schemas.microsoft.com/office/drawing/2014/main" id="{E00AA5B4-98FB-8316-6885-89D16E9A3C0D}"/>
                </a:ext>
              </a:extLst>
            </p:cNvPr>
            <p:cNvSpPr/>
            <p:nvPr/>
          </p:nvSpPr>
          <p:spPr>
            <a:xfrm>
              <a:off x="5398975" y="2988325"/>
              <a:ext cx="256575" cy="113275"/>
            </a:xfrm>
            <a:custGeom>
              <a:avLst/>
              <a:gdLst/>
              <a:ahLst/>
              <a:cxnLst/>
              <a:rect l="l" t="t" r="r" b="b"/>
              <a:pathLst>
                <a:path w="10263" h="4531" extrusionOk="0">
                  <a:moveTo>
                    <a:pt x="2245" y="1"/>
                  </a:moveTo>
                  <a:cubicBezTo>
                    <a:pt x="687" y="1"/>
                    <a:pt x="1" y="775"/>
                    <a:pt x="1" y="1401"/>
                  </a:cubicBezTo>
                  <a:cubicBezTo>
                    <a:pt x="1" y="2401"/>
                    <a:pt x="9262" y="4530"/>
                    <a:pt x="9887" y="4530"/>
                  </a:cubicBezTo>
                  <a:cubicBezTo>
                    <a:pt x="9887" y="4530"/>
                    <a:pt x="10263" y="3028"/>
                    <a:pt x="6008" y="1026"/>
                  </a:cubicBezTo>
                  <a:cubicBezTo>
                    <a:pt x="4417" y="277"/>
                    <a:pt x="3176" y="1"/>
                    <a:pt x="2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034;p63">
              <a:extLst>
                <a:ext uri="{FF2B5EF4-FFF2-40B4-BE49-F238E27FC236}">
                  <a16:creationId xmlns:a16="http://schemas.microsoft.com/office/drawing/2014/main" id="{C7D96976-3622-E247-6EA9-3A3B449D6EF7}"/>
                </a:ext>
              </a:extLst>
            </p:cNvPr>
            <p:cNvSpPr/>
            <p:nvPr/>
          </p:nvSpPr>
          <p:spPr>
            <a:xfrm>
              <a:off x="5391650" y="2980900"/>
              <a:ext cx="269350" cy="128000"/>
            </a:xfrm>
            <a:custGeom>
              <a:avLst/>
              <a:gdLst/>
              <a:ahLst/>
              <a:cxnLst/>
              <a:rect l="l" t="t" r="r" b="b"/>
              <a:pathLst>
                <a:path w="10774" h="5120" extrusionOk="0">
                  <a:moveTo>
                    <a:pt x="2547" y="590"/>
                  </a:moveTo>
                  <a:cubicBezTo>
                    <a:pt x="3367" y="590"/>
                    <a:pt x="4541" y="818"/>
                    <a:pt x="6176" y="1588"/>
                  </a:cubicBezTo>
                  <a:cubicBezTo>
                    <a:pt x="9026" y="2930"/>
                    <a:pt x="9697" y="4003"/>
                    <a:pt x="9851" y="4487"/>
                  </a:cubicBezTo>
                  <a:cubicBezTo>
                    <a:pt x="9089" y="4352"/>
                    <a:pt x="7206" y="3932"/>
                    <a:pt x="5290" y="3413"/>
                  </a:cubicBezTo>
                  <a:cubicBezTo>
                    <a:pt x="984" y="2246"/>
                    <a:pt x="608" y="1715"/>
                    <a:pt x="586" y="1698"/>
                  </a:cubicBezTo>
                  <a:cubicBezTo>
                    <a:pt x="586" y="1424"/>
                    <a:pt x="778" y="1138"/>
                    <a:pt x="1097" y="935"/>
                  </a:cubicBezTo>
                  <a:cubicBezTo>
                    <a:pt x="1326" y="791"/>
                    <a:pt x="1781" y="590"/>
                    <a:pt x="2547" y="590"/>
                  </a:cubicBezTo>
                  <a:close/>
                  <a:moveTo>
                    <a:pt x="2543" y="1"/>
                  </a:moveTo>
                  <a:cubicBezTo>
                    <a:pt x="1678" y="1"/>
                    <a:pt x="1118" y="228"/>
                    <a:pt x="784" y="441"/>
                  </a:cubicBezTo>
                  <a:cubicBezTo>
                    <a:pt x="294" y="752"/>
                    <a:pt x="0" y="1222"/>
                    <a:pt x="0" y="1698"/>
                  </a:cubicBezTo>
                  <a:cubicBezTo>
                    <a:pt x="0" y="3138"/>
                    <a:pt x="10079" y="5120"/>
                    <a:pt x="10181" y="5120"/>
                  </a:cubicBezTo>
                  <a:cubicBezTo>
                    <a:pt x="10182" y="5120"/>
                    <a:pt x="10183" y="5120"/>
                    <a:pt x="10184" y="5120"/>
                  </a:cubicBezTo>
                  <a:cubicBezTo>
                    <a:pt x="10317" y="5120"/>
                    <a:pt x="10433" y="5028"/>
                    <a:pt x="10466" y="4898"/>
                  </a:cubicBezTo>
                  <a:cubicBezTo>
                    <a:pt x="10509" y="4721"/>
                    <a:pt x="10774" y="3104"/>
                    <a:pt x="6426" y="1058"/>
                  </a:cubicBezTo>
                  <a:cubicBezTo>
                    <a:pt x="4724" y="257"/>
                    <a:pt x="3462" y="1"/>
                    <a:pt x="25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035;p63">
              <a:extLst>
                <a:ext uri="{FF2B5EF4-FFF2-40B4-BE49-F238E27FC236}">
                  <a16:creationId xmlns:a16="http://schemas.microsoft.com/office/drawing/2014/main" id="{904D2CFA-AFB6-9B09-0266-A4BC7E742373}"/>
                </a:ext>
              </a:extLst>
            </p:cNvPr>
            <p:cNvSpPr/>
            <p:nvPr/>
          </p:nvSpPr>
          <p:spPr>
            <a:xfrm>
              <a:off x="4370800" y="1379225"/>
              <a:ext cx="359900" cy="212375"/>
            </a:xfrm>
            <a:custGeom>
              <a:avLst/>
              <a:gdLst/>
              <a:ahLst/>
              <a:cxnLst/>
              <a:rect l="l" t="t" r="r" b="b"/>
              <a:pathLst>
                <a:path w="14396" h="8495" extrusionOk="0">
                  <a:moveTo>
                    <a:pt x="11594" y="1"/>
                  </a:moveTo>
                  <a:cubicBezTo>
                    <a:pt x="11334" y="1"/>
                    <a:pt x="11049" y="74"/>
                    <a:pt x="10738" y="235"/>
                  </a:cubicBezTo>
                  <a:lnTo>
                    <a:pt x="0" y="8495"/>
                  </a:lnTo>
                  <a:lnTo>
                    <a:pt x="14396" y="8495"/>
                  </a:lnTo>
                  <a:cubicBezTo>
                    <a:pt x="14396" y="8495"/>
                    <a:pt x="14396" y="1"/>
                    <a:pt x="11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036;p63">
              <a:extLst>
                <a:ext uri="{FF2B5EF4-FFF2-40B4-BE49-F238E27FC236}">
                  <a16:creationId xmlns:a16="http://schemas.microsoft.com/office/drawing/2014/main" id="{DB3776EE-18B8-4C29-256F-BF7D14395905}"/>
                </a:ext>
              </a:extLst>
            </p:cNvPr>
            <p:cNvSpPr/>
            <p:nvPr/>
          </p:nvSpPr>
          <p:spPr>
            <a:xfrm>
              <a:off x="4360775" y="1371875"/>
              <a:ext cx="377225" cy="227025"/>
            </a:xfrm>
            <a:custGeom>
              <a:avLst/>
              <a:gdLst/>
              <a:ahLst/>
              <a:cxnLst/>
              <a:rect l="l" t="t" r="r" b="b"/>
              <a:pathLst>
                <a:path w="15089" h="9081" extrusionOk="0">
                  <a:moveTo>
                    <a:pt x="11994" y="588"/>
                  </a:moveTo>
                  <a:cubicBezTo>
                    <a:pt x="12190" y="588"/>
                    <a:pt x="12372" y="640"/>
                    <a:pt x="12542" y="744"/>
                  </a:cubicBezTo>
                  <a:cubicBezTo>
                    <a:pt x="14073" y="1676"/>
                    <a:pt x="14467" y="6402"/>
                    <a:pt x="14501" y="8495"/>
                  </a:cubicBezTo>
                  <a:lnTo>
                    <a:pt x="1262" y="8495"/>
                  </a:lnTo>
                  <a:lnTo>
                    <a:pt x="11296" y="778"/>
                  </a:lnTo>
                  <a:cubicBezTo>
                    <a:pt x="11547" y="651"/>
                    <a:pt x="11779" y="588"/>
                    <a:pt x="11994" y="588"/>
                  </a:cubicBezTo>
                  <a:close/>
                  <a:moveTo>
                    <a:pt x="11996" y="0"/>
                  </a:moveTo>
                  <a:cubicBezTo>
                    <a:pt x="11682" y="0"/>
                    <a:pt x="11351" y="90"/>
                    <a:pt x="11004" y="269"/>
                  </a:cubicBezTo>
                  <a:cubicBezTo>
                    <a:pt x="10989" y="276"/>
                    <a:pt x="10974" y="285"/>
                    <a:pt x="10960" y="296"/>
                  </a:cubicBezTo>
                  <a:lnTo>
                    <a:pt x="222" y="8556"/>
                  </a:lnTo>
                  <a:cubicBezTo>
                    <a:pt x="0" y="8726"/>
                    <a:pt x="120" y="9081"/>
                    <a:pt x="400" y="9081"/>
                  </a:cubicBezTo>
                  <a:lnTo>
                    <a:pt x="14797" y="9081"/>
                  </a:lnTo>
                  <a:cubicBezTo>
                    <a:pt x="14797" y="9081"/>
                    <a:pt x="14798" y="9081"/>
                    <a:pt x="14799" y="9081"/>
                  </a:cubicBezTo>
                  <a:cubicBezTo>
                    <a:pt x="14959" y="9081"/>
                    <a:pt x="15089" y="8950"/>
                    <a:pt x="15089" y="8789"/>
                  </a:cubicBezTo>
                  <a:cubicBezTo>
                    <a:pt x="15089" y="8495"/>
                    <a:pt x="15063" y="1594"/>
                    <a:pt x="12847" y="244"/>
                  </a:cubicBezTo>
                  <a:cubicBezTo>
                    <a:pt x="12580" y="81"/>
                    <a:pt x="12296" y="0"/>
                    <a:pt x="119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037;p63">
              <a:extLst>
                <a:ext uri="{FF2B5EF4-FFF2-40B4-BE49-F238E27FC236}">
                  <a16:creationId xmlns:a16="http://schemas.microsoft.com/office/drawing/2014/main" id="{8C9C2D49-26B8-4CAB-9362-14AA325182F3}"/>
                </a:ext>
              </a:extLst>
            </p:cNvPr>
            <p:cNvSpPr/>
            <p:nvPr/>
          </p:nvSpPr>
          <p:spPr>
            <a:xfrm>
              <a:off x="4292850" y="2768775"/>
              <a:ext cx="157150" cy="113325"/>
            </a:xfrm>
            <a:custGeom>
              <a:avLst/>
              <a:gdLst/>
              <a:ahLst/>
              <a:cxnLst/>
              <a:rect l="l" t="t" r="r" b="b"/>
              <a:pathLst>
                <a:path w="6286" h="4533" extrusionOk="0">
                  <a:moveTo>
                    <a:pt x="5952" y="0"/>
                  </a:moveTo>
                  <a:cubicBezTo>
                    <a:pt x="5911" y="0"/>
                    <a:pt x="5870" y="9"/>
                    <a:pt x="5830" y="27"/>
                  </a:cubicBezTo>
                  <a:cubicBezTo>
                    <a:pt x="3533" y="1011"/>
                    <a:pt x="1627" y="2365"/>
                    <a:pt x="166" y="4047"/>
                  </a:cubicBezTo>
                  <a:cubicBezTo>
                    <a:pt x="0" y="4237"/>
                    <a:pt x="136" y="4532"/>
                    <a:pt x="387" y="4532"/>
                  </a:cubicBezTo>
                  <a:cubicBezTo>
                    <a:pt x="473" y="4532"/>
                    <a:pt x="553" y="4496"/>
                    <a:pt x="609" y="4431"/>
                  </a:cubicBezTo>
                  <a:cubicBezTo>
                    <a:pt x="2010" y="2815"/>
                    <a:pt x="3845" y="1515"/>
                    <a:pt x="6061" y="565"/>
                  </a:cubicBezTo>
                  <a:cubicBezTo>
                    <a:pt x="6214" y="503"/>
                    <a:pt x="6286" y="329"/>
                    <a:pt x="6221" y="178"/>
                  </a:cubicBezTo>
                  <a:cubicBezTo>
                    <a:pt x="6173" y="67"/>
                    <a:pt x="6065" y="0"/>
                    <a:pt x="59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038;p63">
              <a:extLst>
                <a:ext uri="{FF2B5EF4-FFF2-40B4-BE49-F238E27FC236}">
                  <a16:creationId xmlns:a16="http://schemas.microsoft.com/office/drawing/2014/main" id="{C76D9CD9-C20E-BAF3-774A-E634F28D2944}"/>
                </a:ext>
              </a:extLst>
            </p:cNvPr>
            <p:cNvSpPr/>
            <p:nvPr/>
          </p:nvSpPr>
          <p:spPr>
            <a:xfrm>
              <a:off x="4245575" y="2913000"/>
              <a:ext cx="32625" cy="48850"/>
            </a:xfrm>
            <a:custGeom>
              <a:avLst/>
              <a:gdLst/>
              <a:ahLst/>
              <a:cxnLst/>
              <a:rect l="l" t="t" r="r" b="b"/>
              <a:pathLst>
                <a:path w="1305" h="1954" extrusionOk="0">
                  <a:moveTo>
                    <a:pt x="970" y="1"/>
                  </a:moveTo>
                  <a:cubicBezTo>
                    <a:pt x="869" y="1"/>
                    <a:pt x="771" y="54"/>
                    <a:pt x="717" y="148"/>
                  </a:cubicBezTo>
                  <a:cubicBezTo>
                    <a:pt x="229" y="988"/>
                    <a:pt x="55" y="1551"/>
                    <a:pt x="48" y="1576"/>
                  </a:cubicBezTo>
                  <a:cubicBezTo>
                    <a:pt x="0" y="1730"/>
                    <a:pt x="87" y="1893"/>
                    <a:pt x="243" y="1941"/>
                  </a:cubicBezTo>
                  <a:cubicBezTo>
                    <a:pt x="270" y="1949"/>
                    <a:pt x="299" y="1953"/>
                    <a:pt x="328" y="1953"/>
                  </a:cubicBezTo>
                  <a:cubicBezTo>
                    <a:pt x="457" y="1953"/>
                    <a:pt x="570" y="1870"/>
                    <a:pt x="608" y="1747"/>
                  </a:cubicBezTo>
                  <a:cubicBezTo>
                    <a:pt x="609" y="1741"/>
                    <a:pt x="774" y="1218"/>
                    <a:pt x="1224" y="440"/>
                  </a:cubicBezTo>
                  <a:cubicBezTo>
                    <a:pt x="1305" y="300"/>
                    <a:pt x="1257" y="121"/>
                    <a:pt x="1116" y="40"/>
                  </a:cubicBezTo>
                  <a:cubicBezTo>
                    <a:pt x="1070" y="13"/>
                    <a:pt x="1020" y="1"/>
                    <a:pt x="9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039;p63">
              <a:extLst>
                <a:ext uri="{FF2B5EF4-FFF2-40B4-BE49-F238E27FC236}">
                  <a16:creationId xmlns:a16="http://schemas.microsoft.com/office/drawing/2014/main" id="{E6A0E5AC-4429-346B-81E3-F08B67B38E5E}"/>
                </a:ext>
              </a:extLst>
            </p:cNvPr>
            <p:cNvSpPr/>
            <p:nvPr/>
          </p:nvSpPr>
          <p:spPr>
            <a:xfrm>
              <a:off x="4098475" y="3185000"/>
              <a:ext cx="58325" cy="55600"/>
            </a:xfrm>
            <a:custGeom>
              <a:avLst/>
              <a:gdLst/>
              <a:ahLst/>
              <a:cxnLst/>
              <a:rect l="l" t="t" r="r" b="b"/>
              <a:pathLst>
                <a:path w="2333" h="2224" extrusionOk="0">
                  <a:moveTo>
                    <a:pt x="328" y="1"/>
                  </a:moveTo>
                  <a:cubicBezTo>
                    <a:pt x="261" y="1"/>
                    <a:pt x="194" y="23"/>
                    <a:pt x="140" y="70"/>
                  </a:cubicBezTo>
                  <a:cubicBezTo>
                    <a:pt x="17" y="174"/>
                    <a:pt x="1" y="360"/>
                    <a:pt x="105" y="483"/>
                  </a:cubicBezTo>
                  <a:cubicBezTo>
                    <a:pt x="610" y="1078"/>
                    <a:pt x="1157" y="1634"/>
                    <a:pt x="1741" y="2150"/>
                  </a:cubicBezTo>
                  <a:cubicBezTo>
                    <a:pt x="1794" y="2197"/>
                    <a:pt x="1863" y="2223"/>
                    <a:pt x="1934" y="2223"/>
                  </a:cubicBezTo>
                  <a:cubicBezTo>
                    <a:pt x="1935" y="2223"/>
                    <a:pt x="1935" y="2223"/>
                    <a:pt x="1936" y="2223"/>
                  </a:cubicBezTo>
                  <a:cubicBezTo>
                    <a:pt x="2206" y="2223"/>
                    <a:pt x="2333" y="1887"/>
                    <a:pt x="2128" y="1710"/>
                  </a:cubicBezTo>
                  <a:cubicBezTo>
                    <a:pt x="1564" y="1213"/>
                    <a:pt x="1038" y="677"/>
                    <a:pt x="552" y="104"/>
                  </a:cubicBezTo>
                  <a:cubicBezTo>
                    <a:pt x="494" y="36"/>
                    <a:pt x="411" y="1"/>
                    <a:pt x="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040;p63">
              <a:extLst>
                <a:ext uri="{FF2B5EF4-FFF2-40B4-BE49-F238E27FC236}">
                  <a16:creationId xmlns:a16="http://schemas.microsoft.com/office/drawing/2014/main" id="{2000C4B1-518B-012A-C67D-DF7C9FBB4B7B}"/>
                </a:ext>
              </a:extLst>
            </p:cNvPr>
            <p:cNvSpPr/>
            <p:nvPr/>
          </p:nvSpPr>
          <p:spPr>
            <a:xfrm>
              <a:off x="4198225" y="3268875"/>
              <a:ext cx="255275" cy="66550"/>
            </a:xfrm>
            <a:custGeom>
              <a:avLst/>
              <a:gdLst/>
              <a:ahLst/>
              <a:cxnLst/>
              <a:rect l="l" t="t" r="r" b="b"/>
              <a:pathLst>
                <a:path w="10211" h="2662" extrusionOk="0">
                  <a:moveTo>
                    <a:pt x="337" y="0"/>
                  </a:moveTo>
                  <a:cubicBezTo>
                    <a:pt x="236" y="0"/>
                    <a:pt x="137" y="53"/>
                    <a:pt x="83" y="147"/>
                  </a:cubicBezTo>
                  <a:cubicBezTo>
                    <a:pt x="1" y="288"/>
                    <a:pt x="51" y="469"/>
                    <a:pt x="194" y="549"/>
                  </a:cubicBezTo>
                  <a:cubicBezTo>
                    <a:pt x="3280" y="2329"/>
                    <a:pt x="6336" y="2662"/>
                    <a:pt x="8184" y="2662"/>
                  </a:cubicBezTo>
                  <a:cubicBezTo>
                    <a:pt x="9216" y="2662"/>
                    <a:pt x="9872" y="2557"/>
                    <a:pt x="9943" y="2545"/>
                  </a:cubicBezTo>
                  <a:cubicBezTo>
                    <a:pt x="10103" y="2518"/>
                    <a:pt x="10211" y="2368"/>
                    <a:pt x="10184" y="2208"/>
                  </a:cubicBezTo>
                  <a:cubicBezTo>
                    <a:pt x="10160" y="2065"/>
                    <a:pt x="10036" y="1963"/>
                    <a:pt x="9896" y="1963"/>
                  </a:cubicBezTo>
                  <a:cubicBezTo>
                    <a:pt x="9880" y="1963"/>
                    <a:pt x="9864" y="1964"/>
                    <a:pt x="9848" y="1967"/>
                  </a:cubicBezTo>
                  <a:cubicBezTo>
                    <a:pt x="9831" y="1970"/>
                    <a:pt x="9220" y="2066"/>
                    <a:pt x="8229" y="2066"/>
                  </a:cubicBezTo>
                  <a:cubicBezTo>
                    <a:pt x="6453" y="2066"/>
                    <a:pt x="3458" y="1756"/>
                    <a:pt x="487" y="42"/>
                  </a:cubicBezTo>
                  <a:cubicBezTo>
                    <a:pt x="440" y="14"/>
                    <a:pt x="388" y="0"/>
                    <a:pt x="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41;p63">
              <a:extLst>
                <a:ext uri="{FF2B5EF4-FFF2-40B4-BE49-F238E27FC236}">
                  <a16:creationId xmlns:a16="http://schemas.microsoft.com/office/drawing/2014/main" id="{0EEE92D3-F0C1-324C-73CD-41D2853D8E06}"/>
                </a:ext>
              </a:extLst>
            </p:cNvPr>
            <p:cNvSpPr/>
            <p:nvPr/>
          </p:nvSpPr>
          <p:spPr>
            <a:xfrm>
              <a:off x="3758625" y="1573875"/>
              <a:ext cx="2028525" cy="1486775"/>
            </a:xfrm>
            <a:custGeom>
              <a:avLst/>
              <a:gdLst/>
              <a:ahLst/>
              <a:cxnLst/>
              <a:rect l="l" t="t" r="r" b="b"/>
              <a:pathLst>
                <a:path w="81141" h="59471" extrusionOk="0">
                  <a:moveTo>
                    <a:pt x="13524" y="1"/>
                  </a:moveTo>
                  <a:cubicBezTo>
                    <a:pt x="6055" y="1"/>
                    <a:pt x="1" y="5782"/>
                    <a:pt x="1" y="12914"/>
                  </a:cubicBezTo>
                  <a:lnTo>
                    <a:pt x="1" y="38402"/>
                  </a:lnTo>
                  <a:cubicBezTo>
                    <a:pt x="1" y="44603"/>
                    <a:pt x="4578" y="49781"/>
                    <a:pt x="10682" y="51026"/>
                  </a:cubicBezTo>
                  <a:lnTo>
                    <a:pt x="7829" y="59471"/>
                  </a:lnTo>
                  <a:lnTo>
                    <a:pt x="21055" y="51315"/>
                  </a:lnTo>
                  <a:lnTo>
                    <a:pt x="67617" y="51315"/>
                  </a:lnTo>
                  <a:cubicBezTo>
                    <a:pt x="75086" y="51315"/>
                    <a:pt x="81140" y="45533"/>
                    <a:pt x="81140" y="38402"/>
                  </a:cubicBezTo>
                  <a:lnTo>
                    <a:pt x="81140" y="12914"/>
                  </a:lnTo>
                  <a:cubicBezTo>
                    <a:pt x="81140" y="5782"/>
                    <a:pt x="75086" y="1"/>
                    <a:pt x="6761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042;p63">
              <a:extLst>
                <a:ext uri="{FF2B5EF4-FFF2-40B4-BE49-F238E27FC236}">
                  <a16:creationId xmlns:a16="http://schemas.microsoft.com/office/drawing/2014/main" id="{74C1E5A5-0D88-AF9A-DC7C-2DB6444101A6}"/>
                </a:ext>
              </a:extLst>
            </p:cNvPr>
            <p:cNvSpPr/>
            <p:nvPr/>
          </p:nvSpPr>
          <p:spPr>
            <a:xfrm>
              <a:off x="3743950" y="1559225"/>
              <a:ext cx="2057850" cy="1535225"/>
            </a:xfrm>
            <a:custGeom>
              <a:avLst/>
              <a:gdLst/>
              <a:ahLst/>
              <a:cxnLst/>
              <a:rect l="l" t="t" r="r" b="b"/>
              <a:pathLst>
                <a:path w="82314" h="61409" extrusionOk="0">
                  <a:moveTo>
                    <a:pt x="68204" y="1172"/>
                  </a:moveTo>
                  <a:cubicBezTo>
                    <a:pt x="75338" y="1172"/>
                    <a:pt x="81142" y="6702"/>
                    <a:pt x="81142" y="13500"/>
                  </a:cubicBezTo>
                  <a:lnTo>
                    <a:pt x="81142" y="38988"/>
                  </a:lnTo>
                  <a:cubicBezTo>
                    <a:pt x="81142" y="45784"/>
                    <a:pt x="75337" y="51314"/>
                    <a:pt x="68204" y="51314"/>
                  </a:cubicBezTo>
                  <a:lnTo>
                    <a:pt x="21475" y="51314"/>
                  </a:lnTo>
                  <a:lnTo>
                    <a:pt x="9492" y="58705"/>
                  </a:lnTo>
                  <a:lnTo>
                    <a:pt x="9492" y="58705"/>
                  </a:lnTo>
                  <a:lnTo>
                    <a:pt x="12036" y="51172"/>
                  </a:lnTo>
                  <a:lnTo>
                    <a:pt x="11386" y="51039"/>
                  </a:lnTo>
                  <a:cubicBezTo>
                    <a:pt x="5469" y="49830"/>
                    <a:pt x="1173" y="44761"/>
                    <a:pt x="1173" y="38988"/>
                  </a:cubicBezTo>
                  <a:lnTo>
                    <a:pt x="1173" y="13500"/>
                  </a:lnTo>
                  <a:cubicBezTo>
                    <a:pt x="1173" y="6702"/>
                    <a:pt x="6976" y="1172"/>
                    <a:pt x="14111" y="1172"/>
                  </a:cubicBezTo>
                  <a:close/>
                  <a:moveTo>
                    <a:pt x="14111" y="0"/>
                  </a:moveTo>
                  <a:cubicBezTo>
                    <a:pt x="6331" y="0"/>
                    <a:pt x="1" y="6057"/>
                    <a:pt x="1" y="13500"/>
                  </a:cubicBezTo>
                  <a:lnTo>
                    <a:pt x="1" y="38988"/>
                  </a:lnTo>
                  <a:cubicBezTo>
                    <a:pt x="1" y="45103"/>
                    <a:pt x="4381" y="50493"/>
                    <a:pt x="10506" y="52040"/>
                  </a:cubicBezTo>
                  <a:lnTo>
                    <a:pt x="7341" y="61409"/>
                  </a:lnTo>
                  <a:lnTo>
                    <a:pt x="7341" y="61409"/>
                  </a:lnTo>
                  <a:lnTo>
                    <a:pt x="21808" y="52488"/>
                  </a:lnTo>
                  <a:lnTo>
                    <a:pt x="68204" y="52488"/>
                  </a:lnTo>
                  <a:cubicBezTo>
                    <a:pt x="75984" y="52488"/>
                    <a:pt x="82314" y="46431"/>
                    <a:pt x="82314" y="38988"/>
                  </a:cubicBezTo>
                  <a:lnTo>
                    <a:pt x="82314" y="13500"/>
                  </a:lnTo>
                  <a:cubicBezTo>
                    <a:pt x="82314" y="6056"/>
                    <a:pt x="75984" y="0"/>
                    <a:pt x="682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043;p63">
              <a:extLst>
                <a:ext uri="{FF2B5EF4-FFF2-40B4-BE49-F238E27FC236}">
                  <a16:creationId xmlns:a16="http://schemas.microsoft.com/office/drawing/2014/main" id="{1B4283BE-61B4-70FC-B852-59FA3CFF47DB}"/>
                </a:ext>
              </a:extLst>
            </p:cNvPr>
            <p:cNvSpPr/>
            <p:nvPr/>
          </p:nvSpPr>
          <p:spPr>
            <a:xfrm>
              <a:off x="3963675" y="1987825"/>
              <a:ext cx="1550575" cy="30275"/>
            </a:xfrm>
            <a:custGeom>
              <a:avLst/>
              <a:gdLst/>
              <a:ahLst/>
              <a:cxnLst/>
              <a:rect l="l" t="t" r="r" b="b"/>
              <a:pathLst>
                <a:path w="62023" h="1211" extrusionOk="0">
                  <a:moveTo>
                    <a:pt x="606" y="1"/>
                  </a:moveTo>
                  <a:cubicBezTo>
                    <a:pt x="272" y="1"/>
                    <a:pt x="1" y="272"/>
                    <a:pt x="1" y="606"/>
                  </a:cubicBezTo>
                  <a:cubicBezTo>
                    <a:pt x="1" y="939"/>
                    <a:pt x="272" y="1211"/>
                    <a:pt x="606" y="1211"/>
                  </a:cubicBezTo>
                  <a:lnTo>
                    <a:pt x="61418" y="1211"/>
                  </a:lnTo>
                  <a:cubicBezTo>
                    <a:pt x="61753" y="1211"/>
                    <a:pt x="62023" y="939"/>
                    <a:pt x="62023" y="606"/>
                  </a:cubicBezTo>
                  <a:cubicBezTo>
                    <a:pt x="62023" y="272"/>
                    <a:pt x="61753" y="1"/>
                    <a:pt x="61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044;p63">
              <a:extLst>
                <a:ext uri="{FF2B5EF4-FFF2-40B4-BE49-F238E27FC236}">
                  <a16:creationId xmlns:a16="http://schemas.microsoft.com/office/drawing/2014/main" id="{97296A0E-12B3-789B-20D3-6B45D4256603}"/>
                </a:ext>
              </a:extLst>
            </p:cNvPr>
            <p:cNvSpPr/>
            <p:nvPr/>
          </p:nvSpPr>
          <p:spPr>
            <a:xfrm>
              <a:off x="3963675" y="2144325"/>
              <a:ext cx="1550575" cy="30275"/>
            </a:xfrm>
            <a:custGeom>
              <a:avLst/>
              <a:gdLst/>
              <a:ahLst/>
              <a:cxnLst/>
              <a:rect l="l" t="t" r="r" b="b"/>
              <a:pathLst>
                <a:path w="62023" h="1211" extrusionOk="0">
                  <a:moveTo>
                    <a:pt x="606" y="0"/>
                  </a:moveTo>
                  <a:cubicBezTo>
                    <a:pt x="272" y="0"/>
                    <a:pt x="1" y="270"/>
                    <a:pt x="1" y="605"/>
                  </a:cubicBezTo>
                  <a:cubicBezTo>
                    <a:pt x="1" y="939"/>
                    <a:pt x="272" y="1210"/>
                    <a:pt x="606" y="1210"/>
                  </a:cubicBezTo>
                  <a:lnTo>
                    <a:pt x="61418" y="1210"/>
                  </a:lnTo>
                  <a:cubicBezTo>
                    <a:pt x="61753" y="1210"/>
                    <a:pt x="62023" y="939"/>
                    <a:pt x="62023" y="605"/>
                  </a:cubicBezTo>
                  <a:cubicBezTo>
                    <a:pt x="62023" y="270"/>
                    <a:pt x="61753" y="0"/>
                    <a:pt x="61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045;p63">
              <a:extLst>
                <a:ext uri="{FF2B5EF4-FFF2-40B4-BE49-F238E27FC236}">
                  <a16:creationId xmlns:a16="http://schemas.microsoft.com/office/drawing/2014/main" id="{D826B3B0-B0B8-6936-7D4E-DD16224D546B}"/>
                </a:ext>
              </a:extLst>
            </p:cNvPr>
            <p:cNvSpPr/>
            <p:nvPr/>
          </p:nvSpPr>
          <p:spPr>
            <a:xfrm>
              <a:off x="3963675" y="2300800"/>
              <a:ext cx="1550575" cy="30275"/>
            </a:xfrm>
            <a:custGeom>
              <a:avLst/>
              <a:gdLst/>
              <a:ahLst/>
              <a:cxnLst/>
              <a:rect l="l" t="t" r="r" b="b"/>
              <a:pathLst>
                <a:path w="62023" h="1211" extrusionOk="0">
                  <a:moveTo>
                    <a:pt x="606" y="0"/>
                  </a:moveTo>
                  <a:cubicBezTo>
                    <a:pt x="272" y="0"/>
                    <a:pt x="1" y="270"/>
                    <a:pt x="1" y="605"/>
                  </a:cubicBezTo>
                  <a:cubicBezTo>
                    <a:pt x="1" y="939"/>
                    <a:pt x="272" y="1210"/>
                    <a:pt x="606" y="1210"/>
                  </a:cubicBezTo>
                  <a:lnTo>
                    <a:pt x="61418" y="1210"/>
                  </a:lnTo>
                  <a:cubicBezTo>
                    <a:pt x="61753" y="1210"/>
                    <a:pt x="62023" y="939"/>
                    <a:pt x="62023" y="605"/>
                  </a:cubicBezTo>
                  <a:cubicBezTo>
                    <a:pt x="62023" y="270"/>
                    <a:pt x="61753" y="0"/>
                    <a:pt x="61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046;p63">
              <a:extLst>
                <a:ext uri="{FF2B5EF4-FFF2-40B4-BE49-F238E27FC236}">
                  <a16:creationId xmlns:a16="http://schemas.microsoft.com/office/drawing/2014/main" id="{DB7821D6-65B3-ADB1-53C4-A0F31939C82A}"/>
                </a:ext>
              </a:extLst>
            </p:cNvPr>
            <p:cNvSpPr/>
            <p:nvPr/>
          </p:nvSpPr>
          <p:spPr>
            <a:xfrm>
              <a:off x="3963675" y="2457275"/>
              <a:ext cx="1550575" cy="30275"/>
            </a:xfrm>
            <a:custGeom>
              <a:avLst/>
              <a:gdLst/>
              <a:ahLst/>
              <a:cxnLst/>
              <a:rect l="l" t="t" r="r" b="b"/>
              <a:pathLst>
                <a:path w="62023" h="1211" extrusionOk="0">
                  <a:moveTo>
                    <a:pt x="606" y="0"/>
                  </a:moveTo>
                  <a:cubicBezTo>
                    <a:pt x="272" y="0"/>
                    <a:pt x="1" y="270"/>
                    <a:pt x="1" y="605"/>
                  </a:cubicBezTo>
                  <a:cubicBezTo>
                    <a:pt x="1" y="939"/>
                    <a:pt x="272" y="1210"/>
                    <a:pt x="606" y="1210"/>
                  </a:cubicBezTo>
                  <a:lnTo>
                    <a:pt x="61418" y="1210"/>
                  </a:lnTo>
                  <a:cubicBezTo>
                    <a:pt x="61753" y="1210"/>
                    <a:pt x="62023" y="939"/>
                    <a:pt x="62023" y="605"/>
                  </a:cubicBezTo>
                  <a:cubicBezTo>
                    <a:pt x="62023" y="270"/>
                    <a:pt x="61753" y="0"/>
                    <a:pt x="61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047;p63">
              <a:extLst>
                <a:ext uri="{FF2B5EF4-FFF2-40B4-BE49-F238E27FC236}">
                  <a16:creationId xmlns:a16="http://schemas.microsoft.com/office/drawing/2014/main" id="{F81FA796-B229-B07A-42FC-D8A24A1BCE7F}"/>
                </a:ext>
              </a:extLst>
            </p:cNvPr>
            <p:cNvSpPr/>
            <p:nvPr/>
          </p:nvSpPr>
          <p:spPr>
            <a:xfrm>
              <a:off x="5586250" y="1772325"/>
              <a:ext cx="377175" cy="360175"/>
            </a:xfrm>
            <a:custGeom>
              <a:avLst/>
              <a:gdLst/>
              <a:ahLst/>
              <a:cxnLst/>
              <a:rect l="l" t="t" r="r" b="b"/>
              <a:pathLst>
                <a:path w="15087" h="14407" extrusionOk="0">
                  <a:moveTo>
                    <a:pt x="7543" y="1"/>
                  </a:moveTo>
                  <a:cubicBezTo>
                    <a:pt x="5543" y="1"/>
                    <a:pt x="3624" y="759"/>
                    <a:pt x="2210" y="2111"/>
                  </a:cubicBezTo>
                  <a:cubicBezTo>
                    <a:pt x="795" y="3462"/>
                    <a:pt x="1" y="5294"/>
                    <a:pt x="1" y="7204"/>
                  </a:cubicBezTo>
                  <a:cubicBezTo>
                    <a:pt x="1" y="9114"/>
                    <a:pt x="795" y="10946"/>
                    <a:pt x="2210" y="12297"/>
                  </a:cubicBezTo>
                  <a:cubicBezTo>
                    <a:pt x="3624" y="13647"/>
                    <a:pt x="5543" y="14406"/>
                    <a:pt x="7543" y="14406"/>
                  </a:cubicBezTo>
                  <a:cubicBezTo>
                    <a:pt x="9544" y="14406"/>
                    <a:pt x="11463" y="13647"/>
                    <a:pt x="12877" y="12297"/>
                  </a:cubicBezTo>
                  <a:cubicBezTo>
                    <a:pt x="14292" y="10946"/>
                    <a:pt x="15086" y="9114"/>
                    <a:pt x="15086" y="7204"/>
                  </a:cubicBezTo>
                  <a:cubicBezTo>
                    <a:pt x="15086" y="5294"/>
                    <a:pt x="14292" y="3462"/>
                    <a:pt x="12877" y="2111"/>
                  </a:cubicBezTo>
                  <a:cubicBezTo>
                    <a:pt x="11463" y="759"/>
                    <a:pt x="9544" y="1"/>
                    <a:pt x="75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048;p63">
              <a:extLst>
                <a:ext uri="{FF2B5EF4-FFF2-40B4-BE49-F238E27FC236}">
                  <a16:creationId xmlns:a16="http://schemas.microsoft.com/office/drawing/2014/main" id="{D71F0606-B32B-A586-E5EB-3F79B44F6A50}"/>
                </a:ext>
              </a:extLst>
            </p:cNvPr>
            <p:cNvSpPr/>
            <p:nvPr/>
          </p:nvSpPr>
          <p:spPr>
            <a:xfrm>
              <a:off x="5684425" y="1826600"/>
              <a:ext cx="136100" cy="266175"/>
            </a:xfrm>
            <a:custGeom>
              <a:avLst/>
              <a:gdLst/>
              <a:ahLst/>
              <a:cxnLst/>
              <a:rect l="l" t="t" r="r" b="b"/>
              <a:pathLst>
                <a:path w="5444" h="10647" extrusionOk="0">
                  <a:moveTo>
                    <a:pt x="4122" y="1"/>
                  </a:moveTo>
                  <a:cubicBezTo>
                    <a:pt x="3883" y="1"/>
                    <a:pt x="3563" y="122"/>
                    <a:pt x="3163" y="366"/>
                  </a:cubicBezTo>
                  <a:lnTo>
                    <a:pt x="620" y="1704"/>
                  </a:lnTo>
                  <a:cubicBezTo>
                    <a:pt x="396" y="1851"/>
                    <a:pt x="237" y="1990"/>
                    <a:pt x="143" y="2121"/>
                  </a:cubicBezTo>
                  <a:cubicBezTo>
                    <a:pt x="48" y="2253"/>
                    <a:pt x="0" y="2411"/>
                    <a:pt x="0" y="2596"/>
                  </a:cubicBezTo>
                  <a:cubicBezTo>
                    <a:pt x="0" y="2850"/>
                    <a:pt x="89" y="3072"/>
                    <a:pt x="265" y="3262"/>
                  </a:cubicBezTo>
                  <a:cubicBezTo>
                    <a:pt x="440" y="3452"/>
                    <a:pt x="658" y="3547"/>
                    <a:pt x="919" y="3547"/>
                  </a:cubicBezTo>
                  <a:cubicBezTo>
                    <a:pt x="1073" y="3547"/>
                    <a:pt x="1228" y="3506"/>
                    <a:pt x="1386" y="3423"/>
                  </a:cubicBezTo>
                  <a:lnTo>
                    <a:pt x="2710" y="2684"/>
                  </a:lnTo>
                  <a:lnTo>
                    <a:pt x="2710" y="8518"/>
                  </a:lnTo>
                  <a:cubicBezTo>
                    <a:pt x="2710" y="9235"/>
                    <a:pt x="2819" y="9768"/>
                    <a:pt x="3036" y="10120"/>
                  </a:cubicBezTo>
                  <a:cubicBezTo>
                    <a:pt x="3253" y="10471"/>
                    <a:pt x="3596" y="10646"/>
                    <a:pt x="4066" y="10646"/>
                  </a:cubicBezTo>
                  <a:cubicBezTo>
                    <a:pt x="4985" y="10646"/>
                    <a:pt x="5444" y="10005"/>
                    <a:pt x="5444" y="8723"/>
                  </a:cubicBezTo>
                  <a:lnTo>
                    <a:pt x="5444" y="1967"/>
                  </a:lnTo>
                  <a:cubicBezTo>
                    <a:pt x="5444" y="656"/>
                    <a:pt x="5007" y="1"/>
                    <a:pt x="4135" y="1"/>
                  </a:cubicBezTo>
                  <a:cubicBezTo>
                    <a:pt x="4131" y="1"/>
                    <a:pt x="4126" y="1"/>
                    <a:pt x="41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049;p63">
              <a:extLst>
                <a:ext uri="{FF2B5EF4-FFF2-40B4-BE49-F238E27FC236}">
                  <a16:creationId xmlns:a16="http://schemas.microsoft.com/office/drawing/2014/main" id="{0829A34F-0108-A353-8400-245AC14DA352}"/>
                </a:ext>
              </a:extLst>
            </p:cNvPr>
            <p:cNvSpPr/>
            <p:nvPr/>
          </p:nvSpPr>
          <p:spPr>
            <a:xfrm>
              <a:off x="5039800" y="1336850"/>
              <a:ext cx="371700" cy="352075"/>
            </a:xfrm>
            <a:custGeom>
              <a:avLst/>
              <a:gdLst/>
              <a:ahLst/>
              <a:cxnLst/>
              <a:rect l="l" t="t" r="r" b="b"/>
              <a:pathLst>
                <a:path w="14868" h="14083" extrusionOk="0">
                  <a:moveTo>
                    <a:pt x="5791" y="0"/>
                  </a:moveTo>
                  <a:cubicBezTo>
                    <a:pt x="3646" y="0"/>
                    <a:pt x="1296" y="1408"/>
                    <a:pt x="0" y="2992"/>
                  </a:cubicBezTo>
                  <a:lnTo>
                    <a:pt x="472" y="5705"/>
                  </a:lnTo>
                  <a:cubicBezTo>
                    <a:pt x="472" y="5705"/>
                    <a:pt x="709" y="10425"/>
                    <a:pt x="4957" y="12667"/>
                  </a:cubicBezTo>
                  <a:cubicBezTo>
                    <a:pt x="6761" y="13620"/>
                    <a:pt x="8778" y="14083"/>
                    <a:pt x="10511" y="14083"/>
                  </a:cubicBezTo>
                  <a:cubicBezTo>
                    <a:pt x="12858" y="14083"/>
                    <a:pt x="14682" y="13234"/>
                    <a:pt x="14750" y="11605"/>
                  </a:cubicBezTo>
                  <a:cubicBezTo>
                    <a:pt x="14868" y="8774"/>
                    <a:pt x="11564" y="5824"/>
                    <a:pt x="9322" y="2047"/>
                  </a:cubicBezTo>
                  <a:cubicBezTo>
                    <a:pt x="8448" y="575"/>
                    <a:pt x="7161" y="0"/>
                    <a:pt x="5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050;p63">
              <a:extLst>
                <a:ext uri="{FF2B5EF4-FFF2-40B4-BE49-F238E27FC236}">
                  <a16:creationId xmlns:a16="http://schemas.microsoft.com/office/drawing/2014/main" id="{96395673-7574-0819-2C5B-7639D2A6C951}"/>
                </a:ext>
              </a:extLst>
            </p:cNvPr>
            <p:cNvSpPr/>
            <p:nvPr/>
          </p:nvSpPr>
          <p:spPr>
            <a:xfrm>
              <a:off x="5031575" y="1329525"/>
              <a:ext cx="386375" cy="366750"/>
            </a:xfrm>
            <a:custGeom>
              <a:avLst/>
              <a:gdLst/>
              <a:ahLst/>
              <a:cxnLst/>
              <a:rect l="l" t="t" r="r" b="b"/>
              <a:pathLst>
                <a:path w="15455" h="14670" extrusionOk="0">
                  <a:moveTo>
                    <a:pt x="6114" y="0"/>
                  </a:moveTo>
                  <a:cubicBezTo>
                    <a:pt x="3827" y="0"/>
                    <a:pt x="1397" y="1519"/>
                    <a:pt x="102" y="3100"/>
                  </a:cubicBezTo>
                  <a:cubicBezTo>
                    <a:pt x="0" y="3225"/>
                    <a:pt x="19" y="3409"/>
                    <a:pt x="143" y="3512"/>
                  </a:cubicBezTo>
                  <a:cubicBezTo>
                    <a:pt x="198" y="3556"/>
                    <a:pt x="264" y="3578"/>
                    <a:pt x="329" y="3578"/>
                  </a:cubicBezTo>
                  <a:cubicBezTo>
                    <a:pt x="414" y="3578"/>
                    <a:pt x="498" y="3541"/>
                    <a:pt x="556" y="3470"/>
                  </a:cubicBezTo>
                  <a:cubicBezTo>
                    <a:pt x="1761" y="1999"/>
                    <a:pt x="4013" y="587"/>
                    <a:pt x="6111" y="587"/>
                  </a:cubicBezTo>
                  <a:cubicBezTo>
                    <a:pt x="6224" y="587"/>
                    <a:pt x="6338" y="591"/>
                    <a:pt x="6450" y="599"/>
                  </a:cubicBezTo>
                  <a:cubicBezTo>
                    <a:pt x="7719" y="694"/>
                    <a:pt x="8710" y="1330"/>
                    <a:pt x="9399" y="2490"/>
                  </a:cubicBezTo>
                  <a:cubicBezTo>
                    <a:pt x="10157" y="3766"/>
                    <a:pt x="11019" y="4928"/>
                    <a:pt x="11853" y="6053"/>
                  </a:cubicBezTo>
                  <a:cubicBezTo>
                    <a:pt x="13467" y="8227"/>
                    <a:pt x="14861" y="10105"/>
                    <a:pt x="14787" y="11886"/>
                  </a:cubicBezTo>
                  <a:cubicBezTo>
                    <a:pt x="14759" y="12543"/>
                    <a:pt x="14403" y="13071"/>
                    <a:pt x="13729" y="13459"/>
                  </a:cubicBezTo>
                  <a:cubicBezTo>
                    <a:pt x="13002" y="13877"/>
                    <a:pt x="11996" y="14078"/>
                    <a:pt x="10871" y="14078"/>
                  </a:cubicBezTo>
                  <a:cubicBezTo>
                    <a:pt x="9140" y="14078"/>
                    <a:pt x="7128" y="13601"/>
                    <a:pt x="5422" y="12701"/>
                  </a:cubicBezTo>
                  <a:cubicBezTo>
                    <a:pt x="1378" y="10567"/>
                    <a:pt x="1096" y="6029"/>
                    <a:pt x="1093" y="5984"/>
                  </a:cubicBezTo>
                  <a:cubicBezTo>
                    <a:pt x="1086" y="5830"/>
                    <a:pt x="973" y="5705"/>
                    <a:pt x="811" y="5705"/>
                  </a:cubicBezTo>
                  <a:cubicBezTo>
                    <a:pt x="803" y="5705"/>
                    <a:pt x="795" y="5705"/>
                    <a:pt x="787" y="5706"/>
                  </a:cubicBezTo>
                  <a:cubicBezTo>
                    <a:pt x="625" y="5715"/>
                    <a:pt x="501" y="5852"/>
                    <a:pt x="509" y="6014"/>
                  </a:cubicBezTo>
                  <a:cubicBezTo>
                    <a:pt x="519" y="6213"/>
                    <a:pt x="803" y="10926"/>
                    <a:pt x="5148" y="13219"/>
                  </a:cubicBezTo>
                  <a:cubicBezTo>
                    <a:pt x="6950" y="14170"/>
                    <a:pt x="9033" y="14669"/>
                    <a:pt x="10853" y="14669"/>
                  </a:cubicBezTo>
                  <a:cubicBezTo>
                    <a:pt x="12087" y="14669"/>
                    <a:pt x="13199" y="14439"/>
                    <a:pt x="14021" y="13968"/>
                  </a:cubicBezTo>
                  <a:cubicBezTo>
                    <a:pt x="14869" y="13480"/>
                    <a:pt x="15337" y="12769"/>
                    <a:pt x="15372" y="11911"/>
                  </a:cubicBezTo>
                  <a:cubicBezTo>
                    <a:pt x="15454" y="9923"/>
                    <a:pt x="14004" y="7968"/>
                    <a:pt x="12325" y="5704"/>
                  </a:cubicBezTo>
                  <a:cubicBezTo>
                    <a:pt x="11499" y="4592"/>
                    <a:pt x="10646" y="3442"/>
                    <a:pt x="9903" y="2192"/>
                  </a:cubicBezTo>
                  <a:cubicBezTo>
                    <a:pt x="9122" y="876"/>
                    <a:pt x="7943" y="124"/>
                    <a:pt x="6495" y="15"/>
                  </a:cubicBezTo>
                  <a:cubicBezTo>
                    <a:pt x="6368" y="5"/>
                    <a:pt x="6241" y="0"/>
                    <a:pt x="61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051;p63">
              <a:extLst>
                <a:ext uri="{FF2B5EF4-FFF2-40B4-BE49-F238E27FC236}">
                  <a16:creationId xmlns:a16="http://schemas.microsoft.com/office/drawing/2014/main" id="{10AB5443-5218-3E7C-B4B7-19F03B892B10}"/>
                </a:ext>
              </a:extLst>
            </p:cNvPr>
            <p:cNvSpPr/>
            <p:nvPr/>
          </p:nvSpPr>
          <p:spPr>
            <a:xfrm>
              <a:off x="5225650" y="1519400"/>
              <a:ext cx="184350" cy="149675"/>
            </a:xfrm>
            <a:custGeom>
              <a:avLst/>
              <a:gdLst/>
              <a:ahLst/>
              <a:cxnLst/>
              <a:rect l="l" t="t" r="r" b="b"/>
              <a:pathLst>
                <a:path w="7374" h="5987" extrusionOk="0">
                  <a:moveTo>
                    <a:pt x="5570" y="1"/>
                  </a:moveTo>
                  <a:cubicBezTo>
                    <a:pt x="4082" y="165"/>
                    <a:pt x="632" y="701"/>
                    <a:pt x="354" y="2180"/>
                  </a:cubicBezTo>
                  <a:cubicBezTo>
                    <a:pt x="0" y="4068"/>
                    <a:pt x="1298" y="5130"/>
                    <a:pt x="2478" y="5720"/>
                  </a:cubicBezTo>
                  <a:cubicBezTo>
                    <a:pt x="2827" y="5894"/>
                    <a:pt x="3280" y="5986"/>
                    <a:pt x="3777" y="5986"/>
                  </a:cubicBezTo>
                  <a:cubicBezTo>
                    <a:pt x="4962" y="5986"/>
                    <a:pt x="6402" y="5466"/>
                    <a:pt x="7316" y="4303"/>
                  </a:cubicBezTo>
                  <a:cubicBezTo>
                    <a:pt x="7374" y="2924"/>
                    <a:pt x="6617" y="1516"/>
                    <a:pt x="5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052;p63">
              <a:extLst>
                <a:ext uri="{FF2B5EF4-FFF2-40B4-BE49-F238E27FC236}">
                  <a16:creationId xmlns:a16="http://schemas.microsoft.com/office/drawing/2014/main" id="{61BF8740-1983-453F-AB96-E2929A7C0A93}"/>
                </a:ext>
              </a:extLst>
            </p:cNvPr>
            <p:cNvSpPr/>
            <p:nvPr/>
          </p:nvSpPr>
          <p:spPr>
            <a:xfrm>
              <a:off x="5219700" y="1512100"/>
              <a:ext cx="197825" cy="164250"/>
            </a:xfrm>
            <a:custGeom>
              <a:avLst/>
              <a:gdLst/>
              <a:ahLst/>
              <a:cxnLst/>
              <a:rect l="l" t="t" r="r" b="b"/>
              <a:pathLst>
                <a:path w="7913" h="6570" extrusionOk="0">
                  <a:moveTo>
                    <a:pt x="5667" y="604"/>
                  </a:moveTo>
                  <a:cubicBezTo>
                    <a:pt x="6484" y="1803"/>
                    <a:pt x="7278" y="3181"/>
                    <a:pt x="7264" y="4488"/>
                  </a:cubicBezTo>
                  <a:cubicBezTo>
                    <a:pt x="6389" y="5548"/>
                    <a:pt x="5084" y="5989"/>
                    <a:pt x="4031" y="5989"/>
                  </a:cubicBezTo>
                  <a:cubicBezTo>
                    <a:pt x="3569" y="5989"/>
                    <a:pt x="3155" y="5904"/>
                    <a:pt x="2847" y="5750"/>
                  </a:cubicBezTo>
                  <a:cubicBezTo>
                    <a:pt x="1287" y="4970"/>
                    <a:pt x="626" y="3885"/>
                    <a:pt x="881" y="2525"/>
                  </a:cubicBezTo>
                  <a:cubicBezTo>
                    <a:pt x="1042" y="1665"/>
                    <a:pt x="2871" y="933"/>
                    <a:pt x="5667" y="604"/>
                  </a:cubicBezTo>
                  <a:close/>
                  <a:moveTo>
                    <a:pt x="5808" y="0"/>
                  </a:moveTo>
                  <a:cubicBezTo>
                    <a:pt x="5798" y="0"/>
                    <a:pt x="5787" y="1"/>
                    <a:pt x="5777" y="2"/>
                  </a:cubicBezTo>
                  <a:cubicBezTo>
                    <a:pt x="3863" y="213"/>
                    <a:pt x="607" y="806"/>
                    <a:pt x="305" y="2417"/>
                  </a:cubicBezTo>
                  <a:cubicBezTo>
                    <a:pt x="1" y="4042"/>
                    <a:pt x="790" y="5375"/>
                    <a:pt x="2585" y="6274"/>
                  </a:cubicBezTo>
                  <a:cubicBezTo>
                    <a:pt x="2980" y="6471"/>
                    <a:pt x="3471" y="6570"/>
                    <a:pt x="4001" y="6570"/>
                  </a:cubicBezTo>
                  <a:cubicBezTo>
                    <a:pt x="5303" y="6570"/>
                    <a:pt x="6844" y="5973"/>
                    <a:pt x="7785" y="4777"/>
                  </a:cubicBezTo>
                  <a:cubicBezTo>
                    <a:pt x="7823" y="4728"/>
                    <a:pt x="7845" y="4670"/>
                    <a:pt x="7847" y="4607"/>
                  </a:cubicBezTo>
                  <a:cubicBezTo>
                    <a:pt x="7913" y="3051"/>
                    <a:pt x="7022" y="1534"/>
                    <a:pt x="6049" y="127"/>
                  </a:cubicBezTo>
                  <a:cubicBezTo>
                    <a:pt x="5994" y="47"/>
                    <a:pt x="5904" y="0"/>
                    <a:pt x="5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053;p63">
              <a:extLst>
                <a:ext uri="{FF2B5EF4-FFF2-40B4-BE49-F238E27FC236}">
                  <a16:creationId xmlns:a16="http://schemas.microsoft.com/office/drawing/2014/main" id="{D27058CC-2DDC-BAB0-8F26-CAC02AE3522C}"/>
                </a:ext>
              </a:extLst>
            </p:cNvPr>
            <p:cNvSpPr/>
            <p:nvPr/>
          </p:nvSpPr>
          <p:spPr>
            <a:xfrm>
              <a:off x="4818575" y="1336850"/>
              <a:ext cx="371675" cy="352075"/>
            </a:xfrm>
            <a:custGeom>
              <a:avLst/>
              <a:gdLst/>
              <a:ahLst/>
              <a:cxnLst/>
              <a:rect l="l" t="t" r="r" b="b"/>
              <a:pathLst>
                <a:path w="14867" h="14083" extrusionOk="0">
                  <a:moveTo>
                    <a:pt x="5790" y="0"/>
                  </a:moveTo>
                  <a:cubicBezTo>
                    <a:pt x="3645" y="0"/>
                    <a:pt x="1296" y="1408"/>
                    <a:pt x="0" y="2992"/>
                  </a:cubicBezTo>
                  <a:lnTo>
                    <a:pt x="471" y="5705"/>
                  </a:lnTo>
                  <a:cubicBezTo>
                    <a:pt x="471" y="5705"/>
                    <a:pt x="708" y="10425"/>
                    <a:pt x="4956" y="12667"/>
                  </a:cubicBezTo>
                  <a:cubicBezTo>
                    <a:pt x="6760" y="13620"/>
                    <a:pt x="8778" y="14083"/>
                    <a:pt x="10510" y="14083"/>
                  </a:cubicBezTo>
                  <a:cubicBezTo>
                    <a:pt x="12857" y="14083"/>
                    <a:pt x="14681" y="13234"/>
                    <a:pt x="14749" y="11605"/>
                  </a:cubicBezTo>
                  <a:cubicBezTo>
                    <a:pt x="14867" y="8774"/>
                    <a:pt x="11563" y="5824"/>
                    <a:pt x="9321" y="2047"/>
                  </a:cubicBezTo>
                  <a:cubicBezTo>
                    <a:pt x="8447" y="575"/>
                    <a:pt x="7160" y="0"/>
                    <a:pt x="5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054;p63">
              <a:extLst>
                <a:ext uri="{FF2B5EF4-FFF2-40B4-BE49-F238E27FC236}">
                  <a16:creationId xmlns:a16="http://schemas.microsoft.com/office/drawing/2014/main" id="{577377EE-7B9C-C805-30E6-C28677A10BF2}"/>
                </a:ext>
              </a:extLst>
            </p:cNvPr>
            <p:cNvSpPr/>
            <p:nvPr/>
          </p:nvSpPr>
          <p:spPr>
            <a:xfrm>
              <a:off x="4810350" y="1329550"/>
              <a:ext cx="386350" cy="366725"/>
            </a:xfrm>
            <a:custGeom>
              <a:avLst/>
              <a:gdLst/>
              <a:ahLst/>
              <a:cxnLst/>
              <a:rect l="l" t="t" r="r" b="b"/>
              <a:pathLst>
                <a:path w="15454" h="14669" extrusionOk="0">
                  <a:moveTo>
                    <a:pt x="6121" y="0"/>
                  </a:moveTo>
                  <a:cubicBezTo>
                    <a:pt x="3834" y="0"/>
                    <a:pt x="1397" y="1516"/>
                    <a:pt x="103" y="3099"/>
                  </a:cubicBezTo>
                  <a:cubicBezTo>
                    <a:pt x="0" y="3224"/>
                    <a:pt x="18" y="3408"/>
                    <a:pt x="144" y="3511"/>
                  </a:cubicBezTo>
                  <a:cubicBezTo>
                    <a:pt x="198" y="3555"/>
                    <a:pt x="264" y="3577"/>
                    <a:pt x="329" y="3577"/>
                  </a:cubicBezTo>
                  <a:cubicBezTo>
                    <a:pt x="414" y="3577"/>
                    <a:pt x="498" y="3540"/>
                    <a:pt x="556" y="3469"/>
                  </a:cubicBezTo>
                  <a:cubicBezTo>
                    <a:pt x="1762" y="1995"/>
                    <a:pt x="4019" y="586"/>
                    <a:pt x="6117" y="586"/>
                  </a:cubicBezTo>
                  <a:cubicBezTo>
                    <a:pt x="6228" y="586"/>
                    <a:pt x="6339" y="590"/>
                    <a:pt x="6449" y="598"/>
                  </a:cubicBezTo>
                  <a:cubicBezTo>
                    <a:pt x="7718" y="693"/>
                    <a:pt x="8710" y="1329"/>
                    <a:pt x="9399" y="2489"/>
                  </a:cubicBezTo>
                  <a:cubicBezTo>
                    <a:pt x="10156" y="3765"/>
                    <a:pt x="11019" y="4927"/>
                    <a:pt x="11852" y="6052"/>
                  </a:cubicBezTo>
                  <a:cubicBezTo>
                    <a:pt x="13466" y="8226"/>
                    <a:pt x="14860" y="10104"/>
                    <a:pt x="14786" y="11885"/>
                  </a:cubicBezTo>
                  <a:cubicBezTo>
                    <a:pt x="14759" y="12542"/>
                    <a:pt x="14402" y="13070"/>
                    <a:pt x="13729" y="13458"/>
                  </a:cubicBezTo>
                  <a:cubicBezTo>
                    <a:pt x="13002" y="13876"/>
                    <a:pt x="11996" y="14078"/>
                    <a:pt x="10871" y="14078"/>
                  </a:cubicBezTo>
                  <a:cubicBezTo>
                    <a:pt x="9140" y="14078"/>
                    <a:pt x="7127" y="13600"/>
                    <a:pt x="5421" y="12700"/>
                  </a:cubicBezTo>
                  <a:cubicBezTo>
                    <a:pt x="1378" y="10566"/>
                    <a:pt x="1096" y="6028"/>
                    <a:pt x="1094" y="5983"/>
                  </a:cubicBezTo>
                  <a:cubicBezTo>
                    <a:pt x="1086" y="5829"/>
                    <a:pt x="980" y="5704"/>
                    <a:pt x="812" y="5704"/>
                  </a:cubicBezTo>
                  <a:cubicBezTo>
                    <a:pt x="804" y="5704"/>
                    <a:pt x="796" y="5704"/>
                    <a:pt x="787" y="5705"/>
                  </a:cubicBezTo>
                  <a:cubicBezTo>
                    <a:pt x="625" y="5714"/>
                    <a:pt x="500" y="5851"/>
                    <a:pt x="509" y="6013"/>
                  </a:cubicBezTo>
                  <a:cubicBezTo>
                    <a:pt x="518" y="6212"/>
                    <a:pt x="803" y="10925"/>
                    <a:pt x="5148" y="13218"/>
                  </a:cubicBezTo>
                  <a:cubicBezTo>
                    <a:pt x="6950" y="14169"/>
                    <a:pt x="9034" y="14668"/>
                    <a:pt x="10852" y="14668"/>
                  </a:cubicBezTo>
                  <a:cubicBezTo>
                    <a:pt x="12086" y="14668"/>
                    <a:pt x="13199" y="14438"/>
                    <a:pt x="14021" y="13967"/>
                  </a:cubicBezTo>
                  <a:cubicBezTo>
                    <a:pt x="14869" y="13479"/>
                    <a:pt x="15336" y="12768"/>
                    <a:pt x="15371" y="11910"/>
                  </a:cubicBezTo>
                  <a:cubicBezTo>
                    <a:pt x="15454" y="9922"/>
                    <a:pt x="14004" y="7967"/>
                    <a:pt x="12324" y="5703"/>
                  </a:cubicBezTo>
                  <a:cubicBezTo>
                    <a:pt x="11498" y="4591"/>
                    <a:pt x="10645" y="3441"/>
                    <a:pt x="9902" y="2191"/>
                  </a:cubicBezTo>
                  <a:cubicBezTo>
                    <a:pt x="9121" y="875"/>
                    <a:pt x="7942" y="123"/>
                    <a:pt x="6494" y="14"/>
                  </a:cubicBezTo>
                  <a:cubicBezTo>
                    <a:pt x="6370" y="5"/>
                    <a:pt x="6246" y="0"/>
                    <a:pt x="6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055;p63">
              <a:extLst>
                <a:ext uri="{FF2B5EF4-FFF2-40B4-BE49-F238E27FC236}">
                  <a16:creationId xmlns:a16="http://schemas.microsoft.com/office/drawing/2014/main" id="{2F753900-8DC9-0701-A64A-A16C1D13F39B}"/>
                </a:ext>
              </a:extLst>
            </p:cNvPr>
            <p:cNvSpPr/>
            <p:nvPr/>
          </p:nvSpPr>
          <p:spPr>
            <a:xfrm>
              <a:off x="5004400" y="1519400"/>
              <a:ext cx="184350" cy="149675"/>
            </a:xfrm>
            <a:custGeom>
              <a:avLst/>
              <a:gdLst/>
              <a:ahLst/>
              <a:cxnLst/>
              <a:rect l="l" t="t" r="r" b="b"/>
              <a:pathLst>
                <a:path w="7374" h="5987" extrusionOk="0">
                  <a:moveTo>
                    <a:pt x="5570" y="1"/>
                  </a:moveTo>
                  <a:cubicBezTo>
                    <a:pt x="4082" y="165"/>
                    <a:pt x="632" y="701"/>
                    <a:pt x="355" y="2180"/>
                  </a:cubicBezTo>
                  <a:cubicBezTo>
                    <a:pt x="0" y="4068"/>
                    <a:pt x="1299" y="5130"/>
                    <a:pt x="2478" y="5720"/>
                  </a:cubicBezTo>
                  <a:cubicBezTo>
                    <a:pt x="2827" y="5894"/>
                    <a:pt x="3280" y="5986"/>
                    <a:pt x="3778" y="5986"/>
                  </a:cubicBezTo>
                  <a:cubicBezTo>
                    <a:pt x="4962" y="5986"/>
                    <a:pt x="6402" y="5466"/>
                    <a:pt x="7316" y="4303"/>
                  </a:cubicBezTo>
                  <a:cubicBezTo>
                    <a:pt x="7374" y="2924"/>
                    <a:pt x="6618" y="1516"/>
                    <a:pt x="5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056;p63">
              <a:extLst>
                <a:ext uri="{FF2B5EF4-FFF2-40B4-BE49-F238E27FC236}">
                  <a16:creationId xmlns:a16="http://schemas.microsoft.com/office/drawing/2014/main" id="{0D69334C-F4CC-66A8-1363-D4D397855879}"/>
                </a:ext>
              </a:extLst>
            </p:cNvPr>
            <p:cNvSpPr/>
            <p:nvPr/>
          </p:nvSpPr>
          <p:spPr>
            <a:xfrm>
              <a:off x="4998425" y="1512100"/>
              <a:ext cx="197800" cy="164250"/>
            </a:xfrm>
            <a:custGeom>
              <a:avLst/>
              <a:gdLst/>
              <a:ahLst/>
              <a:cxnLst/>
              <a:rect l="l" t="t" r="r" b="b"/>
              <a:pathLst>
                <a:path w="7912" h="6570" extrusionOk="0">
                  <a:moveTo>
                    <a:pt x="5668" y="604"/>
                  </a:moveTo>
                  <a:cubicBezTo>
                    <a:pt x="6485" y="1803"/>
                    <a:pt x="7279" y="3182"/>
                    <a:pt x="7265" y="4488"/>
                  </a:cubicBezTo>
                  <a:cubicBezTo>
                    <a:pt x="6396" y="5539"/>
                    <a:pt x="5063" y="5978"/>
                    <a:pt x="4003" y="5978"/>
                  </a:cubicBezTo>
                  <a:cubicBezTo>
                    <a:pt x="3549" y="5978"/>
                    <a:pt x="3145" y="5898"/>
                    <a:pt x="2848" y="5750"/>
                  </a:cubicBezTo>
                  <a:cubicBezTo>
                    <a:pt x="1288" y="4970"/>
                    <a:pt x="627" y="3885"/>
                    <a:pt x="882" y="2525"/>
                  </a:cubicBezTo>
                  <a:cubicBezTo>
                    <a:pt x="1043" y="1665"/>
                    <a:pt x="2871" y="933"/>
                    <a:pt x="5668" y="604"/>
                  </a:cubicBezTo>
                  <a:close/>
                  <a:moveTo>
                    <a:pt x="5809" y="0"/>
                  </a:moveTo>
                  <a:cubicBezTo>
                    <a:pt x="5799" y="0"/>
                    <a:pt x="5789" y="1"/>
                    <a:pt x="5778" y="2"/>
                  </a:cubicBezTo>
                  <a:cubicBezTo>
                    <a:pt x="3864" y="213"/>
                    <a:pt x="607" y="806"/>
                    <a:pt x="306" y="2417"/>
                  </a:cubicBezTo>
                  <a:cubicBezTo>
                    <a:pt x="1" y="4042"/>
                    <a:pt x="789" y="5375"/>
                    <a:pt x="2586" y="6274"/>
                  </a:cubicBezTo>
                  <a:cubicBezTo>
                    <a:pt x="2981" y="6471"/>
                    <a:pt x="3471" y="6570"/>
                    <a:pt x="4002" y="6570"/>
                  </a:cubicBezTo>
                  <a:cubicBezTo>
                    <a:pt x="5304" y="6570"/>
                    <a:pt x="6846" y="5973"/>
                    <a:pt x="7786" y="4777"/>
                  </a:cubicBezTo>
                  <a:cubicBezTo>
                    <a:pt x="7824" y="4728"/>
                    <a:pt x="7845" y="4670"/>
                    <a:pt x="7848" y="4607"/>
                  </a:cubicBezTo>
                  <a:cubicBezTo>
                    <a:pt x="7912" y="3051"/>
                    <a:pt x="7023" y="1534"/>
                    <a:pt x="6051" y="127"/>
                  </a:cubicBezTo>
                  <a:cubicBezTo>
                    <a:pt x="5995" y="47"/>
                    <a:pt x="5905" y="0"/>
                    <a:pt x="58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057;p63">
              <a:extLst>
                <a:ext uri="{FF2B5EF4-FFF2-40B4-BE49-F238E27FC236}">
                  <a16:creationId xmlns:a16="http://schemas.microsoft.com/office/drawing/2014/main" id="{5EAD4191-9FF0-6CCE-EB84-6B94E9503398}"/>
                </a:ext>
              </a:extLst>
            </p:cNvPr>
            <p:cNvSpPr/>
            <p:nvPr/>
          </p:nvSpPr>
          <p:spPr>
            <a:xfrm>
              <a:off x="4612675" y="1336850"/>
              <a:ext cx="371725" cy="352075"/>
            </a:xfrm>
            <a:custGeom>
              <a:avLst/>
              <a:gdLst/>
              <a:ahLst/>
              <a:cxnLst/>
              <a:rect l="l" t="t" r="r" b="b"/>
              <a:pathLst>
                <a:path w="14869" h="14083" extrusionOk="0">
                  <a:moveTo>
                    <a:pt x="5791" y="0"/>
                  </a:moveTo>
                  <a:cubicBezTo>
                    <a:pt x="3646" y="0"/>
                    <a:pt x="1296" y="1408"/>
                    <a:pt x="1" y="2992"/>
                  </a:cubicBezTo>
                  <a:lnTo>
                    <a:pt x="473" y="5705"/>
                  </a:lnTo>
                  <a:cubicBezTo>
                    <a:pt x="473" y="5705"/>
                    <a:pt x="708" y="10425"/>
                    <a:pt x="4956" y="12667"/>
                  </a:cubicBezTo>
                  <a:cubicBezTo>
                    <a:pt x="6761" y="13620"/>
                    <a:pt x="8778" y="14083"/>
                    <a:pt x="10511" y="14083"/>
                  </a:cubicBezTo>
                  <a:cubicBezTo>
                    <a:pt x="12857" y="14083"/>
                    <a:pt x="14682" y="13234"/>
                    <a:pt x="14749" y="11605"/>
                  </a:cubicBezTo>
                  <a:cubicBezTo>
                    <a:pt x="14868" y="8774"/>
                    <a:pt x="11564" y="5824"/>
                    <a:pt x="9322" y="2047"/>
                  </a:cubicBezTo>
                  <a:cubicBezTo>
                    <a:pt x="8448" y="575"/>
                    <a:pt x="7161" y="0"/>
                    <a:pt x="5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058;p63">
              <a:extLst>
                <a:ext uri="{FF2B5EF4-FFF2-40B4-BE49-F238E27FC236}">
                  <a16:creationId xmlns:a16="http://schemas.microsoft.com/office/drawing/2014/main" id="{07342606-20A6-73B9-7461-E2AFB89AB985}"/>
                </a:ext>
              </a:extLst>
            </p:cNvPr>
            <p:cNvSpPr/>
            <p:nvPr/>
          </p:nvSpPr>
          <p:spPr>
            <a:xfrm>
              <a:off x="4604450" y="1329525"/>
              <a:ext cx="386375" cy="366750"/>
            </a:xfrm>
            <a:custGeom>
              <a:avLst/>
              <a:gdLst/>
              <a:ahLst/>
              <a:cxnLst/>
              <a:rect l="l" t="t" r="r" b="b"/>
              <a:pathLst>
                <a:path w="15455" h="14670" extrusionOk="0">
                  <a:moveTo>
                    <a:pt x="6114" y="0"/>
                  </a:moveTo>
                  <a:cubicBezTo>
                    <a:pt x="3827" y="0"/>
                    <a:pt x="1396" y="1519"/>
                    <a:pt x="103" y="3100"/>
                  </a:cubicBezTo>
                  <a:cubicBezTo>
                    <a:pt x="1" y="3225"/>
                    <a:pt x="20" y="3409"/>
                    <a:pt x="144" y="3512"/>
                  </a:cubicBezTo>
                  <a:cubicBezTo>
                    <a:pt x="199" y="3556"/>
                    <a:pt x="264" y="3578"/>
                    <a:pt x="330" y="3578"/>
                  </a:cubicBezTo>
                  <a:cubicBezTo>
                    <a:pt x="414" y="3578"/>
                    <a:pt x="499" y="3541"/>
                    <a:pt x="556" y="3470"/>
                  </a:cubicBezTo>
                  <a:cubicBezTo>
                    <a:pt x="1760" y="1999"/>
                    <a:pt x="4012" y="587"/>
                    <a:pt x="6110" y="587"/>
                  </a:cubicBezTo>
                  <a:cubicBezTo>
                    <a:pt x="6224" y="587"/>
                    <a:pt x="6337" y="591"/>
                    <a:pt x="6450" y="599"/>
                  </a:cubicBezTo>
                  <a:cubicBezTo>
                    <a:pt x="7719" y="694"/>
                    <a:pt x="8711" y="1330"/>
                    <a:pt x="9400" y="2490"/>
                  </a:cubicBezTo>
                  <a:cubicBezTo>
                    <a:pt x="10156" y="3766"/>
                    <a:pt x="11020" y="4928"/>
                    <a:pt x="11854" y="6053"/>
                  </a:cubicBezTo>
                  <a:cubicBezTo>
                    <a:pt x="13466" y="8227"/>
                    <a:pt x="14861" y="10105"/>
                    <a:pt x="14786" y="11886"/>
                  </a:cubicBezTo>
                  <a:cubicBezTo>
                    <a:pt x="14760" y="12543"/>
                    <a:pt x="14404" y="13071"/>
                    <a:pt x="13730" y="13459"/>
                  </a:cubicBezTo>
                  <a:cubicBezTo>
                    <a:pt x="13003" y="13877"/>
                    <a:pt x="11997" y="14079"/>
                    <a:pt x="10872" y="14079"/>
                  </a:cubicBezTo>
                  <a:cubicBezTo>
                    <a:pt x="9141" y="14079"/>
                    <a:pt x="7128" y="13601"/>
                    <a:pt x="5423" y="12701"/>
                  </a:cubicBezTo>
                  <a:cubicBezTo>
                    <a:pt x="1379" y="10567"/>
                    <a:pt x="1096" y="6029"/>
                    <a:pt x="1094" y="5984"/>
                  </a:cubicBezTo>
                  <a:cubicBezTo>
                    <a:pt x="1087" y="5830"/>
                    <a:pt x="975" y="5705"/>
                    <a:pt x="812" y="5705"/>
                  </a:cubicBezTo>
                  <a:cubicBezTo>
                    <a:pt x="804" y="5705"/>
                    <a:pt x="796" y="5705"/>
                    <a:pt x="787" y="5706"/>
                  </a:cubicBezTo>
                  <a:cubicBezTo>
                    <a:pt x="625" y="5715"/>
                    <a:pt x="501" y="5852"/>
                    <a:pt x="510" y="6014"/>
                  </a:cubicBezTo>
                  <a:cubicBezTo>
                    <a:pt x="519" y="6213"/>
                    <a:pt x="803" y="10926"/>
                    <a:pt x="5149" y="13219"/>
                  </a:cubicBezTo>
                  <a:cubicBezTo>
                    <a:pt x="6952" y="14170"/>
                    <a:pt x="9034" y="14669"/>
                    <a:pt x="10853" y="14669"/>
                  </a:cubicBezTo>
                  <a:cubicBezTo>
                    <a:pt x="12087" y="14669"/>
                    <a:pt x="13200" y="14439"/>
                    <a:pt x="14022" y="13968"/>
                  </a:cubicBezTo>
                  <a:cubicBezTo>
                    <a:pt x="14870" y="13480"/>
                    <a:pt x="15336" y="12769"/>
                    <a:pt x="15372" y="11911"/>
                  </a:cubicBezTo>
                  <a:cubicBezTo>
                    <a:pt x="15454" y="9923"/>
                    <a:pt x="14004" y="7968"/>
                    <a:pt x="12324" y="5704"/>
                  </a:cubicBezTo>
                  <a:cubicBezTo>
                    <a:pt x="11498" y="4592"/>
                    <a:pt x="10645" y="3442"/>
                    <a:pt x="9903" y="2192"/>
                  </a:cubicBezTo>
                  <a:cubicBezTo>
                    <a:pt x="9122" y="876"/>
                    <a:pt x="7943" y="124"/>
                    <a:pt x="6494" y="15"/>
                  </a:cubicBezTo>
                  <a:cubicBezTo>
                    <a:pt x="6368" y="5"/>
                    <a:pt x="6241" y="0"/>
                    <a:pt x="61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059;p63">
              <a:extLst>
                <a:ext uri="{FF2B5EF4-FFF2-40B4-BE49-F238E27FC236}">
                  <a16:creationId xmlns:a16="http://schemas.microsoft.com/office/drawing/2014/main" id="{3BA4F4AA-8C07-2682-6748-30B2D9DD1DD2}"/>
                </a:ext>
              </a:extLst>
            </p:cNvPr>
            <p:cNvSpPr/>
            <p:nvPr/>
          </p:nvSpPr>
          <p:spPr>
            <a:xfrm>
              <a:off x="4798500" y="1519400"/>
              <a:ext cx="184375" cy="149675"/>
            </a:xfrm>
            <a:custGeom>
              <a:avLst/>
              <a:gdLst/>
              <a:ahLst/>
              <a:cxnLst/>
              <a:rect l="l" t="t" r="r" b="b"/>
              <a:pathLst>
                <a:path w="7375" h="5987" extrusionOk="0">
                  <a:moveTo>
                    <a:pt x="5572" y="1"/>
                  </a:moveTo>
                  <a:cubicBezTo>
                    <a:pt x="4082" y="165"/>
                    <a:pt x="632" y="701"/>
                    <a:pt x="355" y="2180"/>
                  </a:cubicBezTo>
                  <a:cubicBezTo>
                    <a:pt x="1" y="4068"/>
                    <a:pt x="1300" y="5130"/>
                    <a:pt x="2479" y="5720"/>
                  </a:cubicBezTo>
                  <a:cubicBezTo>
                    <a:pt x="2828" y="5894"/>
                    <a:pt x="3281" y="5986"/>
                    <a:pt x="3778" y="5986"/>
                  </a:cubicBezTo>
                  <a:cubicBezTo>
                    <a:pt x="4963" y="5986"/>
                    <a:pt x="6403" y="5466"/>
                    <a:pt x="7316" y="4303"/>
                  </a:cubicBezTo>
                  <a:cubicBezTo>
                    <a:pt x="7374" y="2924"/>
                    <a:pt x="6619" y="1516"/>
                    <a:pt x="55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060;p63">
              <a:extLst>
                <a:ext uri="{FF2B5EF4-FFF2-40B4-BE49-F238E27FC236}">
                  <a16:creationId xmlns:a16="http://schemas.microsoft.com/office/drawing/2014/main" id="{9F84AA57-6836-D419-2FFF-22067B8855E5}"/>
                </a:ext>
              </a:extLst>
            </p:cNvPr>
            <p:cNvSpPr/>
            <p:nvPr/>
          </p:nvSpPr>
          <p:spPr>
            <a:xfrm>
              <a:off x="4792575" y="1512100"/>
              <a:ext cx="197800" cy="164250"/>
            </a:xfrm>
            <a:custGeom>
              <a:avLst/>
              <a:gdLst/>
              <a:ahLst/>
              <a:cxnLst/>
              <a:rect l="l" t="t" r="r" b="b"/>
              <a:pathLst>
                <a:path w="7912" h="6570" extrusionOk="0">
                  <a:moveTo>
                    <a:pt x="5667" y="604"/>
                  </a:moveTo>
                  <a:cubicBezTo>
                    <a:pt x="6483" y="1803"/>
                    <a:pt x="7278" y="3182"/>
                    <a:pt x="7263" y="4488"/>
                  </a:cubicBezTo>
                  <a:cubicBezTo>
                    <a:pt x="6389" y="5548"/>
                    <a:pt x="5084" y="5988"/>
                    <a:pt x="4030" y="5988"/>
                  </a:cubicBezTo>
                  <a:cubicBezTo>
                    <a:pt x="3569" y="5988"/>
                    <a:pt x="3155" y="5903"/>
                    <a:pt x="2847" y="5750"/>
                  </a:cubicBezTo>
                  <a:cubicBezTo>
                    <a:pt x="1287" y="4970"/>
                    <a:pt x="626" y="3885"/>
                    <a:pt x="880" y="2525"/>
                  </a:cubicBezTo>
                  <a:cubicBezTo>
                    <a:pt x="1041" y="1665"/>
                    <a:pt x="2869" y="933"/>
                    <a:pt x="5667" y="604"/>
                  </a:cubicBezTo>
                  <a:close/>
                  <a:moveTo>
                    <a:pt x="5807" y="0"/>
                  </a:moveTo>
                  <a:cubicBezTo>
                    <a:pt x="5797" y="0"/>
                    <a:pt x="5787" y="1"/>
                    <a:pt x="5777" y="2"/>
                  </a:cubicBezTo>
                  <a:cubicBezTo>
                    <a:pt x="3862" y="213"/>
                    <a:pt x="606" y="806"/>
                    <a:pt x="305" y="2417"/>
                  </a:cubicBezTo>
                  <a:cubicBezTo>
                    <a:pt x="0" y="4042"/>
                    <a:pt x="788" y="5375"/>
                    <a:pt x="2585" y="6274"/>
                  </a:cubicBezTo>
                  <a:cubicBezTo>
                    <a:pt x="2979" y="6471"/>
                    <a:pt x="3469" y="6570"/>
                    <a:pt x="4000" y="6570"/>
                  </a:cubicBezTo>
                  <a:cubicBezTo>
                    <a:pt x="5302" y="6570"/>
                    <a:pt x="6845" y="5973"/>
                    <a:pt x="7785" y="4777"/>
                  </a:cubicBezTo>
                  <a:cubicBezTo>
                    <a:pt x="7822" y="4728"/>
                    <a:pt x="7845" y="4670"/>
                    <a:pt x="7847" y="4607"/>
                  </a:cubicBezTo>
                  <a:cubicBezTo>
                    <a:pt x="7911" y="3051"/>
                    <a:pt x="7022" y="1534"/>
                    <a:pt x="6050" y="127"/>
                  </a:cubicBezTo>
                  <a:cubicBezTo>
                    <a:pt x="5995" y="47"/>
                    <a:pt x="5903" y="0"/>
                    <a:pt x="58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061;p63">
              <a:extLst>
                <a:ext uri="{FF2B5EF4-FFF2-40B4-BE49-F238E27FC236}">
                  <a16:creationId xmlns:a16="http://schemas.microsoft.com/office/drawing/2014/main" id="{FE6552CB-DC58-2934-2F8F-5F29899260B9}"/>
                </a:ext>
              </a:extLst>
            </p:cNvPr>
            <p:cNvSpPr/>
            <p:nvPr/>
          </p:nvSpPr>
          <p:spPr>
            <a:xfrm>
              <a:off x="3787450" y="2756425"/>
              <a:ext cx="125475" cy="318075"/>
            </a:xfrm>
            <a:custGeom>
              <a:avLst/>
              <a:gdLst/>
              <a:ahLst/>
              <a:cxnLst/>
              <a:rect l="l" t="t" r="r" b="b"/>
              <a:pathLst>
                <a:path w="5019" h="12723" extrusionOk="0">
                  <a:moveTo>
                    <a:pt x="309" y="1"/>
                  </a:moveTo>
                  <a:cubicBezTo>
                    <a:pt x="302" y="1"/>
                    <a:pt x="294" y="1"/>
                    <a:pt x="287" y="2"/>
                  </a:cubicBezTo>
                  <a:cubicBezTo>
                    <a:pt x="125" y="9"/>
                    <a:pt x="1" y="145"/>
                    <a:pt x="8" y="307"/>
                  </a:cubicBezTo>
                  <a:cubicBezTo>
                    <a:pt x="21" y="607"/>
                    <a:pt x="388" y="7715"/>
                    <a:pt x="4409" y="12615"/>
                  </a:cubicBezTo>
                  <a:cubicBezTo>
                    <a:pt x="4464" y="12683"/>
                    <a:pt x="4546" y="12723"/>
                    <a:pt x="4634" y="12723"/>
                  </a:cubicBezTo>
                  <a:cubicBezTo>
                    <a:pt x="4882" y="12723"/>
                    <a:pt x="5019" y="12435"/>
                    <a:pt x="4861" y="12244"/>
                  </a:cubicBezTo>
                  <a:cubicBezTo>
                    <a:pt x="967" y="7497"/>
                    <a:pt x="595" y="353"/>
                    <a:pt x="592" y="281"/>
                  </a:cubicBezTo>
                  <a:cubicBezTo>
                    <a:pt x="586" y="127"/>
                    <a:pt x="460" y="1"/>
                    <a:pt x="3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062;p63">
              <a:extLst>
                <a:ext uri="{FF2B5EF4-FFF2-40B4-BE49-F238E27FC236}">
                  <a16:creationId xmlns:a16="http://schemas.microsoft.com/office/drawing/2014/main" id="{2F801A53-D297-2E4D-3D84-7B153D11D395}"/>
                </a:ext>
              </a:extLst>
            </p:cNvPr>
            <p:cNvSpPr/>
            <p:nvPr/>
          </p:nvSpPr>
          <p:spPr>
            <a:xfrm>
              <a:off x="3393850" y="3454500"/>
              <a:ext cx="109975" cy="133725"/>
            </a:xfrm>
            <a:custGeom>
              <a:avLst/>
              <a:gdLst/>
              <a:ahLst/>
              <a:cxnLst/>
              <a:rect l="l" t="t" r="r" b="b"/>
              <a:pathLst>
                <a:path w="4399" h="5349" extrusionOk="0">
                  <a:moveTo>
                    <a:pt x="2199" y="1"/>
                  </a:moveTo>
                  <a:cubicBezTo>
                    <a:pt x="985" y="1"/>
                    <a:pt x="1" y="1199"/>
                    <a:pt x="1" y="2675"/>
                  </a:cubicBezTo>
                  <a:cubicBezTo>
                    <a:pt x="1" y="4152"/>
                    <a:pt x="985" y="5349"/>
                    <a:pt x="2199" y="5349"/>
                  </a:cubicBezTo>
                  <a:cubicBezTo>
                    <a:pt x="3414" y="5349"/>
                    <a:pt x="4398" y="4152"/>
                    <a:pt x="4398" y="2675"/>
                  </a:cubicBezTo>
                  <a:cubicBezTo>
                    <a:pt x="4398" y="1199"/>
                    <a:pt x="3414" y="1"/>
                    <a:pt x="2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63;p63">
              <a:extLst>
                <a:ext uri="{FF2B5EF4-FFF2-40B4-BE49-F238E27FC236}">
                  <a16:creationId xmlns:a16="http://schemas.microsoft.com/office/drawing/2014/main" id="{3B982B62-BDEF-63CE-577D-251A31F86BC8}"/>
                </a:ext>
              </a:extLst>
            </p:cNvPr>
            <p:cNvSpPr/>
            <p:nvPr/>
          </p:nvSpPr>
          <p:spPr>
            <a:xfrm>
              <a:off x="3249875" y="3530375"/>
              <a:ext cx="124575" cy="148375"/>
            </a:xfrm>
            <a:custGeom>
              <a:avLst/>
              <a:gdLst/>
              <a:ahLst/>
              <a:cxnLst/>
              <a:rect l="l" t="t" r="r" b="b"/>
              <a:pathLst>
                <a:path w="4983" h="5935" extrusionOk="0">
                  <a:moveTo>
                    <a:pt x="2492" y="586"/>
                  </a:moveTo>
                  <a:lnTo>
                    <a:pt x="2492" y="587"/>
                  </a:lnTo>
                  <a:cubicBezTo>
                    <a:pt x="3543" y="587"/>
                    <a:pt x="4397" y="1655"/>
                    <a:pt x="4397" y="2967"/>
                  </a:cubicBezTo>
                  <a:cubicBezTo>
                    <a:pt x="4397" y="4280"/>
                    <a:pt x="3543" y="5348"/>
                    <a:pt x="2492" y="5348"/>
                  </a:cubicBezTo>
                  <a:cubicBezTo>
                    <a:pt x="1441" y="5348"/>
                    <a:pt x="586" y="4280"/>
                    <a:pt x="586" y="2967"/>
                  </a:cubicBezTo>
                  <a:cubicBezTo>
                    <a:pt x="586" y="1655"/>
                    <a:pt x="1441" y="586"/>
                    <a:pt x="2492" y="586"/>
                  </a:cubicBezTo>
                  <a:close/>
                  <a:moveTo>
                    <a:pt x="2492" y="0"/>
                  </a:moveTo>
                  <a:cubicBezTo>
                    <a:pt x="1119" y="0"/>
                    <a:pt x="1" y="1332"/>
                    <a:pt x="1" y="2967"/>
                  </a:cubicBezTo>
                  <a:cubicBezTo>
                    <a:pt x="1" y="4604"/>
                    <a:pt x="1119" y="5935"/>
                    <a:pt x="2492" y="5935"/>
                  </a:cubicBezTo>
                  <a:cubicBezTo>
                    <a:pt x="3866" y="5935"/>
                    <a:pt x="4983" y="4604"/>
                    <a:pt x="4983" y="2967"/>
                  </a:cubicBezTo>
                  <a:cubicBezTo>
                    <a:pt x="4983" y="1332"/>
                    <a:pt x="3866" y="0"/>
                    <a:pt x="2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3762851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1F1C51"/>
      </a:accent1>
      <a:accent2>
        <a:srgbClr val="ACFFD9"/>
      </a:accent2>
      <a:accent3>
        <a:srgbClr val="C6FF00"/>
      </a:accent3>
      <a:accent4>
        <a:srgbClr val="FFFFFF"/>
      </a:accent4>
      <a:accent5>
        <a:srgbClr val="A8C987"/>
      </a:accent5>
      <a:accent6>
        <a:srgbClr val="8BE3FF"/>
      </a:accent6>
      <a:hlink>
        <a:srgbClr val="1F1C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1163</Words>
  <Application>Microsoft Office PowerPoint</Application>
  <PresentationFormat>On-screen Show (16:9)</PresentationFormat>
  <Paragraphs>158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DM Sans</vt:lpstr>
      <vt:lpstr>Viga</vt:lpstr>
      <vt:lpstr>Cyber Security Business Plan</vt:lpstr>
      <vt:lpstr>MEHARI</vt:lpstr>
      <vt:lpstr>Contexte</vt:lpstr>
      <vt:lpstr>Pourquoi se préoccuper des risques ?</vt:lpstr>
      <vt:lpstr>Pourquoi sécurisé ?</vt:lpstr>
      <vt:lpstr>Qu’est-ce que MEHARI ?</vt:lpstr>
      <vt:lpstr>Qu’est-ce que MEHARI ?</vt:lpstr>
      <vt:lpstr>Les grandes étapes</vt:lpstr>
      <vt:lpstr>Etapes</vt:lpstr>
      <vt:lpstr>Étape 1 : Identifier les biens et leur importance</vt:lpstr>
      <vt:lpstr>La base de connaissance : votre guide</vt:lpstr>
      <vt:lpstr>La base de connaissance : votre guide</vt:lpstr>
      <vt:lpstr>La base de connaissance : votre guide</vt:lpstr>
      <vt:lpstr>Étape 2 : Identifier les menaces et vulnérabilités</vt:lpstr>
      <vt:lpstr>Étape 3 : Évaluer les risques</vt:lpstr>
      <vt:lpstr>Étape 3 : Évaluer les risques</vt:lpstr>
      <vt:lpstr>Étape 4 : Aider au traitement et au pilotage des risques</vt:lpstr>
      <vt:lpstr>Étape 4 : Aider au traitement et au pilotage des risques</vt:lpstr>
      <vt:lpstr>Étape 4 : Aider au traitement et au pilotage des risques</vt:lpstr>
      <vt:lpstr>Conclusion</vt:lpstr>
      <vt:lpstr>Exemples de cas</vt:lpstr>
      <vt:lpstr>Références</vt:lpstr>
      <vt:lpstr>MERCI!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DELL</cp:lastModifiedBy>
  <cp:revision>53</cp:revision>
  <dcterms:modified xsi:type="dcterms:W3CDTF">2025-10-23T09:41:09Z</dcterms:modified>
</cp:coreProperties>
</file>