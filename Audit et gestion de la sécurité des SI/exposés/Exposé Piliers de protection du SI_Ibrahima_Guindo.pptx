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B301B821-A1FF-4177-AEE7-76D212191A09}" styleName="Style moyen 1 - Accentuation 1">
    <a:wholeTbl>
      <a:tcTxStyle>
        <a:fontRef idx="minor">
          <a:scrgbClr b="0" g="0" r="0"/>
        </a:fontRef>
        <a:schemeClr val="dk1"/>
      </a:tcTxStyle>
      <a:tcStyle>
        <a:tcBdr>
          <a:left>
            <a:ln cmpd="sng" w="12700">
              <a:solidFill>
                <a:schemeClr val="accent1"/>
              </a:solidFill>
            </a:ln>
          </a:left>
          <a:right>
            <a:ln cmpd="sng" w="12700">
              <a:solidFill>
                <a:schemeClr val="accent1"/>
              </a:solidFill>
            </a:ln>
          </a:right>
          <a:top>
            <a:ln cmpd="sng" w="12700">
              <a:solidFill>
                <a:schemeClr val="accent1"/>
              </a:solidFill>
            </a:ln>
          </a:top>
          <a:bottom>
            <a:ln cmpd="sng" w="12700">
              <a:solidFill>
                <a:schemeClr val="accent1"/>
              </a:solidFill>
            </a:ln>
          </a:bottom>
          <a:insideH>
            <a:ln cmpd="sng" w="12700">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cmpd="dbl" w="50800">
              <a:solidFill>
                <a:schemeClr val="accent1"/>
              </a:solidFill>
            </a:ln>
          </a:top>
        </a:tcBdr>
        <a:fill>
          <a:solidFill>
            <a:schemeClr val="lt1"/>
          </a:solidFill>
        </a:fill>
      </a:tcStyle>
    </a:lastRow>
    <a:firstRow>
      <a:tcTxStyle b="on">
        <a:fontRef idx="minor">
          <a:scrgbClr b="0" g="0" r="0"/>
        </a:fontRef>
        <a:schemeClr val="lt1"/>
      </a:tcTxStyle>
      <a:tcStyle>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b="0" g="0" r="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b="0" g="0" r="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21caab1d1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21caab1d1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ddd26cc8a4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ddd26cc8a4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2420fcadb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cc9050bdf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cc9050bdf8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737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D7720E0C-7E11-31CD-7090-FC4ED8E4FFCF}"/>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9F5E6968-528E-F30D-5223-9CC100654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3D5245A0-1764-7FB6-5533-D136456F45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751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7A9B4220-CFC2-E481-A96F-BFFEE1642DB5}"/>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1D5370A6-BAE2-8CD6-8512-1AAC078713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30A4A380-2978-B767-1BE1-B154987ABE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931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cc9050bdf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cc9050bdf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880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CB19EDBE-0869-B899-15E0-0D423DED84BB}"/>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F0CFEBE8-CA1B-A0D0-8F36-11EF4CEF16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ED1C2BCA-BA8A-6646-0DFB-669211396F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549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77D85885-5A28-92E5-28D0-4ADEBD6E4180}"/>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970DEE26-F522-E59C-E0E8-4CA521FD96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BD2E1714-BC5D-3610-5BF3-BB3E9B890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090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39E612BB-586E-A673-D555-BE88BD550236}"/>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817F70FC-21AB-1830-D25D-AB84BFBD4B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5E552CA2-C4AA-08A1-B735-FE0BEE0AFA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6250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578EA7FE-5034-F6BD-D2B7-552217FECB1A}"/>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686556A6-6E7D-F6CC-F013-EE1DBCA8A5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EF0815DB-42D5-9828-CD6D-661E1B3486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0493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625B88F7-8BFA-A9E1-2EDA-645B06FF6F64}"/>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E1B791E2-665F-D7FF-A5E2-41E8E98616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4B69FBFA-BC67-D8A4-ECD1-6B2CB60F05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1431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C6C1CC39-0CD6-8125-357E-0806C4BA9D6B}"/>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30A0BB5A-C7B1-69DB-FCD1-D24A76CFFE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8171DFEE-BB7A-6638-FD44-7D0A14B93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4203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C6C1CC39-0CD6-8125-357E-0806C4BA9D6B}"/>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30A0BB5A-C7B1-69DB-FCD1-D24A76CFFE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8171DFEE-BB7A-6638-FD44-7D0A14B93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6749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C6C1CC39-0CD6-8125-357E-0806C4BA9D6B}"/>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30A0BB5A-C7B1-69DB-FCD1-D24A76CFFE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8171DFEE-BB7A-6638-FD44-7D0A14B93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4984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35165948-495C-135D-BEC9-A50BD4900826}"/>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3D28D296-338A-2B66-9C60-7203481B06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0A71B143-E5D8-9767-38F8-86EA8A6307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119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6C0BF636-1160-33B4-8555-D8F55F1D3E5E}"/>
            </a:ext>
          </a:extLst>
        </p:cNvPr>
        <p:cNvGrpSpPr/>
        <p:nvPr/>
      </p:nvGrpSpPr>
      <p:grpSpPr>
        <a:xfrm>
          <a:off x="0" y="0"/>
          <a:ext cx="0" cy="0"/>
          <a:chOff x="0" y="0"/>
          <a:chExt cx="0" cy="0"/>
        </a:xfrm>
      </p:grpSpPr>
      <p:sp>
        <p:nvSpPr>
          <p:cNvPr id="393" name="Google Shape;393;g12420fcadbf_0_17:notes">
            <a:extLst>
              <a:ext uri="{FF2B5EF4-FFF2-40B4-BE49-F238E27FC236}">
                <a16:creationId xmlns:a16="http://schemas.microsoft.com/office/drawing/2014/main" id="{3425424D-7807-80F1-C7E2-BDE1A0E350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2420fcadbf_0_17:notes">
            <a:extLst>
              <a:ext uri="{FF2B5EF4-FFF2-40B4-BE49-F238E27FC236}">
                <a16:creationId xmlns:a16="http://schemas.microsoft.com/office/drawing/2014/main" id="{B8F796D8-99E2-28E2-B76A-744CB89B6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7416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a:extLst>
            <a:ext uri="{FF2B5EF4-FFF2-40B4-BE49-F238E27FC236}">
              <a16:creationId xmlns:a16="http://schemas.microsoft.com/office/drawing/2014/main" id="{D721CCC3-9003-7334-EB75-0BD0F58832BB}"/>
            </a:ext>
          </a:extLst>
        </p:cNvPr>
        <p:cNvGrpSpPr/>
        <p:nvPr/>
      </p:nvGrpSpPr>
      <p:grpSpPr>
        <a:xfrm>
          <a:off x="0" y="0"/>
          <a:ext cx="0" cy="0"/>
          <a:chOff x="0" y="0"/>
          <a:chExt cx="0" cy="0"/>
        </a:xfrm>
      </p:grpSpPr>
      <p:sp>
        <p:nvSpPr>
          <p:cNvPr id="479" name="Google Shape;479;gcc9050bdf8_0_273:notes">
            <a:extLst>
              <a:ext uri="{FF2B5EF4-FFF2-40B4-BE49-F238E27FC236}">
                <a16:creationId xmlns:a16="http://schemas.microsoft.com/office/drawing/2014/main" id="{5AE693F9-F756-DC3B-4E7A-7587F6E19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cc9050bdf8_0_273:notes">
            <a:extLst>
              <a:ext uri="{FF2B5EF4-FFF2-40B4-BE49-F238E27FC236}">
                <a16:creationId xmlns:a16="http://schemas.microsoft.com/office/drawing/2014/main" id="{0D2A5289-0600-1038-ECE6-506F18D8A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2972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0" name="Google Shape;10;p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1625850" y="1317528"/>
            <a:ext cx="5892300" cy="2358300"/>
          </a:xfrm>
          <a:prstGeom prst="rect">
            <a:avLst/>
          </a:prstGeom>
          <a:noFill/>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4500">
                <a:latin typeface="Audiowide"/>
                <a:ea typeface="Audiowide"/>
                <a:cs typeface="Audiowide"/>
                <a:sym typeface="Audiowid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1625850" y="3778500"/>
            <a:ext cx="5892300" cy="473700"/>
          </a:xfrm>
          <a:prstGeom prst="rect">
            <a:avLst/>
          </a:prstGeom>
          <a:noFill/>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5" name="Google Shape;15;p2"/>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16" name="Google Shape;16;p2"/>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9" name="Google Shape;19;p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title"/>
          </p:nvPr>
        </p:nvSpPr>
        <p:spPr>
          <a:xfrm>
            <a:off x="4491888" y="1682463"/>
            <a:ext cx="3312300" cy="11130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700">
                <a:solidFill>
                  <a:schemeClr val="accent1"/>
                </a:solidFill>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a:endParaRPr/>
          </a:p>
        </p:txBody>
      </p:sp>
      <p:sp>
        <p:nvSpPr>
          <p:cNvPr id="23" name="Google Shape;23;p3"/>
          <p:cNvSpPr txBox="1">
            <a:spLocks noGrp="1"/>
          </p:cNvSpPr>
          <p:nvPr>
            <p:ph type="subTitle" idx="1"/>
          </p:nvPr>
        </p:nvSpPr>
        <p:spPr>
          <a:xfrm>
            <a:off x="4491888" y="2851113"/>
            <a:ext cx="3312300" cy="60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24" name="Google Shape;24;p3"/>
          <p:cNvSpPr txBox="1">
            <a:spLocks noGrp="1"/>
          </p:cNvSpPr>
          <p:nvPr>
            <p:ph type="title" idx="2" hasCustomPrompt="1"/>
          </p:nvPr>
        </p:nvSpPr>
        <p:spPr>
          <a:xfrm>
            <a:off x="1931113" y="1872250"/>
            <a:ext cx="1728900" cy="1188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25" name="Google Shape;25;p3"/>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26" name="Google Shape;26;p3"/>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5"/>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CUSTOM_11">
    <p:spTree>
      <p:nvGrpSpPr>
        <p:cNvPr id="1" name="Shape 96"/>
        <p:cNvGrpSpPr/>
        <p:nvPr/>
      </p:nvGrpSpPr>
      <p:grpSpPr>
        <a:xfrm>
          <a:off x="0" y="0"/>
          <a:ext cx="0" cy="0"/>
          <a:chOff x="0" y="0"/>
          <a:chExt cx="0" cy="0"/>
        </a:xfrm>
      </p:grpSpPr>
      <p:pic>
        <p:nvPicPr>
          <p:cNvPr id="97" name="Google Shape;97;p13"/>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98" name="Google Shape;98;p1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a:spLocks noGrp="1"/>
          </p:cNvSpPr>
          <p:nvPr>
            <p:ph type="title"/>
          </p:nvPr>
        </p:nvSpPr>
        <p:spPr>
          <a:xfrm>
            <a:off x="713224"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2" name="Google Shape;102;p13"/>
          <p:cNvSpPr txBox="1">
            <a:spLocks noGrp="1"/>
          </p:cNvSpPr>
          <p:nvPr>
            <p:ph type="subTitle" idx="1"/>
          </p:nvPr>
        </p:nvSpPr>
        <p:spPr>
          <a:xfrm>
            <a:off x="713224"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13"/>
          <p:cNvSpPr txBox="1">
            <a:spLocks noGrp="1"/>
          </p:cNvSpPr>
          <p:nvPr>
            <p:ph type="title" idx="2"/>
          </p:nvPr>
        </p:nvSpPr>
        <p:spPr>
          <a:xfrm>
            <a:off x="713224"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4" name="Google Shape;104;p13"/>
          <p:cNvSpPr txBox="1">
            <a:spLocks noGrp="1"/>
          </p:cNvSpPr>
          <p:nvPr>
            <p:ph type="subTitle" idx="3"/>
          </p:nvPr>
        </p:nvSpPr>
        <p:spPr>
          <a:xfrm>
            <a:off x="713224"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13"/>
          <p:cNvSpPr txBox="1">
            <a:spLocks noGrp="1"/>
          </p:cNvSpPr>
          <p:nvPr>
            <p:ph type="title" idx="4"/>
          </p:nvPr>
        </p:nvSpPr>
        <p:spPr>
          <a:xfrm>
            <a:off x="3419251"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6" name="Google Shape;106;p13"/>
          <p:cNvSpPr txBox="1">
            <a:spLocks noGrp="1"/>
          </p:cNvSpPr>
          <p:nvPr>
            <p:ph type="subTitle" idx="5"/>
          </p:nvPr>
        </p:nvSpPr>
        <p:spPr>
          <a:xfrm>
            <a:off x="3419251"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title" idx="6"/>
          </p:nvPr>
        </p:nvSpPr>
        <p:spPr>
          <a:xfrm>
            <a:off x="3419251"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08" name="Google Shape;108;p13"/>
          <p:cNvSpPr txBox="1">
            <a:spLocks noGrp="1"/>
          </p:cNvSpPr>
          <p:nvPr>
            <p:ph type="subTitle" idx="7"/>
          </p:nvPr>
        </p:nvSpPr>
        <p:spPr>
          <a:xfrm>
            <a:off x="3419251"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3"/>
          <p:cNvSpPr txBox="1">
            <a:spLocks noGrp="1"/>
          </p:cNvSpPr>
          <p:nvPr>
            <p:ph type="title" idx="8" hasCustomPrompt="1"/>
          </p:nvPr>
        </p:nvSpPr>
        <p:spPr>
          <a:xfrm>
            <a:off x="1415374"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9" hasCustomPrompt="1"/>
          </p:nvPr>
        </p:nvSpPr>
        <p:spPr>
          <a:xfrm>
            <a:off x="4121401"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13" hasCustomPrompt="1"/>
          </p:nvPr>
        </p:nvSpPr>
        <p:spPr>
          <a:xfrm>
            <a:off x="1415374"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title" idx="14" hasCustomPrompt="1"/>
          </p:nvPr>
        </p:nvSpPr>
        <p:spPr>
          <a:xfrm>
            <a:off x="4121401"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title" idx="15"/>
          </p:nvPr>
        </p:nvSpPr>
        <p:spPr>
          <a:xfrm>
            <a:off x="6125276" y="3680488"/>
            <a:ext cx="23055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4" name="Google Shape;114;p13"/>
          <p:cNvSpPr txBox="1">
            <a:spLocks noGrp="1"/>
          </p:cNvSpPr>
          <p:nvPr>
            <p:ph type="subTitle" idx="16"/>
          </p:nvPr>
        </p:nvSpPr>
        <p:spPr>
          <a:xfrm>
            <a:off x="6125276" y="4114613"/>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5" name="Google Shape;115;p13"/>
          <p:cNvSpPr txBox="1">
            <a:spLocks noGrp="1"/>
          </p:cNvSpPr>
          <p:nvPr>
            <p:ph type="title" idx="17"/>
          </p:nvPr>
        </p:nvSpPr>
        <p:spPr>
          <a:xfrm>
            <a:off x="6125276" y="1835250"/>
            <a:ext cx="23055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16" name="Google Shape;116;p13"/>
          <p:cNvSpPr txBox="1">
            <a:spLocks noGrp="1"/>
          </p:cNvSpPr>
          <p:nvPr>
            <p:ph type="subTitle" idx="18"/>
          </p:nvPr>
        </p:nvSpPr>
        <p:spPr>
          <a:xfrm>
            <a:off x="6125276" y="2269375"/>
            <a:ext cx="2305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 name="Google Shape;117;p13"/>
          <p:cNvSpPr txBox="1">
            <a:spLocks noGrp="1"/>
          </p:cNvSpPr>
          <p:nvPr>
            <p:ph type="title" idx="19" hasCustomPrompt="1"/>
          </p:nvPr>
        </p:nvSpPr>
        <p:spPr>
          <a:xfrm>
            <a:off x="6827426" y="319002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20" hasCustomPrompt="1"/>
          </p:nvPr>
        </p:nvSpPr>
        <p:spPr>
          <a:xfrm>
            <a:off x="6827426" y="1344775"/>
            <a:ext cx="901200" cy="447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119" name="Google Shape;119;p13"/>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120" name="Google Shape;120;p13"/>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121" name="Google Shape;121;p13"/>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22"/>
        <p:cNvGrpSpPr/>
        <p:nvPr/>
      </p:nvGrpSpPr>
      <p:grpSpPr>
        <a:xfrm>
          <a:off x="0" y="0"/>
          <a:ext cx="0" cy="0"/>
          <a:chOff x="0" y="0"/>
          <a:chExt cx="0" cy="0"/>
        </a:xfrm>
      </p:grpSpPr>
      <p:pic>
        <p:nvPicPr>
          <p:cNvPr id="123" name="Google Shape;123;p14"/>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24" name="Google Shape;124;p1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4"/>
          <p:cNvSpPr txBox="1">
            <a:spLocks noGrp="1"/>
          </p:cNvSpPr>
          <p:nvPr>
            <p:ph type="title"/>
          </p:nvPr>
        </p:nvSpPr>
        <p:spPr>
          <a:xfrm>
            <a:off x="1486024" y="3068248"/>
            <a:ext cx="6172200" cy="446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500"/>
              <a:buNone/>
              <a:defRPr sz="2200">
                <a:solidFill>
                  <a:schemeClr val="accent1"/>
                </a:solidFill>
              </a:defRPr>
            </a:lvl1pPr>
            <a:lvl2pPr lvl="1" algn="ctr" rtl="0">
              <a:spcBef>
                <a:spcPts val="0"/>
              </a:spcBef>
              <a:spcAft>
                <a:spcPts val="0"/>
              </a:spcAft>
              <a:buClr>
                <a:schemeClr val="lt1"/>
              </a:buClr>
              <a:buSzPts val="3000"/>
              <a:buNone/>
              <a:defRPr sz="3000">
                <a:solidFill>
                  <a:schemeClr val="lt1"/>
                </a:solidFill>
              </a:defRPr>
            </a:lvl2pPr>
            <a:lvl3pPr lvl="2" algn="ctr" rtl="0">
              <a:spcBef>
                <a:spcPts val="0"/>
              </a:spcBef>
              <a:spcAft>
                <a:spcPts val="0"/>
              </a:spcAft>
              <a:buClr>
                <a:schemeClr val="lt1"/>
              </a:buClr>
              <a:buSzPts val="3000"/>
              <a:buNone/>
              <a:defRPr sz="3000">
                <a:solidFill>
                  <a:schemeClr val="lt1"/>
                </a:solidFill>
              </a:defRPr>
            </a:lvl3pPr>
            <a:lvl4pPr lvl="3" algn="ctr" rtl="0">
              <a:spcBef>
                <a:spcPts val="0"/>
              </a:spcBef>
              <a:spcAft>
                <a:spcPts val="0"/>
              </a:spcAft>
              <a:buClr>
                <a:schemeClr val="lt1"/>
              </a:buClr>
              <a:buSzPts val="3000"/>
              <a:buNone/>
              <a:defRPr sz="3000">
                <a:solidFill>
                  <a:schemeClr val="lt1"/>
                </a:solidFill>
              </a:defRPr>
            </a:lvl4pPr>
            <a:lvl5pPr lvl="4" algn="ctr" rtl="0">
              <a:spcBef>
                <a:spcPts val="0"/>
              </a:spcBef>
              <a:spcAft>
                <a:spcPts val="0"/>
              </a:spcAft>
              <a:buClr>
                <a:schemeClr val="lt1"/>
              </a:buClr>
              <a:buSzPts val="3000"/>
              <a:buNone/>
              <a:defRPr sz="3000">
                <a:solidFill>
                  <a:schemeClr val="lt1"/>
                </a:solidFill>
              </a:defRPr>
            </a:lvl5pPr>
            <a:lvl6pPr lvl="5" algn="ctr" rtl="0">
              <a:spcBef>
                <a:spcPts val="0"/>
              </a:spcBef>
              <a:spcAft>
                <a:spcPts val="0"/>
              </a:spcAft>
              <a:buClr>
                <a:schemeClr val="lt1"/>
              </a:buClr>
              <a:buSzPts val="3000"/>
              <a:buNone/>
              <a:defRPr sz="3000">
                <a:solidFill>
                  <a:schemeClr val="lt1"/>
                </a:solidFill>
              </a:defRPr>
            </a:lvl6pPr>
            <a:lvl7pPr lvl="6" algn="ctr" rtl="0">
              <a:spcBef>
                <a:spcPts val="0"/>
              </a:spcBef>
              <a:spcAft>
                <a:spcPts val="0"/>
              </a:spcAft>
              <a:buClr>
                <a:schemeClr val="lt1"/>
              </a:buClr>
              <a:buSzPts val="3000"/>
              <a:buNone/>
              <a:defRPr sz="3000">
                <a:solidFill>
                  <a:schemeClr val="lt1"/>
                </a:solidFill>
              </a:defRPr>
            </a:lvl7pPr>
            <a:lvl8pPr lvl="7" algn="ctr" rtl="0">
              <a:spcBef>
                <a:spcPts val="0"/>
              </a:spcBef>
              <a:spcAft>
                <a:spcPts val="0"/>
              </a:spcAft>
              <a:buClr>
                <a:schemeClr val="lt1"/>
              </a:buClr>
              <a:buSzPts val="3000"/>
              <a:buNone/>
              <a:defRPr sz="3000">
                <a:solidFill>
                  <a:schemeClr val="lt1"/>
                </a:solidFill>
              </a:defRPr>
            </a:lvl8pPr>
            <a:lvl9pPr lvl="8" algn="ctr" rtl="0">
              <a:spcBef>
                <a:spcPts val="0"/>
              </a:spcBef>
              <a:spcAft>
                <a:spcPts val="0"/>
              </a:spcAft>
              <a:buClr>
                <a:schemeClr val="lt1"/>
              </a:buClr>
              <a:buSzPts val="3000"/>
              <a:buNone/>
              <a:defRPr sz="3000">
                <a:solidFill>
                  <a:schemeClr val="lt1"/>
                </a:solidFill>
              </a:defRPr>
            </a:lvl9pPr>
          </a:lstStyle>
          <a:p>
            <a:endParaRPr/>
          </a:p>
        </p:txBody>
      </p:sp>
      <p:sp>
        <p:nvSpPr>
          <p:cNvPr id="128" name="Google Shape;128;p14"/>
          <p:cNvSpPr txBox="1">
            <a:spLocks noGrp="1"/>
          </p:cNvSpPr>
          <p:nvPr>
            <p:ph type="subTitle" idx="1"/>
          </p:nvPr>
        </p:nvSpPr>
        <p:spPr>
          <a:xfrm>
            <a:off x="1485800" y="1628863"/>
            <a:ext cx="6172200" cy="1498200"/>
          </a:xfrm>
          <a:prstGeom prst="rect">
            <a:avLst/>
          </a:prstGeom>
          <a:noFill/>
        </p:spPr>
        <p:txBody>
          <a:bodyPr spcFirstLastPara="1" wrap="square" lIns="91425" tIns="91425" rIns="91425" bIns="91425" anchor="b" anchorCtr="0">
            <a:noAutofit/>
          </a:bodyPr>
          <a:lstStyle>
            <a:lvl1pPr lvl="0" algn="r" rtl="0">
              <a:lnSpc>
                <a:spcPct val="100000"/>
              </a:lnSpc>
              <a:spcBef>
                <a:spcPts val="0"/>
              </a:spcBef>
              <a:spcAft>
                <a:spcPts val="0"/>
              </a:spcAft>
              <a:buClr>
                <a:schemeClr val="lt1"/>
              </a:buClr>
              <a:buSzPts val="2500"/>
              <a:buNone/>
              <a:defRPr sz="2600">
                <a:solidFill>
                  <a:schemeClr val="lt1"/>
                </a:solidFill>
              </a:defRPr>
            </a:lvl1pPr>
            <a:lvl2pPr lvl="1" algn="ctr" rtl="0">
              <a:lnSpc>
                <a:spcPct val="100000"/>
              </a:lnSpc>
              <a:spcBef>
                <a:spcPts val="0"/>
              </a:spcBef>
              <a:spcAft>
                <a:spcPts val="0"/>
              </a:spcAft>
              <a:buClr>
                <a:schemeClr val="lt1"/>
              </a:buClr>
              <a:buSzPts val="2500"/>
              <a:buNone/>
              <a:defRPr sz="2500">
                <a:solidFill>
                  <a:schemeClr val="lt1"/>
                </a:solidFill>
              </a:defRPr>
            </a:lvl2pPr>
            <a:lvl3pPr lvl="2" algn="ctr" rtl="0">
              <a:lnSpc>
                <a:spcPct val="100000"/>
              </a:lnSpc>
              <a:spcBef>
                <a:spcPts val="0"/>
              </a:spcBef>
              <a:spcAft>
                <a:spcPts val="0"/>
              </a:spcAft>
              <a:buClr>
                <a:schemeClr val="lt1"/>
              </a:buClr>
              <a:buSzPts val="2500"/>
              <a:buNone/>
              <a:defRPr sz="2500">
                <a:solidFill>
                  <a:schemeClr val="lt1"/>
                </a:solidFill>
              </a:defRPr>
            </a:lvl3pPr>
            <a:lvl4pPr lvl="3" algn="ctr" rtl="0">
              <a:lnSpc>
                <a:spcPct val="100000"/>
              </a:lnSpc>
              <a:spcBef>
                <a:spcPts val="0"/>
              </a:spcBef>
              <a:spcAft>
                <a:spcPts val="0"/>
              </a:spcAft>
              <a:buClr>
                <a:schemeClr val="lt1"/>
              </a:buClr>
              <a:buSzPts val="2500"/>
              <a:buNone/>
              <a:defRPr sz="2500">
                <a:solidFill>
                  <a:schemeClr val="lt1"/>
                </a:solidFill>
              </a:defRPr>
            </a:lvl4pPr>
            <a:lvl5pPr lvl="4" algn="ctr" rtl="0">
              <a:lnSpc>
                <a:spcPct val="100000"/>
              </a:lnSpc>
              <a:spcBef>
                <a:spcPts val="0"/>
              </a:spcBef>
              <a:spcAft>
                <a:spcPts val="0"/>
              </a:spcAft>
              <a:buClr>
                <a:schemeClr val="lt1"/>
              </a:buClr>
              <a:buSzPts val="2500"/>
              <a:buNone/>
              <a:defRPr sz="2500">
                <a:solidFill>
                  <a:schemeClr val="lt1"/>
                </a:solidFill>
              </a:defRPr>
            </a:lvl5pPr>
            <a:lvl6pPr lvl="5" algn="ctr" rtl="0">
              <a:lnSpc>
                <a:spcPct val="100000"/>
              </a:lnSpc>
              <a:spcBef>
                <a:spcPts val="0"/>
              </a:spcBef>
              <a:spcAft>
                <a:spcPts val="0"/>
              </a:spcAft>
              <a:buClr>
                <a:schemeClr val="lt1"/>
              </a:buClr>
              <a:buSzPts val="2500"/>
              <a:buNone/>
              <a:defRPr sz="2500">
                <a:solidFill>
                  <a:schemeClr val="lt1"/>
                </a:solidFill>
              </a:defRPr>
            </a:lvl6pPr>
            <a:lvl7pPr lvl="6" algn="ctr" rtl="0">
              <a:lnSpc>
                <a:spcPct val="100000"/>
              </a:lnSpc>
              <a:spcBef>
                <a:spcPts val="0"/>
              </a:spcBef>
              <a:spcAft>
                <a:spcPts val="0"/>
              </a:spcAft>
              <a:buClr>
                <a:schemeClr val="lt1"/>
              </a:buClr>
              <a:buSzPts val="2500"/>
              <a:buNone/>
              <a:defRPr sz="2500">
                <a:solidFill>
                  <a:schemeClr val="lt1"/>
                </a:solidFill>
              </a:defRPr>
            </a:lvl7pPr>
            <a:lvl8pPr lvl="7" algn="ctr" rtl="0">
              <a:lnSpc>
                <a:spcPct val="100000"/>
              </a:lnSpc>
              <a:spcBef>
                <a:spcPts val="0"/>
              </a:spcBef>
              <a:spcAft>
                <a:spcPts val="0"/>
              </a:spcAft>
              <a:buClr>
                <a:schemeClr val="lt1"/>
              </a:buClr>
              <a:buSzPts val="2500"/>
              <a:buNone/>
              <a:defRPr sz="2500">
                <a:solidFill>
                  <a:schemeClr val="lt1"/>
                </a:solidFill>
              </a:defRPr>
            </a:lvl8pPr>
            <a:lvl9pPr lvl="8" algn="ctr" rtl="0">
              <a:lnSpc>
                <a:spcPct val="100000"/>
              </a:lnSpc>
              <a:spcBef>
                <a:spcPts val="0"/>
              </a:spcBef>
              <a:spcAft>
                <a:spcPts val="0"/>
              </a:spcAft>
              <a:buClr>
                <a:schemeClr val="lt1"/>
              </a:buClr>
              <a:buSzPts val="2500"/>
              <a:buNone/>
              <a:defRPr sz="2500">
                <a:solidFill>
                  <a:schemeClr val="lt1"/>
                </a:solidFill>
              </a:defRPr>
            </a:lvl9pPr>
          </a:lstStyle>
          <a:p>
            <a:endParaRPr/>
          </a:p>
        </p:txBody>
      </p:sp>
      <p:pic>
        <p:nvPicPr>
          <p:cNvPr id="129" name="Google Shape;129;p14"/>
          <p:cNvPicPr preferRelativeResize="0"/>
          <p:nvPr/>
        </p:nvPicPr>
        <p:blipFill rotWithShape="1">
          <a:blip r:embed="rId3">
            <a:alphaModFix amt="75000"/>
          </a:blip>
          <a:srcRect/>
          <a:stretch/>
        </p:blipFill>
        <p:spPr>
          <a:xfrm>
            <a:off x="-1436100" y="-758750"/>
            <a:ext cx="6816174" cy="4220351"/>
          </a:xfrm>
          <a:prstGeom prst="rect">
            <a:avLst/>
          </a:prstGeom>
          <a:noFill/>
          <a:ln>
            <a:noFill/>
          </a:ln>
        </p:spPr>
      </p:pic>
      <p:pic>
        <p:nvPicPr>
          <p:cNvPr id="130" name="Google Shape;130;p14"/>
          <p:cNvPicPr preferRelativeResize="0"/>
          <p:nvPr/>
        </p:nvPicPr>
        <p:blipFill rotWithShape="1">
          <a:blip r:embed="rId3">
            <a:alphaModFix amt="75000"/>
          </a:blip>
          <a:srcRect l="-60" t="537"/>
          <a:stretch/>
        </p:blipFill>
        <p:spPr>
          <a:xfrm rot="-10799997">
            <a:off x="4648077" y="1876429"/>
            <a:ext cx="5772273" cy="355281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158"/>
        <p:cNvGrpSpPr/>
        <p:nvPr/>
      </p:nvGrpSpPr>
      <p:grpSpPr>
        <a:xfrm>
          <a:off x="0" y="0"/>
          <a:ext cx="0" cy="0"/>
          <a:chOff x="0" y="0"/>
          <a:chExt cx="0" cy="0"/>
        </a:xfrm>
      </p:grpSpPr>
      <p:pic>
        <p:nvPicPr>
          <p:cNvPr id="159" name="Google Shape;159;p18"/>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160" name="Google Shape;160;p1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8"/>
          <p:cNvSpPr txBox="1">
            <a:spLocks noGrp="1"/>
          </p:cNvSpPr>
          <p:nvPr>
            <p:ph type="title"/>
          </p:nvPr>
        </p:nvSpPr>
        <p:spPr>
          <a:xfrm rot="-1114">
            <a:off x="726775" y="2183450"/>
            <a:ext cx="2778300" cy="82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2" name="Google Shape;162;p18"/>
          <p:cNvSpPr txBox="1">
            <a:spLocks noGrp="1"/>
          </p:cNvSpPr>
          <p:nvPr>
            <p:ph type="subTitle" idx="1"/>
          </p:nvPr>
        </p:nvSpPr>
        <p:spPr>
          <a:xfrm rot="371">
            <a:off x="726775" y="2991552"/>
            <a:ext cx="2778300" cy="48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18"/>
          <p:cNvSpPr txBox="1">
            <a:spLocks noGrp="1"/>
          </p:cNvSpPr>
          <p:nvPr>
            <p:ph type="title" idx="2"/>
          </p:nvPr>
        </p:nvSpPr>
        <p:spPr>
          <a:xfrm>
            <a:off x="3189587" y="3304275"/>
            <a:ext cx="27783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4" name="Google Shape;164;p18"/>
          <p:cNvSpPr txBox="1">
            <a:spLocks noGrp="1"/>
          </p:cNvSpPr>
          <p:nvPr>
            <p:ph type="subTitle" idx="3"/>
          </p:nvPr>
        </p:nvSpPr>
        <p:spPr>
          <a:xfrm>
            <a:off x="3189587" y="4114925"/>
            <a:ext cx="2778300" cy="48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18"/>
          <p:cNvSpPr txBox="1">
            <a:spLocks noGrp="1"/>
          </p:cNvSpPr>
          <p:nvPr>
            <p:ph type="title" idx="4"/>
          </p:nvPr>
        </p:nvSpPr>
        <p:spPr>
          <a:xfrm>
            <a:off x="5652399" y="2182150"/>
            <a:ext cx="27783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000">
                <a:solidFill>
                  <a:schemeClr val="accent1"/>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66" name="Google Shape;166;p18"/>
          <p:cNvSpPr txBox="1">
            <a:spLocks noGrp="1"/>
          </p:cNvSpPr>
          <p:nvPr>
            <p:ph type="subTitle" idx="5"/>
          </p:nvPr>
        </p:nvSpPr>
        <p:spPr>
          <a:xfrm>
            <a:off x="5652399" y="2991875"/>
            <a:ext cx="2778300" cy="484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 name="Google Shape;167;p1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9" name="Google Shape;169;p18"/>
          <p:cNvPicPr preferRelativeResize="0"/>
          <p:nvPr/>
        </p:nvPicPr>
        <p:blipFill rotWithShape="1">
          <a:blip r:embed="rId3">
            <a:alphaModFix amt="75000"/>
          </a:blip>
          <a:srcRect l="16597" t="23395"/>
          <a:stretch/>
        </p:blipFill>
        <p:spPr>
          <a:xfrm rot="-5400000">
            <a:off x="-1349762" y="941737"/>
            <a:ext cx="5684874" cy="3233001"/>
          </a:xfrm>
          <a:prstGeom prst="rect">
            <a:avLst/>
          </a:prstGeom>
          <a:noFill/>
          <a:ln>
            <a:noFill/>
          </a:ln>
        </p:spPr>
      </p:pic>
      <p:pic>
        <p:nvPicPr>
          <p:cNvPr id="170" name="Google Shape;170;p18"/>
          <p:cNvPicPr preferRelativeResize="0"/>
          <p:nvPr/>
        </p:nvPicPr>
        <p:blipFill rotWithShape="1">
          <a:blip r:embed="rId3">
            <a:alphaModFix amt="75000"/>
          </a:blip>
          <a:srcRect l="23059" t="16268"/>
          <a:stretch/>
        </p:blipFill>
        <p:spPr>
          <a:xfrm rot="5400004">
            <a:off x="5600637" y="400113"/>
            <a:ext cx="4438774" cy="2990847"/>
          </a:xfrm>
          <a:prstGeom prst="rect">
            <a:avLst/>
          </a:prstGeom>
          <a:noFill/>
          <a:ln>
            <a:noFill/>
          </a:ln>
        </p:spPr>
      </p:pic>
      <p:sp>
        <p:nvSpPr>
          <p:cNvPr id="171" name="Google Shape;171;p18"/>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257"/>
        <p:cNvGrpSpPr/>
        <p:nvPr/>
      </p:nvGrpSpPr>
      <p:grpSpPr>
        <a:xfrm>
          <a:off x="0" y="0"/>
          <a:ext cx="0" cy="0"/>
          <a:chOff x="0" y="0"/>
          <a:chExt cx="0" cy="0"/>
        </a:xfrm>
      </p:grpSpPr>
      <p:pic>
        <p:nvPicPr>
          <p:cNvPr id="258" name="Google Shape;258;p25"/>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59" name="Google Shape;259;p2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2" name="Google Shape;262;p25"/>
          <p:cNvPicPr preferRelativeResize="0"/>
          <p:nvPr/>
        </p:nvPicPr>
        <p:blipFill rotWithShape="1">
          <a:blip r:embed="rId3">
            <a:alphaModFix amt="75000"/>
          </a:blip>
          <a:srcRect l="23664" t="13299"/>
          <a:stretch/>
        </p:blipFill>
        <p:spPr>
          <a:xfrm>
            <a:off x="9525" y="-156200"/>
            <a:ext cx="4171950" cy="2933699"/>
          </a:xfrm>
          <a:prstGeom prst="rect">
            <a:avLst/>
          </a:prstGeom>
          <a:noFill/>
          <a:ln>
            <a:noFill/>
          </a:ln>
        </p:spPr>
      </p:pic>
      <p:pic>
        <p:nvPicPr>
          <p:cNvPr id="263" name="Google Shape;263;p25"/>
          <p:cNvPicPr preferRelativeResize="0"/>
          <p:nvPr/>
        </p:nvPicPr>
        <p:blipFill rotWithShape="1">
          <a:blip r:embed="rId3">
            <a:alphaModFix amt="75000"/>
          </a:blip>
          <a:srcRect l="21334" t="3883"/>
          <a:stretch/>
        </p:blipFill>
        <p:spPr>
          <a:xfrm rot="-10799995">
            <a:off x="5739700" y="2603702"/>
            <a:ext cx="3747200" cy="283507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18_1">
    <p:spTree>
      <p:nvGrpSpPr>
        <p:cNvPr id="1" name="Shape 264"/>
        <p:cNvGrpSpPr/>
        <p:nvPr/>
      </p:nvGrpSpPr>
      <p:grpSpPr>
        <a:xfrm>
          <a:off x="0" y="0"/>
          <a:ext cx="0" cy="0"/>
          <a:chOff x="0" y="0"/>
          <a:chExt cx="0" cy="0"/>
        </a:xfrm>
      </p:grpSpPr>
      <p:pic>
        <p:nvPicPr>
          <p:cNvPr id="265" name="Google Shape;265;p26"/>
          <p:cNvPicPr preferRelativeResize="0"/>
          <p:nvPr/>
        </p:nvPicPr>
        <p:blipFill rotWithShape="1">
          <a:blip r:embed="rId2">
            <a:alphaModFix/>
          </a:blip>
          <a:srcRect t="1620" b="17753"/>
          <a:stretch/>
        </p:blipFill>
        <p:spPr>
          <a:xfrm>
            <a:off x="-181700" y="-257175"/>
            <a:ext cx="9649551" cy="5667373"/>
          </a:xfrm>
          <a:prstGeom prst="rect">
            <a:avLst/>
          </a:prstGeom>
          <a:noFill/>
          <a:ln>
            <a:noFill/>
          </a:ln>
        </p:spPr>
      </p:pic>
      <p:sp>
        <p:nvSpPr>
          <p:cNvPr id="266" name="Google Shape;266;p2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9" name="Google Shape;269;p26"/>
          <p:cNvPicPr preferRelativeResize="0"/>
          <p:nvPr/>
        </p:nvPicPr>
        <p:blipFill rotWithShape="1">
          <a:blip r:embed="rId3">
            <a:alphaModFix amt="75000"/>
          </a:blip>
          <a:srcRect l="20356"/>
          <a:stretch/>
        </p:blipFill>
        <p:spPr>
          <a:xfrm rot="5400000">
            <a:off x="4631025" y="510125"/>
            <a:ext cx="5524500" cy="4294700"/>
          </a:xfrm>
          <a:prstGeom prst="rect">
            <a:avLst/>
          </a:prstGeom>
          <a:noFill/>
          <a:ln>
            <a:noFill/>
          </a:ln>
        </p:spPr>
      </p:pic>
      <p:pic>
        <p:nvPicPr>
          <p:cNvPr id="270" name="Google Shape;270;p26"/>
          <p:cNvPicPr preferRelativeResize="0"/>
          <p:nvPr/>
        </p:nvPicPr>
        <p:blipFill rotWithShape="1">
          <a:blip r:embed="rId3">
            <a:alphaModFix amt="75000"/>
          </a:blip>
          <a:srcRect l="16645" t="537"/>
          <a:stretch/>
        </p:blipFill>
        <p:spPr>
          <a:xfrm rot="-5399997">
            <a:off x="-1058539" y="294014"/>
            <a:ext cx="5654502" cy="4177819"/>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37000">
              <a:schemeClr val="dk1"/>
            </a:gs>
            <a:gs pos="63000">
              <a:schemeClr val="dk1"/>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2475" y="540000"/>
            <a:ext cx="77040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782475"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marL="914400" lvl="1"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marL="1371600" lvl="2"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marL="1828800" lvl="3"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marL="2286000" lvl="4"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marL="2743200" lvl="5"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marL="3200400" lvl="6"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marL="3657600" lvl="7"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marL="4114800" lvl="8" indent="-3175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0" r:id="rId5"/>
    <p:sldLayoutId id="2147483664" r:id="rId6"/>
    <p:sldLayoutId id="2147483671" r:id="rId7"/>
    <p:sldLayoutId id="2147483672" r:id="rId8"/>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p:nvPr/>
        </p:nvSpPr>
        <p:spPr>
          <a:xfrm>
            <a:off x="1727250" y="1228150"/>
            <a:ext cx="5689500" cy="24768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0"/>
          <p:cNvSpPr txBox="1">
            <a:spLocks noGrp="1"/>
          </p:cNvSpPr>
          <p:nvPr>
            <p:ph type="ctrTitle"/>
          </p:nvPr>
        </p:nvSpPr>
        <p:spPr>
          <a:xfrm>
            <a:off x="1625850" y="1317528"/>
            <a:ext cx="5892300" cy="235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Piliers essentiels de la protection du système d’information</a:t>
            </a:r>
            <a:endParaRPr sz="4000" dirty="0">
              <a:solidFill>
                <a:srgbClr val="CC0000"/>
              </a:solidFill>
            </a:endParaRPr>
          </a:p>
        </p:txBody>
      </p:sp>
      <p:sp>
        <p:nvSpPr>
          <p:cNvPr id="283" name="Google Shape;283;p30"/>
          <p:cNvSpPr txBox="1">
            <a:spLocks noGrp="1"/>
          </p:cNvSpPr>
          <p:nvPr>
            <p:ph type="subTitle" idx="1"/>
          </p:nvPr>
        </p:nvSpPr>
        <p:spPr>
          <a:xfrm>
            <a:off x="1727250" y="3898693"/>
            <a:ext cx="1769723" cy="4737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dirty="0"/>
              <a:t>Réalisé par : Ibrahima Guindo</a:t>
            </a:r>
            <a:endParaRPr dirty="0"/>
          </a:p>
        </p:txBody>
      </p:sp>
      <p:grpSp>
        <p:nvGrpSpPr>
          <p:cNvPr id="291" name="Google Shape;291;p30"/>
          <p:cNvGrpSpPr/>
          <p:nvPr/>
        </p:nvGrpSpPr>
        <p:grpSpPr>
          <a:xfrm rot="5400000">
            <a:off x="8037618" y="4226795"/>
            <a:ext cx="288601" cy="1096693"/>
            <a:chOff x="1006700" y="2603975"/>
            <a:chExt cx="55450" cy="210700"/>
          </a:xfrm>
        </p:grpSpPr>
        <p:sp>
          <p:nvSpPr>
            <p:cNvPr id="292" name="Google Shape;292;p30"/>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0"/>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0"/>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8" name="Google Shape;298;p30"/>
          <p:cNvGrpSpPr/>
          <p:nvPr/>
        </p:nvGrpSpPr>
        <p:grpSpPr>
          <a:xfrm>
            <a:off x="301565" y="3762471"/>
            <a:ext cx="1178637" cy="1096691"/>
            <a:chOff x="827350" y="3629733"/>
            <a:chExt cx="1431600" cy="1332067"/>
          </a:xfrm>
        </p:grpSpPr>
        <p:sp>
          <p:nvSpPr>
            <p:cNvPr id="299" name="Google Shape;29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 name="Google Shape;302;p30"/>
          <p:cNvGrpSpPr/>
          <p:nvPr/>
        </p:nvGrpSpPr>
        <p:grpSpPr>
          <a:xfrm>
            <a:off x="135464" y="2948919"/>
            <a:ext cx="781224" cy="726909"/>
            <a:chOff x="827350" y="3629733"/>
            <a:chExt cx="1431600" cy="1332067"/>
          </a:xfrm>
        </p:grpSpPr>
        <p:sp>
          <p:nvSpPr>
            <p:cNvPr id="303" name="Google Shape;303;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 name="Google Shape;306;p30"/>
          <p:cNvGrpSpPr/>
          <p:nvPr/>
        </p:nvGrpSpPr>
        <p:grpSpPr>
          <a:xfrm>
            <a:off x="1549087" y="4494115"/>
            <a:ext cx="356325" cy="331552"/>
            <a:chOff x="827350" y="3629733"/>
            <a:chExt cx="1431600" cy="1332067"/>
          </a:xfrm>
        </p:grpSpPr>
        <p:sp>
          <p:nvSpPr>
            <p:cNvPr id="307" name="Google Shape;307;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30"/>
          <p:cNvGrpSpPr/>
          <p:nvPr/>
        </p:nvGrpSpPr>
        <p:grpSpPr>
          <a:xfrm>
            <a:off x="7466251" y="219713"/>
            <a:ext cx="895180" cy="832942"/>
            <a:chOff x="827350" y="3629733"/>
            <a:chExt cx="1431600" cy="1332067"/>
          </a:xfrm>
        </p:grpSpPr>
        <p:sp>
          <p:nvSpPr>
            <p:cNvPr id="311" name="Google Shape;311;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 name="Google Shape;314;p30"/>
          <p:cNvGrpSpPr/>
          <p:nvPr/>
        </p:nvGrpSpPr>
        <p:grpSpPr>
          <a:xfrm>
            <a:off x="8131283" y="1065715"/>
            <a:ext cx="598982" cy="557337"/>
            <a:chOff x="827350" y="3629733"/>
            <a:chExt cx="1431600" cy="1332067"/>
          </a:xfrm>
        </p:grpSpPr>
        <p:sp>
          <p:nvSpPr>
            <p:cNvPr id="315" name="Google Shape;315;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30"/>
          <p:cNvGrpSpPr/>
          <p:nvPr/>
        </p:nvGrpSpPr>
        <p:grpSpPr>
          <a:xfrm>
            <a:off x="6901231" y="620669"/>
            <a:ext cx="464268" cy="431989"/>
            <a:chOff x="827350" y="3629733"/>
            <a:chExt cx="1431600" cy="1332067"/>
          </a:xfrm>
        </p:grpSpPr>
        <p:sp>
          <p:nvSpPr>
            <p:cNvPr id="319" name="Google Shape;319;p30"/>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0"/>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83;p30">
            <a:extLst>
              <a:ext uri="{FF2B5EF4-FFF2-40B4-BE49-F238E27FC236}">
                <a16:creationId xmlns:a16="http://schemas.microsoft.com/office/drawing/2014/main" id="{54165295-5100-F18C-CD90-76B3E2016611}"/>
              </a:ext>
            </a:extLst>
          </p:cNvPr>
          <p:cNvSpPr txBox="1">
            <a:spLocks/>
          </p:cNvSpPr>
          <p:nvPr/>
        </p:nvSpPr>
        <p:spPr>
          <a:xfrm>
            <a:off x="5647027" y="3920664"/>
            <a:ext cx="1769723" cy="473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Karla"/>
              <a:buNone/>
              <a:defRPr sz="1600" b="0" i="0" u="none" strike="noStrike" cap="none">
                <a:solidFill>
                  <a:schemeClr val="lt1"/>
                </a:solidFill>
                <a:latin typeface="Karla"/>
                <a:ea typeface="Karla"/>
                <a:cs typeface="Karla"/>
                <a:sym typeface="Karla"/>
              </a:defRPr>
            </a:lvl1pPr>
            <a:lvl2pPr marL="914400" marR="0" lvl="1"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2pPr>
            <a:lvl3pPr marL="1371600" marR="0" lvl="2"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3pPr>
            <a:lvl4pPr marL="1828800" marR="0" lvl="3"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4pPr>
            <a:lvl5pPr marL="2286000" marR="0" lvl="4"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5pPr>
            <a:lvl6pPr marL="2743200" marR="0" lvl="5"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6pPr>
            <a:lvl7pPr marL="3200400" marR="0" lvl="6"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7pPr>
            <a:lvl8pPr marL="3657600" marR="0" lvl="7"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8pPr>
            <a:lvl9pPr marL="4114800" marR="0" lvl="8"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9pPr>
          </a:lstStyle>
          <a:p>
            <a:pPr marL="0" indent="0"/>
            <a:r>
              <a:rPr lang="fr-FR" dirty="0"/>
              <a:t>Encadré par : Dr. A Sidibé</a:t>
            </a:r>
          </a:p>
        </p:txBody>
      </p:sp>
      <p:sp>
        <p:nvSpPr>
          <p:cNvPr id="3" name="Google Shape;283;p30">
            <a:extLst>
              <a:ext uri="{FF2B5EF4-FFF2-40B4-BE49-F238E27FC236}">
                <a16:creationId xmlns:a16="http://schemas.microsoft.com/office/drawing/2014/main" id="{D8992664-2DAD-BB77-FDBB-3E1E37336A02}"/>
              </a:ext>
            </a:extLst>
          </p:cNvPr>
          <p:cNvSpPr txBox="1">
            <a:spLocks/>
          </p:cNvSpPr>
          <p:nvPr/>
        </p:nvSpPr>
        <p:spPr>
          <a:xfrm>
            <a:off x="3687138" y="4599418"/>
            <a:ext cx="1769723" cy="35144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lt1"/>
              </a:buClr>
              <a:buSzPts val="1400"/>
              <a:buFont typeface="Karla"/>
              <a:buNone/>
              <a:defRPr sz="1600" b="0" i="0" u="none" strike="noStrike" cap="none">
                <a:solidFill>
                  <a:schemeClr val="lt1"/>
                </a:solidFill>
                <a:latin typeface="Karla"/>
                <a:ea typeface="Karla"/>
                <a:cs typeface="Karla"/>
                <a:sym typeface="Karla"/>
              </a:defRPr>
            </a:lvl1pPr>
            <a:lvl2pPr marL="914400" marR="0" lvl="1"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2pPr>
            <a:lvl3pPr marL="1371600" marR="0" lvl="2"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3pPr>
            <a:lvl4pPr marL="1828800" marR="0" lvl="3"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4pPr>
            <a:lvl5pPr marL="2286000" marR="0" lvl="4"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5pPr>
            <a:lvl6pPr marL="2743200" marR="0" lvl="5"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6pPr>
            <a:lvl7pPr marL="3200400" marR="0" lvl="6"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7pPr>
            <a:lvl8pPr marL="3657600" marR="0" lvl="7"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8pPr>
            <a:lvl9pPr marL="4114800" marR="0" lvl="8" indent="-317500" algn="ctr" rtl="0">
              <a:lnSpc>
                <a:spcPct val="100000"/>
              </a:lnSpc>
              <a:spcBef>
                <a:spcPts val="0"/>
              </a:spcBef>
              <a:spcAft>
                <a:spcPts val="0"/>
              </a:spcAft>
              <a:buClr>
                <a:schemeClr val="lt1"/>
              </a:buClr>
              <a:buSzPts val="2800"/>
              <a:buFont typeface="Karla"/>
              <a:buNone/>
              <a:defRPr sz="2800" b="0" i="0" u="none" strike="noStrike" cap="none">
                <a:solidFill>
                  <a:schemeClr val="lt1"/>
                </a:solidFill>
                <a:latin typeface="Karla"/>
                <a:ea typeface="Karla"/>
                <a:cs typeface="Karla"/>
                <a:sym typeface="Karla"/>
              </a:defRPr>
            </a:lvl9pPr>
          </a:lstStyle>
          <a:p>
            <a:pPr marL="0" indent="0"/>
            <a:r>
              <a:rPr lang="fr-FR" dirty="0"/>
              <a:t>MSI - M2/S3</a:t>
            </a:r>
          </a:p>
          <a:p>
            <a:pPr marL="0" indent="0"/>
            <a:r>
              <a:rPr lang="fr-FR" dirty="0"/>
              <a:t>2024-2025</a:t>
            </a:r>
          </a:p>
        </p:txBody>
      </p:sp>
      <p:pic>
        <p:nvPicPr>
          <p:cNvPr id="4" name="Image 3">
            <a:extLst>
              <a:ext uri="{FF2B5EF4-FFF2-40B4-BE49-F238E27FC236}">
                <a16:creationId xmlns:a16="http://schemas.microsoft.com/office/drawing/2014/main" id="{E8552A50-B9C7-C406-79CA-B32BBB19C218}"/>
              </a:ext>
            </a:extLst>
          </p:cNvPr>
          <p:cNvPicPr>
            <a:picLocks noChangeAspect="1"/>
          </p:cNvPicPr>
          <p:nvPr/>
        </p:nvPicPr>
        <p:blipFill>
          <a:blip r:embed="rId3"/>
          <a:stretch>
            <a:fillRect/>
          </a:stretch>
        </p:blipFill>
        <p:spPr>
          <a:xfrm>
            <a:off x="135464" y="221144"/>
            <a:ext cx="1613296" cy="704709"/>
          </a:xfrm>
          <a:prstGeom prst="rect">
            <a:avLst/>
          </a:prstGeom>
        </p:spPr>
      </p:pic>
      <p:pic>
        <p:nvPicPr>
          <p:cNvPr id="5" name="Image 4">
            <a:extLst>
              <a:ext uri="{FF2B5EF4-FFF2-40B4-BE49-F238E27FC236}">
                <a16:creationId xmlns:a16="http://schemas.microsoft.com/office/drawing/2014/main" id="{6B5CC026-F285-B90C-30E1-EF00BB583A9D}"/>
              </a:ext>
            </a:extLst>
          </p:cNvPr>
          <p:cNvPicPr>
            <a:picLocks noChangeAspect="1"/>
          </p:cNvPicPr>
          <p:nvPr/>
        </p:nvPicPr>
        <p:blipFill>
          <a:blip r:embed="rId4"/>
          <a:stretch>
            <a:fillRect/>
          </a:stretch>
        </p:blipFill>
        <p:spPr>
          <a:xfrm>
            <a:off x="5689984" y="223338"/>
            <a:ext cx="1050478" cy="700319"/>
          </a:xfrm>
          <a:prstGeom prst="rect">
            <a:avLst/>
          </a:prstGeom>
        </p:spPr>
      </p:pic>
      <p:pic>
        <p:nvPicPr>
          <p:cNvPr id="7" name="Image 6">
            <a:extLst>
              <a:ext uri="{FF2B5EF4-FFF2-40B4-BE49-F238E27FC236}">
                <a16:creationId xmlns:a16="http://schemas.microsoft.com/office/drawing/2014/main" id="{774CDEBD-3F3C-9355-77A1-A0F8FDA77267}"/>
              </a:ext>
            </a:extLst>
          </p:cNvPr>
          <p:cNvPicPr>
            <a:picLocks noChangeAspect="1"/>
          </p:cNvPicPr>
          <p:nvPr/>
        </p:nvPicPr>
        <p:blipFill>
          <a:blip r:embed="rId5"/>
          <a:stretch>
            <a:fillRect/>
          </a:stretch>
        </p:blipFill>
        <p:spPr>
          <a:xfrm>
            <a:off x="7623802" y="2466550"/>
            <a:ext cx="1352783" cy="13527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2"/>
          <p:cNvSpPr/>
          <p:nvPr/>
        </p:nvSpPr>
        <p:spPr>
          <a:xfrm>
            <a:off x="1475975" y="163227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2"/>
          <p:cNvSpPr/>
          <p:nvPr/>
        </p:nvSpPr>
        <p:spPr>
          <a:xfrm>
            <a:off x="4151699" y="163227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2"/>
          <p:cNvSpPr/>
          <p:nvPr/>
        </p:nvSpPr>
        <p:spPr>
          <a:xfrm>
            <a:off x="6827424" y="1629761"/>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a:off x="1475975" y="3412804"/>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a:off x="4151699" y="341089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6827423" y="3473445"/>
            <a:ext cx="780000" cy="5727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txBox="1">
            <a:spLocks noGrp="1"/>
          </p:cNvSpPr>
          <p:nvPr>
            <p:ph type="title" idx="21"/>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Sommaire</a:t>
            </a:r>
            <a:endParaRPr dirty="0"/>
          </a:p>
        </p:txBody>
      </p:sp>
      <p:sp>
        <p:nvSpPr>
          <p:cNvPr id="361" name="Google Shape;361;p32"/>
          <p:cNvSpPr txBox="1">
            <a:spLocks noGrp="1"/>
          </p:cNvSpPr>
          <p:nvPr>
            <p:ph type="title" idx="8"/>
          </p:nvPr>
        </p:nvSpPr>
        <p:spPr>
          <a:xfrm>
            <a:off x="1415374" y="169482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62" name="Google Shape;362;p32"/>
          <p:cNvSpPr txBox="1">
            <a:spLocks noGrp="1"/>
          </p:cNvSpPr>
          <p:nvPr>
            <p:ph type="title" idx="9"/>
          </p:nvPr>
        </p:nvSpPr>
        <p:spPr>
          <a:xfrm>
            <a:off x="4091100" y="347344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363" name="Google Shape;363;p32"/>
          <p:cNvSpPr txBox="1">
            <a:spLocks noGrp="1"/>
          </p:cNvSpPr>
          <p:nvPr>
            <p:ph type="title" idx="15"/>
          </p:nvPr>
        </p:nvSpPr>
        <p:spPr>
          <a:xfrm>
            <a:off x="6162516" y="4052453"/>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Conclusion</a:t>
            </a:r>
            <a:endParaRPr dirty="0"/>
          </a:p>
        </p:txBody>
      </p:sp>
      <p:sp>
        <p:nvSpPr>
          <p:cNvPr id="364" name="Google Shape;364;p32"/>
          <p:cNvSpPr txBox="1">
            <a:spLocks noGrp="1"/>
          </p:cNvSpPr>
          <p:nvPr>
            <p:ph type="title"/>
          </p:nvPr>
        </p:nvSpPr>
        <p:spPr>
          <a:xfrm>
            <a:off x="713224" y="2230125"/>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Introduction</a:t>
            </a:r>
            <a:endParaRPr dirty="0"/>
          </a:p>
        </p:txBody>
      </p:sp>
      <p:sp>
        <p:nvSpPr>
          <p:cNvPr id="366" name="Google Shape;366;p32"/>
          <p:cNvSpPr txBox="1">
            <a:spLocks noGrp="1"/>
          </p:cNvSpPr>
          <p:nvPr>
            <p:ph type="title" idx="2"/>
          </p:nvPr>
        </p:nvSpPr>
        <p:spPr>
          <a:xfrm>
            <a:off x="664761" y="4192692"/>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Sécurité des services</a:t>
            </a:r>
            <a:endParaRPr dirty="0"/>
          </a:p>
        </p:txBody>
      </p:sp>
      <p:sp>
        <p:nvSpPr>
          <p:cNvPr id="368" name="Google Shape;368;p32"/>
          <p:cNvSpPr txBox="1">
            <a:spLocks noGrp="1"/>
          </p:cNvSpPr>
          <p:nvPr>
            <p:ph type="title" idx="4"/>
          </p:nvPr>
        </p:nvSpPr>
        <p:spPr>
          <a:xfrm>
            <a:off x="3419251" y="4052453"/>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fr-FR" dirty="0"/>
              <a:t>Journalisation</a:t>
            </a:r>
            <a:endParaRPr dirty="0"/>
          </a:p>
        </p:txBody>
      </p:sp>
      <p:sp>
        <p:nvSpPr>
          <p:cNvPr id="369" name="Google Shape;369;p32"/>
          <p:cNvSpPr txBox="1">
            <a:spLocks noGrp="1"/>
          </p:cNvSpPr>
          <p:nvPr>
            <p:ph type="title" idx="6"/>
          </p:nvPr>
        </p:nvSpPr>
        <p:spPr>
          <a:xfrm>
            <a:off x="3419251" y="2311349"/>
            <a:ext cx="2305500" cy="48480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Sécurité des postes</a:t>
            </a:r>
            <a:endParaRPr dirty="0"/>
          </a:p>
        </p:txBody>
      </p:sp>
      <p:sp>
        <p:nvSpPr>
          <p:cNvPr id="370" name="Google Shape;370;p32"/>
          <p:cNvSpPr txBox="1">
            <a:spLocks noGrp="1"/>
          </p:cNvSpPr>
          <p:nvPr>
            <p:ph type="title" idx="13"/>
          </p:nvPr>
        </p:nvSpPr>
        <p:spPr>
          <a:xfrm>
            <a:off x="1415374" y="3475354"/>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371" name="Google Shape;371;p32"/>
          <p:cNvSpPr txBox="1">
            <a:spLocks noGrp="1"/>
          </p:cNvSpPr>
          <p:nvPr>
            <p:ph type="title" idx="14"/>
          </p:nvPr>
        </p:nvSpPr>
        <p:spPr>
          <a:xfrm>
            <a:off x="4091100" y="169482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73" name="Google Shape;373;p32"/>
          <p:cNvSpPr txBox="1">
            <a:spLocks noGrp="1"/>
          </p:cNvSpPr>
          <p:nvPr>
            <p:ph type="title" idx="17"/>
          </p:nvPr>
        </p:nvSpPr>
        <p:spPr>
          <a:xfrm>
            <a:off x="6125276" y="2478022"/>
            <a:ext cx="2305500" cy="527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Sécurité des mots de passe</a:t>
            </a:r>
            <a:endParaRPr dirty="0"/>
          </a:p>
        </p:txBody>
      </p:sp>
      <p:sp>
        <p:nvSpPr>
          <p:cNvPr id="375" name="Google Shape;375;p32"/>
          <p:cNvSpPr txBox="1">
            <a:spLocks noGrp="1"/>
          </p:cNvSpPr>
          <p:nvPr>
            <p:ph type="title" idx="19"/>
          </p:nvPr>
        </p:nvSpPr>
        <p:spPr>
          <a:xfrm>
            <a:off x="6766824" y="3535995"/>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376" name="Google Shape;376;p32"/>
          <p:cNvSpPr txBox="1">
            <a:spLocks noGrp="1"/>
          </p:cNvSpPr>
          <p:nvPr>
            <p:ph type="title" idx="20"/>
          </p:nvPr>
        </p:nvSpPr>
        <p:spPr>
          <a:xfrm>
            <a:off x="6766825" y="1692311"/>
            <a:ext cx="9012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377" name="Google Shape;377;p32"/>
          <p:cNvGrpSpPr/>
          <p:nvPr/>
        </p:nvGrpSpPr>
        <p:grpSpPr>
          <a:xfrm rot="5400000">
            <a:off x="8179407" y="4316346"/>
            <a:ext cx="288601" cy="1096693"/>
            <a:chOff x="1006700" y="2603975"/>
            <a:chExt cx="55450" cy="210700"/>
          </a:xfrm>
        </p:grpSpPr>
        <p:sp>
          <p:nvSpPr>
            <p:cNvPr id="378" name="Google Shape;378;p32"/>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2"/>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2"/>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2"/>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2"/>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32"/>
          <p:cNvGrpSpPr/>
          <p:nvPr/>
        </p:nvGrpSpPr>
        <p:grpSpPr>
          <a:xfrm>
            <a:off x="57111" y="583985"/>
            <a:ext cx="520959" cy="484739"/>
            <a:chOff x="827350" y="3629733"/>
            <a:chExt cx="1431600" cy="1332067"/>
          </a:xfrm>
        </p:grpSpPr>
        <p:sp>
          <p:nvSpPr>
            <p:cNvPr id="385" name="Google Shape;385;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2"/>
          <p:cNvGrpSpPr/>
          <p:nvPr/>
        </p:nvGrpSpPr>
        <p:grpSpPr>
          <a:xfrm>
            <a:off x="409461" y="85600"/>
            <a:ext cx="409581" cy="381104"/>
            <a:chOff x="827350" y="3629733"/>
            <a:chExt cx="1431600" cy="1332067"/>
          </a:xfrm>
        </p:grpSpPr>
        <p:sp>
          <p:nvSpPr>
            <p:cNvPr id="389" name="Google Shape;389;p32"/>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2"/>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ZoneTexte 1"/>
          <p:cNvSpPr txBox="1"/>
          <p:nvPr/>
        </p:nvSpPr>
        <p:spPr>
          <a:xfrm>
            <a:off x="713224" y="4578696"/>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3"/>
          <p:cNvSpPr/>
          <p:nvPr/>
        </p:nvSpPr>
        <p:spPr>
          <a:xfrm>
            <a:off x="1733201" y="1715744"/>
            <a:ext cx="2124723" cy="1712012"/>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txBox="1">
            <a:spLocks noGrp="1"/>
          </p:cNvSpPr>
          <p:nvPr>
            <p:ph type="title"/>
          </p:nvPr>
        </p:nvSpPr>
        <p:spPr>
          <a:xfrm>
            <a:off x="2915850" y="3830087"/>
            <a:ext cx="3312300" cy="62376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Introduction</a:t>
            </a:r>
            <a:endParaRPr sz="3200" dirty="0"/>
          </a:p>
        </p:txBody>
      </p:sp>
      <p:sp>
        <p:nvSpPr>
          <p:cNvPr id="399" name="Google Shape;399;p33"/>
          <p:cNvSpPr txBox="1">
            <a:spLocks noGrp="1"/>
          </p:cNvSpPr>
          <p:nvPr>
            <p:ph type="title" idx="2"/>
          </p:nvPr>
        </p:nvSpPr>
        <p:spPr>
          <a:xfrm>
            <a:off x="1931113" y="1872250"/>
            <a:ext cx="1728900"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400" name="Google Shape;400;p33"/>
          <p:cNvGrpSpPr/>
          <p:nvPr/>
        </p:nvGrpSpPr>
        <p:grpSpPr>
          <a:xfrm rot="10800000">
            <a:off x="8057882" y="382596"/>
            <a:ext cx="288601" cy="1096693"/>
            <a:chOff x="1006700" y="2603975"/>
            <a:chExt cx="55450" cy="210700"/>
          </a:xfrm>
        </p:grpSpPr>
        <p:sp>
          <p:nvSpPr>
            <p:cNvPr id="401" name="Google Shape;401;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p:cNvGrpSpPr/>
          <p:nvPr/>
        </p:nvGrpSpPr>
        <p:grpSpPr>
          <a:xfrm>
            <a:off x="558602" y="508321"/>
            <a:ext cx="781224" cy="726909"/>
            <a:chOff x="827350" y="3629733"/>
            <a:chExt cx="1431600" cy="1332067"/>
          </a:xfrm>
        </p:grpSpPr>
        <p:sp>
          <p:nvSpPr>
            <p:cNvPr id="408" name="Google Shape;408;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p:cNvGrpSpPr/>
          <p:nvPr/>
        </p:nvGrpSpPr>
        <p:grpSpPr>
          <a:xfrm>
            <a:off x="1387564" y="321673"/>
            <a:ext cx="356325" cy="331552"/>
            <a:chOff x="827350" y="3629733"/>
            <a:chExt cx="1431600" cy="1332067"/>
          </a:xfrm>
        </p:grpSpPr>
        <p:sp>
          <p:nvSpPr>
            <p:cNvPr id="412" name="Google Shape;412;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p:cNvGrpSpPr/>
          <p:nvPr/>
        </p:nvGrpSpPr>
        <p:grpSpPr>
          <a:xfrm>
            <a:off x="7535601" y="3848738"/>
            <a:ext cx="895180" cy="832942"/>
            <a:chOff x="827350" y="3629733"/>
            <a:chExt cx="1431600" cy="1332067"/>
          </a:xfrm>
        </p:grpSpPr>
        <p:sp>
          <p:nvSpPr>
            <p:cNvPr id="416" name="Google Shape;416;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p:cNvGrpSpPr/>
          <p:nvPr/>
        </p:nvGrpSpPr>
        <p:grpSpPr>
          <a:xfrm>
            <a:off x="7902683" y="2980240"/>
            <a:ext cx="598982" cy="557337"/>
            <a:chOff x="827350" y="3629733"/>
            <a:chExt cx="1431600" cy="1332067"/>
          </a:xfrm>
        </p:grpSpPr>
        <p:sp>
          <p:nvSpPr>
            <p:cNvPr id="420" name="Google Shape;420;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p:cNvGrpSpPr/>
          <p:nvPr/>
        </p:nvGrpSpPr>
        <p:grpSpPr>
          <a:xfrm>
            <a:off x="6634531" y="4239131"/>
            <a:ext cx="464268" cy="431989"/>
            <a:chOff x="827350" y="3629733"/>
            <a:chExt cx="1431600" cy="1332067"/>
          </a:xfrm>
        </p:grpSpPr>
        <p:sp>
          <p:nvSpPr>
            <p:cNvPr id="424" name="Google Shape;424;p33"/>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p:cNvGrpSpPr/>
          <p:nvPr/>
        </p:nvGrpSpPr>
        <p:grpSpPr>
          <a:xfrm rot="5400000">
            <a:off x="962657" y="3906771"/>
            <a:ext cx="288601" cy="1096693"/>
            <a:chOff x="1006700" y="2603975"/>
            <a:chExt cx="55450" cy="210700"/>
          </a:xfrm>
        </p:grpSpPr>
        <p:sp>
          <p:nvSpPr>
            <p:cNvPr id="428" name="Google Shape;428;p33"/>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276040" y="4656240"/>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2</a:t>
            </a:r>
          </a:p>
        </p:txBody>
      </p:sp>
      <p:pic>
        <p:nvPicPr>
          <p:cNvPr id="2" name="Image 1">
            <a:extLst>
              <a:ext uri="{FF2B5EF4-FFF2-40B4-BE49-F238E27FC236}">
                <a16:creationId xmlns:a16="http://schemas.microsoft.com/office/drawing/2014/main" id="{5606AF05-D23E-32F9-9BAE-0529F06A57E4}"/>
              </a:ext>
            </a:extLst>
          </p:cNvPr>
          <p:cNvPicPr>
            <a:picLocks noChangeAspect="1"/>
          </p:cNvPicPr>
          <p:nvPr/>
        </p:nvPicPr>
        <p:blipFill>
          <a:blip r:embed="rId3"/>
          <a:stretch>
            <a:fillRect/>
          </a:stretch>
        </p:blipFill>
        <p:spPr>
          <a:xfrm>
            <a:off x="4572000" y="1715744"/>
            <a:ext cx="1712012" cy="17120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5"/>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grpSp>
        <p:nvGrpSpPr>
          <p:cNvPr id="484" name="Google Shape;484;p35"/>
          <p:cNvGrpSpPr/>
          <p:nvPr/>
        </p:nvGrpSpPr>
        <p:grpSpPr>
          <a:xfrm>
            <a:off x="8699757" y="487596"/>
            <a:ext cx="288601" cy="1096693"/>
            <a:chOff x="1006700" y="2603975"/>
            <a:chExt cx="55450" cy="210700"/>
          </a:xfrm>
        </p:grpSpPr>
        <p:sp>
          <p:nvSpPr>
            <p:cNvPr id="485" name="Google Shape;485;p3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p:cNvGrpSpPr/>
          <p:nvPr/>
        </p:nvGrpSpPr>
        <p:grpSpPr>
          <a:xfrm rot="5400000">
            <a:off x="726658" y="4376034"/>
            <a:ext cx="288601" cy="1096693"/>
            <a:chOff x="1006700" y="2603975"/>
            <a:chExt cx="55450" cy="210700"/>
          </a:xfrm>
        </p:grpSpPr>
        <p:sp>
          <p:nvSpPr>
            <p:cNvPr id="492" name="Google Shape;492;p3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3" name="Google Shape;493;p3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4" name="Google Shape;494;p3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5" name="Google Shape;495;p3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6" name="Google Shape;496;p3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7" name="Google Shape;497;p3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498" name="Google Shape;498;p35"/>
          <p:cNvGrpSpPr/>
          <p:nvPr/>
        </p:nvGrpSpPr>
        <p:grpSpPr>
          <a:xfrm>
            <a:off x="6789999" y="3558452"/>
            <a:ext cx="1178637" cy="1096691"/>
            <a:chOff x="827350" y="3629733"/>
            <a:chExt cx="1431600" cy="1332067"/>
          </a:xfrm>
        </p:grpSpPr>
        <p:sp>
          <p:nvSpPr>
            <p:cNvPr id="499" name="Google Shape;499;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p:cNvGrpSpPr/>
          <p:nvPr/>
        </p:nvGrpSpPr>
        <p:grpSpPr>
          <a:xfrm>
            <a:off x="8040164" y="4235971"/>
            <a:ext cx="781224" cy="726909"/>
            <a:chOff x="827350" y="3629733"/>
            <a:chExt cx="1431600" cy="1332067"/>
          </a:xfrm>
        </p:grpSpPr>
        <p:sp>
          <p:nvSpPr>
            <p:cNvPr id="503" name="Google Shape;503;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p:cNvGrpSpPr/>
          <p:nvPr/>
        </p:nvGrpSpPr>
        <p:grpSpPr>
          <a:xfrm>
            <a:off x="142093" y="220619"/>
            <a:ext cx="464268" cy="431989"/>
            <a:chOff x="827350" y="3629733"/>
            <a:chExt cx="1431600" cy="1332067"/>
          </a:xfrm>
        </p:grpSpPr>
        <p:sp>
          <p:nvSpPr>
            <p:cNvPr id="507" name="Google Shape;507;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977AE0DF-6F76-BE45-B939-236FCA69B0EC}"/>
              </a:ext>
            </a:extLst>
          </p:cNvPr>
          <p:cNvSpPr txBox="1">
            <a:spLocks/>
          </p:cNvSpPr>
          <p:nvPr/>
        </p:nvSpPr>
        <p:spPr>
          <a:xfrm>
            <a:off x="760804" y="1198335"/>
            <a:ext cx="7623068" cy="30376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nSpc>
                <a:spcPct val="150000"/>
              </a:lnSpc>
              <a:buFont typeface="Karla"/>
              <a:buNone/>
            </a:pPr>
            <a:r>
              <a:rPr lang="fr-FR" dirty="0"/>
              <a:t>Dans un monde de plus en plus connecté, les cybermenaces ne cessent de croître. </a:t>
            </a:r>
          </a:p>
          <a:p>
            <a:pPr marL="0" indent="0">
              <a:lnSpc>
                <a:spcPct val="150000"/>
              </a:lnSpc>
              <a:buFont typeface="Karla"/>
              <a:buNone/>
            </a:pPr>
            <a:r>
              <a:rPr lang="fr-FR" dirty="0"/>
              <a:t>Les entreprises et administrations doivent renforcer la sécurité de leurs systèmes d’information pour garantir la confidentialité, l’intégrité et la disponibilité des données. </a:t>
            </a:r>
          </a:p>
          <a:p>
            <a:pPr marL="0" indent="0">
              <a:lnSpc>
                <a:spcPct val="150000"/>
              </a:lnSpc>
              <a:buFont typeface="Karla"/>
              <a:buNone/>
            </a:pPr>
            <a:endParaRPr lang="fr-FR" dirty="0"/>
          </a:p>
          <a:p>
            <a:pPr marL="0" indent="0">
              <a:lnSpc>
                <a:spcPct val="150000"/>
              </a:lnSpc>
              <a:buFont typeface="Karla"/>
              <a:buNone/>
            </a:pPr>
            <a:r>
              <a:rPr lang="fr-FR" dirty="0"/>
              <a:t>Actuellement la majorité des entreprises dépendent de leurs systèmes informatiques pour fonctionner. Donc cette dépendance entraine un risque accru des cyberattaques:</a:t>
            </a:r>
          </a:p>
          <a:p>
            <a:pPr marL="285750" indent="-285750">
              <a:lnSpc>
                <a:spcPct val="150000"/>
              </a:lnSpc>
              <a:buFont typeface="Wingdings" panose="05000000000000000000" pitchFamily="2" charset="2"/>
              <a:buChar char="v"/>
            </a:pPr>
            <a:r>
              <a:rPr lang="fr-FR" dirty="0"/>
              <a:t>Vol de données confidentielles</a:t>
            </a:r>
          </a:p>
          <a:p>
            <a:pPr marL="285750" indent="-285750">
              <a:lnSpc>
                <a:spcPct val="150000"/>
              </a:lnSpc>
              <a:buFont typeface="Wingdings" panose="05000000000000000000" pitchFamily="2" charset="2"/>
              <a:buChar char="v"/>
            </a:pPr>
            <a:r>
              <a:rPr lang="fr-FR" dirty="0"/>
              <a:t>Infection par des malwares</a:t>
            </a:r>
          </a:p>
          <a:p>
            <a:pPr marL="285750" indent="-285750">
              <a:lnSpc>
                <a:spcPct val="150000"/>
              </a:lnSpc>
              <a:buFont typeface="Wingdings" panose="05000000000000000000" pitchFamily="2" charset="2"/>
              <a:buChar char="v"/>
            </a:pPr>
            <a:r>
              <a:rPr lang="fr-FR" dirty="0"/>
              <a:t>Sabotage ou espionnage industriel</a:t>
            </a:r>
          </a:p>
          <a:p>
            <a:pPr marL="0" indent="0">
              <a:lnSpc>
                <a:spcPct val="150000"/>
              </a:lnSpc>
              <a:buNone/>
            </a:pPr>
            <a:r>
              <a:rPr lang="fr-FR" dirty="0"/>
              <a:t>Les postes de travail, des mots de passes, les services informatiques et la journalisation sont les quatre piliers essentiels pour assurer la sécurité du système d’information.</a:t>
            </a:r>
          </a:p>
        </p:txBody>
      </p:sp>
      <p:sp>
        <p:nvSpPr>
          <p:cNvPr id="31" name="ZoneTexte 30"/>
          <p:cNvSpPr txBox="1"/>
          <p:nvPr/>
        </p:nvSpPr>
        <p:spPr>
          <a:xfrm>
            <a:off x="8659292" y="4677860"/>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2" name="Image 1">
            <a:extLst>
              <a:ext uri="{FF2B5EF4-FFF2-40B4-BE49-F238E27FC236}">
                <a16:creationId xmlns:a16="http://schemas.microsoft.com/office/drawing/2014/main" id="{75E69F11-87AF-469B-F496-BCACB6058841}"/>
              </a:ext>
            </a:extLst>
          </p:cNvPr>
          <p:cNvPicPr>
            <a:picLocks noChangeAspect="1"/>
          </p:cNvPicPr>
          <p:nvPr/>
        </p:nvPicPr>
        <p:blipFill>
          <a:blip r:embed="rId3"/>
          <a:stretch>
            <a:fillRect/>
          </a:stretch>
        </p:blipFill>
        <p:spPr>
          <a:xfrm>
            <a:off x="5194131" y="1576341"/>
            <a:ext cx="3877436" cy="2906001"/>
          </a:xfrm>
          <a:prstGeom prst="rect">
            <a:avLst/>
          </a:prstGeom>
        </p:spPr>
      </p:pic>
      <p:sp>
        <p:nvSpPr>
          <p:cNvPr id="482" name="Google Shape;482;p35"/>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grpSp>
        <p:nvGrpSpPr>
          <p:cNvPr id="484" name="Google Shape;484;p35"/>
          <p:cNvGrpSpPr/>
          <p:nvPr/>
        </p:nvGrpSpPr>
        <p:grpSpPr>
          <a:xfrm>
            <a:off x="8699757" y="487596"/>
            <a:ext cx="288601" cy="1096693"/>
            <a:chOff x="1006700" y="2603975"/>
            <a:chExt cx="55450" cy="210700"/>
          </a:xfrm>
        </p:grpSpPr>
        <p:sp>
          <p:nvSpPr>
            <p:cNvPr id="485" name="Google Shape;485;p3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p:cNvGrpSpPr/>
          <p:nvPr/>
        </p:nvGrpSpPr>
        <p:grpSpPr>
          <a:xfrm rot="5400000">
            <a:off x="726658" y="4376034"/>
            <a:ext cx="288601" cy="1096693"/>
            <a:chOff x="1006700" y="2603975"/>
            <a:chExt cx="55450" cy="210700"/>
          </a:xfrm>
        </p:grpSpPr>
        <p:sp>
          <p:nvSpPr>
            <p:cNvPr id="492" name="Google Shape;492;p35"/>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3" name="Google Shape;493;p35"/>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4" name="Google Shape;494;p35"/>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5" name="Google Shape;495;p35"/>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6" name="Google Shape;496;p35"/>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497" name="Google Shape;497;p35"/>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grpSp>
      <p:grpSp>
        <p:nvGrpSpPr>
          <p:cNvPr id="498" name="Google Shape;498;p35"/>
          <p:cNvGrpSpPr/>
          <p:nvPr/>
        </p:nvGrpSpPr>
        <p:grpSpPr>
          <a:xfrm>
            <a:off x="6842150" y="3421292"/>
            <a:ext cx="1178637" cy="1096691"/>
            <a:chOff x="827350" y="3629733"/>
            <a:chExt cx="1431600" cy="1332067"/>
          </a:xfrm>
        </p:grpSpPr>
        <p:sp>
          <p:nvSpPr>
            <p:cNvPr id="499" name="Google Shape;499;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p:cNvGrpSpPr/>
          <p:nvPr/>
        </p:nvGrpSpPr>
        <p:grpSpPr>
          <a:xfrm>
            <a:off x="8020787" y="4121033"/>
            <a:ext cx="781224" cy="726909"/>
            <a:chOff x="827350" y="3629733"/>
            <a:chExt cx="1431600" cy="1332067"/>
          </a:xfrm>
        </p:grpSpPr>
        <p:sp>
          <p:nvSpPr>
            <p:cNvPr id="503" name="Google Shape;503;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p:cNvGrpSpPr/>
          <p:nvPr/>
        </p:nvGrpSpPr>
        <p:grpSpPr>
          <a:xfrm>
            <a:off x="142093" y="220619"/>
            <a:ext cx="464268" cy="431989"/>
            <a:chOff x="827350" y="3629733"/>
            <a:chExt cx="1431600" cy="1332067"/>
          </a:xfrm>
        </p:grpSpPr>
        <p:sp>
          <p:nvSpPr>
            <p:cNvPr id="507" name="Google Shape;507;p35"/>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977AE0DF-6F76-BE45-B939-236FCA69B0EC}"/>
              </a:ext>
            </a:extLst>
          </p:cNvPr>
          <p:cNvSpPr txBox="1">
            <a:spLocks/>
          </p:cNvSpPr>
          <p:nvPr/>
        </p:nvSpPr>
        <p:spPr>
          <a:xfrm>
            <a:off x="760804" y="1198335"/>
            <a:ext cx="4664636" cy="36274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nSpc>
                <a:spcPct val="150000"/>
              </a:lnSpc>
              <a:buFont typeface="Karla"/>
              <a:buNone/>
            </a:pPr>
            <a:r>
              <a:rPr lang="fr-FR" dirty="0"/>
              <a:t>L</a:t>
            </a:r>
            <a:r>
              <a:rPr lang="en-US" dirty="0"/>
              <a:t>’</a:t>
            </a:r>
            <a:r>
              <a:rPr lang="en-US" dirty="0" err="1"/>
              <a:t>objectif</a:t>
            </a:r>
            <a:r>
              <a:rPr lang="en-US" dirty="0"/>
              <a:t> principal est de sensibiliser et de former les utilisateurs ainsi que les administrateurs informatiques aux bonnes pratiques de la sécurisation des systèmes d’information</a:t>
            </a:r>
            <a:r>
              <a:rPr lang="fr-FR" dirty="0"/>
              <a:t> </a:t>
            </a:r>
            <a:r>
              <a:rPr lang="en-US" dirty="0"/>
              <a:t>telles que : </a:t>
            </a:r>
          </a:p>
          <a:p>
            <a:pPr marL="285750" indent="-285750">
              <a:lnSpc>
                <a:spcPct val="150000"/>
              </a:lnSpc>
              <a:buFont typeface="Wingdings" panose="05000000000000000000" pitchFamily="2" charset="2"/>
              <a:buChar char="v"/>
            </a:pPr>
            <a:r>
              <a:rPr lang="en-US" dirty="0"/>
              <a:t>Sensibiliser aux enjeux de la sécurite informatique.</a:t>
            </a:r>
          </a:p>
          <a:p>
            <a:pPr marL="285750" indent="-285750">
              <a:lnSpc>
                <a:spcPct val="150000"/>
              </a:lnSpc>
              <a:buFont typeface="Wingdings" panose="05000000000000000000" pitchFamily="2" charset="2"/>
              <a:buChar char="v"/>
            </a:pPr>
            <a:r>
              <a:rPr lang="en-US" dirty="0"/>
              <a:t>Identifier les principals vulnerabilities des </a:t>
            </a:r>
            <a:r>
              <a:rPr lang="en-US" dirty="0" err="1"/>
              <a:t>postes</a:t>
            </a:r>
            <a:r>
              <a:rPr lang="en-US" dirty="0"/>
              <a:t>, mots de passe et services.</a:t>
            </a:r>
          </a:p>
          <a:p>
            <a:pPr marL="285750" indent="-285750">
              <a:lnSpc>
                <a:spcPct val="150000"/>
              </a:lnSpc>
              <a:buFont typeface="Wingdings" panose="05000000000000000000" pitchFamily="2" charset="2"/>
              <a:buChar char="v"/>
            </a:pPr>
            <a:r>
              <a:rPr lang="en-US" dirty="0"/>
              <a:t>Proposer ds mesures concretes de prévention et de protection.</a:t>
            </a:r>
          </a:p>
          <a:p>
            <a:pPr marL="285750" indent="-285750">
              <a:lnSpc>
                <a:spcPct val="150000"/>
              </a:lnSpc>
              <a:buFont typeface="Wingdings" panose="05000000000000000000" pitchFamily="2" charset="2"/>
              <a:buChar char="v"/>
            </a:pPr>
            <a:r>
              <a:rPr lang="en-US" dirty="0"/>
              <a:t>Mettre en amont le role crucial de la journalisation dans le suivi et l’analyse des incidents</a:t>
            </a:r>
            <a:r>
              <a:rPr lang="fr-FR" dirty="0"/>
              <a:t>.</a:t>
            </a:r>
            <a:endParaRPr lang="en-US" dirty="0"/>
          </a:p>
        </p:txBody>
      </p:sp>
      <p:sp>
        <p:nvSpPr>
          <p:cNvPr id="31" name="ZoneTexte 30"/>
          <p:cNvSpPr txBox="1"/>
          <p:nvPr/>
        </p:nvSpPr>
        <p:spPr>
          <a:xfrm>
            <a:off x="8618011" y="4665828"/>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4</a:t>
            </a:r>
          </a:p>
        </p:txBody>
      </p:sp>
    </p:spTree>
    <p:extLst>
      <p:ext uri="{BB962C8B-B14F-4D97-AF65-F5344CB8AC3E}">
        <p14:creationId xmlns:p14="http://schemas.microsoft.com/office/powerpoint/2010/main" val="2735475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0" fill="hold"/>
                                        <p:tgtEl>
                                          <p:spTgt spid="2"/>
                                        </p:tgtEl>
                                        <p:attrNameLst>
                                          <p:attrName>ppt_x</p:attrName>
                                        </p:attrNameLst>
                                      </p:cBhvr>
                                      <p:tavLst>
                                        <p:tav tm="0">
                                          <p:val>
                                            <p:strVal val="#ppt_x"/>
                                          </p:val>
                                        </p:tav>
                                        <p:tav tm="100000">
                                          <p:val>
                                            <p:strVal val="#ppt_x"/>
                                          </p:val>
                                        </p:tav>
                                      </p:tavLst>
                                    </p:anim>
                                    <p:anim calcmode="lin" valueType="num">
                                      <p:cBhvr additive="base">
                                        <p:cTn id="8" dur="1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4" name="Image 3">
            <a:extLst>
              <a:ext uri="{FF2B5EF4-FFF2-40B4-BE49-F238E27FC236}">
                <a16:creationId xmlns:a16="http://schemas.microsoft.com/office/drawing/2014/main" id="{D05CF058-B505-91E9-F867-4822E3751A12}"/>
              </a:ext>
            </a:extLst>
          </p:cNvPr>
          <p:cNvPicPr>
            <a:picLocks noChangeAspect="1"/>
          </p:cNvPicPr>
          <p:nvPr/>
        </p:nvPicPr>
        <p:blipFill>
          <a:blip r:embed="rId3"/>
          <a:stretch>
            <a:fillRect/>
          </a:stretch>
        </p:blipFill>
        <p:spPr>
          <a:xfrm>
            <a:off x="6663530" y="3469834"/>
            <a:ext cx="1376887" cy="1376887"/>
          </a:xfrm>
          <a:prstGeom prst="rect">
            <a:avLst/>
          </a:prstGeom>
        </p:spPr>
      </p:pic>
      <p:sp>
        <p:nvSpPr>
          <p:cNvPr id="538" name="Google Shape;538;p36"/>
          <p:cNvSpPr/>
          <p:nvPr/>
        </p:nvSpPr>
        <p:spPr>
          <a:xfrm>
            <a:off x="971400" y="975300"/>
            <a:ext cx="7201200" cy="31929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6"/>
          <p:cNvSpPr txBox="1">
            <a:spLocks noGrp="1"/>
          </p:cNvSpPr>
          <p:nvPr>
            <p:ph type="subTitle" idx="1"/>
          </p:nvPr>
        </p:nvSpPr>
        <p:spPr>
          <a:xfrm>
            <a:off x="1485900" y="1426904"/>
            <a:ext cx="6172200" cy="1915879"/>
          </a:xfrm>
          <a:prstGeom prst="rect">
            <a:avLst/>
          </a:prstGeom>
        </p:spPr>
        <p:txBody>
          <a:bodyPr spcFirstLastPara="1" wrap="square" lIns="91425" tIns="91425" rIns="91425" bIns="91425" anchor="b" anchorCtr="0">
            <a:noAutofit/>
          </a:bodyPr>
          <a:lstStyle/>
          <a:p>
            <a:pPr marL="0" lvl="0" indent="0" algn="r" rtl="0">
              <a:lnSpc>
                <a:spcPct val="150000"/>
              </a:lnSpc>
              <a:spcBef>
                <a:spcPts val="0"/>
              </a:spcBef>
              <a:spcAft>
                <a:spcPts val="0"/>
              </a:spcAft>
              <a:buNone/>
            </a:pPr>
            <a:r>
              <a:rPr lang="en" sz="2000" dirty="0"/>
              <a:t>En 2021, l’entreprise </a:t>
            </a:r>
            <a:r>
              <a:rPr lang="en" sz="2000" b="1" dirty="0"/>
              <a:t>Colonial Pipeline (USA) </a:t>
            </a:r>
            <a:r>
              <a:rPr lang="en" sz="2000" dirty="0"/>
              <a:t>a </a:t>
            </a:r>
            <a:r>
              <a:rPr lang="fr-FR" sz="2000" dirty="0"/>
              <a:t>é</a:t>
            </a:r>
            <a:r>
              <a:rPr lang="en" sz="2000" dirty="0"/>
              <a:t>té paralysée pendant plusieurs jours à cause d’un simple mot de passe compromis, entrainant des pertes de plusieurs millions de dollars.</a:t>
            </a:r>
            <a:endParaRPr dirty="0"/>
          </a:p>
        </p:txBody>
      </p:sp>
      <p:grpSp>
        <p:nvGrpSpPr>
          <p:cNvPr id="541" name="Google Shape;541;p36"/>
          <p:cNvGrpSpPr/>
          <p:nvPr/>
        </p:nvGrpSpPr>
        <p:grpSpPr>
          <a:xfrm>
            <a:off x="424632" y="3695521"/>
            <a:ext cx="288601" cy="1096693"/>
            <a:chOff x="1006700" y="2603975"/>
            <a:chExt cx="55450" cy="210700"/>
          </a:xfrm>
        </p:grpSpPr>
        <p:sp>
          <p:nvSpPr>
            <p:cNvPr id="542" name="Google Shape;542;p3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p36"/>
          <p:cNvGrpSpPr/>
          <p:nvPr/>
        </p:nvGrpSpPr>
        <p:grpSpPr>
          <a:xfrm>
            <a:off x="7351974" y="351277"/>
            <a:ext cx="1178637" cy="1096691"/>
            <a:chOff x="827350" y="3629733"/>
            <a:chExt cx="1431600" cy="1332067"/>
          </a:xfrm>
        </p:grpSpPr>
        <p:sp>
          <p:nvSpPr>
            <p:cNvPr id="549" name="Google Shape;549;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6"/>
          <p:cNvGrpSpPr/>
          <p:nvPr/>
        </p:nvGrpSpPr>
        <p:grpSpPr>
          <a:xfrm>
            <a:off x="7916327" y="1616596"/>
            <a:ext cx="781224" cy="726909"/>
            <a:chOff x="827350" y="3629733"/>
            <a:chExt cx="1431600" cy="1332067"/>
          </a:xfrm>
        </p:grpSpPr>
        <p:sp>
          <p:nvSpPr>
            <p:cNvPr id="553" name="Google Shape;553;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6"/>
          <p:cNvGrpSpPr/>
          <p:nvPr/>
        </p:nvGrpSpPr>
        <p:grpSpPr>
          <a:xfrm>
            <a:off x="6235139" y="539499"/>
            <a:ext cx="637062" cy="592770"/>
            <a:chOff x="827350" y="3629733"/>
            <a:chExt cx="1431600" cy="1332067"/>
          </a:xfrm>
        </p:grpSpPr>
        <p:sp>
          <p:nvSpPr>
            <p:cNvPr id="557" name="Google Shape;557;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6"/>
          <p:cNvGrpSpPr/>
          <p:nvPr/>
        </p:nvGrpSpPr>
        <p:grpSpPr>
          <a:xfrm>
            <a:off x="6886468" y="329561"/>
            <a:ext cx="451240" cy="419868"/>
            <a:chOff x="827350" y="3629733"/>
            <a:chExt cx="1431600" cy="1332067"/>
          </a:xfrm>
        </p:grpSpPr>
        <p:sp>
          <p:nvSpPr>
            <p:cNvPr id="561" name="Google Shape;561;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ZoneTexte 27"/>
          <p:cNvSpPr txBox="1"/>
          <p:nvPr/>
        </p:nvSpPr>
        <p:spPr>
          <a:xfrm>
            <a:off x="8422656" y="4592159"/>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D9CE5D39-A792-EA0F-2887-7D03A094C0E6}"/>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AA53AA71-617F-59CE-6989-76C01B7E5D1E}"/>
              </a:ext>
            </a:extLst>
          </p:cNvPr>
          <p:cNvSpPr/>
          <p:nvPr/>
        </p:nvSpPr>
        <p:spPr>
          <a:xfrm>
            <a:off x="1743889" y="1725764"/>
            <a:ext cx="2300161" cy="1691973"/>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p>
        </p:txBody>
      </p:sp>
      <p:sp>
        <p:nvSpPr>
          <p:cNvPr id="397" name="Google Shape;397;p33">
            <a:extLst>
              <a:ext uri="{FF2B5EF4-FFF2-40B4-BE49-F238E27FC236}">
                <a16:creationId xmlns:a16="http://schemas.microsoft.com/office/drawing/2014/main" id="{2A8A69F7-33E5-0945-246C-989C64DFE896}"/>
              </a:ext>
            </a:extLst>
          </p:cNvPr>
          <p:cNvSpPr txBox="1">
            <a:spLocks noGrp="1"/>
          </p:cNvSpPr>
          <p:nvPr>
            <p:ph type="title"/>
          </p:nvPr>
        </p:nvSpPr>
        <p:spPr>
          <a:xfrm>
            <a:off x="2772828" y="3873362"/>
            <a:ext cx="3593498" cy="48687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Sécurite des postes</a:t>
            </a:r>
            <a:endParaRPr sz="3200" dirty="0"/>
          </a:p>
        </p:txBody>
      </p:sp>
      <p:sp>
        <p:nvSpPr>
          <p:cNvPr id="399" name="Google Shape;399;p33">
            <a:extLst>
              <a:ext uri="{FF2B5EF4-FFF2-40B4-BE49-F238E27FC236}">
                <a16:creationId xmlns:a16="http://schemas.microsoft.com/office/drawing/2014/main" id="{74A9A9B6-5C10-E3D9-6B5B-07B3CEE3CF4B}"/>
              </a:ext>
            </a:extLst>
          </p:cNvPr>
          <p:cNvSpPr txBox="1">
            <a:spLocks noGrp="1"/>
          </p:cNvSpPr>
          <p:nvPr>
            <p:ph type="title" idx="2"/>
          </p:nvPr>
        </p:nvSpPr>
        <p:spPr>
          <a:xfrm>
            <a:off x="2029519" y="1977450"/>
            <a:ext cx="1728900" cy="11886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7200" b="1" dirty="0"/>
              <a:t>02</a:t>
            </a:r>
            <a:endParaRPr sz="7200" b="1" dirty="0"/>
          </a:p>
        </p:txBody>
      </p:sp>
      <p:grpSp>
        <p:nvGrpSpPr>
          <p:cNvPr id="400" name="Google Shape;400;p33">
            <a:extLst>
              <a:ext uri="{FF2B5EF4-FFF2-40B4-BE49-F238E27FC236}">
                <a16:creationId xmlns:a16="http://schemas.microsoft.com/office/drawing/2014/main" id="{8279FBBB-0437-8925-748B-E63AB3BFFD58}"/>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46447583-C3D9-BAB3-2BE7-A59AE8D8D2E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089FC7E4-300D-091E-789C-4194A3B23D1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D20A94A2-F6B1-0C01-9185-2DF75F632E12}"/>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8DDCD88D-E537-C049-8B64-FC1B0EDA036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90CF8EAD-10AB-7804-65FE-84128F722B4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FF47EC61-C6FD-651A-8C58-6B6C545C87E5}"/>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4826BBCE-D0ED-532B-E16C-E2F7710BF835}"/>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06C0E984-4352-2A9C-F55F-4D4DA3BD5F9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326F0284-CC95-7081-CF85-58527E64433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3C4717A6-7A0E-4184-B8F3-A83B2AE01CD3}"/>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AD1D3761-BF91-94F4-4C5A-71E4BE86617B}"/>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9DA53D33-01E5-F96F-0FCC-CABB403B2C5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69E4E2AD-D103-B93C-0133-A97132751EA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986A9E62-9CE1-6140-CD75-27E22803B65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04E0D5D1-3D24-E903-3228-4AAFF016694D}"/>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8A638335-4BB6-E986-14CC-7B7B14895BE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2DBFAE12-E756-CB24-A7C8-6369AFE8FD0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76FD9FB4-B3D7-F876-AEE6-D8F1CB9F512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AC0AF5A0-61AB-4A8F-7B3B-493C6A536F38}"/>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FA4D22EF-FA02-0E5C-D6FD-D8D584A3304B}"/>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74D1028A-7281-49D3-F651-52BBA7B87E4C}"/>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5C1E79DB-13CF-1A10-2FBC-064146DFB73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A99A6FB7-FBBE-1599-B15F-6D7724A51D19}"/>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3250C28C-6FFF-D7DB-F0C7-181F622F462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404BFDB2-978F-104E-11BC-0C0349CA64E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264D60B4-936F-8FFE-D67F-B293436B7BC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33853F96-9E2A-6D1C-8517-B3B2EFA2CC73}"/>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9121F4F4-C5C8-1F23-47AE-458573570B5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015C8C92-5287-7CFB-131B-E197F37CA95F}"/>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D0FBC235-6045-ACE7-AA8D-B87BE2357CA9}"/>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7124EEC4-5266-00A5-FAEA-963E27A87EF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CF61A451-AA0F-2B71-17BC-5E627CDB3E4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A918045C-7D6A-05E0-1FC6-213E0A526757}"/>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422656" y="4592159"/>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6</a:t>
            </a:r>
          </a:p>
        </p:txBody>
      </p:sp>
      <p:pic>
        <p:nvPicPr>
          <p:cNvPr id="2" name="Image 1">
            <a:extLst>
              <a:ext uri="{FF2B5EF4-FFF2-40B4-BE49-F238E27FC236}">
                <a16:creationId xmlns:a16="http://schemas.microsoft.com/office/drawing/2014/main" id="{B972CB87-EFBD-48BA-BD2C-A115A402B116}"/>
              </a:ext>
            </a:extLst>
          </p:cNvPr>
          <p:cNvPicPr>
            <a:picLocks noChangeAspect="1"/>
          </p:cNvPicPr>
          <p:nvPr/>
        </p:nvPicPr>
        <p:blipFill>
          <a:blip r:embed="rId3"/>
          <a:stretch>
            <a:fillRect/>
          </a:stretch>
        </p:blipFill>
        <p:spPr>
          <a:xfrm>
            <a:off x="4888431" y="1725764"/>
            <a:ext cx="1691973" cy="1691973"/>
          </a:xfrm>
          <a:prstGeom prst="rect">
            <a:avLst/>
          </a:prstGeom>
        </p:spPr>
      </p:pic>
    </p:spTree>
    <p:extLst>
      <p:ext uri="{BB962C8B-B14F-4D97-AF65-F5344CB8AC3E}">
        <p14:creationId xmlns:p14="http://schemas.microsoft.com/office/powerpoint/2010/main" val="222557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0380E3AC-BC67-69F8-122E-C6372FB18BB2}"/>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82CF8D1E-6C80-961D-F2C2-5ECFD209B852}"/>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0DF62DCC-3A88-089D-1455-F578D9F32365}"/>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Sécurite des postes</a:t>
            </a:r>
            <a:endParaRPr dirty="0"/>
          </a:p>
        </p:txBody>
      </p:sp>
      <p:grpSp>
        <p:nvGrpSpPr>
          <p:cNvPr id="484" name="Google Shape;484;p35">
            <a:extLst>
              <a:ext uri="{FF2B5EF4-FFF2-40B4-BE49-F238E27FC236}">
                <a16:creationId xmlns:a16="http://schemas.microsoft.com/office/drawing/2014/main" id="{A216A36E-9C3A-D63B-F93D-1DEC11D9D9F1}"/>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9BB6B4E8-1500-5837-25A8-C8AB008775F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57E3D469-5529-6D94-DD90-904900D8921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BB9125F3-9032-AB1D-A906-07D5A27B2773}"/>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D5AF271E-C74B-AF73-8415-52D7A4E0A26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AF565636-70F9-5C19-7D13-081D3EAC92ED}"/>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C27ECA33-91BE-6D31-659D-4381ECA0ABF5}"/>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D90BBB6A-9319-D778-33BB-70CC682EA0F3}"/>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E08BAF74-B641-BB93-AFD3-669A42A3DC5A}"/>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4E54C11B-6FC6-8EE1-61E3-E72C618D5CCA}"/>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CCFE353A-7065-CC8A-8E30-3E478BCE6F2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CBBCC781-C17C-32D0-87AA-8C8B1AF9E9C8}"/>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8B11D34F-0B80-9CC5-43D5-ED35BC9D741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5CAC9A69-BC28-A418-19C9-2224E01B9DDA}"/>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7B4A3493-9889-2531-4640-A6A3A2BF4DC3}"/>
              </a:ext>
            </a:extLst>
          </p:cNvPr>
          <p:cNvGrpSpPr/>
          <p:nvPr/>
        </p:nvGrpSpPr>
        <p:grpSpPr>
          <a:xfrm>
            <a:off x="7375508" y="3166619"/>
            <a:ext cx="1178637" cy="1096691"/>
            <a:chOff x="827350" y="3629733"/>
            <a:chExt cx="1431600" cy="1332067"/>
          </a:xfrm>
        </p:grpSpPr>
        <p:sp>
          <p:nvSpPr>
            <p:cNvPr id="499" name="Google Shape;499;p35">
              <a:extLst>
                <a:ext uri="{FF2B5EF4-FFF2-40B4-BE49-F238E27FC236}">
                  <a16:creationId xmlns:a16="http://schemas.microsoft.com/office/drawing/2014/main" id="{1107829D-4666-7CE4-5DA5-3457358AA51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B023FEDE-133B-1886-FDF4-C2CDC388259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F55C7375-3CEF-616C-B46F-401B26181FA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64043EFD-DE3F-DCE0-83BC-CA7D00414D02}"/>
              </a:ext>
            </a:extLst>
          </p:cNvPr>
          <p:cNvGrpSpPr/>
          <p:nvPr/>
        </p:nvGrpSpPr>
        <p:grpSpPr>
          <a:xfrm>
            <a:off x="8317312" y="3956320"/>
            <a:ext cx="781224" cy="726909"/>
            <a:chOff x="827350" y="3629733"/>
            <a:chExt cx="1431600" cy="1332067"/>
          </a:xfrm>
        </p:grpSpPr>
        <p:sp>
          <p:nvSpPr>
            <p:cNvPr id="503" name="Google Shape;503;p35">
              <a:extLst>
                <a:ext uri="{FF2B5EF4-FFF2-40B4-BE49-F238E27FC236}">
                  <a16:creationId xmlns:a16="http://schemas.microsoft.com/office/drawing/2014/main" id="{38E4D764-2F1D-39BB-4767-8DA034E9A60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2ED80862-DCE4-0860-697A-8CC249E7B3A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5B77327A-724E-0A13-7BBA-05A3E7780B0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27AEB261-4BDD-A1EB-71FC-FE0584BB6FEE}"/>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E0020EB5-C047-4C17-7BD9-47E892D660CC}"/>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CE6FA5E9-C5C7-3EAF-08D2-A8B6967E320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A05AEA49-2175-0948-4778-079AE33CE90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F463B7ED-ADCA-CB00-89C9-0B4B657FDDDA}"/>
              </a:ext>
            </a:extLst>
          </p:cNvPr>
          <p:cNvSpPr txBox="1">
            <a:spLocks/>
          </p:cNvSpPr>
          <p:nvPr/>
        </p:nvSpPr>
        <p:spPr>
          <a:xfrm>
            <a:off x="713225" y="1248022"/>
            <a:ext cx="7704000" cy="2952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nSpc>
                <a:spcPct val="150000"/>
              </a:lnSpc>
              <a:buFont typeface="Karla"/>
              <a:buNone/>
            </a:pPr>
            <a:r>
              <a:rPr lang="fr-FR" dirty="0"/>
              <a:t>Le poste de travail représente le point d’entrée de l’utilisateur vers le réseau de l’entreprise. </a:t>
            </a:r>
          </a:p>
          <a:p>
            <a:pPr marL="0" indent="0">
              <a:lnSpc>
                <a:spcPct val="150000"/>
              </a:lnSpc>
              <a:buFont typeface="Karla"/>
              <a:buNone/>
            </a:pPr>
            <a:r>
              <a:rPr lang="fr-FR" dirty="0"/>
              <a:t>S’il est mal sécurisé, il devient une porte ouverte aux attaques (virus, ransomwares, vol de données).</a:t>
            </a:r>
          </a:p>
          <a:p>
            <a:pPr marL="0" indent="0">
              <a:lnSpc>
                <a:spcPct val="150000"/>
              </a:lnSpc>
              <a:buFont typeface="Karla"/>
              <a:buNone/>
            </a:pPr>
            <a:r>
              <a:rPr lang="fr-FR" dirty="0"/>
              <a:t>La protection des données consiste à surveiller et protéger les postes contre les cybermenaces. Les postes protégés comprennent les ordinateurs portables, les ordinateurs de bureau, smartphone et les tablettes électroniques.</a:t>
            </a:r>
          </a:p>
          <a:p>
            <a:pPr marL="0" indent="0">
              <a:lnSpc>
                <a:spcPct val="150000"/>
              </a:lnSpc>
              <a:buFont typeface="Karla"/>
              <a:buNone/>
            </a:pPr>
            <a:r>
              <a:rPr lang="fr-FR" dirty="0"/>
              <a:t>Pour garantir la sécurité des postes de travail, des mesures fortes et efficaces s'imposent à savoir </a:t>
            </a:r>
            <a:r>
              <a:rPr lang="en-US" dirty="0"/>
              <a:t>: </a:t>
            </a:r>
          </a:p>
        </p:txBody>
      </p:sp>
      <p:sp>
        <p:nvSpPr>
          <p:cNvPr id="31" name="ZoneTexte 30"/>
          <p:cNvSpPr txBox="1"/>
          <p:nvPr/>
        </p:nvSpPr>
        <p:spPr>
          <a:xfrm>
            <a:off x="8488905" y="4715347"/>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7</a:t>
            </a:r>
          </a:p>
        </p:txBody>
      </p:sp>
    </p:spTree>
    <p:extLst>
      <p:ext uri="{BB962C8B-B14F-4D97-AF65-F5344CB8AC3E}">
        <p14:creationId xmlns:p14="http://schemas.microsoft.com/office/powerpoint/2010/main" val="243183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BBC920-3B42-DE17-0BCF-A5B6C0805A1A}"/>
              </a:ext>
            </a:extLst>
          </p:cNvPr>
          <p:cNvSpPr>
            <a:spLocks noGrp="1"/>
          </p:cNvSpPr>
          <p:nvPr>
            <p:ph type="title"/>
          </p:nvPr>
        </p:nvSpPr>
        <p:spPr>
          <a:xfrm rot="-1114">
            <a:off x="718220" y="1254112"/>
            <a:ext cx="2778300" cy="439097"/>
          </a:xfrm>
        </p:spPr>
        <p:txBody>
          <a:bodyPr/>
          <a:lstStyle/>
          <a:p>
            <a:r>
              <a:rPr lang="en-US" sz="1600" dirty="0"/>
              <a:t>M</a:t>
            </a:r>
            <a:r>
              <a:rPr lang="fr-FR" sz="1600" dirty="0"/>
              <a:t>e</a:t>
            </a:r>
            <a:r>
              <a:rPr lang="en-US" sz="1600" dirty="0"/>
              <a:t>sures pratiques</a:t>
            </a:r>
            <a:endParaRPr lang="fr-FR" sz="1600" dirty="0"/>
          </a:p>
        </p:txBody>
      </p:sp>
      <p:sp>
        <p:nvSpPr>
          <p:cNvPr id="3" name="Sous-titre 2">
            <a:extLst>
              <a:ext uri="{FF2B5EF4-FFF2-40B4-BE49-F238E27FC236}">
                <a16:creationId xmlns:a16="http://schemas.microsoft.com/office/drawing/2014/main" id="{365BD329-B4BC-9C1A-049B-48939B1E6327}"/>
              </a:ext>
            </a:extLst>
          </p:cNvPr>
          <p:cNvSpPr>
            <a:spLocks noGrp="1"/>
          </p:cNvSpPr>
          <p:nvPr>
            <p:ph type="subTitle" idx="1"/>
          </p:nvPr>
        </p:nvSpPr>
        <p:spPr>
          <a:xfrm rot="371">
            <a:off x="804612" y="1693809"/>
            <a:ext cx="2778300" cy="2988728"/>
          </a:xfrm>
        </p:spPr>
        <p:txBody>
          <a:bodyPr/>
          <a:lstStyle/>
          <a:p>
            <a:pPr marL="285750" indent="-285750">
              <a:buFont typeface="Wingdings" panose="05000000000000000000" pitchFamily="2" charset="2"/>
              <a:buChar char="v"/>
            </a:pPr>
            <a:r>
              <a:rPr lang="fr-FR" dirty="0"/>
              <a:t>Mise à jour régulière du système d’exploitation et des applications.</a:t>
            </a:r>
          </a:p>
          <a:p>
            <a:pPr marL="285750" indent="-285750">
              <a:buFont typeface="Wingdings" panose="05000000000000000000" pitchFamily="2" charset="2"/>
              <a:buChar char="v"/>
            </a:pPr>
            <a:r>
              <a:rPr lang="fr-FR" dirty="0"/>
              <a:t>Installation d’un antivirus et d’un pare-feu.</a:t>
            </a:r>
          </a:p>
          <a:p>
            <a:pPr marL="285750" indent="-285750">
              <a:buFont typeface="Wingdings" panose="05000000000000000000" pitchFamily="2" charset="2"/>
              <a:buChar char="v"/>
            </a:pPr>
            <a:r>
              <a:rPr lang="fr-FR" dirty="0"/>
              <a:t>Utilisation du chiffrement de disque.</a:t>
            </a:r>
          </a:p>
          <a:p>
            <a:pPr marL="285750" indent="-285750">
              <a:buFont typeface="Wingdings" panose="05000000000000000000" pitchFamily="2" charset="2"/>
              <a:buChar char="v"/>
            </a:pPr>
            <a:r>
              <a:rPr lang="fr-FR" dirty="0"/>
              <a:t>Blocage automatique après inactivité.</a:t>
            </a:r>
          </a:p>
          <a:p>
            <a:pPr marL="285750" indent="-285750">
              <a:buFont typeface="Wingdings" panose="05000000000000000000" pitchFamily="2" charset="2"/>
              <a:buChar char="v"/>
            </a:pPr>
            <a:r>
              <a:rPr lang="fr-FR" dirty="0"/>
              <a:t>Désactivation des ports inutiles.</a:t>
            </a:r>
          </a:p>
          <a:p>
            <a:pPr marL="285750" indent="-285750">
              <a:buFont typeface="Wingdings" panose="05000000000000000000" pitchFamily="2" charset="2"/>
              <a:buChar char="v"/>
            </a:pPr>
            <a:r>
              <a:rPr lang="fr-FR" dirty="0"/>
              <a:t>Utilisation de VPN pour les connexions externes</a:t>
            </a:r>
          </a:p>
        </p:txBody>
      </p:sp>
      <p:sp>
        <p:nvSpPr>
          <p:cNvPr id="6" name="Titre 5">
            <a:extLst>
              <a:ext uri="{FF2B5EF4-FFF2-40B4-BE49-F238E27FC236}">
                <a16:creationId xmlns:a16="http://schemas.microsoft.com/office/drawing/2014/main" id="{7F129A4C-5022-6056-0EBD-5D6115B0E42E}"/>
              </a:ext>
            </a:extLst>
          </p:cNvPr>
          <p:cNvSpPr>
            <a:spLocks noGrp="1"/>
          </p:cNvSpPr>
          <p:nvPr>
            <p:ph type="title" idx="4"/>
          </p:nvPr>
        </p:nvSpPr>
        <p:spPr>
          <a:xfrm>
            <a:off x="5103702" y="1248336"/>
            <a:ext cx="3318954" cy="450647"/>
          </a:xfrm>
        </p:spPr>
        <p:txBody>
          <a:bodyPr/>
          <a:lstStyle/>
          <a:p>
            <a:r>
              <a:rPr lang="en-US" sz="1600" dirty="0"/>
              <a:t>Mesures organisationnelles</a:t>
            </a:r>
            <a:endParaRPr lang="fr-FR" sz="1600" dirty="0"/>
          </a:p>
        </p:txBody>
      </p:sp>
      <p:sp>
        <p:nvSpPr>
          <p:cNvPr id="7" name="Sous-titre 6">
            <a:extLst>
              <a:ext uri="{FF2B5EF4-FFF2-40B4-BE49-F238E27FC236}">
                <a16:creationId xmlns:a16="http://schemas.microsoft.com/office/drawing/2014/main" id="{D2D633EF-24BA-7A75-A66A-4D9D1EDA1176}"/>
              </a:ext>
            </a:extLst>
          </p:cNvPr>
          <p:cNvSpPr>
            <a:spLocks noGrp="1"/>
          </p:cNvSpPr>
          <p:nvPr>
            <p:ph type="subTitle" idx="5"/>
          </p:nvPr>
        </p:nvSpPr>
        <p:spPr>
          <a:xfrm>
            <a:off x="5454248" y="1693659"/>
            <a:ext cx="2778300" cy="2515950"/>
          </a:xfrm>
        </p:spPr>
        <p:txBody>
          <a:bodyPr/>
          <a:lstStyle/>
          <a:p>
            <a:pPr marL="425450" indent="-285750">
              <a:lnSpc>
                <a:spcPct val="150000"/>
              </a:lnSpc>
              <a:buFont typeface="Wingdings" panose="05000000000000000000" pitchFamily="2" charset="2"/>
              <a:buChar char="v"/>
            </a:pPr>
            <a:r>
              <a:rPr lang="fr-FR" sz="1400" dirty="0">
                <a:latin typeface="Karla" panose="020F0502020204030204" pitchFamily="2" charset="0"/>
              </a:rPr>
              <a:t>Sensibilisation du personnel.</a:t>
            </a:r>
          </a:p>
          <a:p>
            <a:pPr marL="425450" indent="-285750">
              <a:lnSpc>
                <a:spcPct val="150000"/>
              </a:lnSpc>
              <a:buFont typeface="Wingdings" panose="05000000000000000000" pitchFamily="2" charset="2"/>
              <a:buChar char="v"/>
            </a:pPr>
            <a:r>
              <a:rPr lang="fr-FR" sz="1400" dirty="0">
                <a:latin typeface="Karla" panose="020F0502020204030204" pitchFamily="2" charset="0"/>
              </a:rPr>
              <a:t>Application du principe du moindre privilège.</a:t>
            </a:r>
          </a:p>
          <a:p>
            <a:pPr marL="425450" indent="-285750">
              <a:lnSpc>
                <a:spcPct val="150000"/>
              </a:lnSpc>
              <a:buFont typeface="Wingdings" panose="05000000000000000000" pitchFamily="2" charset="2"/>
              <a:buChar char="v"/>
            </a:pPr>
            <a:r>
              <a:rPr lang="fr-FR" sz="1400" dirty="0">
                <a:latin typeface="Karla" panose="020F0502020204030204" pitchFamily="2" charset="0"/>
              </a:rPr>
              <a:t>Charte informatique claire.</a:t>
            </a:r>
          </a:p>
          <a:p>
            <a:pPr marL="425450" indent="-285750">
              <a:lnSpc>
                <a:spcPct val="150000"/>
              </a:lnSpc>
              <a:buFont typeface="Wingdings" panose="05000000000000000000" pitchFamily="2" charset="2"/>
              <a:buChar char="v"/>
            </a:pPr>
            <a:r>
              <a:rPr lang="fr-FR" sz="1400" dirty="0">
                <a:latin typeface="Karla" panose="020F0502020204030204" pitchFamily="2" charset="0"/>
              </a:rPr>
              <a:t>Sauvegardes régulières.</a:t>
            </a:r>
            <a:endParaRPr lang="fr-FR" dirty="0"/>
          </a:p>
        </p:txBody>
      </p:sp>
      <p:pic>
        <p:nvPicPr>
          <p:cNvPr id="9" name="Image 8">
            <a:extLst>
              <a:ext uri="{FF2B5EF4-FFF2-40B4-BE49-F238E27FC236}">
                <a16:creationId xmlns:a16="http://schemas.microsoft.com/office/drawing/2014/main" id="{C84F6912-4FEC-D5D0-0FE1-6C66AAC374E3}"/>
              </a:ext>
            </a:extLst>
          </p:cNvPr>
          <p:cNvPicPr>
            <a:picLocks noChangeAspect="1"/>
          </p:cNvPicPr>
          <p:nvPr/>
        </p:nvPicPr>
        <p:blipFill>
          <a:blip r:embed="rId2"/>
          <a:stretch>
            <a:fillRect/>
          </a:stretch>
        </p:blipFill>
        <p:spPr>
          <a:xfrm>
            <a:off x="718149" y="354175"/>
            <a:ext cx="7718205" cy="749873"/>
          </a:xfrm>
          <a:prstGeom prst="rect">
            <a:avLst/>
          </a:prstGeom>
        </p:spPr>
      </p:pic>
      <p:grpSp>
        <p:nvGrpSpPr>
          <p:cNvPr id="10" name="Google Shape;484;p35">
            <a:extLst>
              <a:ext uri="{FF2B5EF4-FFF2-40B4-BE49-F238E27FC236}">
                <a16:creationId xmlns:a16="http://schemas.microsoft.com/office/drawing/2014/main" id="{CEDDDF6D-B510-4D0E-66A4-B10F8DCEBF0D}"/>
              </a:ext>
            </a:extLst>
          </p:cNvPr>
          <p:cNvGrpSpPr/>
          <p:nvPr/>
        </p:nvGrpSpPr>
        <p:grpSpPr>
          <a:xfrm>
            <a:off x="8663070" y="387615"/>
            <a:ext cx="288601" cy="1096693"/>
            <a:chOff x="1006700" y="2603975"/>
            <a:chExt cx="55450" cy="210700"/>
          </a:xfrm>
        </p:grpSpPr>
        <p:sp>
          <p:nvSpPr>
            <p:cNvPr id="11" name="Google Shape;485;p35">
              <a:extLst>
                <a:ext uri="{FF2B5EF4-FFF2-40B4-BE49-F238E27FC236}">
                  <a16:creationId xmlns:a16="http://schemas.microsoft.com/office/drawing/2014/main" id="{CBDBC222-87E4-52D4-F966-A7E9EB810CEE}"/>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86;p35">
              <a:extLst>
                <a:ext uri="{FF2B5EF4-FFF2-40B4-BE49-F238E27FC236}">
                  <a16:creationId xmlns:a16="http://schemas.microsoft.com/office/drawing/2014/main" id="{2056E1FC-D0E3-D73B-67B3-D9D13552CAC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87;p35">
              <a:extLst>
                <a:ext uri="{FF2B5EF4-FFF2-40B4-BE49-F238E27FC236}">
                  <a16:creationId xmlns:a16="http://schemas.microsoft.com/office/drawing/2014/main" id="{2BC7E941-909E-567C-B8C4-362D66645A73}"/>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88;p35">
              <a:extLst>
                <a:ext uri="{FF2B5EF4-FFF2-40B4-BE49-F238E27FC236}">
                  <a16:creationId xmlns:a16="http://schemas.microsoft.com/office/drawing/2014/main" id="{4CD2676A-D0ED-1B57-0366-B75BDEE73AD1}"/>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89;p35">
              <a:extLst>
                <a:ext uri="{FF2B5EF4-FFF2-40B4-BE49-F238E27FC236}">
                  <a16:creationId xmlns:a16="http://schemas.microsoft.com/office/drawing/2014/main" id="{FE24265E-7AB3-0B99-F716-9F78A33EEC47}"/>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0;p35">
              <a:extLst>
                <a:ext uri="{FF2B5EF4-FFF2-40B4-BE49-F238E27FC236}">
                  <a16:creationId xmlns:a16="http://schemas.microsoft.com/office/drawing/2014/main" id="{685B1267-F2D1-4FBD-37C1-16E60EE67BFC}"/>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491;p35">
            <a:extLst>
              <a:ext uri="{FF2B5EF4-FFF2-40B4-BE49-F238E27FC236}">
                <a16:creationId xmlns:a16="http://schemas.microsoft.com/office/drawing/2014/main" id="{352F496C-F14E-B636-3915-D79302AE88B2}"/>
              </a:ext>
            </a:extLst>
          </p:cNvPr>
          <p:cNvGrpSpPr/>
          <p:nvPr/>
        </p:nvGrpSpPr>
        <p:grpSpPr>
          <a:xfrm rot="5400000">
            <a:off x="745319" y="4288797"/>
            <a:ext cx="288601" cy="1096693"/>
            <a:chOff x="1006700" y="2603975"/>
            <a:chExt cx="55450" cy="210700"/>
          </a:xfrm>
        </p:grpSpPr>
        <p:sp>
          <p:nvSpPr>
            <p:cNvPr id="18" name="Google Shape;492;p35">
              <a:extLst>
                <a:ext uri="{FF2B5EF4-FFF2-40B4-BE49-F238E27FC236}">
                  <a16:creationId xmlns:a16="http://schemas.microsoft.com/office/drawing/2014/main" id="{D01FE238-7F43-7124-D0D5-20422D43E58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93;p35">
              <a:extLst>
                <a:ext uri="{FF2B5EF4-FFF2-40B4-BE49-F238E27FC236}">
                  <a16:creationId xmlns:a16="http://schemas.microsoft.com/office/drawing/2014/main" id="{1A8099ED-248B-C402-11ED-04D5393981F4}"/>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4;p35">
              <a:extLst>
                <a:ext uri="{FF2B5EF4-FFF2-40B4-BE49-F238E27FC236}">
                  <a16:creationId xmlns:a16="http://schemas.microsoft.com/office/drawing/2014/main" id="{3FCCA27A-26B2-9DF6-E1B9-239A7E45CBA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95;p35">
              <a:extLst>
                <a:ext uri="{FF2B5EF4-FFF2-40B4-BE49-F238E27FC236}">
                  <a16:creationId xmlns:a16="http://schemas.microsoft.com/office/drawing/2014/main" id="{87332915-AEE3-C932-A1AC-30B45F014674}"/>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6;p35">
              <a:extLst>
                <a:ext uri="{FF2B5EF4-FFF2-40B4-BE49-F238E27FC236}">
                  <a16:creationId xmlns:a16="http://schemas.microsoft.com/office/drawing/2014/main" id="{4BE9783F-77EB-1D91-D799-2443414C307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7;p35">
              <a:extLst>
                <a:ext uri="{FF2B5EF4-FFF2-40B4-BE49-F238E27FC236}">
                  <a16:creationId xmlns:a16="http://schemas.microsoft.com/office/drawing/2014/main" id="{C3AB1F17-F776-0CFC-19E9-200DEFA7DCD9}"/>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506;p35">
            <a:extLst>
              <a:ext uri="{FF2B5EF4-FFF2-40B4-BE49-F238E27FC236}">
                <a16:creationId xmlns:a16="http://schemas.microsoft.com/office/drawing/2014/main" id="{1C3DFFB6-AC57-6E77-2929-E91ED74D0885}"/>
              </a:ext>
            </a:extLst>
          </p:cNvPr>
          <p:cNvGrpSpPr/>
          <p:nvPr/>
        </p:nvGrpSpPr>
        <p:grpSpPr>
          <a:xfrm>
            <a:off x="68606" y="121824"/>
            <a:ext cx="501635" cy="422346"/>
            <a:chOff x="827350" y="3629733"/>
            <a:chExt cx="1431600" cy="1332067"/>
          </a:xfrm>
        </p:grpSpPr>
        <p:sp>
          <p:nvSpPr>
            <p:cNvPr id="25" name="Google Shape;507;p35">
              <a:extLst>
                <a:ext uri="{FF2B5EF4-FFF2-40B4-BE49-F238E27FC236}">
                  <a16:creationId xmlns:a16="http://schemas.microsoft.com/office/drawing/2014/main" id="{C513A947-C9E7-D925-4815-7B2A25FF18F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08;p35">
              <a:extLst>
                <a:ext uri="{FF2B5EF4-FFF2-40B4-BE49-F238E27FC236}">
                  <a16:creationId xmlns:a16="http://schemas.microsoft.com/office/drawing/2014/main" id="{135A8EBF-2001-185B-25D0-B257B00B3BA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09;p35">
              <a:extLst>
                <a:ext uri="{FF2B5EF4-FFF2-40B4-BE49-F238E27FC236}">
                  <a16:creationId xmlns:a16="http://schemas.microsoft.com/office/drawing/2014/main" id="{71E1BC47-A022-751B-10C2-F86911308E9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ZoneTexte 27"/>
          <p:cNvSpPr txBox="1"/>
          <p:nvPr/>
        </p:nvSpPr>
        <p:spPr>
          <a:xfrm>
            <a:off x="8422656" y="4592159"/>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8</a:t>
            </a:r>
          </a:p>
        </p:txBody>
      </p:sp>
    </p:spTree>
    <p:extLst>
      <p:ext uri="{BB962C8B-B14F-4D97-AF65-F5344CB8AC3E}">
        <p14:creationId xmlns:p14="http://schemas.microsoft.com/office/powerpoint/2010/main" val="2678688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4" name="Image 3">
            <a:extLst>
              <a:ext uri="{FF2B5EF4-FFF2-40B4-BE49-F238E27FC236}">
                <a16:creationId xmlns:a16="http://schemas.microsoft.com/office/drawing/2014/main" id="{D05CF058-B505-91E9-F867-4822E3751A12}"/>
              </a:ext>
            </a:extLst>
          </p:cNvPr>
          <p:cNvPicPr>
            <a:picLocks noChangeAspect="1"/>
          </p:cNvPicPr>
          <p:nvPr/>
        </p:nvPicPr>
        <p:blipFill>
          <a:blip r:embed="rId3"/>
          <a:stretch>
            <a:fillRect/>
          </a:stretch>
        </p:blipFill>
        <p:spPr>
          <a:xfrm>
            <a:off x="6663530" y="3469834"/>
            <a:ext cx="1376887" cy="1376887"/>
          </a:xfrm>
          <a:prstGeom prst="rect">
            <a:avLst/>
          </a:prstGeom>
        </p:spPr>
      </p:pic>
      <p:sp>
        <p:nvSpPr>
          <p:cNvPr id="538" name="Google Shape;538;p36"/>
          <p:cNvSpPr/>
          <p:nvPr/>
        </p:nvSpPr>
        <p:spPr>
          <a:xfrm>
            <a:off x="971400" y="975300"/>
            <a:ext cx="7201200" cy="31929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6"/>
          <p:cNvSpPr txBox="1">
            <a:spLocks noGrp="1"/>
          </p:cNvSpPr>
          <p:nvPr>
            <p:ph type="subTitle" idx="1"/>
          </p:nvPr>
        </p:nvSpPr>
        <p:spPr>
          <a:xfrm>
            <a:off x="1485900" y="1426904"/>
            <a:ext cx="6172200" cy="1915879"/>
          </a:xfrm>
          <a:prstGeom prst="rect">
            <a:avLst/>
          </a:prstGeom>
        </p:spPr>
        <p:txBody>
          <a:bodyPr spcFirstLastPara="1" wrap="square" lIns="91425" tIns="91425" rIns="91425" bIns="91425" anchor="b" anchorCtr="0">
            <a:noAutofit/>
          </a:bodyPr>
          <a:lstStyle/>
          <a:p>
            <a:pPr marL="0" lvl="0" indent="0" algn="r" rtl="0">
              <a:lnSpc>
                <a:spcPct val="150000"/>
              </a:lnSpc>
              <a:spcBef>
                <a:spcPts val="0"/>
              </a:spcBef>
              <a:spcAft>
                <a:spcPts val="0"/>
              </a:spcAft>
              <a:buNone/>
            </a:pPr>
            <a:r>
              <a:rPr lang="fr-FR" sz="2000" dirty="0"/>
              <a:t>L</a:t>
            </a:r>
            <a:r>
              <a:rPr lang="en-US" sz="2000" dirty="0"/>
              <a:t>’</a:t>
            </a:r>
            <a:r>
              <a:rPr lang="fr-FR" sz="2000" dirty="0"/>
              <a:t>attaque mondiale </a:t>
            </a:r>
            <a:r>
              <a:rPr lang="fr-FR" sz="2000" dirty="0" err="1"/>
              <a:t>WannaCry</a:t>
            </a:r>
            <a:r>
              <a:rPr lang="fr-FR" sz="2000" dirty="0"/>
              <a:t> en 2017 a mis en lumière l</a:t>
            </a:r>
            <a:r>
              <a:rPr lang="en-US" sz="2000" dirty="0"/>
              <a:t>’</a:t>
            </a:r>
            <a:r>
              <a:rPr lang="fr-FR" sz="2000" dirty="0"/>
              <a:t>importance des mises à jours régulières, car les entreprises ayant appliqué les correctifs de sécurité ont été épargnées</a:t>
            </a:r>
            <a:endParaRPr dirty="0"/>
          </a:p>
        </p:txBody>
      </p:sp>
      <p:grpSp>
        <p:nvGrpSpPr>
          <p:cNvPr id="541" name="Google Shape;541;p36"/>
          <p:cNvGrpSpPr/>
          <p:nvPr/>
        </p:nvGrpSpPr>
        <p:grpSpPr>
          <a:xfrm>
            <a:off x="424632" y="3695521"/>
            <a:ext cx="288601" cy="1096693"/>
            <a:chOff x="1006700" y="2603975"/>
            <a:chExt cx="55450" cy="210700"/>
          </a:xfrm>
        </p:grpSpPr>
        <p:sp>
          <p:nvSpPr>
            <p:cNvPr id="542" name="Google Shape;542;p36"/>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6"/>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6"/>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6"/>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p36"/>
          <p:cNvGrpSpPr/>
          <p:nvPr/>
        </p:nvGrpSpPr>
        <p:grpSpPr>
          <a:xfrm>
            <a:off x="7351974" y="351277"/>
            <a:ext cx="1178637" cy="1096691"/>
            <a:chOff x="827350" y="3629733"/>
            <a:chExt cx="1431600" cy="1332067"/>
          </a:xfrm>
        </p:grpSpPr>
        <p:sp>
          <p:nvSpPr>
            <p:cNvPr id="549" name="Google Shape;549;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36"/>
          <p:cNvGrpSpPr/>
          <p:nvPr/>
        </p:nvGrpSpPr>
        <p:grpSpPr>
          <a:xfrm>
            <a:off x="7916327" y="1616596"/>
            <a:ext cx="781224" cy="726909"/>
            <a:chOff x="827350" y="3629733"/>
            <a:chExt cx="1431600" cy="1332067"/>
          </a:xfrm>
        </p:grpSpPr>
        <p:sp>
          <p:nvSpPr>
            <p:cNvPr id="553" name="Google Shape;553;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6"/>
          <p:cNvGrpSpPr/>
          <p:nvPr/>
        </p:nvGrpSpPr>
        <p:grpSpPr>
          <a:xfrm>
            <a:off x="6235139" y="539499"/>
            <a:ext cx="637062" cy="592770"/>
            <a:chOff x="827350" y="3629733"/>
            <a:chExt cx="1431600" cy="1332067"/>
          </a:xfrm>
        </p:grpSpPr>
        <p:sp>
          <p:nvSpPr>
            <p:cNvPr id="557" name="Google Shape;557;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6"/>
          <p:cNvGrpSpPr/>
          <p:nvPr/>
        </p:nvGrpSpPr>
        <p:grpSpPr>
          <a:xfrm>
            <a:off x="6886468" y="329561"/>
            <a:ext cx="451240" cy="419868"/>
            <a:chOff x="827350" y="3629733"/>
            <a:chExt cx="1431600" cy="1332067"/>
          </a:xfrm>
        </p:grpSpPr>
        <p:sp>
          <p:nvSpPr>
            <p:cNvPr id="561" name="Google Shape;561;p36"/>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6"/>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6"/>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ZoneTexte 27"/>
          <p:cNvSpPr txBox="1"/>
          <p:nvPr/>
        </p:nvSpPr>
        <p:spPr>
          <a:xfrm>
            <a:off x="8422656" y="4592159"/>
            <a:ext cx="421703"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9</a:t>
            </a:r>
          </a:p>
        </p:txBody>
      </p:sp>
    </p:spTree>
    <p:extLst>
      <p:ext uri="{BB962C8B-B14F-4D97-AF65-F5344CB8AC3E}">
        <p14:creationId xmlns:p14="http://schemas.microsoft.com/office/powerpoint/2010/main" val="22483476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2E59FC0A-D7ED-ED06-36AB-17129D0BEAF9}"/>
            </a:ext>
          </a:extLst>
        </p:cNvPr>
        <p:cNvGrpSpPr/>
        <p:nvPr/>
      </p:nvGrpSpPr>
      <p:grpSpPr>
        <a:xfrm>
          <a:off x="0" y="0"/>
          <a:ext cx="0" cy="0"/>
          <a:chOff x="0" y="0"/>
          <a:chExt cx="0" cy="0"/>
        </a:xfrm>
      </p:grpSpPr>
      <p:grpSp>
        <p:nvGrpSpPr>
          <p:cNvPr id="423" name="Google Shape;423;p33">
            <a:extLst>
              <a:ext uri="{FF2B5EF4-FFF2-40B4-BE49-F238E27FC236}">
                <a16:creationId xmlns:a16="http://schemas.microsoft.com/office/drawing/2014/main" id="{4ECD95B6-45C6-4B68-D469-9AD883F5A98A}"/>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2755C8CF-512D-F668-0CE8-73C288734C2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2A207904-82A2-AE78-072B-8A61C39CCB8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3B028923-196E-E012-DCCF-FA1CBAF7E00B}"/>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 name="Google Shape;396;p33">
            <a:extLst>
              <a:ext uri="{FF2B5EF4-FFF2-40B4-BE49-F238E27FC236}">
                <a16:creationId xmlns:a16="http://schemas.microsoft.com/office/drawing/2014/main" id="{FEAF4E3D-57A3-C99A-CD85-0DFB08297399}"/>
              </a:ext>
            </a:extLst>
          </p:cNvPr>
          <p:cNvSpPr/>
          <p:nvPr/>
        </p:nvSpPr>
        <p:spPr>
          <a:xfrm>
            <a:off x="1655304" y="1666093"/>
            <a:ext cx="2199966" cy="1631856"/>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9B293361-97CD-4266-2ADC-6625B0D0EF3A}"/>
              </a:ext>
            </a:extLst>
          </p:cNvPr>
          <p:cNvSpPr txBox="1">
            <a:spLocks noGrp="1"/>
          </p:cNvSpPr>
          <p:nvPr>
            <p:ph type="title"/>
          </p:nvPr>
        </p:nvSpPr>
        <p:spPr>
          <a:xfrm>
            <a:off x="2235335" y="3729507"/>
            <a:ext cx="4673330" cy="71663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Sécurite des mots de passe</a:t>
            </a:r>
            <a:endParaRPr sz="3200" dirty="0"/>
          </a:p>
        </p:txBody>
      </p:sp>
      <p:sp>
        <p:nvSpPr>
          <p:cNvPr id="399" name="Google Shape;399;p33">
            <a:extLst>
              <a:ext uri="{FF2B5EF4-FFF2-40B4-BE49-F238E27FC236}">
                <a16:creationId xmlns:a16="http://schemas.microsoft.com/office/drawing/2014/main" id="{AAF64C85-8546-8CDF-CF67-E38AC6E60299}"/>
              </a:ext>
            </a:extLst>
          </p:cNvPr>
          <p:cNvSpPr txBox="1">
            <a:spLocks noGrp="1"/>
          </p:cNvSpPr>
          <p:nvPr>
            <p:ph type="title" idx="2"/>
          </p:nvPr>
        </p:nvSpPr>
        <p:spPr>
          <a:xfrm>
            <a:off x="1890837" y="1887721"/>
            <a:ext cx="1728900"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dirty="0"/>
              <a:t>03</a:t>
            </a:r>
            <a:endParaRPr sz="7200" dirty="0"/>
          </a:p>
        </p:txBody>
      </p:sp>
      <p:grpSp>
        <p:nvGrpSpPr>
          <p:cNvPr id="400" name="Google Shape;400;p33">
            <a:extLst>
              <a:ext uri="{FF2B5EF4-FFF2-40B4-BE49-F238E27FC236}">
                <a16:creationId xmlns:a16="http://schemas.microsoft.com/office/drawing/2014/main" id="{7CE5734E-6160-9E77-890E-BC3F65CC5158}"/>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4EC185FF-A23A-B7E4-610F-5FD96B0B665E}"/>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A4A8B6A9-2900-F7B2-AF8B-2D7FE933E8EE}"/>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0DF3E14C-4D1E-0D74-8D64-7A896A71609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31AA0D25-A418-F2ED-8793-8F643117E06C}"/>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E49835E1-02C7-362B-D94D-DD5CD2DDDAFD}"/>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77171EAD-62CE-88AA-7C35-57EE282F750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E3A20D93-70A9-4181-913D-529F6BBC0E11}"/>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F0FD974B-24E0-015C-1617-747BD271B03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1FB2BB31-BE6E-A9B8-A6D0-55D1535D0A2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9D02B659-64AE-89A4-51A0-3203932ED8C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D4424A34-5B14-1DFB-5B5E-DF733995E843}"/>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63F87E28-6A1D-948C-C0DD-8AA5478D271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93B67BBC-EFE4-0E31-703E-82CCA860600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D47DA02E-33F8-59AB-9F21-94F2EBF5402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32F259D2-A239-C1FA-99A8-A93E2F3B40F1}"/>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66CA29FC-9207-9E7D-60DA-D706DD1A7A5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5F8825E4-7647-37C5-076C-46095F36B6F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71281F1D-D1E2-91C8-8A8A-7AFB97C10F8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06795DEA-E0AE-4EBD-5F6D-9FDCFF88D97A}"/>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E83B9A47-CC7E-C839-A4F6-4AA0AA39C0D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D9EC1189-B8FA-98A1-FBDA-24BF7491BE0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5EC87B45-05A4-5956-A17B-F75F0AE08F1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A57E268C-6AB8-8042-5262-7F3056F6414D}"/>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5275DB88-8E4D-FA97-C421-89B365F31848}"/>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5708CBA9-DEF4-2913-F2FE-BB01268EC2AB}"/>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1FF3C29A-02B3-B1CF-B305-2485DDC4AF52}"/>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D7F2DFAF-8721-BC6B-5429-6E4A9655452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F7502099-8832-EE42-E4C0-BAA5B878A730}"/>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1686D53A-4B57-1068-A40D-72A5E1A4E81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346483" y="4633643"/>
            <a:ext cx="497876"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10</a:t>
            </a:r>
          </a:p>
        </p:txBody>
      </p:sp>
      <p:pic>
        <p:nvPicPr>
          <p:cNvPr id="2" name="Image 1">
            <a:extLst>
              <a:ext uri="{FF2B5EF4-FFF2-40B4-BE49-F238E27FC236}">
                <a16:creationId xmlns:a16="http://schemas.microsoft.com/office/drawing/2014/main" id="{DBA3BF89-ED9A-B6F0-6CA5-6A74C130E8E0}"/>
              </a:ext>
            </a:extLst>
          </p:cNvPr>
          <p:cNvPicPr>
            <a:picLocks noChangeAspect="1"/>
          </p:cNvPicPr>
          <p:nvPr/>
        </p:nvPicPr>
        <p:blipFill>
          <a:blip r:embed="rId3"/>
          <a:stretch>
            <a:fillRect/>
          </a:stretch>
        </p:blipFill>
        <p:spPr>
          <a:xfrm>
            <a:off x="4572000" y="1666093"/>
            <a:ext cx="1631856" cy="1631856"/>
          </a:xfrm>
          <a:prstGeom prst="rect">
            <a:avLst/>
          </a:prstGeom>
        </p:spPr>
      </p:pic>
    </p:spTree>
    <p:extLst>
      <p:ext uri="{BB962C8B-B14F-4D97-AF65-F5344CB8AC3E}">
        <p14:creationId xmlns:p14="http://schemas.microsoft.com/office/powerpoint/2010/main" val="533371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D77CBB77-AC2E-317F-5BB4-843215E66A17}"/>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E3DBEE80-3B46-7778-E9A3-8B3FFA687E89}"/>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DEB13AA8-6A85-A060-1AC3-57B9B0DB987C}"/>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Sécurite des mots de passes</a:t>
            </a:r>
            <a:endParaRPr dirty="0"/>
          </a:p>
        </p:txBody>
      </p:sp>
      <p:grpSp>
        <p:nvGrpSpPr>
          <p:cNvPr id="484" name="Google Shape;484;p35">
            <a:extLst>
              <a:ext uri="{FF2B5EF4-FFF2-40B4-BE49-F238E27FC236}">
                <a16:creationId xmlns:a16="http://schemas.microsoft.com/office/drawing/2014/main" id="{7696A90F-784E-2886-E47C-909875566B7E}"/>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C376D75C-4B72-B5B5-F52D-D08BCA5731C3}"/>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B61044E2-EE33-3EBA-7176-BF65261AE4DB}"/>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C158AD74-E5EA-3631-7D50-ED7AFBA75AD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D9A9D0FB-DBF8-8244-BC6B-4EB67F81C98B}"/>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B4CA5346-67B2-697F-5FC6-BF8C8EC2E900}"/>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A42AFF97-86DC-5859-B795-0195DE2CB082}"/>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78ECB03F-8660-F84A-9785-EB1686F66DEE}"/>
              </a:ext>
            </a:extLst>
          </p:cNvPr>
          <p:cNvGrpSpPr/>
          <p:nvPr/>
        </p:nvGrpSpPr>
        <p:grpSpPr>
          <a:xfrm rot="5400000">
            <a:off x="689670" y="4565901"/>
            <a:ext cx="288601" cy="1096693"/>
            <a:chOff x="1006700" y="2603975"/>
            <a:chExt cx="55450" cy="210700"/>
          </a:xfrm>
        </p:grpSpPr>
        <p:sp>
          <p:nvSpPr>
            <p:cNvPr id="492" name="Google Shape;492;p35">
              <a:extLst>
                <a:ext uri="{FF2B5EF4-FFF2-40B4-BE49-F238E27FC236}">
                  <a16:creationId xmlns:a16="http://schemas.microsoft.com/office/drawing/2014/main" id="{68BF0DBA-A689-FD4C-8F8D-6003C0DD219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059CD681-A2AC-5FBB-EE7B-BE6EFC560CD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2D93E0CB-E75F-5A9D-4418-DD0C1815ABC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B2028FC7-FB38-C521-71D2-D3E5709AC78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714946A9-954C-09EF-4F9B-7A377FE48506}"/>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13EC9E19-1138-419B-BB6F-46F732E62B1A}"/>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FFDBFF74-D4D2-669C-47DE-07DC894CC314}"/>
              </a:ext>
            </a:extLst>
          </p:cNvPr>
          <p:cNvGrpSpPr/>
          <p:nvPr/>
        </p:nvGrpSpPr>
        <p:grpSpPr>
          <a:xfrm>
            <a:off x="7020214" y="3198057"/>
            <a:ext cx="1178637" cy="1096691"/>
            <a:chOff x="827350" y="3629733"/>
            <a:chExt cx="1431600" cy="1332067"/>
          </a:xfrm>
        </p:grpSpPr>
        <p:sp>
          <p:nvSpPr>
            <p:cNvPr id="499" name="Google Shape;499;p35">
              <a:extLst>
                <a:ext uri="{FF2B5EF4-FFF2-40B4-BE49-F238E27FC236}">
                  <a16:creationId xmlns:a16="http://schemas.microsoft.com/office/drawing/2014/main" id="{D182CDC4-DD3F-2F25-7638-15ABF54D4952}"/>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5F02F476-AFD4-5902-5CE9-98F252C5D46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CF104B61-24EC-3CA2-298A-404B1D3FD8E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BBC3088B-72CF-B7BE-D2BB-036BD2AA9A49}"/>
              </a:ext>
            </a:extLst>
          </p:cNvPr>
          <p:cNvGrpSpPr/>
          <p:nvPr/>
        </p:nvGrpSpPr>
        <p:grpSpPr>
          <a:xfrm>
            <a:off x="8090334" y="3931293"/>
            <a:ext cx="781224" cy="726909"/>
            <a:chOff x="827350" y="3629733"/>
            <a:chExt cx="1431600" cy="1332067"/>
          </a:xfrm>
        </p:grpSpPr>
        <p:sp>
          <p:nvSpPr>
            <p:cNvPr id="503" name="Google Shape;503;p35">
              <a:extLst>
                <a:ext uri="{FF2B5EF4-FFF2-40B4-BE49-F238E27FC236}">
                  <a16:creationId xmlns:a16="http://schemas.microsoft.com/office/drawing/2014/main" id="{B6BF369F-B2B9-83C4-6B7D-6E9A7B186AD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E1CFB068-4DDB-E6E4-3419-8302F90F624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0A2EA188-E665-BF74-A2AC-8AF4E14E727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68ED2BEB-53E4-7CC5-6BCB-2DFB15C3D578}"/>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50004E50-6159-84FB-7327-C021F75BBD5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EBBE21F9-DFC8-A329-F2E9-385D5D51022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8E0855D0-8F21-8696-C68E-AB7D825F96A4}"/>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BEB5C874-24E2-9946-B805-A06C57997BA5}"/>
              </a:ext>
            </a:extLst>
          </p:cNvPr>
          <p:cNvSpPr txBox="1">
            <a:spLocks/>
          </p:cNvSpPr>
          <p:nvPr/>
        </p:nvSpPr>
        <p:spPr>
          <a:xfrm>
            <a:off x="713225" y="1295672"/>
            <a:ext cx="7704000" cy="5937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buFont typeface="Karla"/>
              <a:buNone/>
            </a:pPr>
            <a:r>
              <a:rPr lang="fr-FR" dirty="0"/>
              <a:t>Les mots de passe sont la première barrière de protection contre les accès non autorisés.</a:t>
            </a:r>
          </a:p>
          <a:p>
            <a:pPr marL="0" indent="0">
              <a:buFont typeface="Karla"/>
              <a:buNone/>
            </a:pPr>
            <a:r>
              <a:rPr lang="fr-FR" dirty="0"/>
              <a:t>Un mot de passe faible met en péril tout un réseau.</a:t>
            </a:r>
          </a:p>
          <a:p>
            <a:pPr marL="0" indent="0">
              <a:buFont typeface="Karla"/>
              <a:buNone/>
            </a:pPr>
            <a:endParaRPr lang="fr-FR" dirty="0"/>
          </a:p>
        </p:txBody>
      </p:sp>
      <p:sp>
        <p:nvSpPr>
          <p:cNvPr id="31" name="ZoneTexte 30"/>
          <p:cNvSpPr txBox="1"/>
          <p:nvPr/>
        </p:nvSpPr>
        <p:spPr>
          <a:xfrm>
            <a:off x="8350168" y="4681043"/>
            <a:ext cx="522591"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11</a:t>
            </a:r>
          </a:p>
        </p:txBody>
      </p:sp>
      <p:sp>
        <p:nvSpPr>
          <p:cNvPr id="2" name="Google Shape;1491;p59">
            <a:extLst>
              <a:ext uri="{FF2B5EF4-FFF2-40B4-BE49-F238E27FC236}">
                <a16:creationId xmlns:a16="http://schemas.microsoft.com/office/drawing/2014/main" id="{EA680149-28CC-A291-B4FA-71A4B43A5B19}"/>
              </a:ext>
            </a:extLst>
          </p:cNvPr>
          <p:cNvSpPr txBox="1">
            <a:spLocks/>
          </p:cNvSpPr>
          <p:nvPr/>
        </p:nvSpPr>
        <p:spPr>
          <a:xfrm>
            <a:off x="720987" y="1821864"/>
            <a:ext cx="3393587" cy="30148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gn="ctr">
              <a:lnSpc>
                <a:spcPct val="150000"/>
              </a:lnSpc>
              <a:buFont typeface="Karla"/>
              <a:buNone/>
            </a:pPr>
            <a:r>
              <a:rPr lang="fr-FR" sz="1600" b="1" dirty="0">
                <a:solidFill>
                  <a:srgbClr val="0070C0"/>
                </a:solidFill>
              </a:rPr>
              <a:t>Bonnes pratiques</a:t>
            </a:r>
          </a:p>
          <a:p>
            <a:pPr marL="0" indent="0">
              <a:lnSpc>
                <a:spcPct val="150000"/>
              </a:lnSpc>
              <a:buFont typeface="Karla"/>
              <a:buNone/>
            </a:pPr>
            <a:r>
              <a:rPr lang="fr-FR" dirty="0"/>
              <a:t>Minimum 12 caractères, mélangeant lettres, chiffres et symboles.</a:t>
            </a:r>
          </a:p>
          <a:p>
            <a:pPr marL="0" indent="0">
              <a:lnSpc>
                <a:spcPct val="150000"/>
              </a:lnSpc>
              <a:buFont typeface="Karla"/>
              <a:buNone/>
            </a:pPr>
            <a:r>
              <a:rPr lang="fr-FR" dirty="0"/>
              <a:t>Changement périodique (3 à 6 mois).</a:t>
            </a:r>
          </a:p>
          <a:p>
            <a:pPr marL="0" indent="0">
              <a:lnSpc>
                <a:spcPct val="150000"/>
              </a:lnSpc>
              <a:buFont typeface="Karla"/>
              <a:buNone/>
            </a:pPr>
            <a:r>
              <a:rPr lang="fr-FR" dirty="0"/>
              <a:t>Interdiction de réutiliser un mot de passe.</a:t>
            </a:r>
          </a:p>
          <a:p>
            <a:pPr marL="0" indent="0">
              <a:lnSpc>
                <a:spcPct val="150000"/>
              </a:lnSpc>
              <a:buFont typeface="Karla"/>
              <a:buNone/>
            </a:pPr>
            <a:r>
              <a:rPr lang="fr-FR" dirty="0"/>
              <a:t>Gestionnaire de mots de passe sécurisé.</a:t>
            </a:r>
          </a:p>
          <a:p>
            <a:pPr marL="0" indent="0">
              <a:lnSpc>
                <a:spcPct val="150000"/>
              </a:lnSpc>
              <a:buFont typeface="Karla"/>
              <a:buNone/>
            </a:pPr>
            <a:r>
              <a:rPr lang="fr-FR" dirty="0"/>
              <a:t>Authentification multifactorielle (MFA).</a:t>
            </a:r>
          </a:p>
          <a:p>
            <a:pPr marL="0" indent="0">
              <a:buFont typeface="Karla"/>
              <a:buNone/>
            </a:pPr>
            <a:endParaRPr lang="fr-FR" dirty="0"/>
          </a:p>
        </p:txBody>
      </p:sp>
      <p:sp>
        <p:nvSpPr>
          <p:cNvPr id="3" name="Google Shape;1491;p59">
            <a:extLst>
              <a:ext uri="{FF2B5EF4-FFF2-40B4-BE49-F238E27FC236}">
                <a16:creationId xmlns:a16="http://schemas.microsoft.com/office/drawing/2014/main" id="{F9566A51-0FD4-8DD7-56F9-BAC77BFADE39}"/>
              </a:ext>
            </a:extLst>
          </p:cNvPr>
          <p:cNvSpPr txBox="1">
            <a:spLocks/>
          </p:cNvSpPr>
          <p:nvPr/>
        </p:nvSpPr>
        <p:spPr>
          <a:xfrm>
            <a:off x="5025025" y="1821864"/>
            <a:ext cx="3393587" cy="301484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gn="ctr">
              <a:lnSpc>
                <a:spcPct val="150000"/>
              </a:lnSpc>
              <a:buFont typeface="Karla"/>
              <a:buNone/>
            </a:pPr>
            <a:r>
              <a:rPr lang="fr-FR" sz="1600" b="1" dirty="0">
                <a:solidFill>
                  <a:srgbClr val="0070C0"/>
                </a:solidFill>
              </a:rPr>
              <a:t>Pratiques à éviter</a:t>
            </a:r>
          </a:p>
          <a:p>
            <a:pPr marL="0" indent="0">
              <a:lnSpc>
                <a:spcPct val="150000"/>
              </a:lnSpc>
              <a:buNone/>
            </a:pPr>
            <a:r>
              <a:rPr lang="fr-FR" dirty="0"/>
              <a:t>Mots de passe simples (“123456”).</a:t>
            </a:r>
          </a:p>
          <a:p>
            <a:pPr marL="0" indent="0">
              <a:lnSpc>
                <a:spcPct val="150000"/>
              </a:lnSpc>
              <a:buNone/>
            </a:pPr>
            <a:r>
              <a:rPr lang="fr-FR" dirty="0"/>
              <a:t>Partage ou écriture sur papier.</a:t>
            </a:r>
          </a:p>
          <a:p>
            <a:pPr marL="0" indent="0">
              <a:lnSpc>
                <a:spcPct val="150000"/>
              </a:lnSpc>
              <a:buNone/>
            </a:pPr>
            <a:r>
              <a:rPr lang="fr-FR" dirty="0"/>
              <a:t>Réutiliser le même mot de passe sur plusieurs comptes</a:t>
            </a:r>
          </a:p>
          <a:p>
            <a:pPr marL="0" indent="0">
              <a:lnSpc>
                <a:spcPct val="150000"/>
              </a:lnSpc>
              <a:buNone/>
            </a:pPr>
            <a:r>
              <a:rPr lang="fr-FR" dirty="0"/>
              <a:t>Ne jamais changer son mot de passe</a:t>
            </a:r>
          </a:p>
          <a:p>
            <a:pPr marL="0" indent="0">
              <a:buFont typeface="Karla"/>
              <a:buNone/>
            </a:pPr>
            <a:endParaRPr lang="fr-FR" dirty="0"/>
          </a:p>
        </p:txBody>
      </p:sp>
    </p:spTree>
    <p:extLst>
      <p:ext uri="{BB962C8B-B14F-4D97-AF65-F5344CB8AC3E}">
        <p14:creationId xmlns:p14="http://schemas.microsoft.com/office/powerpoint/2010/main" val="2302766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95229973-AC58-823D-BE62-2169E39E738D}"/>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28B3F5BB-E4DD-B0B8-A66B-F94816D54B76}"/>
              </a:ext>
            </a:extLst>
          </p:cNvPr>
          <p:cNvSpPr/>
          <p:nvPr/>
        </p:nvSpPr>
        <p:spPr>
          <a:xfrm>
            <a:off x="1655304" y="1548670"/>
            <a:ext cx="2164065" cy="2046159"/>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CDB56B22-8FC6-E141-6216-87DBC9656967}"/>
              </a:ext>
            </a:extLst>
          </p:cNvPr>
          <p:cNvSpPr txBox="1">
            <a:spLocks noGrp="1"/>
          </p:cNvSpPr>
          <p:nvPr>
            <p:ph type="title"/>
          </p:nvPr>
        </p:nvSpPr>
        <p:spPr>
          <a:xfrm>
            <a:off x="2686997" y="3931901"/>
            <a:ext cx="3770006" cy="62137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Sécurite des services</a:t>
            </a:r>
            <a:endParaRPr sz="3200" dirty="0"/>
          </a:p>
        </p:txBody>
      </p:sp>
      <p:sp>
        <p:nvSpPr>
          <p:cNvPr id="399" name="Google Shape;399;p33">
            <a:extLst>
              <a:ext uri="{FF2B5EF4-FFF2-40B4-BE49-F238E27FC236}">
                <a16:creationId xmlns:a16="http://schemas.microsoft.com/office/drawing/2014/main" id="{2075A5B3-BDB2-BA3A-50D3-4236C55F15D1}"/>
              </a:ext>
            </a:extLst>
          </p:cNvPr>
          <p:cNvSpPr txBox="1">
            <a:spLocks noGrp="1"/>
          </p:cNvSpPr>
          <p:nvPr>
            <p:ph type="title" idx="2"/>
          </p:nvPr>
        </p:nvSpPr>
        <p:spPr>
          <a:xfrm>
            <a:off x="1883682" y="1941436"/>
            <a:ext cx="1728900" cy="12606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t>04</a:t>
            </a:r>
            <a:endParaRPr sz="6600" dirty="0"/>
          </a:p>
        </p:txBody>
      </p:sp>
      <p:grpSp>
        <p:nvGrpSpPr>
          <p:cNvPr id="400" name="Google Shape;400;p33">
            <a:extLst>
              <a:ext uri="{FF2B5EF4-FFF2-40B4-BE49-F238E27FC236}">
                <a16:creationId xmlns:a16="http://schemas.microsoft.com/office/drawing/2014/main" id="{539C8BFC-F784-9454-69B8-BCE4FD6BCB71}"/>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B247D3F3-DDAE-05B9-717A-1F761E270531}"/>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1286FDDC-7E6F-CCA4-59C6-03994BF0FDA0}"/>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1758377F-8B8B-5AAF-3365-B4C638262BDC}"/>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A71941D3-3684-920E-9123-EC20AF15FAD0}"/>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BC7DD07E-3AE2-2341-BE86-DD865C392466}"/>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A57CC303-45F7-C78D-EAEB-F23094B907C4}"/>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17F369CE-5EFF-75C5-41A5-F77696F17E45}"/>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601A08E4-6A05-C1F0-7EF7-E6A0CCD0FE9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114B7D8E-3219-6A66-D486-C829E140A1C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62A4786C-2025-03D6-D25B-C104E78BAF67}"/>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2574999E-4C8A-8EF0-525C-4C953FD8CB95}"/>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451BC989-98F0-F6F1-1B5C-0BC119A8851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894C141A-CE13-DDCD-0248-E05E05442DA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C5BF60E9-ED15-1AE5-D92A-5C565932BDD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F262787C-6834-3FCF-A1B6-20B32396DBB0}"/>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4109E4A0-E189-C413-FF8C-B4F1F509A820}"/>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A22C4B46-25F5-F094-D6AE-F8A283A87AE0}"/>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E0F655EC-DF7A-C826-7346-9BFFBDFFED5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8451189D-3638-2011-6264-1C4302913D26}"/>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4918F209-140A-370B-FD37-B7E5E67601B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6D6FB11C-72F5-BC41-6B21-6759C12D8AE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0FE09F5F-FEBC-7A9E-1E88-58A1A4BE7DB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CFEC7945-C65F-5DBF-9566-BE423E466E95}"/>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7DBD2D0B-DD9F-1AFA-9181-660D070C904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E9738BE9-170C-E931-1D5B-9747F5F8F8F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408BD997-3691-E7C1-54D8-E3336EEE79F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6C9EFF17-5DF6-72EF-E71C-0813C549C4C9}"/>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35F52A2A-FDCB-CFB8-882F-C5694E0B9051}"/>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F4C8ABE6-C981-21FA-2D8D-E75E23343230}"/>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C6BAC912-4FDB-2E04-27F6-CED56C9BF5D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83291AF5-1ED8-7C97-5188-2C7064ECBA5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69554F20-7C3D-741E-2567-435685146A83}"/>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A0B3F5FB-3E06-10D4-AF81-6F59CF5022B3}"/>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186370" y="4660798"/>
            <a:ext cx="616095"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12</a:t>
            </a:r>
          </a:p>
        </p:txBody>
      </p:sp>
      <p:pic>
        <p:nvPicPr>
          <p:cNvPr id="2" name="Image 1">
            <a:extLst>
              <a:ext uri="{FF2B5EF4-FFF2-40B4-BE49-F238E27FC236}">
                <a16:creationId xmlns:a16="http://schemas.microsoft.com/office/drawing/2014/main" id="{CAB02552-5BD1-738B-AD72-07EA80AD68D3}"/>
              </a:ext>
            </a:extLst>
          </p:cNvPr>
          <p:cNvPicPr>
            <a:picLocks noChangeAspect="1"/>
          </p:cNvPicPr>
          <p:nvPr/>
        </p:nvPicPr>
        <p:blipFill>
          <a:blip r:embed="rId3"/>
          <a:stretch>
            <a:fillRect/>
          </a:stretch>
        </p:blipFill>
        <p:spPr>
          <a:xfrm>
            <a:off x="4572000" y="1548670"/>
            <a:ext cx="2046159" cy="2046159"/>
          </a:xfrm>
          <a:prstGeom prst="rect">
            <a:avLst/>
          </a:prstGeom>
        </p:spPr>
      </p:pic>
    </p:spTree>
    <p:extLst>
      <p:ext uri="{BB962C8B-B14F-4D97-AF65-F5344CB8AC3E}">
        <p14:creationId xmlns:p14="http://schemas.microsoft.com/office/powerpoint/2010/main" val="3539535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CD3552AD-4634-DA50-A79B-D9C8A3990238}"/>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23A8B1F3-3CF0-1E06-CC7B-5BE2D906BBF2}"/>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357C4CDF-05C6-A403-E5BA-300A3919A006}"/>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Sécurite des services</a:t>
            </a:r>
            <a:endParaRPr dirty="0"/>
          </a:p>
        </p:txBody>
      </p:sp>
      <p:grpSp>
        <p:nvGrpSpPr>
          <p:cNvPr id="484" name="Google Shape;484;p35">
            <a:extLst>
              <a:ext uri="{FF2B5EF4-FFF2-40B4-BE49-F238E27FC236}">
                <a16:creationId xmlns:a16="http://schemas.microsoft.com/office/drawing/2014/main" id="{F6D599B7-A649-1243-E370-9B1DFA6A667A}"/>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2CA5B4AB-6454-3467-5B60-68E4392922B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53E144F3-8578-18F3-D56F-5ED07436425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D0BE70A3-B37B-2026-D8A5-B2AD3E2E763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8A665F50-67E1-5C40-F129-9DB5207D4C1D}"/>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5CA25438-3E2E-0D87-A34E-DD944AD115F4}"/>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B432F39A-EDB4-F80A-67DE-6BB8C9BD4243}"/>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6B6FBF01-0F41-FB58-C131-CE3028159CB7}"/>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2AB1A354-08F8-66D2-E6E4-FA8D03DF8999}"/>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25F5D7BA-556F-33E8-48C1-4728A314D2C7}"/>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466DC1E2-FCFF-17CC-845D-9C7E3B6373EC}"/>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7747763E-2057-C8D2-B4AF-9E8992734036}"/>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76BC5755-3876-A5C0-306C-AA78B640A8D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14BB29B0-0370-C227-159C-4C2FE2B2E27E}"/>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0EC68AF5-9CBB-9E94-D5FC-952033F28E13}"/>
              </a:ext>
            </a:extLst>
          </p:cNvPr>
          <p:cNvGrpSpPr/>
          <p:nvPr/>
        </p:nvGrpSpPr>
        <p:grpSpPr>
          <a:xfrm>
            <a:off x="7155759" y="3135059"/>
            <a:ext cx="1178637" cy="1096691"/>
            <a:chOff x="827350" y="3629733"/>
            <a:chExt cx="1431600" cy="1332067"/>
          </a:xfrm>
        </p:grpSpPr>
        <p:sp>
          <p:nvSpPr>
            <p:cNvPr id="499" name="Google Shape;499;p35">
              <a:extLst>
                <a:ext uri="{FF2B5EF4-FFF2-40B4-BE49-F238E27FC236}">
                  <a16:creationId xmlns:a16="http://schemas.microsoft.com/office/drawing/2014/main" id="{32F66D8D-30BF-8C15-4504-EFE3F6614FA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29792980-BDBC-CFA2-AF8F-29BD6E0DD668}"/>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E6BFCBFB-2FC5-28D0-ABB3-C9B8F9B8A0F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338D2A23-7214-0F91-AB19-5DF756188C47}"/>
              </a:ext>
            </a:extLst>
          </p:cNvPr>
          <p:cNvGrpSpPr/>
          <p:nvPr/>
        </p:nvGrpSpPr>
        <p:grpSpPr>
          <a:xfrm>
            <a:off x="8159322" y="3965983"/>
            <a:ext cx="781224" cy="726909"/>
            <a:chOff x="827350" y="3629733"/>
            <a:chExt cx="1431600" cy="1332067"/>
          </a:xfrm>
        </p:grpSpPr>
        <p:sp>
          <p:nvSpPr>
            <p:cNvPr id="503" name="Google Shape;503;p35">
              <a:extLst>
                <a:ext uri="{FF2B5EF4-FFF2-40B4-BE49-F238E27FC236}">
                  <a16:creationId xmlns:a16="http://schemas.microsoft.com/office/drawing/2014/main" id="{D04E3ACF-8B63-FB93-E95D-9B931E08E37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E7BB2272-BF31-CA09-C3CC-4371651019E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45E14D46-FE86-7855-C04A-E3007B5B353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7047ADCC-698C-2D49-96DD-64B7B6F05537}"/>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A8355B87-8659-BCAC-B078-1FFD17A12B43}"/>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CAF346B9-2BA5-A4B2-B48C-93DA5ACDA3E2}"/>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0C0411DA-F49F-9503-857E-F04EF83AC06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1E1FD34B-61C8-CB30-6DF3-C81FB9A40240}"/>
              </a:ext>
            </a:extLst>
          </p:cNvPr>
          <p:cNvSpPr txBox="1">
            <a:spLocks/>
          </p:cNvSpPr>
          <p:nvPr/>
        </p:nvSpPr>
        <p:spPr>
          <a:xfrm>
            <a:off x="721600" y="1475125"/>
            <a:ext cx="7704000" cy="29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buFont typeface="Karla"/>
              <a:buNone/>
            </a:pPr>
            <a:r>
              <a:rPr lang="fr-FR" dirty="0"/>
              <a:t>Les services informatiques (web, messagerie, base de données, etc.) assurent la disponibilité du système. Ce sont des programmes exécutés en arrière-plan</a:t>
            </a:r>
            <a:r>
              <a:rPr lang="en-US" dirty="0"/>
              <a:t>,</a:t>
            </a:r>
            <a:r>
              <a:rPr lang="fr-FR" dirty="0"/>
              <a:t> leur configuration incorrectes peuvent être exploité par des pirates.</a:t>
            </a:r>
          </a:p>
          <a:p>
            <a:pPr marL="0" indent="0">
              <a:buFont typeface="Karla"/>
              <a:buNone/>
            </a:pPr>
            <a:endParaRPr lang="fr-FR" dirty="0"/>
          </a:p>
          <a:p>
            <a:pPr marL="0" indent="0">
              <a:buFont typeface="Karla"/>
              <a:buNone/>
            </a:pPr>
            <a:r>
              <a:rPr lang="fr-FR" dirty="0"/>
              <a:t>Les mesures de protection des services sont </a:t>
            </a:r>
            <a:r>
              <a:rPr lang="en-US" dirty="0"/>
              <a:t>:</a:t>
            </a:r>
            <a:endParaRPr lang="fr-FR" dirty="0"/>
          </a:p>
          <a:p>
            <a:pPr marL="285750" indent="-285750">
              <a:buFontTx/>
              <a:buChar char="-"/>
            </a:pPr>
            <a:r>
              <a:rPr lang="fr-FR" dirty="0"/>
              <a:t>Désactivation des services non nécessaires.</a:t>
            </a:r>
          </a:p>
          <a:p>
            <a:pPr marL="285750" indent="-285750">
              <a:buFontTx/>
              <a:buChar char="-"/>
            </a:pPr>
            <a:r>
              <a:rPr lang="fr-FR" dirty="0"/>
              <a:t>Surveiller les ports ouverts via des outils comme Nmap</a:t>
            </a:r>
          </a:p>
          <a:p>
            <a:pPr marL="285750" indent="-285750">
              <a:buFontTx/>
              <a:buChar char="-"/>
            </a:pPr>
            <a:r>
              <a:rPr lang="fr-FR" dirty="0"/>
              <a:t>Restriction des accès aux ports sensibles.</a:t>
            </a:r>
          </a:p>
          <a:p>
            <a:pPr marL="285750" indent="-285750">
              <a:buFontTx/>
              <a:buChar char="-"/>
            </a:pPr>
            <a:r>
              <a:rPr lang="fr-FR" dirty="0"/>
              <a:t>Mises à jour régulières.</a:t>
            </a:r>
          </a:p>
          <a:p>
            <a:pPr marL="285750" indent="-285750">
              <a:buFontTx/>
              <a:buChar char="-"/>
            </a:pPr>
            <a:r>
              <a:rPr lang="fr-FR" dirty="0"/>
              <a:t>Pare-feu et systèmes de détection d’intrusion.</a:t>
            </a:r>
          </a:p>
          <a:p>
            <a:pPr marL="285750" indent="-285750">
              <a:buFontTx/>
              <a:buChar char="-"/>
            </a:pPr>
            <a:r>
              <a:rPr lang="fr-FR" dirty="0"/>
              <a:t>Sauvegarde régulières des configurations.</a:t>
            </a:r>
          </a:p>
          <a:p>
            <a:pPr marL="0" indent="0">
              <a:buFont typeface="Karla"/>
              <a:buNone/>
            </a:pPr>
            <a:endParaRPr lang="fr-FR" dirty="0"/>
          </a:p>
          <a:p>
            <a:pPr marL="0" indent="0">
              <a:buFont typeface="Karla"/>
              <a:buNone/>
            </a:pPr>
            <a:r>
              <a:rPr lang="fr-FR" dirty="0"/>
              <a:t>Exemple : un serveur web sécurisé doit utiliser des certificats SSL/TLS, rester en DMZ et n’exécuter que les services essentiels.</a:t>
            </a:r>
          </a:p>
        </p:txBody>
      </p:sp>
      <p:sp>
        <p:nvSpPr>
          <p:cNvPr id="31" name="ZoneTexte 30"/>
          <p:cNvSpPr txBox="1"/>
          <p:nvPr/>
        </p:nvSpPr>
        <p:spPr>
          <a:xfrm>
            <a:off x="8558819" y="4712506"/>
            <a:ext cx="55178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13</a:t>
            </a:r>
          </a:p>
        </p:txBody>
      </p:sp>
    </p:spTree>
    <p:extLst>
      <p:ext uri="{BB962C8B-B14F-4D97-AF65-F5344CB8AC3E}">
        <p14:creationId xmlns:p14="http://schemas.microsoft.com/office/powerpoint/2010/main" val="885059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4B084FA3-A042-80FE-7ABC-ECB6BEA55BC9}"/>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EFB1405A-4703-D0AF-B076-5D94301AA215}"/>
              </a:ext>
            </a:extLst>
          </p:cNvPr>
          <p:cNvSpPr/>
          <p:nvPr/>
        </p:nvSpPr>
        <p:spPr>
          <a:xfrm>
            <a:off x="1655502" y="1590505"/>
            <a:ext cx="2280122" cy="175209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A64CB013-79A6-13A9-BDF4-4B0A69FBFDBF}"/>
              </a:ext>
            </a:extLst>
          </p:cNvPr>
          <p:cNvSpPr txBox="1">
            <a:spLocks noGrp="1"/>
          </p:cNvSpPr>
          <p:nvPr>
            <p:ph type="title"/>
          </p:nvPr>
        </p:nvSpPr>
        <p:spPr>
          <a:xfrm>
            <a:off x="2915850" y="3687054"/>
            <a:ext cx="3312300" cy="6237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La journalisation</a:t>
            </a:r>
            <a:endParaRPr sz="3200" dirty="0"/>
          </a:p>
        </p:txBody>
      </p:sp>
      <p:sp>
        <p:nvSpPr>
          <p:cNvPr id="399" name="Google Shape;399;p33">
            <a:extLst>
              <a:ext uri="{FF2B5EF4-FFF2-40B4-BE49-F238E27FC236}">
                <a16:creationId xmlns:a16="http://schemas.microsoft.com/office/drawing/2014/main" id="{8C35D0F0-6F96-0516-1248-F9625035F58B}"/>
              </a:ext>
            </a:extLst>
          </p:cNvPr>
          <p:cNvSpPr txBox="1">
            <a:spLocks noGrp="1"/>
          </p:cNvSpPr>
          <p:nvPr>
            <p:ph type="title" idx="2"/>
          </p:nvPr>
        </p:nvSpPr>
        <p:spPr>
          <a:xfrm>
            <a:off x="1931113" y="1872250"/>
            <a:ext cx="1728900"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t>05</a:t>
            </a:r>
            <a:endParaRPr sz="6600" dirty="0"/>
          </a:p>
        </p:txBody>
      </p:sp>
      <p:grpSp>
        <p:nvGrpSpPr>
          <p:cNvPr id="400" name="Google Shape;400;p33">
            <a:extLst>
              <a:ext uri="{FF2B5EF4-FFF2-40B4-BE49-F238E27FC236}">
                <a16:creationId xmlns:a16="http://schemas.microsoft.com/office/drawing/2014/main" id="{03614750-6A62-158D-50FE-A858C2210522}"/>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3CD7EEDE-3991-6A2C-8EE5-1C8AF97AC0AF}"/>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5650D7D9-DE33-F625-04DC-8340DCB12BE2}"/>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8CD4ABCB-E4F6-2B75-BD4E-9B6A7F2D1CCB}"/>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3C2C3A1B-CC2D-321A-3BDA-5FA5A9294678}"/>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52913E03-43D4-F7B5-1E49-C891FA304AD4}"/>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0051EB88-B5D5-17BD-5E6A-87D5C82D4816}"/>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CD9781FB-F087-FB56-6F2E-31DFCEC09089}"/>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F7F0ADB9-292F-A1AF-B0F1-68F20C562867}"/>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4CC3E76D-316F-0CEA-2EF7-2222A2991EE6}"/>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B90FAB83-7711-ADC6-9AB7-25BC55BFD4F9}"/>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8A629446-6AE0-36BB-8A6F-5196E4E7A77D}"/>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17A58B95-5D04-8FE0-2072-9A718D97BF9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31FEEE67-4307-FEE8-4A85-1FC299B4C87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50A15586-5323-234F-17C8-9D122A493EA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874FB2E6-9231-9069-189F-39C2B6B3D3D2}"/>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E68BE26D-B5E8-EB2B-1655-46FE23E441F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C9A83C1E-9316-88A3-32D2-B26997F96E81}"/>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B9DAD437-676E-11B0-6233-4B50E22B428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8EAC71D7-EC0F-8657-5B68-5DEF1A6F36E2}"/>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E5052178-A5E0-456D-56EC-7AEE54C0FABF}"/>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EB3D53C5-1F23-5A11-D531-15F5F1DCBA8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CE65EDBE-EA97-6557-8676-867C3009EFA2}"/>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5226DD2F-C9DA-7127-70E6-50FD0B9F7ED6}"/>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0110BCA6-4932-0093-E539-F8BAB1DB60F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D10DF8C1-E589-4C2E-CCBE-22AB73DC65A5}"/>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FA9B5BB4-9F4F-F7C6-EDF7-8DCC418DB1BF}"/>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0851BD9B-6D2A-EFE1-3167-9D0513F9E4E0}"/>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AF2114F0-4662-3B33-47E0-EBBA3D51D43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F368CFCB-CE38-E8D9-91CC-C0C1BA71B141}"/>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4B5A53B4-2B5C-3208-0B30-DD2F126AEA3A}"/>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405B9A09-6468-2CB4-78AC-6E269E63902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2EC6F938-D173-2592-8366-D3852B8DF3B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3C7117F6-EC9E-58EA-C6AB-00764F939E03}"/>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346483" y="4671120"/>
            <a:ext cx="497876"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14</a:t>
            </a:r>
          </a:p>
        </p:txBody>
      </p:sp>
      <p:pic>
        <p:nvPicPr>
          <p:cNvPr id="6" name="Image 5">
            <a:extLst>
              <a:ext uri="{FF2B5EF4-FFF2-40B4-BE49-F238E27FC236}">
                <a16:creationId xmlns:a16="http://schemas.microsoft.com/office/drawing/2014/main" id="{B9997A24-581E-EABA-F4C2-BAB8061648C0}"/>
              </a:ext>
            </a:extLst>
          </p:cNvPr>
          <p:cNvPicPr>
            <a:picLocks noChangeAspect="1"/>
          </p:cNvPicPr>
          <p:nvPr/>
        </p:nvPicPr>
        <p:blipFill>
          <a:blip r:embed="rId3"/>
          <a:stretch>
            <a:fillRect/>
          </a:stretch>
        </p:blipFill>
        <p:spPr>
          <a:xfrm>
            <a:off x="4572000" y="1590505"/>
            <a:ext cx="1752090" cy="1752090"/>
          </a:xfrm>
          <a:prstGeom prst="rect">
            <a:avLst/>
          </a:prstGeom>
        </p:spPr>
      </p:pic>
    </p:spTree>
    <p:extLst>
      <p:ext uri="{BB962C8B-B14F-4D97-AF65-F5344CB8AC3E}">
        <p14:creationId xmlns:p14="http://schemas.microsoft.com/office/powerpoint/2010/main" val="2858745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70D65632-B9CA-BBC4-8F73-B06F3EECB47B}"/>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1FC11C9E-A8F2-EAC9-B964-3EC618740E8B}"/>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D5BA8D1E-7011-FD4A-9211-5117FDE5A56C}"/>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La journalisation</a:t>
            </a:r>
            <a:endParaRPr dirty="0"/>
          </a:p>
        </p:txBody>
      </p:sp>
      <p:grpSp>
        <p:nvGrpSpPr>
          <p:cNvPr id="484" name="Google Shape;484;p35">
            <a:extLst>
              <a:ext uri="{FF2B5EF4-FFF2-40B4-BE49-F238E27FC236}">
                <a16:creationId xmlns:a16="http://schemas.microsoft.com/office/drawing/2014/main" id="{61259A0A-B452-8C40-606B-2E32863E5AA1}"/>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3D51C227-D6FD-C1B8-AF31-53AD1DF5686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7B699F05-0A20-003F-AFB7-7C79969B377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97FFEF4C-E0FA-CF4D-A24B-C21B8A9A4E4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98C09450-CC7F-F7D4-9664-092F95962E3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07346AA8-10D0-C61D-44AA-87CFFD75D01F}"/>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3BC29CEE-F195-0998-F4BD-B19577910936}"/>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EA5754AF-B0EA-1D6F-138B-22BE26214FA5}"/>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A27FAE62-2FE3-714C-5D7D-DBF8B19E156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B222D7AB-7464-62EF-B3C3-F726E86109D6}"/>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E20422C1-F691-ADD8-B59C-38F05B87642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59255485-1B7F-5ADB-59A5-A692DA2CEDA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A849A549-0F95-4BF8-16B7-9052ABD2FDC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A017DCA1-3A3C-AC41-06C6-9AFC52D28C4F}"/>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133947D4-56D1-2E7A-173C-A76088E74AC0}"/>
              </a:ext>
            </a:extLst>
          </p:cNvPr>
          <p:cNvGrpSpPr/>
          <p:nvPr/>
        </p:nvGrpSpPr>
        <p:grpSpPr>
          <a:xfrm>
            <a:off x="6745810" y="3253652"/>
            <a:ext cx="1178637" cy="1096691"/>
            <a:chOff x="827350" y="3629733"/>
            <a:chExt cx="1431600" cy="1332067"/>
          </a:xfrm>
        </p:grpSpPr>
        <p:sp>
          <p:nvSpPr>
            <p:cNvPr id="499" name="Google Shape;499;p35">
              <a:extLst>
                <a:ext uri="{FF2B5EF4-FFF2-40B4-BE49-F238E27FC236}">
                  <a16:creationId xmlns:a16="http://schemas.microsoft.com/office/drawing/2014/main" id="{03CEB3D0-B7E5-5C84-001D-3B1FF77B3B1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DED1E210-496B-D271-4A71-BEBB3DD17C1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A3AF55A4-B47A-53AA-F3AA-0736DB895D1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43300A79-B602-40EA-ECF3-5D260CD5A90F}"/>
              </a:ext>
            </a:extLst>
          </p:cNvPr>
          <p:cNvGrpSpPr/>
          <p:nvPr/>
        </p:nvGrpSpPr>
        <p:grpSpPr>
          <a:xfrm>
            <a:off x="7884444" y="3986888"/>
            <a:ext cx="781224" cy="726909"/>
            <a:chOff x="827350" y="3629733"/>
            <a:chExt cx="1431600" cy="1332067"/>
          </a:xfrm>
        </p:grpSpPr>
        <p:sp>
          <p:nvSpPr>
            <p:cNvPr id="503" name="Google Shape;503;p35">
              <a:extLst>
                <a:ext uri="{FF2B5EF4-FFF2-40B4-BE49-F238E27FC236}">
                  <a16:creationId xmlns:a16="http://schemas.microsoft.com/office/drawing/2014/main" id="{7D84D674-9D9B-E815-4422-B7A00AC8310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F1CDC075-87D9-7E21-7456-901AA94F9BD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05F36053-68BE-FFCC-229D-59289988A07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7F58B6AF-5BC8-F530-37CA-30E676841E6F}"/>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25AB222B-ECA9-0866-D44F-3974A5C16E0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76D840C9-7849-406C-26C1-A63C3FBBA54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D5BD9F68-399A-0EE9-5E0A-ABFD6C2A7C0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F27C8A6E-7768-5F7E-48FC-2C45B729E085}"/>
              </a:ext>
            </a:extLst>
          </p:cNvPr>
          <p:cNvSpPr txBox="1">
            <a:spLocks/>
          </p:cNvSpPr>
          <p:nvPr/>
        </p:nvSpPr>
        <p:spPr>
          <a:xfrm>
            <a:off x="713225" y="1383959"/>
            <a:ext cx="7704000" cy="29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nSpc>
                <a:spcPct val="150000"/>
              </a:lnSpc>
              <a:buFont typeface="Karla"/>
              <a:buNone/>
            </a:pPr>
            <a:r>
              <a:rPr lang="fr-FR" dirty="0"/>
              <a:t>La journalisation (logging) consiste à enregistrer les événements et activités d’un système ou d’un réseau pour assurer la traçabilité et détecter les anomalies.</a:t>
            </a:r>
          </a:p>
          <a:p>
            <a:pPr marL="0" indent="0">
              <a:lnSpc>
                <a:spcPct val="150000"/>
              </a:lnSpc>
              <a:buFont typeface="Karla"/>
              <a:buNone/>
            </a:pPr>
            <a:r>
              <a:rPr lang="fr-FR" dirty="0"/>
              <a:t>Ces logs contiennent des informations détaillées sur</a:t>
            </a:r>
            <a:r>
              <a:rPr lang="en-US" dirty="0"/>
              <a:t> :</a:t>
            </a:r>
          </a:p>
          <a:p>
            <a:pPr marL="285750" indent="-285750">
              <a:lnSpc>
                <a:spcPct val="150000"/>
              </a:lnSpc>
            </a:pPr>
            <a:r>
              <a:rPr lang="fr-FR" dirty="0"/>
              <a:t>Les actions des utilisateurs (connexion</a:t>
            </a:r>
            <a:r>
              <a:rPr lang="en-US" dirty="0"/>
              <a:t>, modification, suppression, </a:t>
            </a:r>
            <a:r>
              <a:rPr lang="en-US" dirty="0" err="1"/>
              <a:t>etc</a:t>
            </a:r>
            <a:r>
              <a:rPr lang="fr-FR" dirty="0"/>
              <a:t>.</a:t>
            </a:r>
          </a:p>
          <a:p>
            <a:pPr marL="285750" indent="-285750">
              <a:lnSpc>
                <a:spcPct val="150000"/>
              </a:lnSpc>
            </a:pPr>
            <a:r>
              <a:rPr lang="fr-FR" dirty="0"/>
              <a:t>Les évènements système (redémarrage plantage mise à jour)</a:t>
            </a:r>
          </a:p>
          <a:p>
            <a:pPr marL="285750" indent="-285750">
              <a:lnSpc>
                <a:spcPct val="150000"/>
              </a:lnSpc>
            </a:pPr>
            <a:r>
              <a:rPr lang="fr-FR" dirty="0"/>
              <a:t>Les accès aux ressources (fichiers bases de données serveurs</a:t>
            </a:r>
          </a:p>
          <a:p>
            <a:pPr marL="285750" indent="-285750">
              <a:lnSpc>
                <a:spcPct val="150000"/>
              </a:lnSpc>
            </a:pPr>
            <a:r>
              <a:rPr lang="fr-FR" dirty="0"/>
              <a:t>Les tentatives d’intrusion ou anomalies de sécurité</a:t>
            </a:r>
          </a:p>
          <a:p>
            <a:pPr marL="0" indent="0">
              <a:lnSpc>
                <a:spcPct val="150000"/>
              </a:lnSpc>
              <a:buFont typeface="Karla"/>
              <a:buNone/>
            </a:pPr>
            <a:r>
              <a:rPr lang="fr-FR" dirty="0"/>
              <a:t>L’objectif principal est d’assurer la traçabilité de toutes les actions dans le système afin de pour pouvoir détecter rapidement les incidents de sécurité identifier la source d’un problème ou d’une attaque  et fournir des preuves lors d’un audit ou d’une enquête</a:t>
            </a:r>
          </a:p>
        </p:txBody>
      </p:sp>
      <p:sp>
        <p:nvSpPr>
          <p:cNvPr id="31" name="ZoneTexte 30"/>
          <p:cNvSpPr txBox="1"/>
          <p:nvPr/>
        </p:nvSpPr>
        <p:spPr>
          <a:xfrm>
            <a:off x="8322424" y="4674996"/>
            <a:ext cx="55795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15</a:t>
            </a:r>
          </a:p>
        </p:txBody>
      </p:sp>
    </p:spTree>
    <p:extLst>
      <p:ext uri="{BB962C8B-B14F-4D97-AF65-F5344CB8AC3E}">
        <p14:creationId xmlns:p14="http://schemas.microsoft.com/office/powerpoint/2010/main" val="41511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70D65632-B9CA-BBC4-8F73-B06F3EECB47B}"/>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1FC11C9E-A8F2-EAC9-B964-3EC618740E8B}"/>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D5BA8D1E-7011-FD4A-9211-5117FDE5A56C}"/>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La journalisation</a:t>
            </a:r>
            <a:endParaRPr dirty="0"/>
          </a:p>
        </p:txBody>
      </p:sp>
      <p:grpSp>
        <p:nvGrpSpPr>
          <p:cNvPr id="484" name="Google Shape;484;p35">
            <a:extLst>
              <a:ext uri="{FF2B5EF4-FFF2-40B4-BE49-F238E27FC236}">
                <a16:creationId xmlns:a16="http://schemas.microsoft.com/office/drawing/2014/main" id="{61259A0A-B452-8C40-606B-2E32863E5AA1}"/>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3D51C227-D6FD-C1B8-AF31-53AD1DF5686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7B699F05-0A20-003F-AFB7-7C79969B377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97FFEF4C-E0FA-CF4D-A24B-C21B8A9A4E4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98C09450-CC7F-F7D4-9664-092F95962E3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07346AA8-10D0-C61D-44AA-87CFFD75D01F}"/>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3BC29CEE-F195-0998-F4BD-B19577910936}"/>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EA5754AF-B0EA-1D6F-138B-22BE26214FA5}"/>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A27FAE62-2FE3-714C-5D7D-DBF8B19E156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B222D7AB-7464-62EF-B3C3-F726E86109D6}"/>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E20422C1-F691-ADD8-B59C-38F05B87642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59255485-1B7F-5ADB-59A5-A692DA2CEDA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A849A549-0F95-4BF8-16B7-9052ABD2FDC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A017DCA1-3A3C-AC41-06C6-9AFC52D28C4F}"/>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133947D4-56D1-2E7A-173C-A76088E74AC0}"/>
              </a:ext>
            </a:extLst>
          </p:cNvPr>
          <p:cNvGrpSpPr/>
          <p:nvPr/>
        </p:nvGrpSpPr>
        <p:grpSpPr>
          <a:xfrm>
            <a:off x="7392652" y="3257952"/>
            <a:ext cx="1178637" cy="1096691"/>
            <a:chOff x="827350" y="3629733"/>
            <a:chExt cx="1431600" cy="1332067"/>
          </a:xfrm>
        </p:grpSpPr>
        <p:sp>
          <p:nvSpPr>
            <p:cNvPr id="499" name="Google Shape;499;p35">
              <a:extLst>
                <a:ext uri="{FF2B5EF4-FFF2-40B4-BE49-F238E27FC236}">
                  <a16:creationId xmlns:a16="http://schemas.microsoft.com/office/drawing/2014/main" id="{03CEB3D0-B7E5-5C84-001D-3B1FF77B3B1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DED1E210-496B-D271-4A71-BEBB3DD17C1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A3AF55A4-B47A-53AA-F3AA-0736DB895D1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43300A79-B602-40EA-ECF3-5D260CD5A90F}"/>
              </a:ext>
            </a:extLst>
          </p:cNvPr>
          <p:cNvGrpSpPr/>
          <p:nvPr/>
        </p:nvGrpSpPr>
        <p:grpSpPr>
          <a:xfrm>
            <a:off x="8464505" y="3957693"/>
            <a:ext cx="781224" cy="726909"/>
            <a:chOff x="827350" y="3629733"/>
            <a:chExt cx="1431600" cy="1332067"/>
          </a:xfrm>
        </p:grpSpPr>
        <p:sp>
          <p:nvSpPr>
            <p:cNvPr id="503" name="Google Shape;503;p35">
              <a:extLst>
                <a:ext uri="{FF2B5EF4-FFF2-40B4-BE49-F238E27FC236}">
                  <a16:creationId xmlns:a16="http://schemas.microsoft.com/office/drawing/2014/main" id="{7D84D674-9D9B-E815-4422-B7A00AC8310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F1CDC075-87D9-7E21-7456-901AA94F9BD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05F36053-68BE-FFCC-229D-59289988A07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7F58B6AF-5BC8-F530-37CA-30E676841E6F}"/>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25AB222B-ECA9-0866-D44F-3974A5C16E0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76D840C9-7849-406C-26C1-A63C3FBBA54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D5BD9F68-399A-0EE9-5E0A-ABFD6C2A7C0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F27C8A6E-7768-5F7E-48FC-2C45B729E085}"/>
              </a:ext>
            </a:extLst>
          </p:cNvPr>
          <p:cNvSpPr txBox="1">
            <a:spLocks/>
          </p:cNvSpPr>
          <p:nvPr/>
        </p:nvSpPr>
        <p:spPr>
          <a:xfrm>
            <a:off x="720000" y="14751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buFont typeface="Karla"/>
              <a:buNone/>
            </a:pPr>
            <a:r>
              <a:rPr lang="fr-FR" dirty="0"/>
              <a:t>On distingue plusieurs types de journaux permettant d’analyser et détecter les anomalies d’un système d’information</a:t>
            </a:r>
            <a:r>
              <a:rPr lang="en-US" dirty="0"/>
              <a:t> :</a:t>
            </a:r>
            <a:endParaRPr lang="fr-FR" dirty="0"/>
          </a:p>
        </p:txBody>
      </p:sp>
      <p:sp>
        <p:nvSpPr>
          <p:cNvPr id="31" name="ZoneTexte 30"/>
          <p:cNvSpPr txBox="1"/>
          <p:nvPr/>
        </p:nvSpPr>
        <p:spPr>
          <a:xfrm>
            <a:off x="8322424" y="4674996"/>
            <a:ext cx="55795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16</a:t>
            </a:r>
          </a:p>
        </p:txBody>
      </p:sp>
      <p:graphicFrame>
        <p:nvGraphicFramePr>
          <p:cNvPr id="2" name="Tableau 2">
            <a:extLst>
              <a:ext uri="{FF2B5EF4-FFF2-40B4-BE49-F238E27FC236}">
                <a16:creationId xmlns:a16="http://schemas.microsoft.com/office/drawing/2014/main" id="{EF991C92-6A38-9FB7-F1B1-C129F8BAA291}"/>
              </a:ext>
            </a:extLst>
          </p:cNvPr>
          <p:cNvGraphicFramePr>
            <a:graphicFrameLocks noGrp="1"/>
          </p:cNvGraphicFramePr>
          <p:nvPr>
            <p:extLst>
              <p:ext uri="{D42A27DB-BD31-4B8C-83A1-F6EECF244321}">
                <p14:modId xmlns:p14="http://schemas.microsoft.com/office/powerpoint/2010/main" val="2775868397"/>
              </p:ext>
            </p:extLst>
          </p:nvPr>
        </p:nvGraphicFramePr>
        <p:xfrm>
          <a:off x="1524000" y="2319290"/>
          <a:ext cx="6096000" cy="2382520"/>
        </p:xfrm>
        <a:graphic>
          <a:graphicData uri="http://schemas.openxmlformats.org/drawingml/2006/table">
            <a:tbl>
              <a:tblPr firstRow="1" bandRow="1">
                <a:tableStyleId>{B301B821-A1FF-4177-AEE7-76D212191A09}</a:tableStyleId>
              </a:tblPr>
              <a:tblGrid>
                <a:gridCol w="2032000">
                  <a:extLst>
                    <a:ext uri="{9D8B030D-6E8A-4147-A177-3AD203B41FA5}">
                      <a16:colId xmlns:a16="http://schemas.microsoft.com/office/drawing/2014/main" val="620056537"/>
                    </a:ext>
                  </a:extLst>
                </a:gridCol>
                <a:gridCol w="2032000">
                  <a:extLst>
                    <a:ext uri="{9D8B030D-6E8A-4147-A177-3AD203B41FA5}">
                      <a16:colId xmlns:a16="http://schemas.microsoft.com/office/drawing/2014/main" val="770770445"/>
                    </a:ext>
                  </a:extLst>
                </a:gridCol>
                <a:gridCol w="2032000">
                  <a:extLst>
                    <a:ext uri="{9D8B030D-6E8A-4147-A177-3AD203B41FA5}">
                      <a16:colId xmlns:a16="http://schemas.microsoft.com/office/drawing/2014/main" val="1989370814"/>
                    </a:ext>
                  </a:extLst>
                </a:gridCol>
              </a:tblGrid>
              <a:tr h="370840">
                <a:tc>
                  <a:txBody>
                    <a:bodyPr/>
                    <a:lstStyle/>
                    <a:p>
                      <a:pPr algn="ctr"/>
                      <a:r>
                        <a:rPr lang="en-US" sz="1200" dirty="0">
                          <a:latin typeface="Karla" pitchFamily="2" charset="0"/>
                        </a:rPr>
                        <a:t>Types de log</a:t>
                      </a:r>
                      <a:endParaRPr lang="fr-FR" sz="1200" dirty="0">
                        <a:latin typeface="Karla" pitchFamily="2" charset="0"/>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Karla" pitchFamily="2" charset="0"/>
                        </a:rPr>
                        <a:t>Description</a:t>
                      </a:r>
                      <a:endParaRPr lang="fr-FR" sz="1200" dirty="0">
                        <a:latin typeface="Karla" pitchFamily="2" charset="0"/>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latin typeface="Karla" pitchFamily="2" charset="0"/>
                        </a:rPr>
                        <a:t>Exemple</a:t>
                      </a:r>
                      <a:endParaRPr lang="fr-FR" sz="1200" dirty="0">
                        <a:latin typeface="Karla" pitchFamily="2" charset="0"/>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02438278"/>
                  </a:ext>
                </a:extLst>
              </a:tr>
              <a:tr h="370840">
                <a:tc>
                  <a:txBody>
                    <a:bodyPr/>
                    <a:lstStyle/>
                    <a:p>
                      <a:r>
                        <a:rPr lang="en-US" sz="1200" dirty="0">
                          <a:latin typeface="Karla" pitchFamily="2" charset="0"/>
                        </a:rPr>
                        <a:t>Log syst</a:t>
                      </a:r>
                      <a:r>
                        <a:rPr lang="fr-FR" sz="1200" dirty="0">
                          <a:latin typeface="Karla" pitchFamily="2" charset="0"/>
                        </a:rPr>
                        <a:t>ème</a:t>
                      </a:r>
                    </a:p>
                  </a:txBody>
                  <a:tcPr>
                    <a:lnT w="12700" cmpd="sng">
                      <a:noFill/>
                    </a:lnT>
                  </a:tcPr>
                </a:tc>
                <a:tc>
                  <a:txBody>
                    <a:bodyPr/>
                    <a:lstStyle/>
                    <a:p>
                      <a:r>
                        <a:rPr lang="fr-FR" sz="1200" dirty="0">
                          <a:latin typeface="Karla" pitchFamily="2" charset="0"/>
                        </a:rPr>
                        <a:t>Enregistre les évènements du système d’exploitation</a:t>
                      </a:r>
                    </a:p>
                  </a:txBody>
                  <a:tcPr>
                    <a:lnT w="12700" cmpd="sng">
                      <a:noFill/>
                    </a:lnT>
                  </a:tcPr>
                </a:tc>
                <a:tc>
                  <a:txBody>
                    <a:bodyPr/>
                    <a:lstStyle/>
                    <a:p>
                      <a:r>
                        <a:rPr lang="fr-FR" sz="1200" dirty="0">
                          <a:latin typeface="Karla" pitchFamily="2" charset="0"/>
                        </a:rPr>
                        <a:t>Démarrage</a:t>
                      </a:r>
                      <a:r>
                        <a:rPr lang="en-US" sz="1200" dirty="0">
                          <a:latin typeface="Karla" pitchFamily="2" charset="0"/>
                        </a:rPr>
                        <a:t>,erreurs,  </a:t>
                      </a:r>
                      <a:r>
                        <a:rPr lang="fr-FR" sz="1200" dirty="0">
                          <a:latin typeface="Karla" pitchFamily="2" charset="0"/>
                        </a:rPr>
                        <a:t>arrêts</a:t>
                      </a:r>
                    </a:p>
                  </a:txBody>
                  <a:tcPr>
                    <a:lnT w="12700" cmpd="sng">
                      <a:noFill/>
                    </a:lnT>
                  </a:tcPr>
                </a:tc>
                <a:extLst>
                  <a:ext uri="{0D108BD9-81ED-4DB2-BD59-A6C34878D82A}">
                    <a16:rowId xmlns:a16="http://schemas.microsoft.com/office/drawing/2014/main" val="2112087355"/>
                  </a:ext>
                </a:extLst>
              </a:tr>
              <a:tr h="370840">
                <a:tc>
                  <a:txBody>
                    <a:bodyPr/>
                    <a:lstStyle/>
                    <a:p>
                      <a:r>
                        <a:rPr lang="fr-FR" sz="1200" dirty="0">
                          <a:latin typeface="Karla" pitchFamily="2" charset="0"/>
                        </a:rPr>
                        <a:t>Log de sécurité</a:t>
                      </a:r>
                    </a:p>
                  </a:txBody>
                  <a:tcPr/>
                </a:tc>
                <a:tc>
                  <a:txBody>
                    <a:bodyPr/>
                    <a:lstStyle/>
                    <a:p>
                      <a:r>
                        <a:rPr lang="fr-FR" sz="1200" dirty="0">
                          <a:latin typeface="Karla" pitchFamily="2" charset="0"/>
                        </a:rPr>
                        <a:t>Trace les connexions</a:t>
                      </a:r>
                      <a:r>
                        <a:rPr lang="en-US" sz="1200" dirty="0">
                          <a:latin typeface="Karla" pitchFamily="2" charset="0"/>
                        </a:rPr>
                        <a:t>,</a:t>
                      </a:r>
                      <a:r>
                        <a:rPr lang="fr-FR" sz="1200" dirty="0">
                          <a:latin typeface="Karla" pitchFamily="2" charset="0"/>
                        </a:rPr>
                        <a:t> tentatives d’accès</a:t>
                      </a:r>
                      <a:r>
                        <a:rPr lang="en-US" sz="1200" dirty="0">
                          <a:latin typeface="Karla" pitchFamily="2" charset="0"/>
                        </a:rPr>
                        <a:t>,</a:t>
                      </a:r>
                      <a:r>
                        <a:rPr lang="fr-FR" sz="1200" dirty="0">
                          <a:latin typeface="Karla" pitchFamily="2" charset="0"/>
                        </a:rPr>
                        <a:t> modifications de droits</a:t>
                      </a:r>
                    </a:p>
                  </a:txBody>
                  <a:tcPr/>
                </a:tc>
                <a:tc>
                  <a:txBody>
                    <a:bodyPr/>
                    <a:lstStyle/>
                    <a:p>
                      <a:r>
                        <a:rPr lang="fr-FR" sz="1200" dirty="0">
                          <a:latin typeface="Karla" pitchFamily="2" charset="0"/>
                        </a:rPr>
                        <a:t>Tentative de connexion échouée</a:t>
                      </a:r>
                    </a:p>
                  </a:txBody>
                  <a:tcPr/>
                </a:tc>
                <a:extLst>
                  <a:ext uri="{0D108BD9-81ED-4DB2-BD59-A6C34878D82A}">
                    <a16:rowId xmlns:a16="http://schemas.microsoft.com/office/drawing/2014/main" val="1100579631"/>
                  </a:ext>
                </a:extLst>
              </a:tr>
              <a:tr h="370840">
                <a:tc>
                  <a:txBody>
                    <a:bodyPr/>
                    <a:lstStyle/>
                    <a:p>
                      <a:r>
                        <a:rPr lang="fr-FR" sz="1200" dirty="0">
                          <a:latin typeface="Karla" pitchFamily="2" charset="0"/>
                        </a:rPr>
                        <a:t>Log applicatif</a:t>
                      </a:r>
                    </a:p>
                  </a:txBody>
                  <a:tcPr/>
                </a:tc>
                <a:tc>
                  <a:txBody>
                    <a:bodyPr/>
                    <a:lstStyle/>
                    <a:p>
                      <a:r>
                        <a:rPr lang="fr-FR" sz="1200" dirty="0">
                          <a:latin typeface="Karla" pitchFamily="2" charset="0"/>
                        </a:rPr>
                        <a:t>Suivi des activités des logiciels</a:t>
                      </a:r>
                    </a:p>
                  </a:txBody>
                  <a:tcPr/>
                </a:tc>
                <a:tc>
                  <a:txBody>
                    <a:bodyPr/>
                    <a:lstStyle/>
                    <a:p>
                      <a:r>
                        <a:rPr lang="fr-FR" sz="1200" dirty="0">
                          <a:latin typeface="Karla" pitchFamily="2" charset="0"/>
                        </a:rPr>
                        <a:t>Erreurs sur un site web</a:t>
                      </a:r>
                    </a:p>
                  </a:txBody>
                  <a:tcPr/>
                </a:tc>
                <a:extLst>
                  <a:ext uri="{0D108BD9-81ED-4DB2-BD59-A6C34878D82A}">
                    <a16:rowId xmlns:a16="http://schemas.microsoft.com/office/drawing/2014/main" val="3962917242"/>
                  </a:ext>
                </a:extLst>
              </a:tr>
              <a:tr h="370840">
                <a:tc>
                  <a:txBody>
                    <a:bodyPr/>
                    <a:lstStyle/>
                    <a:p>
                      <a:r>
                        <a:rPr lang="fr-FR" sz="1200" dirty="0">
                          <a:latin typeface="Karla" pitchFamily="2" charset="0"/>
                        </a:rPr>
                        <a:t>Log réseau</a:t>
                      </a:r>
                    </a:p>
                  </a:txBody>
                  <a:tcPr/>
                </a:tc>
                <a:tc>
                  <a:txBody>
                    <a:bodyPr/>
                    <a:lstStyle/>
                    <a:p>
                      <a:r>
                        <a:rPr lang="fr-FR" sz="1200" dirty="0">
                          <a:latin typeface="Karla" pitchFamily="2" charset="0"/>
                        </a:rPr>
                        <a:t>Données échangés sur le réseau</a:t>
                      </a:r>
                    </a:p>
                  </a:txBody>
                  <a:tcPr/>
                </a:tc>
                <a:tc>
                  <a:txBody>
                    <a:bodyPr/>
                    <a:lstStyle/>
                    <a:p>
                      <a:r>
                        <a:rPr lang="fr-FR" sz="1200" dirty="0">
                          <a:latin typeface="Karla" pitchFamily="2" charset="0"/>
                        </a:rPr>
                        <a:t>Analyse de trafic suspect</a:t>
                      </a:r>
                    </a:p>
                  </a:txBody>
                  <a:tcPr/>
                </a:tc>
                <a:extLst>
                  <a:ext uri="{0D108BD9-81ED-4DB2-BD59-A6C34878D82A}">
                    <a16:rowId xmlns:a16="http://schemas.microsoft.com/office/drawing/2014/main" val="3435216133"/>
                  </a:ext>
                </a:extLst>
              </a:tr>
            </a:tbl>
          </a:graphicData>
        </a:graphic>
      </p:graphicFrame>
    </p:spTree>
    <p:extLst>
      <p:ext uri="{BB962C8B-B14F-4D97-AF65-F5344CB8AC3E}">
        <p14:creationId xmlns:p14="http://schemas.microsoft.com/office/powerpoint/2010/main" val="5619282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anim calcmode="lin" valueType="num">
                                      <p:cBhvr>
                                        <p:cTn id="8" dur="1500" fill="hold"/>
                                        <p:tgtEl>
                                          <p:spTgt spid="2"/>
                                        </p:tgtEl>
                                        <p:attrNameLst>
                                          <p:attrName>ppt_w</p:attrName>
                                        </p:attrNameLst>
                                      </p:cBhvr>
                                      <p:tavLst>
                                        <p:tav tm="0" fmla="#ppt_w*sin(2.5*pi*$)">
                                          <p:val>
                                            <p:fltVal val="0"/>
                                          </p:val>
                                        </p:tav>
                                        <p:tav tm="100000">
                                          <p:val>
                                            <p:fltVal val="1"/>
                                          </p:val>
                                        </p:tav>
                                      </p:tavLst>
                                    </p:anim>
                                    <p:anim calcmode="lin" valueType="num">
                                      <p:cBhvr>
                                        <p:cTn id="9" dur="1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70D65632-B9CA-BBC4-8F73-B06F3EECB47B}"/>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1FC11C9E-A8F2-EAC9-B964-3EC618740E8B}"/>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D5BA8D1E-7011-FD4A-9211-5117FDE5A56C}"/>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La journalisation</a:t>
            </a:r>
            <a:endParaRPr dirty="0"/>
          </a:p>
        </p:txBody>
      </p:sp>
      <p:grpSp>
        <p:nvGrpSpPr>
          <p:cNvPr id="484" name="Google Shape;484;p35">
            <a:extLst>
              <a:ext uri="{FF2B5EF4-FFF2-40B4-BE49-F238E27FC236}">
                <a16:creationId xmlns:a16="http://schemas.microsoft.com/office/drawing/2014/main" id="{61259A0A-B452-8C40-606B-2E32863E5AA1}"/>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3D51C227-D6FD-C1B8-AF31-53AD1DF56865}"/>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7B699F05-0A20-003F-AFB7-7C79969B377D}"/>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97FFEF4C-E0FA-CF4D-A24B-C21B8A9A4E47}"/>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98C09450-CC7F-F7D4-9664-092F95962E33}"/>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07346AA8-10D0-C61D-44AA-87CFFD75D01F}"/>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3BC29CEE-F195-0998-F4BD-B19577910936}"/>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EA5754AF-B0EA-1D6F-138B-22BE26214FA5}"/>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A27FAE62-2FE3-714C-5D7D-DBF8B19E156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B222D7AB-7464-62EF-B3C3-F726E86109D6}"/>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E20422C1-F691-ADD8-B59C-38F05B876425}"/>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59255485-1B7F-5ADB-59A5-A692DA2CEDAE}"/>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A849A549-0F95-4BF8-16B7-9052ABD2FDC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A017DCA1-3A3C-AC41-06C6-9AFC52D28C4F}"/>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133947D4-56D1-2E7A-173C-A76088E74AC0}"/>
              </a:ext>
            </a:extLst>
          </p:cNvPr>
          <p:cNvGrpSpPr/>
          <p:nvPr/>
        </p:nvGrpSpPr>
        <p:grpSpPr>
          <a:xfrm>
            <a:off x="6745810" y="3253652"/>
            <a:ext cx="1178637" cy="1096691"/>
            <a:chOff x="827350" y="3629733"/>
            <a:chExt cx="1431600" cy="1332067"/>
          </a:xfrm>
        </p:grpSpPr>
        <p:sp>
          <p:nvSpPr>
            <p:cNvPr id="499" name="Google Shape;499;p35">
              <a:extLst>
                <a:ext uri="{FF2B5EF4-FFF2-40B4-BE49-F238E27FC236}">
                  <a16:creationId xmlns:a16="http://schemas.microsoft.com/office/drawing/2014/main" id="{03CEB3D0-B7E5-5C84-001D-3B1FF77B3B15}"/>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DED1E210-496B-D271-4A71-BEBB3DD17C1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A3AF55A4-B47A-53AA-F3AA-0736DB895D1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43300A79-B602-40EA-ECF3-5D260CD5A90F}"/>
              </a:ext>
            </a:extLst>
          </p:cNvPr>
          <p:cNvGrpSpPr/>
          <p:nvPr/>
        </p:nvGrpSpPr>
        <p:grpSpPr>
          <a:xfrm>
            <a:off x="7884444" y="3986888"/>
            <a:ext cx="781224" cy="726909"/>
            <a:chOff x="827350" y="3629733"/>
            <a:chExt cx="1431600" cy="1332067"/>
          </a:xfrm>
        </p:grpSpPr>
        <p:sp>
          <p:nvSpPr>
            <p:cNvPr id="503" name="Google Shape;503;p35">
              <a:extLst>
                <a:ext uri="{FF2B5EF4-FFF2-40B4-BE49-F238E27FC236}">
                  <a16:creationId xmlns:a16="http://schemas.microsoft.com/office/drawing/2014/main" id="{7D84D674-9D9B-E815-4422-B7A00AC8310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F1CDC075-87D9-7E21-7456-901AA94F9BD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05F36053-68BE-FFCC-229D-59289988A071}"/>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7F58B6AF-5BC8-F530-37CA-30E676841E6F}"/>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25AB222B-ECA9-0866-D44F-3974A5C16E06}"/>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76D840C9-7849-406C-26C1-A63C3FBBA54F}"/>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D5BD9F68-399A-0EE9-5E0A-ABFD6C2A7C0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F27C8A6E-7768-5F7E-48FC-2C45B729E085}"/>
              </a:ext>
            </a:extLst>
          </p:cNvPr>
          <p:cNvSpPr txBox="1">
            <a:spLocks/>
          </p:cNvSpPr>
          <p:nvPr/>
        </p:nvSpPr>
        <p:spPr>
          <a:xfrm>
            <a:off x="722150" y="1294089"/>
            <a:ext cx="7704000" cy="36711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lnSpc>
                <a:spcPct val="150000"/>
              </a:lnSpc>
              <a:buFont typeface="Karla"/>
              <a:buNone/>
            </a:pPr>
            <a:r>
              <a:rPr lang="fr-FR" dirty="0"/>
              <a:t>Comme tout bon système d’information</a:t>
            </a:r>
            <a:r>
              <a:rPr lang="en-US" dirty="0"/>
              <a:t>,</a:t>
            </a:r>
            <a:r>
              <a:rPr lang="fr-FR" dirty="0"/>
              <a:t> les bonnes pratiques sont essentielles à la sécurité pour le bon fonctionnement du système d’information. Elles sont </a:t>
            </a:r>
            <a:r>
              <a:rPr lang="en-US" dirty="0"/>
              <a:t>:</a:t>
            </a:r>
          </a:p>
          <a:p>
            <a:pPr marL="285750" indent="-285750">
              <a:lnSpc>
                <a:spcPct val="150000"/>
              </a:lnSpc>
            </a:pPr>
            <a:r>
              <a:rPr lang="en-US" dirty="0"/>
              <a:t>Activer la </a:t>
            </a:r>
            <a:r>
              <a:rPr lang="fr-FR" dirty="0"/>
              <a:t>journalisation sur tous les systèmes critiques</a:t>
            </a:r>
          </a:p>
          <a:p>
            <a:pPr marL="285750" indent="-285750">
              <a:lnSpc>
                <a:spcPct val="150000"/>
              </a:lnSpc>
            </a:pPr>
            <a:r>
              <a:rPr lang="fr-FR" dirty="0"/>
              <a:t>Définir une politique claire de journalisation</a:t>
            </a:r>
          </a:p>
          <a:p>
            <a:pPr marL="285750" indent="-285750">
              <a:lnSpc>
                <a:spcPct val="150000"/>
              </a:lnSpc>
            </a:pPr>
            <a:r>
              <a:rPr lang="fr-FR" dirty="0"/>
              <a:t>Horodater tous les évènements</a:t>
            </a:r>
          </a:p>
          <a:p>
            <a:pPr marL="285750" indent="-285750">
              <a:lnSpc>
                <a:spcPct val="150000"/>
              </a:lnSpc>
            </a:pPr>
            <a:r>
              <a:rPr lang="fr-FR" dirty="0"/>
              <a:t>Sécuriser les fichiers journaux</a:t>
            </a:r>
          </a:p>
          <a:p>
            <a:pPr marL="285750" indent="-285750">
              <a:lnSpc>
                <a:spcPct val="150000"/>
              </a:lnSpc>
            </a:pPr>
            <a:r>
              <a:rPr lang="fr-FR" dirty="0"/>
              <a:t>Centraliser la collecte des journaux sur un serveur SIEM (Security Information and Event Management)</a:t>
            </a:r>
          </a:p>
          <a:p>
            <a:pPr marL="285750" indent="-285750">
              <a:lnSpc>
                <a:spcPct val="150000"/>
              </a:lnSpc>
            </a:pPr>
            <a:r>
              <a:rPr lang="fr-FR" dirty="0"/>
              <a:t>Mettre en place des alertes automatiques</a:t>
            </a:r>
          </a:p>
          <a:p>
            <a:pPr marL="285750" indent="-285750">
              <a:lnSpc>
                <a:spcPct val="150000"/>
              </a:lnSpc>
            </a:pPr>
            <a:r>
              <a:rPr lang="fr-FR" dirty="0"/>
              <a:t>Analyser régulièrement les logs</a:t>
            </a:r>
          </a:p>
        </p:txBody>
      </p:sp>
      <p:sp>
        <p:nvSpPr>
          <p:cNvPr id="31" name="ZoneTexte 30"/>
          <p:cNvSpPr txBox="1"/>
          <p:nvPr/>
        </p:nvSpPr>
        <p:spPr>
          <a:xfrm>
            <a:off x="8322424" y="4674996"/>
            <a:ext cx="55795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17</a:t>
            </a:r>
          </a:p>
        </p:txBody>
      </p:sp>
    </p:spTree>
    <p:extLst>
      <p:ext uri="{BB962C8B-B14F-4D97-AF65-F5344CB8AC3E}">
        <p14:creationId xmlns:p14="http://schemas.microsoft.com/office/powerpoint/2010/main" val="28135947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C74705A4-68DA-7049-08E2-64B180153F4C}"/>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7050F832-E76A-366E-B0AF-258393822E94}"/>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A69554E4-D53A-05BA-296E-528E644E40F1}"/>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La journalisation</a:t>
            </a:r>
            <a:endParaRPr dirty="0"/>
          </a:p>
        </p:txBody>
      </p:sp>
      <p:grpSp>
        <p:nvGrpSpPr>
          <p:cNvPr id="484" name="Google Shape;484;p35">
            <a:extLst>
              <a:ext uri="{FF2B5EF4-FFF2-40B4-BE49-F238E27FC236}">
                <a16:creationId xmlns:a16="http://schemas.microsoft.com/office/drawing/2014/main" id="{3DE76949-726B-4F45-7269-321E4F3EFB4C}"/>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30C88CB1-38C8-9C5A-F4E1-09A1288E6A52}"/>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FE0A5C65-C11A-727A-EF77-C9324A3AD65C}"/>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564CEA08-5C0F-4B3E-9E9F-359105ACEE71}"/>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8B6338F6-9979-CC3F-2676-BC9B60CBC93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6ABB8FBD-1DC4-49D7-1CD8-F0BF5A761919}"/>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E0850E08-CD44-84A6-D12F-C91DFFA4D7B3}"/>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D0873BD2-1869-38BE-4CBD-FDF08CA2B299}"/>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9ED8865A-DE48-597E-A12B-777F36DAC2F0}"/>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386449B0-5971-61CE-2A98-CEE2FE0085C5}"/>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7D259A90-E3B4-B8B9-9C8A-2857F940CAD6}"/>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76F09670-F8C6-E1C3-8ED0-45B126927164}"/>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D104D95A-AE91-CAEE-62F8-54369DE83555}"/>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76F47D6B-2E5A-1923-305D-418315D7C436}"/>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04A5DE9A-520A-68F1-15E5-AD112ECD3875}"/>
              </a:ext>
            </a:extLst>
          </p:cNvPr>
          <p:cNvGrpSpPr/>
          <p:nvPr/>
        </p:nvGrpSpPr>
        <p:grpSpPr>
          <a:xfrm>
            <a:off x="6875141" y="3168980"/>
            <a:ext cx="1178637" cy="1096691"/>
            <a:chOff x="827350" y="3629733"/>
            <a:chExt cx="1431600" cy="1332067"/>
          </a:xfrm>
        </p:grpSpPr>
        <p:sp>
          <p:nvSpPr>
            <p:cNvPr id="499" name="Google Shape;499;p35">
              <a:extLst>
                <a:ext uri="{FF2B5EF4-FFF2-40B4-BE49-F238E27FC236}">
                  <a16:creationId xmlns:a16="http://schemas.microsoft.com/office/drawing/2014/main" id="{9248C2CE-92AB-2F7D-A9C8-8A6D8EEB579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FED345EB-CEC3-615C-38F2-2EF5A324A74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84F7978D-99F1-1FB6-F6E7-2588FA7C289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CFC27CA5-70A0-DBAC-B5C5-52566AB95B13}"/>
              </a:ext>
            </a:extLst>
          </p:cNvPr>
          <p:cNvGrpSpPr/>
          <p:nvPr/>
        </p:nvGrpSpPr>
        <p:grpSpPr>
          <a:xfrm>
            <a:off x="8024471" y="3928233"/>
            <a:ext cx="781224" cy="726909"/>
            <a:chOff x="827350" y="3629733"/>
            <a:chExt cx="1431600" cy="1332067"/>
          </a:xfrm>
        </p:grpSpPr>
        <p:sp>
          <p:nvSpPr>
            <p:cNvPr id="503" name="Google Shape;503;p35">
              <a:extLst>
                <a:ext uri="{FF2B5EF4-FFF2-40B4-BE49-F238E27FC236}">
                  <a16:creationId xmlns:a16="http://schemas.microsoft.com/office/drawing/2014/main" id="{AE6C86C5-29A7-2FE3-723A-CA06F2F588AA}"/>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00013259-82AE-9A15-1DD2-D9CFCBCE491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B24BDE73-912B-9F5E-4948-98136B8A8D00}"/>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1A740648-5140-441E-A1EB-ACF507CE141E}"/>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BD473FA6-7100-D49C-ABA8-DC5B752D1B1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5ADBBEEF-D827-AAE9-90CC-E54A91096C4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D58127AE-A50C-FEB3-332D-50E30F4A0EC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05170ADF-F11B-1EF6-AA0D-B127C175DBC9}"/>
              </a:ext>
            </a:extLst>
          </p:cNvPr>
          <p:cNvSpPr txBox="1">
            <a:spLocks/>
          </p:cNvSpPr>
          <p:nvPr/>
        </p:nvSpPr>
        <p:spPr>
          <a:xfrm>
            <a:off x="713225" y="1296779"/>
            <a:ext cx="7704000" cy="4192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buFont typeface="Karla"/>
              <a:buNone/>
            </a:pPr>
            <a:r>
              <a:rPr lang="fr-FR" dirty="0"/>
              <a:t>Les outils utilisés pour la journalisation sont classés dans le tableau ci-dessous</a:t>
            </a:r>
          </a:p>
        </p:txBody>
      </p:sp>
      <p:sp>
        <p:nvSpPr>
          <p:cNvPr id="31" name="ZoneTexte 30"/>
          <p:cNvSpPr txBox="1"/>
          <p:nvPr/>
        </p:nvSpPr>
        <p:spPr>
          <a:xfrm>
            <a:off x="8383076" y="4700843"/>
            <a:ext cx="49395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18</a:t>
            </a:r>
          </a:p>
        </p:txBody>
      </p:sp>
      <p:graphicFrame>
        <p:nvGraphicFramePr>
          <p:cNvPr id="2" name="Tableau 2">
            <a:extLst>
              <a:ext uri="{FF2B5EF4-FFF2-40B4-BE49-F238E27FC236}">
                <a16:creationId xmlns:a16="http://schemas.microsoft.com/office/drawing/2014/main" id="{BD94FD37-0913-814B-4358-EDA058BE1CC2}"/>
              </a:ext>
            </a:extLst>
          </p:cNvPr>
          <p:cNvGraphicFramePr>
            <a:graphicFrameLocks noGrp="1"/>
          </p:cNvGraphicFramePr>
          <p:nvPr>
            <p:extLst>
              <p:ext uri="{D42A27DB-BD31-4B8C-83A1-F6EECF244321}">
                <p14:modId xmlns:p14="http://schemas.microsoft.com/office/powerpoint/2010/main" val="3714168905"/>
              </p:ext>
            </p:extLst>
          </p:nvPr>
        </p:nvGraphicFramePr>
        <p:xfrm>
          <a:off x="2286000" y="2055547"/>
          <a:ext cx="4572000" cy="3022600"/>
        </p:xfrm>
        <a:graphic>
          <a:graphicData uri="http://schemas.openxmlformats.org/drawingml/2006/table">
            <a:tbl>
              <a:tblPr firstRow="1" bandRow="1">
                <a:tableStyleId>{3C2FFA5D-87B4-456A-9821-1D502468CF0F}</a:tableStyleId>
              </a:tblPr>
              <a:tblGrid>
                <a:gridCol w="1524000">
                  <a:extLst>
                    <a:ext uri="{9D8B030D-6E8A-4147-A177-3AD203B41FA5}">
                      <a16:colId xmlns:a16="http://schemas.microsoft.com/office/drawing/2014/main" val="1774953821"/>
                    </a:ext>
                  </a:extLst>
                </a:gridCol>
                <a:gridCol w="1524000">
                  <a:extLst>
                    <a:ext uri="{9D8B030D-6E8A-4147-A177-3AD203B41FA5}">
                      <a16:colId xmlns:a16="http://schemas.microsoft.com/office/drawing/2014/main" val="300288603"/>
                    </a:ext>
                  </a:extLst>
                </a:gridCol>
                <a:gridCol w="1524000">
                  <a:extLst>
                    <a:ext uri="{9D8B030D-6E8A-4147-A177-3AD203B41FA5}">
                      <a16:colId xmlns:a16="http://schemas.microsoft.com/office/drawing/2014/main" val="3118713250"/>
                    </a:ext>
                  </a:extLst>
                </a:gridCol>
              </a:tblGrid>
              <a:tr h="370840">
                <a:tc>
                  <a:txBody>
                    <a:bodyPr/>
                    <a:lstStyle/>
                    <a:p>
                      <a:pPr algn="ctr"/>
                      <a:r>
                        <a:rPr lang="fr-FR" sz="1200" dirty="0">
                          <a:latin typeface="Karla" pitchFamily="2" charset="0"/>
                        </a:rPr>
                        <a:t>Nom outil</a:t>
                      </a:r>
                    </a:p>
                  </a:txBody>
                  <a:tcPr/>
                </a:tc>
                <a:tc>
                  <a:txBody>
                    <a:bodyPr/>
                    <a:lstStyle/>
                    <a:p>
                      <a:pPr algn="ctr"/>
                      <a:r>
                        <a:rPr lang="fr-FR" sz="1200" dirty="0">
                          <a:latin typeface="Karla" pitchFamily="2" charset="0"/>
                        </a:rPr>
                        <a:t>Image</a:t>
                      </a:r>
                    </a:p>
                  </a:txBody>
                  <a:tcPr/>
                </a:tc>
                <a:tc>
                  <a:txBody>
                    <a:bodyPr/>
                    <a:lstStyle/>
                    <a:p>
                      <a:pPr algn="ctr"/>
                      <a:r>
                        <a:rPr lang="fr-FR" sz="1200" dirty="0">
                          <a:latin typeface="Karla" pitchFamily="2" charset="0"/>
                        </a:rPr>
                        <a:t>Catégorie</a:t>
                      </a:r>
                    </a:p>
                  </a:txBody>
                  <a:tcPr/>
                </a:tc>
                <a:extLst>
                  <a:ext uri="{0D108BD9-81ED-4DB2-BD59-A6C34878D82A}">
                    <a16:rowId xmlns:a16="http://schemas.microsoft.com/office/drawing/2014/main" val="421178128"/>
                  </a:ext>
                </a:extLst>
              </a:tr>
              <a:tr h="370840">
                <a:tc>
                  <a:txBody>
                    <a:bodyPr/>
                    <a:lstStyle/>
                    <a:p>
                      <a:r>
                        <a:rPr lang="fr-FR" sz="1200" dirty="0">
                          <a:solidFill>
                            <a:schemeClr val="tx2"/>
                          </a:solidFill>
                          <a:latin typeface="Karla" pitchFamily="2" charset="0"/>
                        </a:rPr>
                        <a:t>Syslog</a:t>
                      </a:r>
                    </a:p>
                  </a:txBody>
                  <a:tcPr/>
                </a:tc>
                <a:tc>
                  <a:txBody>
                    <a:bodyPr/>
                    <a:lstStyle/>
                    <a:p>
                      <a:endParaRPr lang="fr-FR" sz="1200" dirty="0">
                        <a:solidFill>
                          <a:schemeClr val="tx2"/>
                        </a:solidFill>
                        <a:latin typeface="Karla" pitchFamily="2" charset="0"/>
                      </a:endParaRPr>
                    </a:p>
                  </a:txBody>
                  <a:tcPr/>
                </a:tc>
                <a:tc>
                  <a:txBody>
                    <a:bodyPr/>
                    <a:lstStyle/>
                    <a:p>
                      <a:r>
                        <a:rPr lang="fr-FR" sz="1200" dirty="0">
                          <a:solidFill>
                            <a:schemeClr val="tx2"/>
                          </a:solidFill>
                          <a:latin typeface="Karla" pitchFamily="2" charset="0"/>
                        </a:rPr>
                        <a:t>Collecte et transfert de logs</a:t>
                      </a:r>
                    </a:p>
                  </a:txBody>
                  <a:tcPr/>
                </a:tc>
                <a:extLst>
                  <a:ext uri="{0D108BD9-81ED-4DB2-BD59-A6C34878D82A}">
                    <a16:rowId xmlns:a16="http://schemas.microsoft.com/office/drawing/2014/main" val="894247118"/>
                  </a:ext>
                </a:extLst>
              </a:tr>
              <a:tr h="370840">
                <a:tc>
                  <a:txBody>
                    <a:bodyPr/>
                    <a:lstStyle/>
                    <a:p>
                      <a:r>
                        <a:rPr lang="fr-FR" sz="1200" dirty="0">
                          <a:solidFill>
                            <a:schemeClr val="tx2"/>
                          </a:solidFill>
                          <a:latin typeface="Karla" pitchFamily="2" charset="0"/>
                        </a:rPr>
                        <a:t>ELK Stack</a:t>
                      </a:r>
                    </a:p>
                  </a:txBody>
                  <a:tcPr/>
                </a:tc>
                <a:tc>
                  <a:txBody>
                    <a:bodyPr/>
                    <a:lstStyle/>
                    <a:p>
                      <a:endParaRPr lang="fr-FR" sz="1200" dirty="0">
                        <a:solidFill>
                          <a:schemeClr val="tx2"/>
                        </a:solidFill>
                        <a:latin typeface="Karla" pitchFamily="2" charset="0"/>
                      </a:endParaRPr>
                    </a:p>
                  </a:txBody>
                  <a:tcPr/>
                </a:tc>
                <a:tc>
                  <a:txBody>
                    <a:bodyPr/>
                    <a:lstStyle/>
                    <a:p>
                      <a:r>
                        <a:rPr lang="fr-FR" sz="1200" dirty="0">
                          <a:solidFill>
                            <a:schemeClr val="tx2"/>
                          </a:solidFill>
                          <a:latin typeface="Karla" pitchFamily="2" charset="0"/>
                        </a:rPr>
                        <a:t>Analyse et visualisation</a:t>
                      </a:r>
                    </a:p>
                  </a:txBody>
                  <a:tcPr/>
                </a:tc>
                <a:extLst>
                  <a:ext uri="{0D108BD9-81ED-4DB2-BD59-A6C34878D82A}">
                    <a16:rowId xmlns:a16="http://schemas.microsoft.com/office/drawing/2014/main" val="3512884238"/>
                  </a:ext>
                </a:extLst>
              </a:tr>
              <a:tr h="370840">
                <a:tc>
                  <a:txBody>
                    <a:bodyPr/>
                    <a:lstStyle/>
                    <a:p>
                      <a:r>
                        <a:rPr lang="fr-FR" sz="1200" dirty="0" err="1">
                          <a:solidFill>
                            <a:schemeClr val="tx2"/>
                          </a:solidFill>
                          <a:latin typeface="Karla" pitchFamily="2" charset="0"/>
                        </a:rPr>
                        <a:t>Graylog</a:t>
                      </a:r>
                      <a:endParaRPr lang="fr-FR" sz="1200" dirty="0">
                        <a:solidFill>
                          <a:schemeClr val="tx2"/>
                        </a:solidFill>
                        <a:latin typeface="Karla" pitchFamily="2" charset="0"/>
                      </a:endParaRPr>
                    </a:p>
                  </a:txBody>
                  <a:tcPr/>
                </a:tc>
                <a:tc>
                  <a:txBody>
                    <a:bodyPr/>
                    <a:lstStyle/>
                    <a:p>
                      <a:endParaRPr lang="fr-FR" sz="1200" dirty="0">
                        <a:solidFill>
                          <a:schemeClr val="tx2"/>
                        </a:solidFill>
                        <a:latin typeface="Karla"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dirty="0">
                          <a:solidFill>
                            <a:schemeClr val="tx2"/>
                          </a:solidFill>
                          <a:latin typeface="Karla" pitchFamily="2" charset="0"/>
                        </a:rPr>
                        <a:t>Analyse et visualisation</a:t>
                      </a:r>
                    </a:p>
                    <a:p>
                      <a:endParaRPr lang="fr-FR" sz="1200" dirty="0">
                        <a:solidFill>
                          <a:schemeClr val="tx2"/>
                        </a:solidFill>
                        <a:latin typeface="Karla" pitchFamily="2" charset="0"/>
                      </a:endParaRPr>
                    </a:p>
                  </a:txBody>
                  <a:tcPr/>
                </a:tc>
                <a:extLst>
                  <a:ext uri="{0D108BD9-81ED-4DB2-BD59-A6C34878D82A}">
                    <a16:rowId xmlns:a16="http://schemas.microsoft.com/office/drawing/2014/main" val="3491840386"/>
                  </a:ext>
                </a:extLst>
              </a:tr>
              <a:tr h="370840">
                <a:tc>
                  <a:txBody>
                    <a:bodyPr/>
                    <a:lstStyle/>
                    <a:p>
                      <a:r>
                        <a:rPr lang="fr-FR" sz="1200" dirty="0">
                          <a:solidFill>
                            <a:schemeClr val="tx2"/>
                          </a:solidFill>
                          <a:latin typeface="Karla" pitchFamily="2" charset="0"/>
                        </a:rPr>
                        <a:t>Splunk</a:t>
                      </a:r>
                    </a:p>
                  </a:txBody>
                  <a:tcPr/>
                </a:tc>
                <a:tc>
                  <a:txBody>
                    <a:bodyPr/>
                    <a:lstStyle/>
                    <a:p>
                      <a:endParaRPr lang="fr-FR" sz="1200">
                        <a:solidFill>
                          <a:schemeClr val="tx2"/>
                        </a:solidFill>
                        <a:latin typeface="Karla" pitchFamily="2" charset="0"/>
                      </a:endParaRPr>
                    </a:p>
                  </a:txBody>
                  <a:tcPr/>
                </a:tc>
                <a:tc>
                  <a:txBody>
                    <a:bodyPr/>
                    <a:lstStyle/>
                    <a:p>
                      <a:r>
                        <a:rPr lang="fr-FR" sz="1200" dirty="0">
                          <a:solidFill>
                            <a:schemeClr val="tx2"/>
                          </a:solidFill>
                          <a:latin typeface="Karla" pitchFamily="2" charset="0"/>
                        </a:rPr>
                        <a:t>Sécurité et corrélation (SIEM)</a:t>
                      </a:r>
                    </a:p>
                  </a:txBody>
                  <a:tcPr/>
                </a:tc>
                <a:extLst>
                  <a:ext uri="{0D108BD9-81ED-4DB2-BD59-A6C34878D82A}">
                    <a16:rowId xmlns:a16="http://schemas.microsoft.com/office/drawing/2014/main" val="2615889759"/>
                  </a:ext>
                </a:extLst>
              </a:tr>
              <a:tr h="370840">
                <a:tc>
                  <a:txBody>
                    <a:bodyPr/>
                    <a:lstStyle/>
                    <a:p>
                      <a:r>
                        <a:rPr lang="fr-FR" sz="1200" dirty="0" err="1">
                          <a:solidFill>
                            <a:schemeClr val="tx2"/>
                          </a:solidFill>
                          <a:latin typeface="Karla" pitchFamily="2" charset="0"/>
                        </a:rPr>
                        <a:t>Wazuh</a:t>
                      </a:r>
                      <a:endParaRPr lang="fr-FR" sz="1200" dirty="0">
                        <a:solidFill>
                          <a:schemeClr val="tx2"/>
                        </a:solidFill>
                        <a:latin typeface="Karla" pitchFamily="2" charset="0"/>
                      </a:endParaRPr>
                    </a:p>
                  </a:txBody>
                  <a:tcPr/>
                </a:tc>
                <a:tc>
                  <a:txBody>
                    <a:bodyPr/>
                    <a:lstStyle/>
                    <a:p>
                      <a:endParaRPr lang="fr-FR" sz="1200" dirty="0">
                        <a:solidFill>
                          <a:schemeClr val="tx2"/>
                        </a:solidFill>
                        <a:latin typeface="Karla"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200" dirty="0">
                          <a:solidFill>
                            <a:schemeClr val="tx2"/>
                          </a:solidFill>
                          <a:latin typeface="Karla" pitchFamily="2" charset="0"/>
                        </a:rPr>
                        <a:t>Sécurité et corrélation (SIEM)</a:t>
                      </a:r>
                    </a:p>
                    <a:p>
                      <a:endParaRPr lang="fr-FR" sz="1200" dirty="0">
                        <a:solidFill>
                          <a:schemeClr val="tx2"/>
                        </a:solidFill>
                        <a:latin typeface="Karla" pitchFamily="2" charset="0"/>
                      </a:endParaRPr>
                    </a:p>
                  </a:txBody>
                  <a:tcPr/>
                </a:tc>
                <a:extLst>
                  <a:ext uri="{0D108BD9-81ED-4DB2-BD59-A6C34878D82A}">
                    <a16:rowId xmlns:a16="http://schemas.microsoft.com/office/drawing/2014/main" val="1865590793"/>
                  </a:ext>
                </a:extLst>
              </a:tr>
            </a:tbl>
          </a:graphicData>
        </a:graphic>
      </p:graphicFrame>
      <p:pic>
        <p:nvPicPr>
          <p:cNvPr id="4" name="Image 3" descr="Une image contenant conception, cube&#10;&#10;Description générée automatiquement avec une confiance moyenne">
            <a:extLst>
              <a:ext uri="{FF2B5EF4-FFF2-40B4-BE49-F238E27FC236}">
                <a16:creationId xmlns:a16="http://schemas.microsoft.com/office/drawing/2014/main" id="{3589C396-B069-C9D1-2D00-9086B0A90545}"/>
              </a:ext>
            </a:extLst>
          </p:cNvPr>
          <p:cNvPicPr>
            <a:picLocks noChangeAspect="1"/>
          </p:cNvPicPr>
          <p:nvPr/>
        </p:nvPicPr>
        <p:blipFill>
          <a:blip r:embed="rId3"/>
          <a:stretch>
            <a:fillRect/>
          </a:stretch>
        </p:blipFill>
        <p:spPr>
          <a:xfrm>
            <a:off x="4352949" y="2492439"/>
            <a:ext cx="368530" cy="354373"/>
          </a:xfrm>
          <a:prstGeom prst="rect">
            <a:avLst/>
          </a:prstGeom>
        </p:spPr>
      </p:pic>
      <p:pic>
        <p:nvPicPr>
          <p:cNvPr id="6" name="Image 5" descr="Une image contenant Graphique, graphisme, diagramme, clipart&#10;&#10;Description générée automatiquement">
            <a:extLst>
              <a:ext uri="{FF2B5EF4-FFF2-40B4-BE49-F238E27FC236}">
                <a16:creationId xmlns:a16="http://schemas.microsoft.com/office/drawing/2014/main" id="{620405C8-6AC6-ED4B-F2A6-D9F2D4629F90}"/>
              </a:ext>
            </a:extLst>
          </p:cNvPr>
          <p:cNvPicPr>
            <a:picLocks noChangeAspect="1"/>
          </p:cNvPicPr>
          <p:nvPr/>
        </p:nvPicPr>
        <p:blipFill>
          <a:blip r:embed="rId4"/>
          <a:stretch>
            <a:fillRect/>
          </a:stretch>
        </p:blipFill>
        <p:spPr>
          <a:xfrm>
            <a:off x="4241484" y="2976211"/>
            <a:ext cx="591459" cy="369662"/>
          </a:xfrm>
          <a:prstGeom prst="rect">
            <a:avLst/>
          </a:prstGeom>
        </p:spPr>
      </p:pic>
      <p:pic>
        <p:nvPicPr>
          <p:cNvPr id="8" name="Image 7" descr="Une image contenant cercle, Police, Graphique, logo&#10;&#10;Description générée automatiquement">
            <a:extLst>
              <a:ext uri="{FF2B5EF4-FFF2-40B4-BE49-F238E27FC236}">
                <a16:creationId xmlns:a16="http://schemas.microsoft.com/office/drawing/2014/main" id="{9F5154B8-208F-42AC-66B1-539A057B7D81}"/>
              </a:ext>
            </a:extLst>
          </p:cNvPr>
          <p:cNvPicPr>
            <a:picLocks noChangeAspect="1"/>
          </p:cNvPicPr>
          <p:nvPr/>
        </p:nvPicPr>
        <p:blipFill>
          <a:blip r:embed="rId5"/>
          <a:stretch>
            <a:fillRect/>
          </a:stretch>
        </p:blipFill>
        <p:spPr>
          <a:xfrm flipH="1">
            <a:off x="4385428" y="3553536"/>
            <a:ext cx="303570" cy="294084"/>
          </a:xfrm>
          <a:prstGeom prst="rect">
            <a:avLst/>
          </a:prstGeom>
        </p:spPr>
      </p:pic>
      <p:sp>
        <p:nvSpPr>
          <p:cNvPr id="13" name="AutoShape 2">
            <a:extLst>
              <a:ext uri="{FF2B5EF4-FFF2-40B4-BE49-F238E27FC236}">
                <a16:creationId xmlns:a16="http://schemas.microsoft.com/office/drawing/2014/main" id="{504B118F-3F36-24BF-47CE-D67C155D824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5" name="Image 14">
            <a:extLst>
              <a:ext uri="{FF2B5EF4-FFF2-40B4-BE49-F238E27FC236}">
                <a16:creationId xmlns:a16="http://schemas.microsoft.com/office/drawing/2014/main" id="{412DE9FE-0ADA-5D64-F0B3-F65F35DA6A99}"/>
              </a:ext>
            </a:extLst>
          </p:cNvPr>
          <p:cNvPicPr>
            <a:picLocks noChangeAspect="1"/>
          </p:cNvPicPr>
          <p:nvPr/>
        </p:nvPicPr>
        <p:blipFill>
          <a:blip r:embed="rId6"/>
          <a:stretch>
            <a:fillRect/>
          </a:stretch>
        </p:blipFill>
        <p:spPr>
          <a:xfrm>
            <a:off x="4056403" y="4076204"/>
            <a:ext cx="1031193" cy="311944"/>
          </a:xfrm>
          <a:prstGeom prst="rect">
            <a:avLst/>
          </a:prstGeom>
        </p:spPr>
      </p:pic>
      <p:pic>
        <p:nvPicPr>
          <p:cNvPr id="17" name="Image 16" descr="Une image contenant Graphique, clipart, art, créativité&#10;&#10;Description générée automatiquement">
            <a:extLst>
              <a:ext uri="{FF2B5EF4-FFF2-40B4-BE49-F238E27FC236}">
                <a16:creationId xmlns:a16="http://schemas.microsoft.com/office/drawing/2014/main" id="{52FEF061-E1EC-C028-D4B9-84934426336A}"/>
              </a:ext>
            </a:extLst>
          </p:cNvPr>
          <p:cNvPicPr>
            <a:picLocks noChangeAspect="1"/>
          </p:cNvPicPr>
          <p:nvPr/>
        </p:nvPicPr>
        <p:blipFill>
          <a:blip r:embed="rId7"/>
          <a:stretch>
            <a:fillRect/>
          </a:stretch>
        </p:blipFill>
        <p:spPr>
          <a:xfrm flipH="1">
            <a:off x="4377891" y="4555525"/>
            <a:ext cx="388218" cy="388218"/>
          </a:xfrm>
          <a:prstGeom prst="rect">
            <a:avLst/>
          </a:prstGeom>
        </p:spPr>
      </p:pic>
    </p:spTree>
    <p:extLst>
      <p:ext uri="{BB962C8B-B14F-4D97-AF65-F5344CB8AC3E}">
        <p14:creationId xmlns:p14="http://schemas.microsoft.com/office/powerpoint/2010/main" val="3243881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500"/>
                                        <p:tgtEl>
                                          <p:spTgt spid="2"/>
                                        </p:tgtEl>
                                      </p:cBhvr>
                                    </p:animEffect>
                                    <p:anim calcmode="lin" valueType="num">
                                      <p:cBhvr>
                                        <p:cTn id="8" dur="1500" fill="hold"/>
                                        <p:tgtEl>
                                          <p:spTgt spid="2"/>
                                        </p:tgtEl>
                                        <p:attrNameLst>
                                          <p:attrName>ppt_w</p:attrName>
                                        </p:attrNameLst>
                                      </p:cBhvr>
                                      <p:tavLst>
                                        <p:tav tm="0" fmla="#ppt_w*sin(2.5*pi*$)">
                                          <p:val>
                                            <p:fltVal val="0"/>
                                          </p:val>
                                        </p:tav>
                                        <p:tav tm="100000">
                                          <p:val>
                                            <p:fltVal val="1"/>
                                          </p:val>
                                        </p:tav>
                                      </p:tavLst>
                                    </p:anim>
                                    <p:anim calcmode="lin" valueType="num">
                                      <p:cBhvr>
                                        <p:cTn id="9" dur="1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65E474FD-E248-EE90-203E-CB4EB56FDFD2}"/>
            </a:ext>
          </a:extLst>
        </p:cNvPr>
        <p:cNvGrpSpPr/>
        <p:nvPr/>
      </p:nvGrpSpPr>
      <p:grpSpPr>
        <a:xfrm>
          <a:off x="0" y="0"/>
          <a:ext cx="0" cy="0"/>
          <a:chOff x="0" y="0"/>
          <a:chExt cx="0" cy="0"/>
        </a:xfrm>
      </p:grpSpPr>
      <p:sp>
        <p:nvSpPr>
          <p:cNvPr id="396" name="Google Shape;396;p33">
            <a:extLst>
              <a:ext uri="{FF2B5EF4-FFF2-40B4-BE49-F238E27FC236}">
                <a16:creationId xmlns:a16="http://schemas.microsoft.com/office/drawing/2014/main" id="{1E50558C-542D-FB4F-7C41-E154F86AD92F}"/>
              </a:ext>
            </a:extLst>
          </p:cNvPr>
          <p:cNvSpPr/>
          <p:nvPr/>
        </p:nvSpPr>
        <p:spPr>
          <a:xfrm>
            <a:off x="1939888" y="1682463"/>
            <a:ext cx="2004489" cy="1832700"/>
          </a:xfrm>
          <a:prstGeom prst="snip2DiagRect">
            <a:avLst>
              <a:gd name="adj1" fmla="val 0"/>
              <a:gd name="adj2" fmla="val 16667"/>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a:extLst>
              <a:ext uri="{FF2B5EF4-FFF2-40B4-BE49-F238E27FC236}">
                <a16:creationId xmlns:a16="http://schemas.microsoft.com/office/drawing/2014/main" id="{04B593DE-2162-144E-9919-FD5493E55BC2}"/>
              </a:ext>
            </a:extLst>
          </p:cNvPr>
          <p:cNvSpPr txBox="1">
            <a:spLocks noGrp="1"/>
          </p:cNvSpPr>
          <p:nvPr>
            <p:ph type="title"/>
          </p:nvPr>
        </p:nvSpPr>
        <p:spPr>
          <a:xfrm>
            <a:off x="2913633" y="3958635"/>
            <a:ext cx="3312300" cy="5129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Conclusion</a:t>
            </a:r>
            <a:endParaRPr sz="3200" dirty="0"/>
          </a:p>
        </p:txBody>
      </p:sp>
      <p:sp>
        <p:nvSpPr>
          <p:cNvPr id="399" name="Google Shape;399;p33">
            <a:extLst>
              <a:ext uri="{FF2B5EF4-FFF2-40B4-BE49-F238E27FC236}">
                <a16:creationId xmlns:a16="http://schemas.microsoft.com/office/drawing/2014/main" id="{4B94AD71-38A4-C30A-593C-9F0BA4F088F5}"/>
              </a:ext>
            </a:extLst>
          </p:cNvPr>
          <p:cNvSpPr txBox="1">
            <a:spLocks noGrp="1"/>
          </p:cNvSpPr>
          <p:nvPr>
            <p:ph type="title" idx="2"/>
          </p:nvPr>
        </p:nvSpPr>
        <p:spPr>
          <a:xfrm>
            <a:off x="2077682" y="2004513"/>
            <a:ext cx="1728900" cy="1188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t>06</a:t>
            </a:r>
            <a:endParaRPr sz="6600" dirty="0"/>
          </a:p>
        </p:txBody>
      </p:sp>
      <p:grpSp>
        <p:nvGrpSpPr>
          <p:cNvPr id="400" name="Google Shape;400;p33">
            <a:extLst>
              <a:ext uri="{FF2B5EF4-FFF2-40B4-BE49-F238E27FC236}">
                <a16:creationId xmlns:a16="http://schemas.microsoft.com/office/drawing/2014/main" id="{C1151786-8FAC-6BF3-2008-A564F0E2EC1F}"/>
              </a:ext>
            </a:extLst>
          </p:cNvPr>
          <p:cNvGrpSpPr/>
          <p:nvPr/>
        </p:nvGrpSpPr>
        <p:grpSpPr>
          <a:xfrm rot="10800000">
            <a:off x="8057882" y="382596"/>
            <a:ext cx="288601" cy="1096693"/>
            <a:chOff x="1006700" y="2603975"/>
            <a:chExt cx="55450" cy="210700"/>
          </a:xfrm>
        </p:grpSpPr>
        <p:sp>
          <p:nvSpPr>
            <p:cNvPr id="401" name="Google Shape;401;p33">
              <a:extLst>
                <a:ext uri="{FF2B5EF4-FFF2-40B4-BE49-F238E27FC236}">
                  <a16:creationId xmlns:a16="http://schemas.microsoft.com/office/drawing/2014/main" id="{048BD9FC-9E89-B0F9-1511-919E691012EB}"/>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a:extLst>
                <a:ext uri="{FF2B5EF4-FFF2-40B4-BE49-F238E27FC236}">
                  <a16:creationId xmlns:a16="http://schemas.microsoft.com/office/drawing/2014/main" id="{BACB333D-A8B8-D2CF-7260-16E99146BEEB}"/>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a:extLst>
                <a:ext uri="{FF2B5EF4-FFF2-40B4-BE49-F238E27FC236}">
                  <a16:creationId xmlns:a16="http://schemas.microsoft.com/office/drawing/2014/main" id="{CAD8BC80-BB1A-3038-7262-0FAC05B249FE}"/>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a:extLst>
                <a:ext uri="{FF2B5EF4-FFF2-40B4-BE49-F238E27FC236}">
                  <a16:creationId xmlns:a16="http://schemas.microsoft.com/office/drawing/2014/main" id="{F333D137-259F-992C-591D-68C20E9CCCE7}"/>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a:extLst>
                <a:ext uri="{FF2B5EF4-FFF2-40B4-BE49-F238E27FC236}">
                  <a16:creationId xmlns:a16="http://schemas.microsoft.com/office/drawing/2014/main" id="{EFBC019D-3F12-BA79-1AD9-DB3AF32C5F31}"/>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a:extLst>
                <a:ext uri="{FF2B5EF4-FFF2-40B4-BE49-F238E27FC236}">
                  <a16:creationId xmlns:a16="http://schemas.microsoft.com/office/drawing/2014/main" id="{DFF53B81-DF6B-C5E3-9108-DA21A66BE0B9}"/>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 name="Google Shape;407;p33">
            <a:extLst>
              <a:ext uri="{FF2B5EF4-FFF2-40B4-BE49-F238E27FC236}">
                <a16:creationId xmlns:a16="http://schemas.microsoft.com/office/drawing/2014/main" id="{8201F372-43E1-4701-6E6F-A03571F389B0}"/>
              </a:ext>
            </a:extLst>
          </p:cNvPr>
          <p:cNvGrpSpPr/>
          <p:nvPr/>
        </p:nvGrpSpPr>
        <p:grpSpPr>
          <a:xfrm>
            <a:off x="558602" y="508321"/>
            <a:ext cx="781224" cy="726909"/>
            <a:chOff x="827350" y="3629733"/>
            <a:chExt cx="1431600" cy="1332067"/>
          </a:xfrm>
        </p:grpSpPr>
        <p:sp>
          <p:nvSpPr>
            <p:cNvPr id="408" name="Google Shape;408;p33">
              <a:extLst>
                <a:ext uri="{FF2B5EF4-FFF2-40B4-BE49-F238E27FC236}">
                  <a16:creationId xmlns:a16="http://schemas.microsoft.com/office/drawing/2014/main" id="{2979C4E3-4ADD-7AF5-E0C1-D5428FB68184}"/>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a:extLst>
                <a:ext uri="{FF2B5EF4-FFF2-40B4-BE49-F238E27FC236}">
                  <a16:creationId xmlns:a16="http://schemas.microsoft.com/office/drawing/2014/main" id="{7E3BDB7E-F4F1-D8FD-5562-013F92B0F85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a:extLst>
                <a:ext uri="{FF2B5EF4-FFF2-40B4-BE49-F238E27FC236}">
                  <a16:creationId xmlns:a16="http://schemas.microsoft.com/office/drawing/2014/main" id="{26D029A6-F5E3-0561-F893-81FFE96F5735}"/>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3">
            <a:extLst>
              <a:ext uri="{FF2B5EF4-FFF2-40B4-BE49-F238E27FC236}">
                <a16:creationId xmlns:a16="http://schemas.microsoft.com/office/drawing/2014/main" id="{E2399134-776E-1F53-8A18-F35B0C0F8E18}"/>
              </a:ext>
            </a:extLst>
          </p:cNvPr>
          <p:cNvGrpSpPr/>
          <p:nvPr/>
        </p:nvGrpSpPr>
        <p:grpSpPr>
          <a:xfrm>
            <a:off x="1387564" y="321673"/>
            <a:ext cx="356325" cy="331552"/>
            <a:chOff x="827350" y="3629733"/>
            <a:chExt cx="1431600" cy="1332067"/>
          </a:xfrm>
        </p:grpSpPr>
        <p:sp>
          <p:nvSpPr>
            <p:cNvPr id="412" name="Google Shape;412;p33">
              <a:extLst>
                <a:ext uri="{FF2B5EF4-FFF2-40B4-BE49-F238E27FC236}">
                  <a16:creationId xmlns:a16="http://schemas.microsoft.com/office/drawing/2014/main" id="{BB960B44-97CB-D968-2AB4-469081DB47BD}"/>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7DE5856A-5884-8AFD-C4E6-5CD48FC36777}"/>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85480D39-F265-3439-FB6C-7077BFB04F38}"/>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3">
            <a:extLst>
              <a:ext uri="{FF2B5EF4-FFF2-40B4-BE49-F238E27FC236}">
                <a16:creationId xmlns:a16="http://schemas.microsoft.com/office/drawing/2014/main" id="{24D9C2EA-5EB2-2A62-27F4-5AAE18315935}"/>
              </a:ext>
            </a:extLst>
          </p:cNvPr>
          <p:cNvGrpSpPr/>
          <p:nvPr/>
        </p:nvGrpSpPr>
        <p:grpSpPr>
          <a:xfrm>
            <a:off x="7535601" y="3848738"/>
            <a:ext cx="895180" cy="832942"/>
            <a:chOff x="827350" y="3629733"/>
            <a:chExt cx="1431600" cy="1332067"/>
          </a:xfrm>
        </p:grpSpPr>
        <p:sp>
          <p:nvSpPr>
            <p:cNvPr id="416" name="Google Shape;416;p33">
              <a:extLst>
                <a:ext uri="{FF2B5EF4-FFF2-40B4-BE49-F238E27FC236}">
                  <a16:creationId xmlns:a16="http://schemas.microsoft.com/office/drawing/2014/main" id="{8225D7EA-F8A7-92AE-861C-3BD9D6729848}"/>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F592418F-16B8-89AF-90D0-841BC8B7BECD}"/>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069947E8-963E-DE97-D007-1B4C7876C1F6}"/>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33">
            <a:extLst>
              <a:ext uri="{FF2B5EF4-FFF2-40B4-BE49-F238E27FC236}">
                <a16:creationId xmlns:a16="http://schemas.microsoft.com/office/drawing/2014/main" id="{00D006C1-9C6B-B150-2EE0-714A432F5F05}"/>
              </a:ext>
            </a:extLst>
          </p:cNvPr>
          <p:cNvGrpSpPr/>
          <p:nvPr/>
        </p:nvGrpSpPr>
        <p:grpSpPr>
          <a:xfrm>
            <a:off x="7902683" y="2980240"/>
            <a:ext cx="598982" cy="557337"/>
            <a:chOff x="827350" y="3629733"/>
            <a:chExt cx="1431600" cy="1332067"/>
          </a:xfrm>
        </p:grpSpPr>
        <p:sp>
          <p:nvSpPr>
            <p:cNvPr id="420" name="Google Shape;420;p33">
              <a:extLst>
                <a:ext uri="{FF2B5EF4-FFF2-40B4-BE49-F238E27FC236}">
                  <a16:creationId xmlns:a16="http://schemas.microsoft.com/office/drawing/2014/main" id="{78215498-C964-570B-986D-8BF1EF151AA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A8A99E53-AA59-81F7-0C14-1EFFADFC5DEA}"/>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CFC6D041-E6BC-C677-74CC-E21F7A6481FA}"/>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3" name="Google Shape;423;p33">
            <a:extLst>
              <a:ext uri="{FF2B5EF4-FFF2-40B4-BE49-F238E27FC236}">
                <a16:creationId xmlns:a16="http://schemas.microsoft.com/office/drawing/2014/main" id="{F48CBCEA-5BDA-692E-6860-9A5810A432E0}"/>
              </a:ext>
            </a:extLst>
          </p:cNvPr>
          <p:cNvGrpSpPr/>
          <p:nvPr/>
        </p:nvGrpSpPr>
        <p:grpSpPr>
          <a:xfrm>
            <a:off x="6634531" y="4239131"/>
            <a:ext cx="464268" cy="431989"/>
            <a:chOff x="827350" y="3629733"/>
            <a:chExt cx="1431600" cy="1332067"/>
          </a:xfrm>
        </p:grpSpPr>
        <p:sp>
          <p:nvSpPr>
            <p:cNvPr id="424" name="Google Shape;424;p33">
              <a:extLst>
                <a:ext uri="{FF2B5EF4-FFF2-40B4-BE49-F238E27FC236}">
                  <a16:creationId xmlns:a16="http://schemas.microsoft.com/office/drawing/2014/main" id="{A422BA3D-82FB-425F-41AD-49E4DCF3C1F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B25B9E8F-7ECB-6191-4222-590ED204CC54}"/>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9FB0547D-A988-3CFE-7B38-3042F506EE8D}"/>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 name="Google Shape;427;p33">
            <a:extLst>
              <a:ext uri="{FF2B5EF4-FFF2-40B4-BE49-F238E27FC236}">
                <a16:creationId xmlns:a16="http://schemas.microsoft.com/office/drawing/2014/main" id="{EABC3152-DCF1-5D9B-C135-88D4D5E5E25F}"/>
              </a:ext>
            </a:extLst>
          </p:cNvPr>
          <p:cNvGrpSpPr/>
          <p:nvPr/>
        </p:nvGrpSpPr>
        <p:grpSpPr>
          <a:xfrm rot="5400000">
            <a:off x="962657" y="3906771"/>
            <a:ext cx="288601" cy="1096693"/>
            <a:chOff x="1006700" y="2603975"/>
            <a:chExt cx="55450" cy="210700"/>
          </a:xfrm>
        </p:grpSpPr>
        <p:sp>
          <p:nvSpPr>
            <p:cNvPr id="428" name="Google Shape;428;p33">
              <a:extLst>
                <a:ext uri="{FF2B5EF4-FFF2-40B4-BE49-F238E27FC236}">
                  <a16:creationId xmlns:a16="http://schemas.microsoft.com/office/drawing/2014/main" id="{254DE4F5-91D5-4C14-30EC-7E59A6594D47}"/>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BE87D7E6-E1D5-68F6-83A8-0D28DE92FDE1}"/>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63DCEFFB-A7B7-FB95-37D1-1D0574E955C4}"/>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a:extLst>
                <a:ext uri="{FF2B5EF4-FFF2-40B4-BE49-F238E27FC236}">
                  <a16:creationId xmlns:a16="http://schemas.microsoft.com/office/drawing/2014/main" id="{E96FC41C-A8EC-D74B-6EE6-295D6C180A3F}"/>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a:extLst>
                <a:ext uri="{FF2B5EF4-FFF2-40B4-BE49-F238E27FC236}">
                  <a16:creationId xmlns:a16="http://schemas.microsoft.com/office/drawing/2014/main" id="{6E82F348-5348-4818-9017-39B1296D77AC}"/>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a:extLst>
                <a:ext uri="{FF2B5EF4-FFF2-40B4-BE49-F238E27FC236}">
                  <a16:creationId xmlns:a16="http://schemas.microsoft.com/office/drawing/2014/main" id="{74732463-2809-6D9F-B86A-6E10F700A180}"/>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ZoneTexte 38"/>
          <p:cNvSpPr txBox="1"/>
          <p:nvPr/>
        </p:nvSpPr>
        <p:spPr>
          <a:xfrm>
            <a:off x="8275377" y="4652818"/>
            <a:ext cx="601389"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19</a:t>
            </a:r>
          </a:p>
        </p:txBody>
      </p:sp>
      <p:pic>
        <p:nvPicPr>
          <p:cNvPr id="2" name="Image 1">
            <a:extLst>
              <a:ext uri="{FF2B5EF4-FFF2-40B4-BE49-F238E27FC236}">
                <a16:creationId xmlns:a16="http://schemas.microsoft.com/office/drawing/2014/main" id="{55039068-AD38-F46C-AA21-9EE414AE7416}"/>
              </a:ext>
            </a:extLst>
          </p:cNvPr>
          <p:cNvPicPr>
            <a:picLocks noChangeAspect="1"/>
          </p:cNvPicPr>
          <p:nvPr/>
        </p:nvPicPr>
        <p:blipFill>
          <a:blip r:embed="rId3"/>
          <a:stretch>
            <a:fillRect/>
          </a:stretch>
        </p:blipFill>
        <p:spPr>
          <a:xfrm>
            <a:off x="4572000" y="1682463"/>
            <a:ext cx="1827602" cy="1827602"/>
          </a:xfrm>
          <a:prstGeom prst="rect">
            <a:avLst/>
          </a:prstGeom>
        </p:spPr>
      </p:pic>
    </p:spTree>
    <p:extLst>
      <p:ext uri="{BB962C8B-B14F-4D97-AF65-F5344CB8AC3E}">
        <p14:creationId xmlns:p14="http://schemas.microsoft.com/office/powerpoint/2010/main" val="1865043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1">
          <a:extLst>
            <a:ext uri="{FF2B5EF4-FFF2-40B4-BE49-F238E27FC236}">
              <a16:creationId xmlns:a16="http://schemas.microsoft.com/office/drawing/2014/main" id="{54C32253-B9A3-6ACA-5A25-CE36AF4A16D8}"/>
            </a:ext>
          </a:extLst>
        </p:cNvPr>
        <p:cNvGrpSpPr/>
        <p:nvPr/>
      </p:nvGrpSpPr>
      <p:grpSpPr>
        <a:xfrm>
          <a:off x="0" y="0"/>
          <a:ext cx="0" cy="0"/>
          <a:chOff x="0" y="0"/>
          <a:chExt cx="0" cy="0"/>
        </a:xfrm>
      </p:grpSpPr>
      <p:sp>
        <p:nvSpPr>
          <p:cNvPr id="482" name="Google Shape;482;p35">
            <a:extLst>
              <a:ext uri="{FF2B5EF4-FFF2-40B4-BE49-F238E27FC236}">
                <a16:creationId xmlns:a16="http://schemas.microsoft.com/office/drawing/2014/main" id="{650F42C1-CF59-B222-7DD1-D4750E80F31E}"/>
              </a:ext>
            </a:extLst>
          </p:cNvPr>
          <p:cNvSpPr/>
          <p:nvPr/>
        </p:nvSpPr>
        <p:spPr>
          <a:xfrm>
            <a:off x="713225" y="510300"/>
            <a:ext cx="7704000" cy="632100"/>
          </a:xfrm>
          <a:prstGeom prst="snip2DiagRect">
            <a:avLst>
              <a:gd name="adj1" fmla="val 0"/>
              <a:gd name="adj2" fmla="val 22148"/>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5">
            <a:extLst>
              <a:ext uri="{FF2B5EF4-FFF2-40B4-BE49-F238E27FC236}">
                <a16:creationId xmlns:a16="http://schemas.microsoft.com/office/drawing/2014/main" id="{002330E3-7F2A-8D0B-3CA0-BB7C00DEEC62}"/>
              </a:ext>
            </a:extLst>
          </p:cNvPr>
          <p:cNvSpPr txBox="1">
            <a:spLocks noGrp="1"/>
          </p:cNvSpPr>
          <p:nvPr>
            <p:ph type="title" idx="6"/>
          </p:nvPr>
        </p:nvSpPr>
        <p:spPr>
          <a:xfrm>
            <a:off x="718150" y="540000"/>
            <a:ext cx="7705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Conclusion</a:t>
            </a:r>
            <a:endParaRPr dirty="0"/>
          </a:p>
        </p:txBody>
      </p:sp>
      <p:grpSp>
        <p:nvGrpSpPr>
          <p:cNvPr id="484" name="Google Shape;484;p35">
            <a:extLst>
              <a:ext uri="{FF2B5EF4-FFF2-40B4-BE49-F238E27FC236}">
                <a16:creationId xmlns:a16="http://schemas.microsoft.com/office/drawing/2014/main" id="{80B52A90-3D49-C767-CBA4-0540DBB2E42C}"/>
              </a:ext>
            </a:extLst>
          </p:cNvPr>
          <p:cNvGrpSpPr/>
          <p:nvPr/>
        </p:nvGrpSpPr>
        <p:grpSpPr>
          <a:xfrm>
            <a:off x="8699757" y="487596"/>
            <a:ext cx="288601" cy="1096693"/>
            <a:chOff x="1006700" y="2603975"/>
            <a:chExt cx="55450" cy="210700"/>
          </a:xfrm>
        </p:grpSpPr>
        <p:sp>
          <p:nvSpPr>
            <p:cNvPr id="485" name="Google Shape;485;p35">
              <a:extLst>
                <a:ext uri="{FF2B5EF4-FFF2-40B4-BE49-F238E27FC236}">
                  <a16:creationId xmlns:a16="http://schemas.microsoft.com/office/drawing/2014/main" id="{F76E4252-20A6-A7A4-3AD5-E06CCC1B6A4C}"/>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5">
              <a:extLst>
                <a:ext uri="{FF2B5EF4-FFF2-40B4-BE49-F238E27FC236}">
                  <a16:creationId xmlns:a16="http://schemas.microsoft.com/office/drawing/2014/main" id="{90F75F0D-4E28-4BEA-B635-585F18A60075}"/>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5">
              <a:extLst>
                <a:ext uri="{FF2B5EF4-FFF2-40B4-BE49-F238E27FC236}">
                  <a16:creationId xmlns:a16="http://schemas.microsoft.com/office/drawing/2014/main" id="{830FD2C6-F004-356E-BD04-DC5C977007A0}"/>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5">
              <a:extLst>
                <a:ext uri="{FF2B5EF4-FFF2-40B4-BE49-F238E27FC236}">
                  <a16:creationId xmlns:a16="http://schemas.microsoft.com/office/drawing/2014/main" id="{0CF8F4FA-C147-480F-90BA-81C1BB093F98}"/>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5">
              <a:extLst>
                <a:ext uri="{FF2B5EF4-FFF2-40B4-BE49-F238E27FC236}">
                  <a16:creationId xmlns:a16="http://schemas.microsoft.com/office/drawing/2014/main" id="{8918E443-601E-0761-182E-D3724B5D6C18}"/>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5">
              <a:extLst>
                <a:ext uri="{FF2B5EF4-FFF2-40B4-BE49-F238E27FC236}">
                  <a16:creationId xmlns:a16="http://schemas.microsoft.com/office/drawing/2014/main" id="{598AAE0A-A693-7536-284A-B117240DCAD8}"/>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 name="Google Shape;491;p35">
            <a:extLst>
              <a:ext uri="{FF2B5EF4-FFF2-40B4-BE49-F238E27FC236}">
                <a16:creationId xmlns:a16="http://schemas.microsoft.com/office/drawing/2014/main" id="{3432A879-7F56-5DE8-0D01-F2B38AA2D480}"/>
              </a:ext>
            </a:extLst>
          </p:cNvPr>
          <p:cNvGrpSpPr/>
          <p:nvPr/>
        </p:nvGrpSpPr>
        <p:grpSpPr>
          <a:xfrm rot="5400000">
            <a:off x="759157" y="4251096"/>
            <a:ext cx="288601" cy="1096693"/>
            <a:chOff x="1006700" y="2603975"/>
            <a:chExt cx="55450" cy="210700"/>
          </a:xfrm>
        </p:grpSpPr>
        <p:sp>
          <p:nvSpPr>
            <p:cNvPr id="492" name="Google Shape;492;p35">
              <a:extLst>
                <a:ext uri="{FF2B5EF4-FFF2-40B4-BE49-F238E27FC236}">
                  <a16:creationId xmlns:a16="http://schemas.microsoft.com/office/drawing/2014/main" id="{649E051F-53D3-1FD3-2158-D2B5AB1BE716}"/>
                </a:ext>
              </a:extLst>
            </p:cNvPr>
            <p:cNvSpPr/>
            <p:nvPr/>
          </p:nvSpPr>
          <p:spPr>
            <a:xfrm>
              <a:off x="1006700" y="262997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5">
              <a:extLst>
                <a:ext uri="{FF2B5EF4-FFF2-40B4-BE49-F238E27FC236}">
                  <a16:creationId xmlns:a16="http://schemas.microsoft.com/office/drawing/2014/main" id="{AAC712FE-34AF-9FF7-E850-BA19C6E66EB6}"/>
                </a:ext>
              </a:extLst>
            </p:cNvPr>
            <p:cNvSpPr/>
            <p:nvPr/>
          </p:nvSpPr>
          <p:spPr>
            <a:xfrm>
              <a:off x="1032700" y="260397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5">
              <a:extLst>
                <a:ext uri="{FF2B5EF4-FFF2-40B4-BE49-F238E27FC236}">
                  <a16:creationId xmlns:a16="http://schemas.microsoft.com/office/drawing/2014/main" id="{83347676-47EB-2BCE-EA38-30F95ADD7F0D}"/>
                </a:ext>
              </a:extLst>
            </p:cNvPr>
            <p:cNvSpPr/>
            <p:nvPr/>
          </p:nvSpPr>
          <p:spPr>
            <a:xfrm>
              <a:off x="1006700" y="2707200"/>
              <a:ext cx="55450" cy="3850"/>
            </a:xfrm>
            <a:custGeom>
              <a:avLst/>
              <a:gdLst/>
              <a:ahLst/>
              <a:cxnLst/>
              <a:rect l="l" t="t" r="r" b="b"/>
              <a:pathLst>
                <a:path w="2218" h="154" extrusionOk="0">
                  <a:moveTo>
                    <a:pt x="0" y="1"/>
                  </a:moveTo>
                  <a:lnTo>
                    <a:pt x="0" y="154"/>
                  </a:lnTo>
                  <a:lnTo>
                    <a:pt x="2218" y="154"/>
                  </a:lnTo>
                  <a:lnTo>
                    <a:pt x="2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5">
              <a:extLst>
                <a:ext uri="{FF2B5EF4-FFF2-40B4-BE49-F238E27FC236}">
                  <a16:creationId xmlns:a16="http://schemas.microsoft.com/office/drawing/2014/main" id="{90D0B9C3-FA66-76AF-27EB-270162E67815}"/>
                </a:ext>
              </a:extLst>
            </p:cNvPr>
            <p:cNvSpPr/>
            <p:nvPr/>
          </p:nvSpPr>
          <p:spPr>
            <a:xfrm>
              <a:off x="1032700" y="2681600"/>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5">
              <a:extLst>
                <a:ext uri="{FF2B5EF4-FFF2-40B4-BE49-F238E27FC236}">
                  <a16:creationId xmlns:a16="http://schemas.microsoft.com/office/drawing/2014/main" id="{50884CF0-0686-33E4-F5FB-B3BF0A461690}"/>
                </a:ext>
              </a:extLst>
            </p:cNvPr>
            <p:cNvSpPr/>
            <p:nvPr/>
          </p:nvSpPr>
          <p:spPr>
            <a:xfrm>
              <a:off x="1006700" y="2785225"/>
              <a:ext cx="55450" cy="3850"/>
            </a:xfrm>
            <a:custGeom>
              <a:avLst/>
              <a:gdLst/>
              <a:ahLst/>
              <a:cxnLst/>
              <a:rect l="l" t="t" r="r" b="b"/>
              <a:pathLst>
                <a:path w="2218" h="154" extrusionOk="0">
                  <a:moveTo>
                    <a:pt x="0" y="0"/>
                  </a:moveTo>
                  <a:lnTo>
                    <a:pt x="0" y="153"/>
                  </a:lnTo>
                  <a:lnTo>
                    <a:pt x="2218" y="153"/>
                  </a:lnTo>
                  <a:lnTo>
                    <a:pt x="22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5">
              <a:extLst>
                <a:ext uri="{FF2B5EF4-FFF2-40B4-BE49-F238E27FC236}">
                  <a16:creationId xmlns:a16="http://schemas.microsoft.com/office/drawing/2014/main" id="{616E0E3D-1638-6A5E-3D86-8AB778115B50}"/>
                </a:ext>
              </a:extLst>
            </p:cNvPr>
            <p:cNvSpPr/>
            <p:nvPr/>
          </p:nvSpPr>
          <p:spPr>
            <a:xfrm>
              <a:off x="1032700" y="2759225"/>
              <a:ext cx="3850" cy="55450"/>
            </a:xfrm>
            <a:custGeom>
              <a:avLst/>
              <a:gdLst/>
              <a:ahLst/>
              <a:cxnLst/>
              <a:rect l="l" t="t" r="r" b="b"/>
              <a:pathLst>
                <a:path w="154" h="2218" extrusionOk="0">
                  <a:moveTo>
                    <a:pt x="0" y="0"/>
                  </a:moveTo>
                  <a:lnTo>
                    <a:pt x="0" y="2218"/>
                  </a:lnTo>
                  <a:lnTo>
                    <a:pt x="153" y="2218"/>
                  </a:lnTo>
                  <a:lnTo>
                    <a:pt x="1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5">
            <a:extLst>
              <a:ext uri="{FF2B5EF4-FFF2-40B4-BE49-F238E27FC236}">
                <a16:creationId xmlns:a16="http://schemas.microsoft.com/office/drawing/2014/main" id="{8DDAD85C-323D-81A2-0BD2-81252C464CBB}"/>
              </a:ext>
            </a:extLst>
          </p:cNvPr>
          <p:cNvGrpSpPr/>
          <p:nvPr/>
        </p:nvGrpSpPr>
        <p:grpSpPr>
          <a:xfrm>
            <a:off x="7106742" y="3227792"/>
            <a:ext cx="1178637" cy="1096691"/>
            <a:chOff x="827350" y="3629733"/>
            <a:chExt cx="1431600" cy="1332067"/>
          </a:xfrm>
        </p:grpSpPr>
        <p:sp>
          <p:nvSpPr>
            <p:cNvPr id="499" name="Google Shape;499;p35">
              <a:extLst>
                <a:ext uri="{FF2B5EF4-FFF2-40B4-BE49-F238E27FC236}">
                  <a16:creationId xmlns:a16="http://schemas.microsoft.com/office/drawing/2014/main" id="{357CDA03-0C3D-CAD5-8054-F2EA14587C89}"/>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5">
              <a:extLst>
                <a:ext uri="{FF2B5EF4-FFF2-40B4-BE49-F238E27FC236}">
                  <a16:creationId xmlns:a16="http://schemas.microsoft.com/office/drawing/2014/main" id="{EE6268A8-FAA7-8787-058D-F8A248EC2E93}"/>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5">
              <a:extLst>
                <a:ext uri="{FF2B5EF4-FFF2-40B4-BE49-F238E27FC236}">
                  <a16:creationId xmlns:a16="http://schemas.microsoft.com/office/drawing/2014/main" id="{BFB17A97-B744-6C55-B80D-6F3E422B753E}"/>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 name="Google Shape;502;p35">
            <a:extLst>
              <a:ext uri="{FF2B5EF4-FFF2-40B4-BE49-F238E27FC236}">
                <a16:creationId xmlns:a16="http://schemas.microsoft.com/office/drawing/2014/main" id="{82B076AD-CB7C-674C-ABDC-E961FF0C4087}"/>
              </a:ext>
            </a:extLst>
          </p:cNvPr>
          <p:cNvGrpSpPr/>
          <p:nvPr/>
        </p:nvGrpSpPr>
        <p:grpSpPr>
          <a:xfrm>
            <a:off x="8100612" y="3988095"/>
            <a:ext cx="781224" cy="726909"/>
            <a:chOff x="827350" y="3629733"/>
            <a:chExt cx="1431600" cy="1332067"/>
          </a:xfrm>
        </p:grpSpPr>
        <p:sp>
          <p:nvSpPr>
            <p:cNvPr id="503" name="Google Shape;503;p35">
              <a:extLst>
                <a:ext uri="{FF2B5EF4-FFF2-40B4-BE49-F238E27FC236}">
                  <a16:creationId xmlns:a16="http://schemas.microsoft.com/office/drawing/2014/main" id="{9F76B953-20A3-0CDB-E989-50F3865ACF9E}"/>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5">
              <a:extLst>
                <a:ext uri="{FF2B5EF4-FFF2-40B4-BE49-F238E27FC236}">
                  <a16:creationId xmlns:a16="http://schemas.microsoft.com/office/drawing/2014/main" id="{D3F4E41F-37CB-4FA1-4814-CB11EBBCF6FE}"/>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5">
              <a:extLst>
                <a:ext uri="{FF2B5EF4-FFF2-40B4-BE49-F238E27FC236}">
                  <a16:creationId xmlns:a16="http://schemas.microsoft.com/office/drawing/2014/main" id="{FE9F9372-D0F9-E26B-CA0C-782479FEB307}"/>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 name="Google Shape;506;p35">
            <a:extLst>
              <a:ext uri="{FF2B5EF4-FFF2-40B4-BE49-F238E27FC236}">
                <a16:creationId xmlns:a16="http://schemas.microsoft.com/office/drawing/2014/main" id="{28015858-E8EA-ACE5-7AB1-D883ABEBE49A}"/>
              </a:ext>
            </a:extLst>
          </p:cNvPr>
          <p:cNvGrpSpPr/>
          <p:nvPr/>
        </p:nvGrpSpPr>
        <p:grpSpPr>
          <a:xfrm>
            <a:off x="142093" y="220619"/>
            <a:ext cx="464268" cy="431989"/>
            <a:chOff x="827350" y="3629733"/>
            <a:chExt cx="1431600" cy="1332067"/>
          </a:xfrm>
        </p:grpSpPr>
        <p:sp>
          <p:nvSpPr>
            <p:cNvPr id="507" name="Google Shape;507;p35">
              <a:extLst>
                <a:ext uri="{FF2B5EF4-FFF2-40B4-BE49-F238E27FC236}">
                  <a16:creationId xmlns:a16="http://schemas.microsoft.com/office/drawing/2014/main" id="{C8C5819C-180F-552E-48C2-4AB1DA4F2DC1}"/>
                </a:ext>
              </a:extLst>
            </p:cNvPr>
            <p:cNvSpPr/>
            <p:nvPr/>
          </p:nvSpPr>
          <p:spPr>
            <a:xfrm>
              <a:off x="827350" y="3629733"/>
              <a:ext cx="778157" cy="1291383"/>
            </a:xfrm>
            <a:custGeom>
              <a:avLst/>
              <a:gdLst/>
              <a:ahLst/>
              <a:cxnLst/>
              <a:rect l="l" t="t" r="r" b="b"/>
              <a:pathLst>
                <a:path w="13752" h="22822" extrusionOk="0">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5">
              <a:extLst>
                <a:ext uri="{FF2B5EF4-FFF2-40B4-BE49-F238E27FC236}">
                  <a16:creationId xmlns:a16="http://schemas.microsoft.com/office/drawing/2014/main" id="{C3045103-0EFC-DA27-1F8F-9B33937DA019}"/>
                </a:ext>
              </a:extLst>
            </p:cNvPr>
            <p:cNvSpPr/>
            <p:nvPr/>
          </p:nvSpPr>
          <p:spPr>
            <a:xfrm>
              <a:off x="1180440" y="4291834"/>
              <a:ext cx="1078510" cy="669966"/>
            </a:xfrm>
            <a:custGeom>
              <a:avLst/>
              <a:gdLst/>
              <a:ahLst/>
              <a:cxnLst/>
              <a:rect l="l" t="t" r="r" b="b"/>
              <a:pathLst>
                <a:path w="19060" h="11840" extrusionOk="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5">
              <a:extLst>
                <a:ext uri="{FF2B5EF4-FFF2-40B4-BE49-F238E27FC236}">
                  <a16:creationId xmlns:a16="http://schemas.microsoft.com/office/drawing/2014/main" id="{0E228A5D-A498-011D-5E7A-32F878C58FEC}"/>
                </a:ext>
              </a:extLst>
            </p:cNvPr>
            <p:cNvSpPr/>
            <p:nvPr/>
          </p:nvSpPr>
          <p:spPr>
            <a:xfrm>
              <a:off x="1251454" y="3629733"/>
              <a:ext cx="1007496" cy="702842"/>
            </a:xfrm>
            <a:custGeom>
              <a:avLst/>
              <a:gdLst/>
              <a:ahLst/>
              <a:cxnLst/>
              <a:rect l="l" t="t" r="r" b="b"/>
              <a:pathLst>
                <a:path w="17805" h="12421" extrusionOk="0">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91;p59">
            <a:extLst>
              <a:ext uri="{FF2B5EF4-FFF2-40B4-BE49-F238E27FC236}">
                <a16:creationId xmlns:a16="http://schemas.microsoft.com/office/drawing/2014/main" id="{04FC632F-9AE7-06F5-FC5D-DDC05CC66862}"/>
              </a:ext>
            </a:extLst>
          </p:cNvPr>
          <p:cNvSpPr txBox="1">
            <a:spLocks/>
          </p:cNvSpPr>
          <p:nvPr/>
        </p:nvSpPr>
        <p:spPr>
          <a:xfrm>
            <a:off x="721600" y="1475125"/>
            <a:ext cx="7704000" cy="29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1pPr>
            <a:lvl2pPr marL="914400" marR="0" lvl="1"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2pPr>
            <a:lvl3pPr marL="1371600" marR="0" lvl="2"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3pPr>
            <a:lvl4pPr marL="1828800" marR="0" lvl="3"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4pPr>
            <a:lvl5pPr marL="2286000" marR="0" lvl="4"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5pPr>
            <a:lvl6pPr marL="2743200" marR="0" lvl="5"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6pPr>
            <a:lvl7pPr marL="3200400" marR="0" lvl="6"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7pPr>
            <a:lvl8pPr marL="3657600" marR="0" lvl="7"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8pPr>
            <a:lvl9pPr marL="4114800" marR="0" lvl="8" indent="-317500" algn="l" rtl="0">
              <a:lnSpc>
                <a:spcPct val="100000"/>
              </a:lnSpc>
              <a:spcBef>
                <a:spcPts val="0"/>
              </a:spcBef>
              <a:spcAft>
                <a:spcPts val="0"/>
              </a:spcAft>
              <a:buClr>
                <a:schemeClr val="lt1"/>
              </a:buClr>
              <a:buSzPts val="1400"/>
              <a:buFont typeface="Karla"/>
              <a:buChar char="■"/>
              <a:defRPr sz="1400" b="0" i="0" u="none" strike="noStrike" cap="none">
                <a:solidFill>
                  <a:schemeClr val="lt1"/>
                </a:solidFill>
                <a:latin typeface="Karla"/>
                <a:ea typeface="Karla"/>
                <a:cs typeface="Karla"/>
                <a:sym typeface="Karla"/>
              </a:defRPr>
            </a:lvl9pPr>
          </a:lstStyle>
          <a:p>
            <a:pPr marL="0" indent="0">
              <a:buFont typeface="Karla"/>
              <a:buNone/>
            </a:pPr>
            <a:r>
              <a:rPr lang="fr-FR" dirty="0"/>
              <a:t>La sécurité des postes de travail, des mots de passe, des services et la journalisation forment un ensemble cohérent.</a:t>
            </a:r>
          </a:p>
          <a:p>
            <a:pPr marL="0" indent="0">
              <a:buFont typeface="Karla"/>
              <a:buNone/>
            </a:pPr>
            <a:endParaRPr lang="fr-FR" dirty="0"/>
          </a:p>
          <a:p>
            <a:pPr marL="0" indent="0">
              <a:buFont typeface="Karla"/>
              <a:buNone/>
            </a:pPr>
            <a:r>
              <a:rPr lang="fr-FR" dirty="0"/>
              <a:t>Elles reposent sur :</a:t>
            </a:r>
          </a:p>
          <a:p>
            <a:pPr marL="0" indent="0">
              <a:buFont typeface="Karla"/>
              <a:buNone/>
            </a:pPr>
            <a:r>
              <a:rPr lang="fr-FR" dirty="0"/>
              <a:t>- Des mesures techniques (antivirus, pare-feu, chiffrement, logs).</a:t>
            </a:r>
          </a:p>
          <a:p>
            <a:pPr marL="0" indent="0">
              <a:buFont typeface="Karla"/>
              <a:buNone/>
            </a:pPr>
            <a:r>
              <a:rPr lang="fr-FR" dirty="0"/>
              <a:t>- Des règles organisationnelles (droits d’accès, charte, formation).</a:t>
            </a:r>
          </a:p>
          <a:p>
            <a:pPr marL="0" indent="0">
              <a:buFont typeface="Karla"/>
              <a:buNone/>
            </a:pPr>
            <a:r>
              <a:rPr lang="fr-FR" dirty="0"/>
              <a:t>- Une surveillance continue par la journalisation.</a:t>
            </a:r>
          </a:p>
          <a:p>
            <a:pPr marL="0" indent="0">
              <a:buFont typeface="Karla"/>
              <a:buNone/>
            </a:pPr>
            <a:endParaRPr lang="fr-FR" dirty="0"/>
          </a:p>
          <a:p>
            <a:pPr marL="0" indent="0">
              <a:buFont typeface="Karla"/>
              <a:buNone/>
            </a:pPr>
            <a:r>
              <a:rPr lang="fr-FR" dirty="0"/>
              <a:t>Ces actions garantissent la protection, la traçabilité et la fiabilité du système d’information face aux menaces actuelles.</a:t>
            </a:r>
          </a:p>
        </p:txBody>
      </p:sp>
      <p:sp>
        <p:nvSpPr>
          <p:cNvPr id="31" name="ZoneTexte 30"/>
          <p:cNvSpPr txBox="1"/>
          <p:nvPr/>
        </p:nvSpPr>
        <p:spPr>
          <a:xfrm>
            <a:off x="8433914" y="4729075"/>
            <a:ext cx="558980" cy="400110"/>
          </a:xfrm>
          <a:prstGeom prst="rect">
            <a:avLst/>
          </a:prstGeom>
          <a:noFill/>
        </p:spPr>
        <p:txBody>
          <a:bodyPr wrap="square" rtlCol="0">
            <a:spAutoFit/>
          </a:bodyPr>
          <a:lstStyle/>
          <a:p>
            <a:pPr algn="ctr"/>
            <a:r>
              <a:rPr lang="fr-FR" sz="2000" dirty="0">
                <a:solidFill>
                  <a:schemeClr val="bg1"/>
                </a:solidFill>
                <a:latin typeface="Algerian" panose="04020705040A02060702" pitchFamily="82" charset="0"/>
              </a:rPr>
              <a:t>20</a:t>
            </a:r>
          </a:p>
        </p:txBody>
      </p:sp>
    </p:spTree>
    <p:extLst>
      <p:ext uri="{BB962C8B-B14F-4D97-AF65-F5344CB8AC3E}">
        <p14:creationId xmlns:p14="http://schemas.microsoft.com/office/powerpoint/2010/main" val="62882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
          <p:cNvSpPr txBox="1"/>
          <p:nvPr>
            <p:ph type="title"/>
          </p:nvPr>
        </p:nvSpPr>
        <p:spPr>
          <a:xfrm>
            <a:off x="1486024" y="3068248"/>
            <a:ext cx="6172200" cy="44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500"/>
              <a:buNone/>
            </a:pPr>
            <a:r>
              <a:rPr lang="fr-FR"/>
              <a:t>Avez-vous des questions?</a:t>
            </a:r>
            <a:endParaRPr/>
          </a:p>
        </p:txBody>
      </p:sp>
      <p:sp>
        <p:nvSpPr>
          <p:cNvPr id="567" name="Google Shape;567;p1"/>
          <p:cNvSpPr txBox="1"/>
          <p:nvPr>
            <p:ph idx="1" type="subTitle"/>
          </p:nvPr>
        </p:nvSpPr>
        <p:spPr>
          <a:xfrm>
            <a:off x="1485900" y="1628863"/>
            <a:ext cx="6172200" cy="1498200"/>
          </a:xfrm>
          <a:prstGeom prst="rect">
            <a:avLst/>
          </a:prstGeom>
          <a:noFill/>
          <a:ln>
            <a:noFill/>
          </a:ln>
        </p:spPr>
        <p:txBody>
          <a:bodyPr anchorCtr="0" anchor="b" bIns="91425" lIns="91425" spcFirstLastPara="1" rIns="91425" wrap="square" tIns="91425">
            <a:noAutofit/>
          </a:bodyPr>
          <a:lstStyle/>
          <a:p>
            <a:pPr indent="-317500" lvl="0" marL="457200" rtl="0" algn="ctr">
              <a:lnSpc>
                <a:spcPct val="100000"/>
              </a:lnSpc>
              <a:spcBef>
                <a:spcPts val="0"/>
              </a:spcBef>
              <a:spcAft>
                <a:spcPts val="0"/>
              </a:spcAft>
              <a:buSzPts val="2500"/>
              <a:buNone/>
            </a:pPr>
            <a:r>
              <a:rPr lang="fr-FR" sz="4800">
                <a:latin typeface="Karla"/>
                <a:ea typeface="Karla"/>
                <a:cs typeface="Karla"/>
                <a:sym typeface="Karla"/>
              </a:rPr>
              <a:t>MERCI POUR VOTRE COMPREHENSION!!!</a:t>
            </a:r>
            <a:endParaRPr/>
          </a:p>
        </p:txBody>
      </p:sp>
      <p:grpSp>
        <p:nvGrpSpPr>
          <p:cNvPr id="568" name="Google Shape;568;p1"/>
          <p:cNvGrpSpPr/>
          <p:nvPr/>
        </p:nvGrpSpPr>
        <p:grpSpPr>
          <a:xfrm>
            <a:off x="8237653" y="280406"/>
            <a:ext cx="764295" cy="2396059"/>
            <a:chOff x="1006700" y="2603975"/>
            <a:chExt cx="55450" cy="210700"/>
          </a:xfrm>
        </p:grpSpPr>
        <p:sp>
          <p:nvSpPr>
            <p:cNvPr id="569" name="Google Shape;569;p1"/>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5" name="Google Shape;575;p1"/>
          <p:cNvGrpSpPr/>
          <p:nvPr/>
        </p:nvGrpSpPr>
        <p:grpSpPr>
          <a:xfrm rot="5400000">
            <a:off x="1470683" y="2932487"/>
            <a:ext cx="630539" cy="2904331"/>
            <a:chOff x="1006700" y="2603975"/>
            <a:chExt cx="55450" cy="210700"/>
          </a:xfrm>
        </p:grpSpPr>
        <p:sp>
          <p:nvSpPr>
            <p:cNvPr id="576" name="Google Shape;576;p1"/>
            <p:cNvSpPr/>
            <p:nvPr/>
          </p:nvSpPr>
          <p:spPr>
            <a:xfrm>
              <a:off x="1006700" y="262997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1"/>
            <p:cNvSpPr/>
            <p:nvPr/>
          </p:nvSpPr>
          <p:spPr>
            <a:xfrm>
              <a:off x="1032700" y="260397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
            <p:cNvSpPr/>
            <p:nvPr/>
          </p:nvSpPr>
          <p:spPr>
            <a:xfrm>
              <a:off x="1006700" y="2707200"/>
              <a:ext cx="55450" cy="3850"/>
            </a:xfrm>
            <a:custGeom>
              <a:rect b="b" l="l" r="r" t="t"/>
              <a:pathLst>
                <a:path extrusionOk="0" h="154" w="2218">
                  <a:moveTo>
                    <a:pt x="0" y="1"/>
                  </a:moveTo>
                  <a:lnTo>
                    <a:pt x="0" y="154"/>
                  </a:lnTo>
                  <a:lnTo>
                    <a:pt x="2218" y="154"/>
                  </a:lnTo>
                  <a:lnTo>
                    <a:pt x="2218"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
            <p:cNvSpPr/>
            <p:nvPr/>
          </p:nvSpPr>
          <p:spPr>
            <a:xfrm>
              <a:off x="1032700" y="2681600"/>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
            <p:cNvSpPr/>
            <p:nvPr/>
          </p:nvSpPr>
          <p:spPr>
            <a:xfrm>
              <a:off x="1006700" y="2785225"/>
              <a:ext cx="55450" cy="3850"/>
            </a:xfrm>
            <a:custGeom>
              <a:rect b="b" l="l" r="r" t="t"/>
              <a:pathLst>
                <a:path extrusionOk="0" h="154" w="2218">
                  <a:moveTo>
                    <a:pt x="0" y="0"/>
                  </a:moveTo>
                  <a:lnTo>
                    <a:pt x="0" y="153"/>
                  </a:lnTo>
                  <a:lnTo>
                    <a:pt x="2218" y="153"/>
                  </a:lnTo>
                  <a:lnTo>
                    <a:pt x="2218"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
            <p:cNvSpPr/>
            <p:nvPr/>
          </p:nvSpPr>
          <p:spPr>
            <a:xfrm>
              <a:off x="1032700" y="2759225"/>
              <a:ext cx="3850" cy="55450"/>
            </a:xfrm>
            <a:custGeom>
              <a:rect b="b" l="l" r="r" t="t"/>
              <a:pathLst>
                <a:path extrusionOk="0" h="2218" w="154">
                  <a:moveTo>
                    <a:pt x="0" y="0"/>
                  </a:moveTo>
                  <a:lnTo>
                    <a:pt x="0" y="2218"/>
                  </a:lnTo>
                  <a:lnTo>
                    <a:pt x="153" y="2218"/>
                  </a:lnTo>
                  <a:lnTo>
                    <a:pt x="15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2" name="Google Shape;582;p1"/>
          <p:cNvGrpSpPr/>
          <p:nvPr/>
        </p:nvGrpSpPr>
        <p:grpSpPr>
          <a:xfrm>
            <a:off x="142087" y="220795"/>
            <a:ext cx="1393806" cy="1117205"/>
            <a:chOff x="827350" y="3629733"/>
            <a:chExt cx="1431600" cy="1332068"/>
          </a:xfrm>
        </p:grpSpPr>
        <p:sp>
          <p:nvSpPr>
            <p:cNvPr id="583" name="Google Shape;583;p1"/>
            <p:cNvSpPr/>
            <p:nvPr/>
          </p:nvSpPr>
          <p:spPr>
            <a:xfrm>
              <a:off x="827350" y="3629733"/>
              <a:ext cx="778157" cy="1291383"/>
            </a:xfrm>
            <a:custGeom>
              <a:rect b="b" l="l" r="r" t="t"/>
              <a:pathLst>
                <a:path extrusionOk="0" h="22822" w="13752">
                  <a:moveTo>
                    <a:pt x="7495" y="1"/>
                  </a:moveTo>
                  <a:lnTo>
                    <a:pt x="0" y="11105"/>
                  </a:lnTo>
                  <a:lnTo>
                    <a:pt x="6241" y="22822"/>
                  </a:lnTo>
                  <a:lnTo>
                    <a:pt x="13751" y="11702"/>
                  </a:lnTo>
                  <a:lnTo>
                    <a:pt x="7495" y="1"/>
                  </a:lnTo>
                  <a:close/>
                </a:path>
              </a:pathLst>
            </a:custGeom>
            <a:gradFill>
              <a:gsLst>
                <a:gs pos="0">
                  <a:schemeClr val="dk2"/>
                </a:gs>
                <a:gs pos="100000">
                  <a:schemeClr val="dk1"/>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
            <p:cNvSpPr/>
            <p:nvPr/>
          </p:nvSpPr>
          <p:spPr>
            <a:xfrm>
              <a:off x="1180440" y="4291834"/>
              <a:ext cx="1078510" cy="669966"/>
            </a:xfrm>
            <a:custGeom>
              <a:rect b="b" l="l" r="r" t="t"/>
              <a:pathLst>
                <a:path extrusionOk="0" h="11840" w="19060">
                  <a:moveTo>
                    <a:pt x="7511" y="1"/>
                  </a:moveTo>
                  <a:lnTo>
                    <a:pt x="19059" y="720"/>
                  </a:lnTo>
                  <a:lnTo>
                    <a:pt x="11564" y="11840"/>
                  </a:lnTo>
                  <a:lnTo>
                    <a:pt x="1" y="11121"/>
                  </a:lnTo>
                  <a:close/>
                </a:path>
              </a:pathLst>
            </a:custGeom>
            <a:gradFill>
              <a:gsLst>
                <a:gs pos="0">
                  <a:schemeClr val="accent1"/>
                </a:gs>
                <a:gs pos="100000">
                  <a:schemeClr val="lt2"/>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
            <p:cNvSpPr/>
            <p:nvPr/>
          </p:nvSpPr>
          <p:spPr>
            <a:xfrm>
              <a:off x="1251454" y="3629733"/>
              <a:ext cx="1007496" cy="702842"/>
            </a:xfrm>
            <a:custGeom>
              <a:rect b="b" l="l" r="r" t="t"/>
              <a:pathLst>
                <a:path extrusionOk="0" h="12421" w="17805">
                  <a:moveTo>
                    <a:pt x="0" y="1"/>
                  </a:moveTo>
                  <a:lnTo>
                    <a:pt x="11564" y="704"/>
                  </a:lnTo>
                  <a:lnTo>
                    <a:pt x="17804" y="12421"/>
                  </a:lnTo>
                  <a:lnTo>
                    <a:pt x="6256" y="11702"/>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6" name="Google Shape;586;p1"/>
          <p:cNvSpPr txBox="1"/>
          <p:nvPr/>
        </p:nvSpPr>
        <p:spPr>
          <a:xfrm>
            <a:off x="8321040" y="4592159"/>
            <a:ext cx="523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fr-FR" sz="2000">
                <a:solidFill>
                  <a:schemeClr val="lt1"/>
                </a:solidFill>
                <a:latin typeface="Algerian"/>
                <a:ea typeface="Algerian"/>
                <a:cs typeface="Algerian"/>
                <a:sym typeface="Algerian"/>
              </a:rPr>
              <a:t>21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7">
                                            <p:txEl>
                                              <p:pRg end="0" st="0"/>
                                            </p:txEl>
                                          </p:spTgt>
                                        </p:tgtEl>
                                        <p:attrNameLst>
                                          <p:attrName>style.visibility</p:attrName>
                                        </p:attrNameLst>
                                      </p:cBhvr>
                                      <p:to>
                                        <p:strVal val="visible"/>
                                      </p:to>
                                    </p:set>
                                    <p:animEffect filter="fade" transition="in">
                                      <p:cBhvr>
                                        <p:cTn dur="1500"/>
                                        <p:tgtEl>
                                          <p:spTgt spid="567">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5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