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1" r:id="rId1"/>
  </p:sldMasterIdLst>
  <p:notesMasterIdLst>
    <p:notesMasterId r:id="rId52"/>
  </p:notesMasterIdLst>
  <p:sldIdLst>
    <p:sldId id="256" r:id="rId2"/>
    <p:sldId id="258" r:id="rId3"/>
    <p:sldId id="361" r:id="rId4"/>
    <p:sldId id="259" r:id="rId5"/>
    <p:sldId id="313" r:id="rId6"/>
    <p:sldId id="260" r:id="rId7"/>
    <p:sldId id="314" r:id="rId8"/>
    <p:sldId id="315" r:id="rId9"/>
    <p:sldId id="316" r:id="rId10"/>
    <p:sldId id="317" r:id="rId11"/>
    <p:sldId id="318" r:id="rId12"/>
    <p:sldId id="319" r:id="rId13"/>
    <p:sldId id="320" r:id="rId14"/>
    <p:sldId id="321" r:id="rId15"/>
    <p:sldId id="267" r:id="rId16"/>
    <p:sldId id="323" r:id="rId17"/>
    <p:sldId id="335" r:id="rId18"/>
    <p:sldId id="324" r:id="rId19"/>
    <p:sldId id="336" r:id="rId20"/>
    <p:sldId id="337" r:id="rId21"/>
    <p:sldId id="338" r:id="rId22"/>
    <p:sldId id="325" r:id="rId23"/>
    <p:sldId id="326" r:id="rId24"/>
    <p:sldId id="339" r:id="rId25"/>
    <p:sldId id="327" r:id="rId26"/>
    <p:sldId id="341" r:id="rId27"/>
    <p:sldId id="342" r:id="rId28"/>
    <p:sldId id="343" r:id="rId29"/>
    <p:sldId id="344" r:id="rId30"/>
    <p:sldId id="345" r:id="rId31"/>
    <p:sldId id="346" r:id="rId32"/>
    <p:sldId id="347" r:id="rId33"/>
    <p:sldId id="329" r:id="rId34"/>
    <p:sldId id="340" r:id="rId35"/>
    <p:sldId id="348" r:id="rId36"/>
    <p:sldId id="349" r:id="rId37"/>
    <p:sldId id="350" r:id="rId38"/>
    <p:sldId id="351" r:id="rId39"/>
    <p:sldId id="353" r:id="rId40"/>
    <p:sldId id="352" r:id="rId41"/>
    <p:sldId id="330" r:id="rId42"/>
    <p:sldId id="355" r:id="rId43"/>
    <p:sldId id="356" r:id="rId44"/>
    <p:sldId id="357" r:id="rId45"/>
    <p:sldId id="358" r:id="rId46"/>
    <p:sldId id="359" r:id="rId47"/>
    <p:sldId id="360" r:id="rId48"/>
    <p:sldId id="354" r:id="rId49"/>
    <p:sldId id="331" r:id="rId50"/>
    <p:sldId id="265" r:id="rId5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28C2602-C9A1-4F18-A1E8-AA4D55C8A0E6}">
  <a:tblStyle styleId="{B28C2602-C9A1-4F18-A1E8-AA4D55C8A0E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206" autoAdjust="0"/>
  </p:normalViewPr>
  <p:slideViewPr>
    <p:cSldViewPr snapToGrid="0">
      <p:cViewPr varScale="1">
        <p:scale>
          <a:sx n="89" d="100"/>
          <a:sy n="89" d="100"/>
        </p:scale>
        <p:origin x="84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3" name="Google Shape;66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g1161526d799_0_1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0" name="Google Shape;700;g1161526d799_0_1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a:extLst>
            <a:ext uri="{FF2B5EF4-FFF2-40B4-BE49-F238E27FC236}">
              <a16:creationId xmlns:a16="http://schemas.microsoft.com/office/drawing/2014/main" id="{E05C60DB-CE36-F6D5-E3C7-E7DDFB6CD099}"/>
            </a:ext>
          </a:extLst>
        </p:cNvPr>
        <p:cNvGrpSpPr/>
        <p:nvPr/>
      </p:nvGrpSpPr>
      <p:grpSpPr>
        <a:xfrm>
          <a:off x="0" y="0"/>
          <a:ext cx="0" cy="0"/>
          <a:chOff x="0" y="0"/>
          <a:chExt cx="0" cy="0"/>
        </a:xfrm>
      </p:grpSpPr>
      <p:sp>
        <p:nvSpPr>
          <p:cNvPr id="699" name="Google Shape;699;g1161526d799_0_1250:notes">
            <a:extLst>
              <a:ext uri="{FF2B5EF4-FFF2-40B4-BE49-F238E27FC236}">
                <a16:creationId xmlns:a16="http://schemas.microsoft.com/office/drawing/2014/main" id="{BEAAA396-40F4-FE92-7A61-06316C8766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0" name="Google Shape;700;g1161526d799_0_1250:notes">
            <a:extLst>
              <a:ext uri="{FF2B5EF4-FFF2-40B4-BE49-F238E27FC236}">
                <a16:creationId xmlns:a16="http://schemas.microsoft.com/office/drawing/2014/main" id="{C3B0D74F-B402-6506-D848-F7F8219F413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30745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g1161526d799_0_13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 name="Google Shape;742;g1161526d799_0_13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a:extLst>
            <a:ext uri="{FF2B5EF4-FFF2-40B4-BE49-F238E27FC236}">
              <a16:creationId xmlns:a16="http://schemas.microsoft.com/office/drawing/2014/main" id="{8144B47F-32C0-C95B-2B46-72E802355003}"/>
            </a:ext>
          </a:extLst>
        </p:cNvPr>
        <p:cNvGrpSpPr/>
        <p:nvPr/>
      </p:nvGrpSpPr>
      <p:grpSpPr>
        <a:xfrm>
          <a:off x="0" y="0"/>
          <a:ext cx="0" cy="0"/>
          <a:chOff x="0" y="0"/>
          <a:chExt cx="0" cy="0"/>
        </a:xfrm>
      </p:grpSpPr>
      <p:sp>
        <p:nvSpPr>
          <p:cNvPr id="741" name="Google Shape;741;g1161526d799_0_1356:notes">
            <a:extLst>
              <a:ext uri="{FF2B5EF4-FFF2-40B4-BE49-F238E27FC236}">
                <a16:creationId xmlns:a16="http://schemas.microsoft.com/office/drawing/2014/main" id="{32BA1175-A873-E66C-6FB7-C812DDC43B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 name="Google Shape;742;g1161526d799_0_1356:notes">
            <a:extLst>
              <a:ext uri="{FF2B5EF4-FFF2-40B4-BE49-F238E27FC236}">
                <a16:creationId xmlns:a16="http://schemas.microsoft.com/office/drawing/2014/main" id="{BABA51AF-0700-AB59-1923-41D31EEB8D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095778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g1161526d799_0_14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1161526d799_0_14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a:extLst>
            <a:ext uri="{FF2B5EF4-FFF2-40B4-BE49-F238E27FC236}">
              <a16:creationId xmlns:a16="http://schemas.microsoft.com/office/drawing/2014/main" id="{F56B2FA4-1897-E6B5-D81B-AF6B8E9EC676}"/>
            </a:ext>
          </a:extLst>
        </p:cNvPr>
        <p:cNvGrpSpPr/>
        <p:nvPr/>
      </p:nvGrpSpPr>
      <p:grpSpPr>
        <a:xfrm>
          <a:off x="0" y="0"/>
          <a:ext cx="0" cy="0"/>
          <a:chOff x="0" y="0"/>
          <a:chExt cx="0" cy="0"/>
        </a:xfrm>
      </p:grpSpPr>
      <p:sp>
        <p:nvSpPr>
          <p:cNvPr id="741" name="Google Shape;741;g1161526d799_0_1356:notes">
            <a:extLst>
              <a:ext uri="{FF2B5EF4-FFF2-40B4-BE49-F238E27FC236}">
                <a16:creationId xmlns:a16="http://schemas.microsoft.com/office/drawing/2014/main" id="{BE21D7AC-4766-A0DF-A04A-74CA961071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 name="Google Shape;742;g1161526d799_0_1356:notes">
            <a:extLst>
              <a:ext uri="{FF2B5EF4-FFF2-40B4-BE49-F238E27FC236}">
                <a16:creationId xmlns:a16="http://schemas.microsoft.com/office/drawing/2014/main" id="{7E804EEE-8E95-ABB5-4433-E8B142A289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793623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a:extLst>
            <a:ext uri="{FF2B5EF4-FFF2-40B4-BE49-F238E27FC236}">
              <a16:creationId xmlns:a16="http://schemas.microsoft.com/office/drawing/2014/main" id="{55720DE6-BC10-D76A-C591-590D6076D557}"/>
            </a:ext>
          </a:extLst>
        </p:cNvPr>
        <p:cNvGrpSpPr/>
        <p:nvPr/>
      </p:nvGrpSpPr>
      <p:grpSpPr>
        <a:xfrm>
          <a:off x="0" y="0"/>
          <a:ext cx="0" cy="0"/>
          <a:chOff x="0" y="0"/>
          <a:chExt cx="0" cy="0"/>
        </a:xfrm>
      </p:grpSpPr>
      <p:sp>
        <p:nvSpPr>
          <p:cNvPr id="741" name="Google Shape;741;g1161526d799_0_1356:notes">
            <a:extLst>
              <a:ext uri="{FF2B5EF4-FFF2-40B4-BE49-F238E27FC236}">
                <a16:creationId xmlns:a16="http://schemas.microsoft.com/office/drawing/2014/main" id="{93FB47AA-FEC7-6DB9-D503-46C3638A83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 name="Google Shape;742;g1161526d799_0_1356:notes">
            <a:extLst>
              <a:ext uri="{FF2B5EF4-FFF2-40B4-BE49-F238E27FC236}">
                <a16:creationId xmlns:a16="http://schemas.microsoft.com/office/drawing/2014/main" id="{C2758EAB-B647-2255-AE72-991CEBFC72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168239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a:extLst>
            <a:ext uri="{FF2B5EF4-FFF2-40B4-BE49-F238E27FC236}">
              <a16:creationId xmlns:a16="http://schemas.microsoft.com/office/drawing/2014/main" id="{423267E9-E575-6CC6-16AE-E13AC6C8DD42}"/>
            </a:ext>
          </a:extLst>
        </p:cNvPr>
        <p:cNvGrpSpPr/>
        <p:nvPr/>
      </p:nvGrpSpPr>
      <p:grpSpPr>
        <a:xfrm>
          <a:off x="0" y="0"/>
          <a:ext cx="0" cy="0"/>
          <a:chOff x="0" y="0"/>
          <a:chExt cx="0" cy="0"/>
        </a:xfrm>
      </p:grpSpPr>
      <p:sp>
        <p:nvSpPr>
          <p:cNvPr id="741" name="Google Shape;741;g1161526d799_0_1356:notes">
            <a:extLst>
              <a:ext uri="{FF2B5EF4-FFF2-40B4-BE49-F238E27FC236}">
                <a16:creationId xmlns:a16="http://schemas.microsoft.com/office/drawing/2014/main" id="{086C91F8-C4C3-B7EA-265E-9E2B7D8FE4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 name="Google Shape;742;g1161526d799_0_1356:notes">
            <a:extLst>
              <a:ext uri="{FF2B5EF4-FFF2-40B4-BE49-F238E27FC236}">
                <a16:creationId xmlns:a16="http://schemas.microsoft.com/office/drawing/2014/main" id="{B6A8A691-4AFB-0736-16CE-8736E658C9E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43413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a:extLst>
            <a:ext uri="{FF2B5EF4-FFF2-40B4-BE49-F238E27FC236}">
              <a16:creationId xmlns:a16="http://schemas.microsoft.com/office/drawing/2014/main" id="{D50FFF48-73A2-0055-6BC1-15CB31258BAD}"/>
            </a:ext>
          </a:extLst>
        </p:cNvPr>
        <p:cNvGrpSpPr/>
        <p:nvPr/>
      </p:nvGrpSpPr>
      <p:grpSpPr>
        <a:xfrm>
          <a:off x="0" y="0"/>
          <a:ext cx="0" cy="0"/>
          <a:chOff x="0" y="0"/>
          <a:chExt cx="0" cy="0"/>
        </a:xfrm>
      </p:grpSpPr>
      <p:sp>
        <p:nvSpPr>
          <p:cNvPr id="741" name="Google Shape;741;g1161526d799_0_1356:notes">
            <a:extLst>
              <a:ext uri="{FF2B5EF4-FFF2-40B4-BE49-F238E27FC236}">
                <a16:creationId xmlns:a16="http://schemas.microsoft.com/office/drawing/2014/main" id="{D2638315-999A-E3E4-4982-962ECE2E49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 name="Google Shape;742;g1161526d799_0_1356:notes">
            <a:extLst>
              <a:ext uri="{FF2B5EF4-FFF2-40B4-BE49-F238E27FC236}">
                <a16:creationId xmlns:a16="http://schemas.microsoft.com/office/drawing/2014/main" id="{82D1C440-A375-96F8-E24A-0CE694D7802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461604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a:extLst>
            <a:ext uri="{FF2B5EF4-FFF2-40B4-BE49-F238E27FC236}">
              <a16:creationId xmlns:a16="http://schemas.microsoft.com/office/drawing/2014/main" id="{011583CA-D8D4-1324-3D46-2B52D086F274}"/>
            </a:ext>
          </a:extLst>
        </p:cNvPr>
        <p:cNvGrpSpPr/>
        <p:nvPr/>
      </p:nvGrpSpPr>
      <p:grpSpPr>
        <a:xfrm>
          <a:off x="0" y="0"/>
          <a:ext cx="0" cy="0"/>
          <a:chOff x="0" y="0"/>
          <a:chExt cx="0" cy="0"/>
        </a:xfrm>
      </p:grpSpPr>
      <p:sp>
        <p:nvSpPr>
          <p:cNvPr id="741" name="Google Shape;741;g1161526d799_0_1356:notes">
            <a:extLst>
              <a:ext uri="{FF2B5EF4-FFF2-40B4-BE49-F238E27FC236}">
                <a16:creationId xmlns:a16="http://schemas.microsoft.com/office/drawing/2014/main" id="{1FDF78A8-5463-FB13-8486-B30BEBEDA10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 name="Google Shape;742;g1161526d799_0_1356:notes">
            <a:extLst>
              <a:ext uri="{FF2B5EF4-FFF2-40B4-BE49-F238E27FC236}">
                <a16:creationId xmlns:a16="http://schemas.microsoft.com/office/drawing/2014/main" id="{9F98B5F1-D11B-9264-D0D3-483FDF18A6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136506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a:extLst>
            <a:ext uri="{FF2B5EF4-FFF2-40B4-BE49-F238E27FC236}">
              <a16:creationId xmlns:a16="http://schemas.microsoft.com/office/drawing/2014/main" id="{53611036-A048-816D-DCC1-B5307D1AF609}"/>
            </a:ext>
          </a:extLst>
        </p:cNvPr>
        <p:cNvGrpSpPr/>
        <p:nvPr/>
      </p:nvGrpSpPr>
      <p:grpSpPr>
        <a:xfrm>
          <a:off x="0" y="0"/>
          <a:ext cx="0" cy="0"/>
          <a:chOff x="0" y="0"/>
          <a:chExt cx="0" cy="0"/>
        </a:xfrm>
      </p:grpSpPr>
      <p:sp>
        <p:nvSpPr>
          <p:cNvPr id="741" name="Google Shape;741;g1161526d799_0_1356:notes">
            <a:extLst>
              <a:ext uri="{FF2B5EF4-FFF2-40B4-BE49-F238E27FC236}">
                <a16:creationId xmlns:a16="http://schemas.microsoft.com/office/drawing/2014/main" id="{058E66BB-D4A9-F7E5-046F-3CB25D343D1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 name="Google Shape;742;g1161526d799_0_1356:notes">
            <a:extLst>
              <a:ext uri="{FF2B5EF4-FFF2-40B4-BE49-F238E27FC236}">
                <a16:creationId xmlns:a16="http://schemas.microsoft.com/office/drawing/2014/main" id="{51F9BB8F-14C2-2745-5DF2-7FEC5CC1DFD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708897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a:extLst>
            <a:ext uri="{FF2B5EF4-FFF2-40B4-BE49-F238E27FC236}">
              <a16:creationId xmlns:a16="http://schemas.microsoft.com/office/drawing/2014/main" id="{93BA28D2-F39F-8A63-B012-941040DB2F0D}"/>
            </a:ext>
          </a:extLst>
        </p:cNvPr>
        <p:cNvGrpSpPr/>
        <p:nvPr/>
      </p:nvGrpSpPr>
      <p:grpSpPr>
        <a:xfrm>
          <a:off x="0" y="0"/>
          <a:ext cx="0" cy="0"/>
          <a:chOff x="0" y="0"/>
          <a:chExt cx="0" cy="0"/>
        </a:xfrm>
      </p:grpSpPr>
      <p:sp>
        <p:nvSpPr>
          <p:cNvPr id="741" name="Google Shape;741;g1161526d799_0_1356:notes">
            <a:extLst>
              <a:ext uri="{FF2B5EF4-FFF2-40B4-BE49-F238E27FC236}">
                <a16:creationId xmlns:a16="http://schemas.microsoft.com/office/drawing/2014/main" id="{D68F0478-6A89-6241-4CC0-56CC48C166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 name="Google Shape;742;g1161526d799_0_1356:notes">
            <a:extLst>
              <a:ext uri="{FF2B5EF4-FFF2-40B4-BE49-F238E27FC236}">
                <a16:creationId xmlns:a16="http://schemas.microsoft.com/office/drawing/2014/main" id="{3837C96D-9D30-F1BA-3B60-2EEC762AC0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997858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a:extLst>
            <a:ext uri="{FF2B5EF4-FFF2-40B4-BE49-F238E27FC236}">
              <a16:creationId xmlns:a16="http://schemas.microsoft.com/office/drawing/2014/main" id="{FEAC43EA-E534-4478-6403-928EC7980154}"/>
            </a:ext>
          </a:extLst>
        </p:cNvPr>
        <p:cNvGrpSpPr/>
        <p:nvPr/>
      </p:nvGrpSpPr>
      <p:grpSpPr>
        <a:xfrm>
          <a:off x="0" y="0"/>
          <a:ext cx="0" cy="0"/>
          <a:chOff x="0" y="0"/>
          <a:chExt cx="0" cy="0"/>
        </a:xfrm>
      </p:grpSpPr>
      <p:sp>
        <p:nvSpPr>
          <p:cNvPr id="741" name="Google Shape;741;g1161526d799_0_1356:notes">
            <a:extLst>
              <a:ext uri="{FF2B5EF4-FFF2-40B4-BE49-F238E27FC236}">
                <a16:creationId xmlns:a16="http://schemas.microsoft.com/office/drawing/2014/main" id="{B8EC663B-F167-1B74-CE2A-9E20D84B68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 name="Google Shape;742;g1161526d799_0_1356:notes">
            <a:extLst>
              <a:ext uri="{FF2B5EF4-FFF2-40B4-BE49-F238E27FC236}">
                <a16:creationId xmlns:a16="http://schemas.microsoft.com/office/drawing/2014/main" id="{F118ACA4-5144-3BC9-B861-14DDEE9535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016516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2"/>
        <p:cNvGrpSpPr/>
        <p:nvPr/>
      </p:nvGrpSpPr>
      <p:grpSpPr>
        <a:xfrm>
          <a:off x="0" y="0"/>
          <a:ext cx="0" cy="0"/>
          <a:chOff x="0" y="0"/>
          <a:chExt cx="0" cy="0"/>
        </a:xfrm>
      </p:grpSpPr>
      <p:sp>
        <p:nvSpPr>
          <p:cNvPr id="993" name="Google Shape;993;g117030f7ab2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4" name="Google Shape;994;g117030f7ab2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a:extLst>
            <a:ext uri="{FF2B5EF4-FFF2-40B4-BE49-F238E27FC236}">
              <a16:creationId xmlns:a16="http://schemas.microsoft.com/office/drawing/2014/main" id="{009C88A7-D2C1-F03F-D768-7CD71C4756D4}"/>
            </a:ext>
          </a:extLst>
        </p:cNvPr>
        <p:cNvGrpSpPr/>
        <p:nvPr/>
      </p:nvGrpSpPr>
      <p:grpSpPr>
        <a:xfrm>
          <a:off x="0" y="0"/>
          <a:ext cx="0" cy="0"/>
          <a:chOff x="0" y="0"/>
          <a:chExt cx="0" cy="0"/>
        </a:xfrm>
      </p:grpSpPr>
      <p:sp>
        <p:nvSpPr>
          <p:cNvPr id="741" name="Google Shape;741;g1161526d799_0_1356:notes">
            <a:extLst>
              <a:ext uri="{FF2B5EF4-FFF2-40B4-BE49-F238E27FC236}">
                <a16:creationId xmlns:a16="http://schemas.microsoft.com/office/drawing/2014/main" id="{D3AA52A3-3CFE-059D-2A2B-BC8736111F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 name="Google Shape;742;g1161526d799_0_1356:notes">
            <a:extLst>
              <a:ext uri="{FF2B5EF4-FFF2-40B4-BE49-F238E27FC236}">
                <a16:creationId xmlns:a16="http://schemas.microsoft.com/office/drawing/2014/main" id="{581B1C49-5A37-F672-92D3-A13138B125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459228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a:extLst>
            <a:ext uri="{FF2B5EF4-FFF2-40B4-BE49-F238E27FC236}">
              <a16:creationId xmlns:a16="http://schemas.microsoft.com/office/drawing/2014/main" id="{D0BFB0A9-C80C-DCF3-F017-9F56EB9216D5}"/>
            </a:ext>
          </a:extLst>
        </p:cNvPr>
        <p:cNvGrpSpPr/>
        <p:nvPr/>
      </p:nvGrpSpPr>
      <p:grpSpPr>
        <a:xfrm>
          <a:off x="0" y="0"/>
          <a:ext cx="0" cy="0"/>
          <a:chOff x="0" y="0"/>
          <a:chExt cx="0" cy="0"/>
        </a:xfrm>
      </p:grpSpPr>
      <p:sp>
        <p:nvSpPr>
          <p:cNvPr id="741" name="Google Shape;741;g1161526d799_0_1356:notes">
            <a:extLst>
              <a:ext uri="{FF2B5EF4-FFF2-40B4-BE49-F238E27FC236}">
                <a16:creationId xmlns:a16="http://schemas.microsoft.com/office/drawing/2014/main" id="{195518F5-C5B0-51BF-1013-7AE5270455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 name="Google Shape;742;g1161526d799_0_1356:notes">
            <a:extLst>
              <a:ext uri="{FF2B5EF4-FFF2-40B4-BE49-F238E27FC236}">
                <a16:creationId xmlns:a16="http://schemas.microsoft.com/office/drawing/2014/main" id="{22F116F8-34F8-BE6A-9CFC-404A931CF3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655525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a:extLst>
            <a:ext uri="{FF2B5EF4-FFF2-40B4-BE49-F238E27FC236}">
              <a16:creationId xmlns:a16="http://schemas.microsoft.com/office/drawing/2014/main" id="{37E9B68E-42E9-C8B3-8EE2-046F98A9A00E}"/>
            </a:ext>
          </a:extLst>
        </p:cNvPr>
        <p:cNvGrpSpPr/>
        <p:nvPr/>
      </p:nvGrpSpPr>
      <p:grpSpPr>
        <a:xfrm>
          <a:off x="0" y="0"/>
          <a:ext cx="0" cy="0"/>
          <a:chOff x="0" y="0"/>
          <a:chExt cx="0" cy="0"/>
        </a:xfrm>
      </p:grpSpPr>
      <p:sp>
        <p:nvSpPr>
          <p:cNvPr id="741" name="Google Shape;741;g1161526d799_0_1356:notes">
            <a:extLst>
              <a:ext uri="{FF2B5EF4-FFF2-40B4-BE49-F238E27FC236}">
                <a16:creationId xmlns:a16="http://schemas.microsoft.com/office/drawing/2014/main" id="{FFB195F1-326B-F97D-49FF-C11CED63E5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 name="Google Shape;742;g1161526d799_0_1356:notes">
            <a:extLst>
              <a:ext uri="{FF2B5EF4-FFF2-40B4-BE49-F238E27FC236}">
                <a16:creationId xmlns:a16="http://schemas.microsoft.com/office/drawing/2014/main" id="{ED83C85F-6418-07A2-3F7C-4FEB6D1CB63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549631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a:extLst>
            <a:ext uri="{FF2B5EF4-FFF2-40B4-BE49-F238E27FC236}">
              <a16:creationId xmlns:a16="http://schemas.microsoft.com/office/drawing/2014/main" id="{124F9A36-1816-63BE-B3F2-3B15EF22C9EF}"/>
            </a:ext>
          </a:extLst>
        </p:cNvPr>
        <p:cNvGrpSpPr/>
        <p:nvPr/>
      </p:nvGrpSpPr>
      <p:grpSpPr>
        <a:xfrm>
          <a:off x="0" y="0"/>
          <a:ext cx="0" cy="0"/>
          <a:chOff x="0" y="0"/>
          <a:chExt cx="0" cy="0"/>
        </a:xfrm>
      </p:grpSpPr>
      <p:sp>
        <p:nvSpPr>
          <p:cNvPr id="741" name="Google Shape;741;g1161526d799_0_1356:notes">
            <a:extLst>
              <a:ext uri="{FF2B5EF4-FFF2-40B4-BE49-F238E27FC236}">
                <a16:creationId xmlns:a16="http://schemas.microsoft.com/office/drawing/2014/main" id="{20712D6F-E787-D9C4-D994-A6E6097943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 name="Google Shape;742;g1161526d799_0_1356:notes">
            <a:extLst>
              <a:ext uri="{FF2B5EF4-FFF2-40B4-BE49-F238E27FC236}">
                <a16:creationId xmlns:a16="http://schemas.microsoft.com/office/drawing/2014/main" id="{E91C9499-DD39-7168-BDEF-237E9D1D06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336435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a:extLst>
            <a:ext uri="{FF2B5EF4-FFF2-40B4-BE49-F238E27FC236}">
              <a16:creationId xmlns:a16="http://schemas.microsoft.com/office/drawing/2014/main" id="{E059EB48-D30E-8EA2-669B-6EC22A5FC5D0}"/>
            </a:ext>
          </a:extLst>
        </p:cNvPr>
        <p:cNvGrpSpPr/>
        <p:nvPr/>
      </p:nvGrpSpPr>
      <p:grpSpPr>
        <a:xfrm>
          <a:off x="0" y="0"/>
          <a:ext cx="0" cy="0"/>
          <a:chOff x="0" y="0"/>
          <a:chExt cx="0" cy="0"/>
        </a:xfrm>
      </p:grpSpPr>
      <p:sp>
        <p:nvSpPr>
          <p:cNvPr id="741" name="Google Shape;741;g1161526d799_0_1356:notes">
            <a:extLst>
              <a:ext uri="{FF2B5EF4-FFF2-40B4-BE49-F238E27FC236}">
                <a16:creationId xmlns:a16="http://schemas.microsoft.com/office/drawing/2014/main" id="{C70C309B-7BDA-5D3E-5177-D1D0A6DE248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 name="Google Shape;742;g1161526d799_0_1356:notes">
            <a:extLst>
              <a:ext uri="{FF2B5EF4-FFF2-40B4-BE49-F238E27FC236}">
                <a16:creationId xmlns:a16="http://schemas.microsoft.com/office/drawing/2014/main" id="{88C382FC-B1CF-D4F4-3849-424CB5ED62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392347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a:extLst>
            <a:ext uri="{FF2B5EF4-FFF2-40B4-BE49-F238E27FC236}">
              <a16:creationId xmlns:a16="http://schemas.microsoft.com/office/drawing/2014/main" id="{BDC75353-34CF-60C2-8E68-FED36BCFD57F}"/>
            </a:ext>
          </a:extLst>
        </p:cNvPr>
        <p:cNvGrpSpPr/>
        <p:nvPr/>
      </p:nvGrpSpPr>
      <p:grpSpPr>
        <a:xfrm>
          <a:off x="0" y="0"/>
          <a:ext cx="0" cy="0"/>
          <a:chOff x="0" y="0"/>
          <a:chExt cx="0" cy="0"/>
        </a:xfrm>
      </p:grpSpPr>
      <p:sp>
        <p:nvSpPr>
          <p:cNvPr id="741" name="Google Shape;741;g1161526d799_0_1356:notes">
            <a:extLst>
              <a:ext uri="{FF2B5EF4-FFF2-40B4-BE49-F238E27FC236}">
                <a16:creationId xmlns:a16="http://schemas.microsoft.com/office/drawing/2014/main" id="{16EE572B-3D17-07FB-CA1C-CF4D5B796B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 name="Google Shape;742;g1161526d799_0_1356:notes">
            <a:extLst>
              <a:ext uri="{FF2B5EF4-FFF2-40B4-BE49-F238E27FC236}">
                <a16:creationId xmlns:a16="http://schemas.microsoft.com/office/drawing/2014/main" id="{8B6B8ED1-219E-B7B7-775F-7C8B51E9F75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652276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a:extLst>
            <a:ext uri="{FF2B5EF4-FFF2-40B4-BE49-F238E27FC236}">
              <a16:creationId xmlns:a16="http://schemas.microsoft.com/office/drawing/2014/main" id="{E3BE76D4-A37A-5449-4525-499D27FE3595}"/>
            </a:ext>
          </a:extLst>
        </p:cNvPr>
        <p:cNvGrpSpPr/>
        <p:nvPr/>
      </p:nvGrpSpPr>
      <p:grpSpPr>
        <a:xfrm>
          <a:off x="0" y="0"/>
          <a:ext cx="0" cy="0"/>
          <a:chOff x="0" y="0"/>
          <a:chExt cx="0" cy="0"/>
        </a:xfrm>
      </p:grpSpPr>
      <p:sp>
        <p:nvSpPr>
          <p:cNvPr id="741" name="Google Shape;741;g1161526d799_0_1356:notes">
            <a:extLst>
              <a:ext uri="{FF2B5EF4-FFF2-40B4-BE49-F238E27FC236}">
                <a16:creationId xmlns:a16="http://schemas.microsoft.com/office/drawing/2014/main" id="{2858DC40-5DC7-9B74-6DBF-3F11E4EE5F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 name="Google Shape;742;g1161526d799_0_1356:notes">
            <a:extLst>
              <a:ext uri="{FF2B5EF4-FFF2-40B4-BE49-F238E27FC236}">
                <a16:creationId xmlns:a16="http://schemas.microsoft.com/office/drawing/2014/main" id="{1B651323-9C22-CDB4-1F10-9E6E9BDDB6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509134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a:extLst>
            <a:ext uri="{FF2B5EF4-FFF2-40B4-BE49-F238E27FC236}">
              <a16:creationId xmlns:a16="http://schemas.microsoft.com/office/drawing/2014/main" id="{56715F83-387F-78DC-49DD-0A2B88B286B0}"/>
            </a:ext>
          </a:extLst>
        </p:cNvPr>
        <p:cNvGrpSpPr/>
        <p:nvPr/>
      </p:nvGrpSpPr>
      <p:grpSpPr>
        <a:xfrm>
          <a:off x="0" y="0"/>
          <a:ext cx="0" cy="0"/>
          <a:chOff x="0" y="0"/>
          <a:chExt cx="0" cy="0"/>
        </a:xfrm>
      </p:grpSpPr>
      <p:sp>
        <p:nvSpPr>
          <p:cNvPr id="791" name="Google Shape;791;g1161526d799_0_1444:notes">
            <a:extLst>
              <a:ext uri="{FF2B5EF4-FFF2-40B4-BE49-F238E27FC236}">
                <a16:creationId xmlns:a16="http://schemas.microsoft.com/office/drawing/2014/main" id="{74790DD0-7230-491C-D8EF-12F2A84845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1161526d799_0_1444:notes">
            <a:extLst>
              <a:ext uri="{FF2B5EF4-FFF2-40B4-BE49-F238E27FC236}">
                <a16:creationId xmlns:a16="http://schemas.microsoft.com/office/drawing/2014/main" id="{BAA991A0-2541-4AC7-7ABA-6FF6C831AB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02987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a:extLst>
            <a:ext uri="{FF2B5EF4-FFF2-40B4-BE49-F238E27FC236}">
              <a16:creationId xmlns:a16="http://schemas.microsoft.com/office/drawing/2014/main" id="{30F7338B-927D-060B-C7C6-2DC73455B3F7}"/>
            </a:ext>
          </a:extLst>
        </p:cNvPr>
        <p:cNvGrpSpPr/>
        <p:nvPr/>
      </p:nvGrpSpPr>
      <p:grpSpPr>
        <a:xfrm>
          <a:off x="0" y="0"/>
          <a:ext cx="0" cy="0"/>
          <a:chOff x="0" y="0"/>
          <a:chExt cx="0" cy="0"/>
        </a:xfrm>
      </p:grpSpPr>
      <p:sp>
        <p:nvSpPr>
          <p:cNvPr id="791" name="Google Shape;791;g1161526d799_0_1444:notes">
            <a:extLst>
              <a:ext uri="{FF2B5EF4-FFF2-40B4-BE49-F238E27FC236}">
                <a16:creationId xmlns:a16="http://schemas.microsoft.com/office/drawing/2014/main" id="{5408741C-2E05-D117-DFF2-2C604C79EF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1161526d799_0_1444:notes">
            <a:extLst>
              <a:ext uri="{FF2B5EF4-FFF2-40B4-BE49-F238E27FC236}">
                <a16:creationId xmlns:a16="http://schemas.microsoft.com/office/drawing/2014/main" id="{03BDFA5F-5046-B835-5F8C-560B48BD747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185302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a:extLst>
            <a:ext uri="{FF2B5EF4-FFF2-40B4-BE49-F238E27FC236}">
              <a16:creationId xmlns:a16="http://schemas.microsoft.com/office/drawing/2014/main" id="{713FDAD0-7413-E007-A767-2EA68FF02D84}"/>
            </a:ext>
          </a:extLst>
        </p:cNvPr>
        <p:cNvGrpSpPr/>
        <p:nvPr/>
      </p:nvGrpSpPr>
      <p:grpSpPr>
        <a:xfrm>
          <a:off x="0" y="0"/>
          <a:ext cx="0" cy="0"/>
          <a:chOff x="0" y="0"/>
          <a:chExt cx="0" cy="0"/>
        </a:xfrm>
      </p:grpSpPr>
      <p:sp>
        <p:nvSpPr>
          <p:cNvPr id="741" name="Google Shape;741;g1161526d799_0_1356:notes">
            <a:extLst>
              <a:ext uri="{FF2B5EF4-FFF2-40B4-BE49-F238E27FC236}">
                <a16:creationId xmlns:a16="http://schemas.microsoft.com/office/drawing/2014/main" id="{005D9CDA-498C-D8A6-319F-35B8125BD8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 name="Google Shape;742;g1161526d799_0_1356:notes">
            <a:extLst>
              <a:ext uri="{FF2B5EF4-FFF2-40B4-BE49-F238E27FC236}">
                <a16:creationId xmlns:a16="http://schemas.microsoft.com/office/drawing/2014/main" id="{92D81506-C26A-D3E1-6751-E242436DC71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557096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a:extLst>
            <a:ext uri="{FF2B5EF4-FFF2-40B4-BE49-F238E27FC236}">
              <a16:creationId xmlns:a16="http://schemas.microsoft.com/office/drawing/2014/main" id="{C1258B1B-6CF3-9105-0742-01953206D5D7}"/>
            </a:ext>
          </a:extLst>
        </p:cNvPr>
        <p:cNvGrpSpPr/>
        <p:nvPr/>
      </p:nvGrpSpPr>
      <p:grpSpPr>
        <a:xfrm>
          <a:off x="0" y="0"/>
          <a:ext cx="0" cy="0"/>
          <a:chOff x="0" y="0"/>
          <a:chExt cx="0" cy="0"/>
        </a:xfrm>
      </p:grpSpPr>
      <p:sp>
        <p:nvSpPr>
          <p:cNvPr id="741" name="Google Shape;741;g1161526d799_0_1356:notes">
            <a:extLst>
              <a:ext uri="{FF2B5EF4-FFF2-40B4-BE49-F238E27FC236}">
                <a16:creationId xmlns:a16="http://schemas.microsoft.com/office/drawing/2014/main" id="{D7139FC5-8A91-F542-294B-17047B8823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 name="Google Shape;742;g1161526d799_0_1356:notes">
            <a:extLst>
              <a:ext uri="{FF2B5EF4-FFF2-40B4-BE49-F238E27FC236}">
                <a16:creationId xmlns:a16="http://schemas.microsoft.com/office/drawing/2014/main" id="{BBBC4583-2760-1A09-2D3B-2AD5ACD892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542635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a:extLst>
            <a:ext uri="{FF2B5EF4-FFF2-40B4-BE49-F238E27FC236}">
              <a16:creationId xmlns:a16="http://schemas.microsoft.com/office/drawing/2014/main" id="{E48ABD64-B230-7AA3-2EDF-EA6E4C035CAF}"/>
            </a:ext>
          </a:extLst>
        </p:cNvPr>
        <p:cNvGrpSpPr/>
        <p:nvPr/>
      </p:nvGrpSpPr>
      <p:grpSpPr>
        <a:xfrm>
          <a:off x="0" y="0"/>
          <a:ext cx="0" cy="0"/>
          <a:chOff x="0" y="0"/>
          <a:chExt cx="0" cy="0"/>
        </a:xfrm>
      </p:grpSpPr>
      <p:sp>
        <p:nvSpPr>
          <p:cNvPr id="741" name="Google Shape;741;g1161526d799_0_1356:notes">
            <a:extLst>
              <a:ext uri="{FF2B5EF4-FFF2-40B4-BE49-F238E27FC236}">
                <a16:creationId xmlns:a16="http://schemas.microsoft.com/office/drawing/2014/main" id="{6514F393-C4DF-5B27-E8BD-657DD654C4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 name="Google Shape;742;g1161526d799_0_1356:notes">
            <a:extLst>
              <a:ext uri="{FF2B5EF4-FFF2-40B4-BE49-F238E27FC236}">
                <a16:creationId xmlns:a16="http://schemas.microsoft.com/office/drawing/2014/main" id="{17D1FA45-3D5D-E766-D0A8-B567EDAE7E3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886495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a:extLst>
            <a:ext uri="{FF2B5EF4-FFF2-40B4-BE49-F238E27FC236}">
              <a16:creationId xmlns:a16="http://schemas.microsoft.com/office/drawing/2014/main" id="{D9E6CAFC-3275-1A05-A322-79CD15735B64}"/>
            </a:ext>
          </a:extLst>
        </p:cNvPr>
        <p:cNvGrpSpPr/>
        <p:nvPr/>
      </p:nvGrpSpPr>
      <p:grpSpPr>
        <a:xfrm>
          <a:off x="0" y="0"/>
          <a:ext cx="0" cy="0"/>
          <a:chOff x="0" y="0"/>
          <a:chExt cx="0" cy="0"/>
        </a:xfrm>
      </p:grpSpPr>
      <p:sp>
        <p:nvSpPr>
          <p:cNvPr id="741" name="Google Shape;741;g1161526d799_0_1356:notes">
            <a:extLst>
              <a:ext uri="{FF2B5EF4-FFF2-40B4-BE49-F238E27FC236}">
                <a16:creationId xmlns:a16="http://schemas.microsoft.com/office/drawing/2014/main" id="{6A2383B2-1824-E489-944B-AB1E765269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 name="Google Shape;742;g1161526d799_0_1356:notes">
            <a:extLst>
              <a:ext uri="{FF2B5EF4-FFF2-40B4-BE49-F238E27FC236}">
                <a16:creationId xmlns:a16="http://schemas.microsoft.com/office/drawing/2014/main" id="{E74FFD30-5E67-2C9B-28D8-D424A62ADB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536015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a:extLst>
            <a:ext uri="{FF2B5EF4-FFF2-40B4-BE49-F238E27FC236}">
              <a16:creationId xmlns:a16="http://schemas.microsoft.com/office/drawing/2014/main" id="{AFF6BC4E-C49F-00D9-4E8C-F13882B5D4DE}"/>
            </a:ext>
          </a:extLst>
        </p:cNvPr>
        <p:cNvGrpSpPr/>
        <p:nvPr/>
      </p:nvGrpSpPr>
      <p:grpSpPr>
        <a:xfrm>
          <a:off x="0" y="0"/>
          <a:ext cx="0" cy="0"/>
          <a:chOff x="0" y="0"/>
          <a:chExt cx="0" cy="0"/>
        </a:xfrm>
      </p:grpSpPr>
      <p:sp>
        <p:nvSpPr>
          <p:cNvPr id="741" name="Google Shape;741;g1161526d799_0_1356:notes">
            <a:extLst>
              <a:ext uri="{FF2B5EF4-FFF2-40B4-BE49-F238E27FC236}">
                <a16:creationId xmlns:a16="http://schemas.microsoft.com/office/drawing/2014/main" id="{2777F6B3-C0A3-DFB5-7F34-0D35321D96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 name="Google Shape;742;g1161526d799_0_1356:notes">
            <a:extLst>
              <a:ext uri="{FF2B5EF4-FFF2-40B4-BE49-F238E27FC236}">
                <a16:creationId xmlns:a16="http://schemas.microsoft.com/office/drawing/2014/main" id="{6C25830E-EDD9-0AEF-78BE-071CF50913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62693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a:extLst>
            <a:ext uri="{FF2B5EF4-FFF2-40B4-BE49-F238E27FC236}">
              <a16:creationId xmlns:a16="http://schemas.microsoft.com/office/drawing/2014/main" id="{AEF29CF3-98D6-6C25-AF94-933CA2B7872A}"/>
            </a:ext>
          </a:extLst>
        </p:cNvPr>
        <p:cNvGrpSpPr/>
        <p:nvPr/>
      </p:nvGrpSpPr>
      <p:grpSpPr>
        <a:xfrm>
          <a:off x="0" y="0"/>
          <a:ext cx="0" cy="0"/>
          <a:chOff x="0" y="0"/>
          <a:chExt cx="0" cy="0"/>
        </a:xfrm>
      </p:grpSpPr>
      <p:sp>
        <p:nvSpPr>
          <p:cNvPr id="741" name="Google Shape;741;g1161526d799_0_1356:notes">
            <a:extLst>
              <a:ext uri="{FF2B5EF4-FFF2-40B4-BE49-F238E27FC236}">
                <a16:creationId xmlns:a16="http://schemas.microsoft.com/office/drawing/2014/main" id="{5328A527-6614-951F-1DF8-1EA7CBD53C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 name="Google Shape;742;g1161526d799_0_1356:notes">
            <a:extLst>
              <a:ext uri="{FF2B5EF4-FFF2-40B4-BE49-F238E27FC236}">
                <a16:creationId xmlns:a16="http://schemas.microsoft.com/office/drawing/2014/main" id="{943D3CB2-2AE7-65CD-F91E-FBB136DADF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765360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a:extLst>
            <a:ext uri="{FF2B5EF4-FFF2-40B4-BE49-F238E27FC236}">
              <a16:creationId xmlns:a16="http://schemas.microsoft.com/office/drawing/2014/main" id="{7E40BAB1-D3D4-A23B-2A0B-DA9B23D17875}"/>
            </a:ext>
          </a:extLst>
        </p:cNvPr>
        <p:cNvGrpSpPr/>
        <p:nvPr/>
      </p:nvGrpSpPr>
      <p:grpSpPr>
        <a:xfrm>
          <a:off x="0" y="0"/>
          <a:ext cx="0" cy="0"/>
          <a:chOff x="0" y="0"/>
          <a:chExt cx="0" cy="0"/>
        </a:xfrm>
      </p:grpSpPr>
      <p:sp>
        <p:nvSpPr>
          <p:cNvPr id="741" name="Google Shape;741;g1161526d799_0_1356:notes">
            <a:extLst>
              <a:ext uri="{FF2B5EF4-FFF2-40B4-BE49-F238E27FC236}">
                <a16:creationId xmlns:a16="http://schemas.microsoft.com/office/drawing/2014/main" id="{530D9982-8B1D-8720-B7B8-3DD22BD9D42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 name="Google Shape;742;g1161526d799_0_1356:notes">
            <a:extLst>
              <a:ext uri="{FF2B5EF4-FFF2-40B4-BE49-F238E27FC236}">
                <a16:creationId xmlns:a16="http://schemas.microsoft.com/office/drawing/2014/main" id="{09CE9970-F9E3-4D04-91D2-B0C93608F6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https://www.opensourceforu.com/2022/06/an-introduction-to-teradata/</a:t>
            </a:r>
          </a:p>
          <a:p>
            <a:pPr marL="0" lvl="0" indent="0" algn="l" rtl="0">
              <a:spcBef>
                <a:spcPts val="0"/>
              </a:spcBef>
              <a:spcAft>
                <a:spcPts val="0"/>
              </a:spcAft>
              <a:buNone/>
            </a:pPr>
            <a:endParaRPr lang="fr-FR" dirty="0"/>
          </a:p>
          <a:p>
            <a:pPr marL="0" lvl="0" indent="0" algn="l" rtl="0">
              <a:spcBef>
                <a:spcPts val="0"/>
              </a:spcBef>
              <a:spcAft>
                <a:spcPts val="0"/>
              </a:spcAft>
              <a:buNone/>
            </a:pPr>
            <a:r>
              <a:rPr lang="fr-FR" sz="1100" b="0" i="0" u="none" strike="noStrike" cap="none" dirty="0">
                <a:solidFill>
                  <a:srgbClr val="000000"/>
                </a:solidFill>
                <a:effectLst/>
                <a:latin typeface="Arial"/>
                <a:ea typeface="Arial"/>
                <a:cs typeface="Arial"/>
                <a:sym typeface="Arial"/>
              </a:rPr>
              <a:t>Teradata fait office de système de stockage de données unique recevant un grand nombre de requêtes simultanées provenant de diverses applications clientes. Il est défini comme un référentiel d'informations, pris en charge par des outils et des utilitaires qui en font, au sein de Teradata Warehouse, un SGBDR complet et opérationnel.</a:t>
            </a:r>
            <a:endParaRPr dirty="0"/>
          </a:p>
        </p:txBody>
      </p:sp>
    </p:spTree>
    <p:extLst>
      <p:ext uri="{BB962C8B-B14F-4D97-AF65-F5344CB8AC3E}">
        <p14:creationId xmlns:p14="http://schemas.microsoft.com/office/powerpoint/2010/main" val="2220932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a:extLst>
            <a:ext uri="{FF2B5EF4-FFF2-40B4-BE49-F238E27FC236}">
              <a16:creationId xmlns:a16="http://schemas.microsoft.com/office/drawing/2014/main" id="{AE6223DE-FD1A-D523-FFAD-E20AEFB3AF30}"/>
            </a:ext>
          </a:extLst>
        </p:cNvPr>
        <p:cNvGrpSpPr/>
        <p:nvPr/>
      </p:nvGrpSpPr>
      <p:grpSpPr>
        <a:xfrm>
          <a:off x="0" y="0"/>
          <a:ext cx="0" cy="0"/>
          <a:chOff x="0" y="0"/>
          <a:chExt cx="0" cy="0"/>
        </a:xfrm>
      </p:grpSpPr>
      <p:sp>
        <p:nvSpPr>
          <p:cNvPr id="741" name="Google Shape;741;g1161526d799_0_1356:notes">
            <a:extLst>
              <a:ext uri="{FF2B5EF4-FFF2-40B4-BE49-F238E27FC236}">
                <a16:creationId xmlns:a16="http://schemas.microsoft.com/office/drawing/2014/main" id="{C832718A-C959-921A-2458-046092C3A3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 name="Google Shape;742;g1161526d799_0_1356:notes">
            <a:extLst>
              <a:ext uri="{FF2B5EF4-FFF2-40B4-BE49-F238E27FC236}">
                <a16:creationId xmlns:a16="http://schemas.microsoft.com/office/drawing/2014/main" id="{2A38F05C-1A89-285A-A48F-8EEC5AC383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Espace permanent: </a:t>
            </a:r>
            <a:r>
              <a:rPr lang="fr-FR" sz="1100" b="0" i="0" u="none" strike="noStrike" cap="none" dirty="0">
                <a:solidFill>
                  <a:srgbClr val="000000"/>
                </a:solidFill>
                <a:effectLst/>
                <a:latin typeface="Arial"/>
                <a:ea typeface="Arial"/>
                <a:cs typeface="Arial"/>
                <a:sym typeface="Arial"/>
              </a:rPr>
              <a:t>il s’agit de l’espace maximal alloué à l’utilisateur/à la base de données pour stocker les lignes de données. Cet espace est utilisé pour la création des objets de base de données (tels que les tables permanentes, les index, etc.) et pour stocker leurs données. L’espace permanent total est réparti entre le nombre total d’AMP. Lorsque la limite par AMP dépasse l’espace qui lui est alloué, une erreur « Espace insuffisant dans la base de données » est générée. Les tables permanentes, les journaux, les tables de secours et les sous-tables d’index secondaires utilisent l’espace permanent. Toutes les bases de données ont une limite supérieure prédéfinie d’espace permanent. Teradata n’alloue pas physiquement d’espace permanent aux bases de données et aux utilisateurs lors de leur définition pendant la création des objets.</a:t>
            </a:r>
          </a:p>
          <a:p>
            <a:pPr marL="0" lvl="0" indent="0" algn="l" rtl="0">
              <a:spcBef>
                <a:spcPts val="0"/>
              </a:spcBef>
              <a:spcAft>
                <a:spcPts val="0"/>
              </a:spcAft>
              <a:buNone/>
            </a:pPr>
            <a:endParaRPr lang="fr-FR" sz="1100" b="0" i="0" u="none" strike="noStrike" cap="none" dirty="0">
              <a:solidFill>
                <a:srgbClr val="000000"/>
              </a:solidFill>
              <a:effectLst/>
              <a:latin typeface="Arial"/>
              <a:cs typeface="Arial"/>
              <a:sym typeface="Arial"/>
            </a:endParaRPr>
          </a:p>
          <a:p>
            <a:pPr marL="0" lvl="0" indent="0" algn="l" rtl="0">
              <a:spcBef>
                <a:spcPts val="0"/>
              </a:spcBef>
              <a:spcAft>
                <a:spcPts val="0"/>
              </a:spcAft>
              <a:buNone/>
            </a:pPr>
            <a:r>
              <a:rPr lang="fr-FR" sz="1100" b="1" i="1" u="none" strike="noStrike" cap="none" dirty="0">
                <a:solidFill>
                  <a:srgbClr val="000000"/>
                </a:solidFill>
                <a:effectLst/>
                <a:latin typeface="Arial"/>
                <a:ea typeface="Arial"/>
                <a:cs typeface="Arial"/>
                <a:sym typeface="Arial"/>
              </a:rPr>
              <a:t>Espace de stockage temporaire :</a:t>
            </a:r>
            <a:r>
              <a:rPr lang="fr-FR" sz="1100" b="0" i="0" u="none" strike="noStrike" cap="none" dirty="0">
                <a:solidFill>
                  <a:srgbClr val="000000"/>
                </a:solidFill>
                <a:effectLst/>
                <a:latin typeface="Arial"/>
                <a:ea typeface="Arial"/>
                <a:cs typeface="Arial"/>
                <a:sym typeface="Arial"/>
              </a:rPr>
              <a:t> il s'agit de l'espace permanent inutilisé par le système pour conserver les résultats intermédiaires des requêtes SQL. Une fois la requête terminée, cet espace est libéré. ​​Les tables volatiles utilisent cet espace. Les utilisateurs ne disposant pas d'espace de stockage temporaire ne peuvent exécuter aucune requête. Les données sont actives uniquement pendant la durée de la session en cours et sont réparties entre les différents AMP (Unités de Mémoire Améliorée). Lorsque la limite par AMP dépasse l'espace alloué, l'utilisateur reçoit une erreur d'espace de stockage temporaire.</a:t>
            </a:r>
          </a:p>
          <a:p>
            <a:pPr marL="0" lvl="0" indent="0" algn="l" rtl="0">
              <a:spcBef>
                <a:spcPts val="0"/>
              </a:spcBef>
              <a:spcAft>
                <a:spcPts val="0"/>
              </a:spcAft>
              <a:buNone/>
            </a:pPr>
            <a:endParaRPr lang="fr-FR" sz="1100" b="0" i="0" u="none" strike="noStrike" cap="none" dirty="0">
              <a:solidFill>
                <a:srgbClr val="000000"/>
              </a:solidFill>
              <a:effectLst/>
              <a:latin typeface="Arial"/>
              <a:cs typeface="Arial"/>
              <a:sym typeface="Arial"/>
            </a:endParaRPr>
          </a:p>
          <a:p>
            <a:pPr marL="0" lvl="0" indent="0" algn="l" rtl="0">
              <a:spcBef>
                <a:spcPts val="0"/>
              </a:spcBef>
              <a:spcAft>
                <a:spcPts val="0"/>
              </a:spcAft>
              <a:buNone/>
            </a:pPr>
            <a:r>
              <a:rPr lang="fr-FR" sz="1100" b="1" i="1" u="none" strike="noStrike" cap="none" dirty="0">
                <a:solidFill>
                  <a:srgbClr val="000000"/>
                </a:solidFill>
                <a:effectLst/>
                <a:latin typeface="Arial"/>
                <a:ea typeface="Arial"/>
                <a:cs typeface="Arial"/>
                <a:sym typeface="Arial"/>
              </a:rPr>
              <a:t>Espace temporaire :</a:t>
            </a:r>
            <a:r>
              <a:rPr lang="fr-FR" sz="1100" b="0" i="0" u="none" strike="noStrike" cap="none" dirty="0">
                <a:solidFill>
                  <a:srgbClr val="000000"/>
                </a:solidFill>
                <a:effectLst/>
                <a:latin typeface="Arial"/>
                <a:ea typeface="Arial"/>
                <a:cs typeface="Arial"/>
                <a:sym typeface="Arial"/>
              </a:rPr>
              <a:t> il s’agit de l’espace permanent inutilisé par les tables temporaires globales (GTT). Sa taille est divisée par le nombre d’AMP. Les données sont actives uniquement pendant la session en cours. Cet espace est réservé avant l’espace de spool pour toute opération définie par l’utilisateur. L’espace temporaire est alloué au niveau de la base de données ou de l’utilisateur, mais pas au niveau de la table. Il correspond à l’espace utilisé par les GTT et les résultats restent disponibles pour l’utilisateur jusqu’à la fin de la session.</a:t>
            </a:r>
            <a:endParaRPr dirty="0"/>
          </a:p>
        </p:txBody>
      </p:sp>
    </p:spTree>
    <p:extLst>
      <p:ext uri="{BB962C8B-B14F-4D97-AF65-F5344CB8AC3E}">
        <p14:creationId xmlns:p14="http://schemas.microsoft.com/office/powerpoint/2010/main" val="1997099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2">
          <a:extLst>
            <a:ext uri="{FF2B5EF4-FFF2-40B4-BE49-F238E27FC236}">
              <a16:creationId xmlns:a16="http://schemas.microsoft.com/office/drawing/2014/main" id="{8C4E4F87-FA19-8EF7-F1F3-06EA08D4023E}"/>
            </a:ext>
          </a:extLst>
        </p:cNvPr>
        <p:cNvGrpSpPr/>
        <p:nvPr/>
      </p:nvGrpSpPr>
      <p:grpSpPr>
        <a:xfrm>
          <a:off x="0" y="0"/>
          <a:ext cx="0" cy="0"/>
          <a:chOff x="0" y="0"/>
          <a:chExt cx="0" cy="0"/>
        </a:xfrm>
      </p:grpSpPr>
      <p:sp>
        <p:nvSpPr>
          <p:cNvPr id="993" name="Google Shape;993;g117030f7ab2_0_45:notes">
            <a:extLst>
              <a:ext uri="{FF2B5EF4-FFF2-40B4-BE49-F238E27FC236}">
                <a16:creationId xmlns:a16="http://schemas.microsoft.com/office/drawing/2014/main" id="{39212C82-8518-9106-758E-194148D1B28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4" name="Google Shape;994;g117030f7ab2_0_45:notes">
            <a:extLst>
              <a:ext uri="{FF2B5EF4-FFF2-40B4-BE49-F238E27FC236}">
                <a16:creationId xmlns:a16="http://schemas.microsoft.com/office/drawing/2014/main" id="{438B2567-3D02-38FA-2AD9-8283E813FC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79292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a:extLst>
            <a:ext uri="{FF2B5EF4-FFF2-40B4-BE49-F238E27FC236}">
              <a16:creationId xmlns:a16="http://schemas.microsoft.com/office/drawing/2014/main" id="{47361559-A9E4-7D34-B58B-01F219B5091C}"/>
            </a:ext>
          </a:extLst>
        </p:cNvPr>
        <p:cNvGrpSpPr/>
        <p:nvPr/>
      </p:nvGrpSpPr>
      <p:grpSpPr>
        <a:xfrm>
          <a:off x="0" y="0"/>
          <a:ext cx="0" cy="0"/>
          <a:chOff x="0" y="0"/>
          <a:chExt cx="0" cy="0"/>
        </a:xfrm>
      </p:grpSpPr>
      <p:sp>
        <p:nvSpPr>
          <p:cNvPr id="741" name="Google Shape;741;g1161526d799_0_1356:notes">
            <a:extLst>
              <a:ext uri="{FF2B5EF4-FFF2-40B4-BE49-F238E27FC236}">
                <a16:creationId xmlns:a16="http://schemas.microsoft.com/office/drawing/2014/main" id="{16177652-721E-80E5-B139-85AFEFE99D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 name="Google Shape;742;g1161526d799_0_1356:notes">
            <a:extLst>
              <a:ext uri="{FF2B5EF4-FFF2-40B4-BE49-F238E27FC236}">
                <a16:creationId xmlns:a16="http://schemas.microsoft.com/office/drawing/2014/main" id="{D32B3CAA-4B42-393B-9932-632B2FD5FCB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36593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a:extLst>
            <a:ext uri="{FF2B5EF4-FFF2-40B4-BE49-F238E27FC236}">
              <a16:creationId xmlns:a16="http://schemas.microsoft.com/office/drawing/2014/main" id="{F4A8160A-D366-6864-CD48-9EBD17124927}"/>
            </a:ext>
          </a:extLst>
        </p:cNvPr>
        <p:cNvGrpSpPr/>
        <p:nvPr/>
      </p:nvGrpSpPr>
      <p:grpSpPr>
        <a:xfrm>
          <a:off x="0" y="0"/>
          <a:ext cx="0" cy="0"/>
          <a:chOff x="0" y="0"/>
          <a:chExt cx="0" cy="0"/>
        </a:xfrm>
      </p:grpSpPr>
      <p:sp>
        <p:nvSpPr>
          <p:cNvPr id="741" name="Google Shape;741;g1161526d799_0_1356:notes">
            <a:extLst>
              <a:ext uri="{FF2B5EF4-FFF2-40B4-BE49-F238E27FC236}">
                <a16:creationId xmlns:a16="http://schemas.microsoft.com/office/drawing/2014/main" id="{47718D96-4150-EBDB-25DC-2697D45BB0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 name="Google Shape;742;g1161526d799_0_1356:notes">
            <a:extLst>
              <a:ext uri="{FF2B5EF4-FFF2-40B4-BE49-F238E27FC236}">
                <a16:creationId xmlns:a16="http://schemas.microsoft.com/office/drawing/2014/main" id="{CC5BB50A-AA59-3AB5-B9BE-3C1A108DBC4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021686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a:extLst>
            <a:ext uri="{FF2B5EF4-FFF2-40B4-BE49-F238E27FC236}">
              <a16:creationId xmlns:a16="http://schemas.microsoft.com/office/drawing/2014/main" id="{D1F78500-6CD8-417B-807E-E0B48765A8E5}"/>
            </a:ext>
          </a:extLst>
        </p:cNvPr>
        <p:cNvGrpSpPr/>
        <p:nvPr/>
      </p:nvGrpSpPr>
      <p:grpSpPr>
        <a:xfrm>
          <a:off x="0" y="0"/>
          <a:ext cx="0" cy="0"/>
          <a:chOff x="0" y="0"/>
          <a:chExt cx="0" cy="0"/>
        </a:xfrm>
      </p:grpSpPr>
      <p:sp>
        <p:nvSpPr>
          <p:cNvPr id="741" name="Google Shape;741;g1161526d799_0_1356:notes">
            <a:extLst>
              <a:ext uri="{FF2B5EF4-FFF2-40B4-BE49-F238E27FC236}">
                <a16:creationId xmlns:a16="http://schemas.microsoft.com/office/drawing/2014/main" id="{13DC2C82-CC2F-C26C-68FA-FDCD607A64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 name="Google Shape;742;g1161526d799_0_1356:notes">
            <a:extLst>
              <a:ext uri="{FF2B5EF4-FFF2-40B4-BE49-F238E27FC236}">
                <a16:creationId xmlns:a16="http://schemas.microsoft.com/office/drawing/2014/main" id="{365DC717-F095-67AB-4C01-8D60DA37459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9651053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2">
          <a:extLst>
            <a:ext uri="{FF2B5EF4-FFF2-40B4-BE49-F238E27FC236}">
              <a16:creationId xmlns:a16="http://schemas.microsoft.com/office/drawing/2014/main" id="{0244C9E7-85C8-28D2-A032-AE01B502C410}"/>
            </a:ext>
          </a:extLst>
        </p:cNvPr>
        <p:cNvGrpSpPr/>
        <p:nvPr/>
      </p:nvGrpSpPr>
      <p:grpSpPr>
        <a:xfrm>
          <a:off x="0" y="0"/>
          <a:ext cx="0" cy="0"/>
          <a:chOff x="0" y="0"/>
          <a:chExt cx="0" cy="0"/>
        </a:xfrm>
      </p:grpSpPr>
      <p:sp>
        <p:nvSpPr>
          <p:cNvPr id="993" name="Google Shape;993;g117030f7ab2_0_45:notes">
            <a:extLst>
              <a:ext uri="{FF2B5EF4-FFF2-40B4-BE49-F238E27FC236}">
                <a16:creationId xmlns:a16="http://schemas.microsoft.com/office/drawing/2014/main" id="{25BACF60-E95C-2F33-A245-25EDAA1514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4" name="Google Shape;994;g117030f7ab2_0_45:notes">
            <a:extLst>
              <a:ext uri="{FF2B5EF4-FFF2-40B4-BE49-F238E27FC236}">
                <a16:creationId xmlns:a16="http://schemas.microsoft.com/office/drawing/2014/main" id="{24735360-AD3C-865B-C306-F2FEB5AE0D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31348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a:extLst>
            <a:ext uri="{FF2B5EF4-FFF2-40B4-BE49-F238E27FC236}">
              <a16:creationId xmlns:a16="http://schemas.microsoft.com/office/drawing/2014/main" id="{79B23247-E19C-BB91-32CD-88AA2862F175}"/>
            </a:ext>
          </a:extLst>
        </p:cNvPr>
        <p:cNvGrpSpPr/>
        <p:nvPr/>
      </p:nvGrpSpPr>
      <p:grpSpPr>
        <a:xfrm>
          <a:off x="0" y="0"/>
          <a:ext cx="0" cy="0"/>
          <a:chOff x="0" y="0"/>
          <a:chExt cx="0" cy="0"/>
        </a:xfrm>
      </p:grpSpPr>
      <p:sp>
        <p:nvSpPr>
          <p:cNvPr id="741" name="Google Shape;741;g1161526d799_0_1356:notes">
            <a:extLst>
              <a:ext uri="{FF2B5EF4-FFF2-40B4-BE49-F238E27FC236}">
                <a16:creationId xmlns:a16="http://schemas.microsoft.com/office/drawing/2014/main" id="{B4700CAF-4828-DA70-CE15-75AAEBD825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 name="Google Shape;742;g1161526d799_0_1356:notes">
            <a:extLst>
              <a:ext uri="{FF2B5EF4-FFF2-40B4-BE49-F238E27FC236}">
                <a16:creationId xmlns:a16="http://schemas.microsoft.com/office/drawing/2014/main" id="{2D93CEE0-2048-5642-B94E-07019856E4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956580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a:extLst>
            <a:ext uri="{FF2B5EF4-FFF2-40B4-BE49-F238E27FC236}">
              <a16:creationId xmlns:a16="http://schemas.microsoft.com/office/drawing/2014/main" id="{5C01E62C-3313-9922-FC1A-671C3DEE917B}"/>
            </a:ext>
          </a:extLst>
        </p:cNvPr>
        <p:cNvGrpSpPr/>
        <p:nvPr/>
      </p:nvGrpSpPr>
      <p:grpSpPr>
        <a:xfrm>
          <a:off x="0" y="0"/>
          <a:ext cx="0" cy="0"/>
          <a:chOff x="0" y="0"/>
          <a:chExt cx="0" cy="0"/>
        </a:xfrm>
      </p:grpSpPr>
      <p:sp>
        <p:nvSpPr>
          <p:cNvPr id="741" name="Google Shape;741;g1161526d799_0_1356:notes">
            <a:extLst>
              <a:ext uri="{FF2B5EF4-FFF2-40B4-BE49-F238E27FC236}">
                <a16:creationId xmlns:a16="http://schemas.microsoft.com/office/drawing/2014/main" id="{7D8D1CC5-AA0F-3E50-6CF4-F52F986323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 name="Google Shape;742;g1161526d799_0_1356:notes">
            <a:extLst>
              <a:ext uri="{FF2B5EF4-FFF2-40B4-BE49-F238E27FC236}">
                <a16:creationId xmlns:a16="http://schemas.microsoft.com/office/drawing/2014/main" id="{085AFCE6-2E85-9AC0-156B-2B6ED434971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417001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a:extLst>
            <a:ext uri="{FF2B5EF4-FFF2-40B4-BE49-F238E27FC236}">
              <a16:creationId xmlns:a16="http://schemas.microsoft.com/office/drawing/2014/main" id="{D4923598-BBD2-E6C1-3C23-6F98FE3BB9D2}"/>
            </a:ext>
          </a:extLst>
        </p:cNvPr>
        <p:cNvGrpSpPr/>
        <p:nvPr/>
      </p:nvGrpSpPr>
      <p:grpSpPr>
        <a:xfrm>
          <a:off x="0" y="0"/>
          <a:ext cx="0" cy="0"/>
          <a:chOff x="0" y="0"/>
          <a:chExt cx="0" cy="0"/>
        </a:xfrm>
      </p:grpSpPr>
      <p:sp>
        <p:nvSpPr>
          <p:cNvPr id="741" name="Google Shape;741;g1161526d799_0_1356:notes">
            <a:extLst>
              <a:ext uri="{FF2B5EF4-FFF2-40B4-BE49-F238E27FC236}">
                <a16:creationId xmlns:a16="http://schemas.microsoft.com/office/drawing/2014/main" id="{8F579AE4-5834-8B47-6248-7F2C8DF603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 name="Google Shape;742;g1161526d799_0_1356:notes">
            <a:extLst>
              <a:ext uri="{FF2B5EF4-FFF2-40B4-BE49-F238E27FC236}">
                <a16:creationId xmlns:a16="http://schemas.microsoft.com/office/drawing/2014/main" id="{EB4D58BE-7CAA-CCB0-1E78-0D46C308C95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690314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a:extLst>
            <a:ext uri="{FF2B5EF4-FFF2-40B4-BE49-F238E27FC236}">
              <a16:creationId xmlns:a16="http://schemas.microsoft.com/office/drawing/2014/main" id="{40BD95B8-F303-1738-71FD-1E074FAFD415}"/>
            </a:ext>
          </a:extLst>
        </p:cNvPr>
        <p:cNvGrpSpPr/>
        <p:nvPr/>
      </p:nvGrpSpPr>
      <p:grpSpPr>
        <a:xfrm>
          <a:off x="0" y="0"/>
          <a:ext cx="0" cy="0"/>
          <a:chOff x="0" y="0"/>
          <a:chExt cx="0" cy="0"/>
        </a:xfrm>
      </p:grpSpPr>
      <p:sp>
        <p:nvSpPr>
          <p:cNvPr id="791" name="Google Shape;791;g1161526d799_0_1444:notes">
            <a:extLst>
              <a:ext uri="{FF2B5EF4-FFF2-40B4-BE49-F238E27FC236}">
                <a16:creationId xmlns:a16="http://schemas.microsoft.com/office/drawing/2014/main" id="{111CE170-9798-E8F2-FCBB-19CC40CEF07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1161526d799_0_1444:notes">
            <a:extLst>
              <a:ext uri="{FF2B5EF4-FFF2-40B4-BE49-F238E27FC236}">
                <a16:creationId xmlns:a16="http://schemas.microsoft.com/office/drawing/2014/main" id="{32062126-A290-D649-1048-65BABC5F25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4637533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a:extLst>
            <a:ext uri="{FF2B5EF4-FFF2-40B4-BE49-F238E27FC236}">
              <a16:creationId xmlns:a16="http://schemas.microsoft.com/office/drawing/2014/main" id="{A19653BF-7E09-04B2-3F2A-79D7864D214A}"/>
            </a:ext>
          </a:extLst>
        </p:cNvPr>
        <p:cNvGrpSpPr/>
        <p:nvPr/>
      </p:nvGrpSpPr>
      <p:grpSpPr>
        <a:xfrm>
          <a:off x="0" y="0"/>
          <a:ext cx="0" cy="0"/>
          <a:chOff x="0" y="0"/>
          <a:chExt cx="0" cy="0"/>
        </a:xfrm>
      </p:grpSpPr>
      <p:sp>
        <p:nvSpPr>
          <p:cNvPr id="791" name="Google Shape;791;g1161526d799_0_1444:notes">
            <a:extLst>
              <a:ext uri="{FF2B5EF4-FFF2-40B4-BE49-F238E27FC236}">
                <a16:creationId xmlns:a16="http://schemas.microsoft.com/office/drawing/2014/main" id="{96FFB29B-530B-E504-B961-53F4DCF601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1161526d799_0_1444:notes">
            <a:extLst>
              <a:ext uri="{FF2B5EF4-FFF2-40B4-BE49-F238E27FC236}">
                <a16:creationId xmlns:a16="http://schemas.microsoft.com/office/drawing/2014/main" id="{CB549468-51A5-1CBC-0D73-13662FCEC4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794995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a:extLst>
            <a:ext uri="{FF2B5EF4-FFF2-40B4-BE49-F238E27FC236}">
              <a16:creationId xmlns:a16="http://schemas.microsoft.com/office/drawing/2014/main" id="{1205680D-1F25-D1B9-6288-D0B08632556F}"/>
            </a:ext>
          </a:extLst>
        </p:cNvPr>
        <p:cNvGrpSpPr/>
        <p:nvPr/>
      </p:nvGrpSpPr>
      <p:grpSpPr>
        <a:xfrm>
          <a:off x="0" y="0"/>
          <a:ext cx="0" cy="0"/>
          <a:chOff x="0" y="0"/>
          <a:chExt cx="0" cy="0"/>
        </a:xfrm>
      </p:grpSpPr>
      <p:sp>
        <p:nvSpPr>
          <p:cNvPr id="791" name="Google Shape;791;g1161526d799_0_1444:notes">
            <a:extLst>
              <a:ext uri="{FF2B5EF4-FFF2-40B4-BE49-F238E27FC236}">
                <a16:creationId xmlns:a16="http://schemas.microsoft.com/office/drawing/2014/main" id="{49FC99BF-E230-BA0D-A570-D1085B60D3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1161526d799_0_1444:notes">
            <a:extLst>
              <a:ext uri="{FF2B5EF4-FFF2-40B4-BE49-F238E27FC236}">
                <a16:creationId xmlns:a16="http://schemas.microsoft.com/office/drawing/2014/main" id="{206692F9-5F55-9376-6C1B-7AA0D23300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9148706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a:extLst>
            <a:ext uri="{FF2B5EF4-FFF2-40B4-BE49-F238E27FC236}">
              <a16:creationId xmlns:a16="http://schemas.microsoft.com/office/drawing/2014/main" id="{6F5A2B69-F727-04FA-5CC8-5FD7D89CA8D0}"/>
            </a:ext>
          </a:extLst>
        </p:cNvPr>
        <p:cNvGrpSpPr/>
        <p:nvPr/>
      </p:nvGrpSpPr>
      <p:grpSpPr>
        <a:xfrm>
          <a:off x="0" y="0"/>
          <a:ext cx="0" cy="0"/>
          <a:chOff x="0" y="0"/>
          <a:chExt cx="0" cy="0"/>
        </a:xfrm>
      </p:grpSpPr>
      <p:sp>
        <p:nvSpPr>
          <p:cNvPr id="791" name="Google Shape;791;g1161526d799_0_1444:notes">
            <a:extLst>
              <a:ext uri="{FF2B5EF4-FFF2-40B4-BE49-F238E27FC236}">
                <a16:creationId xmlns:a16="http://schemas.microsoft.com/office/drawing/2014/main" id="{863C1B71-D996-02D3-32E0-E410C5BFFB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1161526d799_0_1444:notes">
            <a:extLst>
              <a:ext uri="{FF2B5EF4-FFF2-40B4-BE49-F238E27FC236}">
                <a16:creationId xmlns:a16="http://schemas.microsoft.com/office/drawing/2014/main" id="{CECB681E-81C8-156C-54D8-5D49550527E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2313385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a:extLst>
            <a:ext uri="{FF2B5EF4-FFF2-40B4-BE49-F238E27FC236}">
              <a16:creationId xmlns:a16="http://schemas.microsoft.com/office/drawing/2014/main" id="{088BCC87-3EA2-94ED-6246-E35C43D7D35E}"/>
            </a:ext>
          </a:extLst>
        </p:cNvPr>
        <p:cNvGrpSpPr/>
        <p:nvPr/>
      </p:nvGrpSpPr>
      <p:grpSpPr>
        <a:xfrm>
          <a:off x="0" y="0"/>
          <a:ext cx="0" cy="0"/>
          <a:chOff x="0" y="0"/>
          <a:chExt cx="0" cy="0"/>
        </a:xfrm>
      </p:grpSpPr>
      <p:sp>
        <p:nvSpPr>
          <p:cNvPr id="791" name="Google Shape;791;g1161526d799_0_1444:notes">
            <a:extLst>
              <a:ext uri="{FF2B5EF4-FFF2-40B4-BE49-F238E27FC236}">
                <a16:creationId xmlns:a16="http://schemas.microsoft.com/office/drawing/2014/main" id="{718D84B0-8EC0-F70C-4D51-C1345D3167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1161526d799_0_1444:notes">
            <a:extLst>
              <a:ext uri="{FF2B5EF4-FFF2-40B4-BE49-F238E27FC236}">
                <a16:creationId xmlns:a16="http://schemas.microsoft.com/office/drawing/2014/main" id="{C077AE54-7FBF-215E-E677-9DBEA0D53F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7664857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a:extLst>
            <a:ext uri="{FF2B5EF4-FFF2-40B4-BE49-F238E27FC236}">
              <a16:creationId xmlns:a16="http://schemas.microsoft.com/office/drawing/2014/main" id="{3FB12FC7-6E62-6ED6-F80E-1A3BA32F45C5}"/>
            </a:ext>
          </a:extLst>
        </p:cNvPr>
        <p:cNvGrpSpPr/>
        <p:nvPr/>
      </p:nvGrpSpPr>
      <p:grpSpPr>
        <a:xfrm>
          <a:off x="0" y="0"/>
          <a:ext cx="0" cy="0"/>
          <a:chOff x="0" y="0"/>
          <a:chExt cx="0" cy="0"/>
        </a:xfrm>
      </p:grpSpPr>
      <p:sp>
        <p:nvSpPr>
          <p:cNvPr id="791" name="Google Shape;791;g1161526d799_0_1444:notes">
            <a:extLst>
              <a:ext uri="{FF2B5EF4-FFF2-40B4-BE49-F238E27FC236}">
                <a16:creationId xmlns:a16="http://schemas.microsoft.com/office/drawing/2014/main" id="{289941A5-271B-34FE-CFCD-CA45E2C010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1161526d799_0_1444:notes">
            <a:extLst>
              <a:ext uri="{FF2B5EF4-FFF2-40B4-BE49-F238E27FC236}">
                <a16:creationId xmlns:a16="http://schemas.microsoft.com/office/drawing/2014/main" id="{E418A553-FF67-638B-D502-03FB0026BAE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222384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a:extLst>
            <a:ext uri="{FF2B5EF4-FFF2-40B4-BE49-F238E27FC236}">
              <a16:creationId xmlns:a16="http://schemas.microsoft.com/office/drawing/2014/main" id="{444A605A-D8D2-2728-7BB8-96D2D0BC82C2}"/>
            </a:ext>
          </a:extLst>
        </p:cNvPr>
        <p:cNvGrpSpPr/>
        <p:nvPr/>
      </p:nvGrpSpPr>
      <p:grpSpPr>
        <a:xfrm>
          <a:off x="0" y="0"/>
          <a:ext cx="0" cy="0"/>
          <a:chOff x="0" y="0"/>
          <a:chExt cx="0" cy="0"/>
        </a:xfrm>
      </p:grpSpPr>
      <p:sp>
        <p:nvSpPr>
          <p:cNvPr id="791" name="Google Shape;791;g1161526d799_0_1444:notes">
            <a:extLst>
              <a:ext uri="{FF2B5EF4-FFF2-40B4-BE49-F238E27FC236}">
                <a16:creationId xmlns:a16="http://schemas.microsoft.com/office/drawing/2014/main" id="{F9CA43B1-6BB4-1F86-7DBD-1D2E47D7E83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1161526d799_0_1444:notes">
            <a:extLst>
              <a:ext uri="{FF2B5EF4-FFF2-40B4-BE49-F238E27FC236}">
                <a16:creationId xmlns:a16="http://schemas.microsoft.com/office/drawing/2014/main" id="{ABB474D2-EEB6-75E0-7301-66EFE55CA7C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9499179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a:extLst>
            <a:ext uri="{FF2B5EF4-FFF2-40B4-BE49-F238E27FC236}">
              <a16:creationId xmlns:a16="http://schemas.microsoft.com/office/drawing/2014/main" id="{6AEA349C-980A-D5EF-4E1A-2377F8333982}"/>
            </a:ext>
          </a:extLst>
        </p:cNvPr>
        <p:cNvGrpSpPr/>
        <p:nvPr/>
      </p:nvGrpSpPr>
      <p:grpSpPr>
        <a:xfrm>
          <a:off x="0" y="0"/>
          <a:ext cx="0" cy="0"/>
          <a:chOff x="0" y="0"/>
          <a:chExt cx="0" cy="0"/>
        </a:xfrm>
      </p:grpSpPr>
      <p:sp>
        <p:nvSpPr>
          <p:cNvPr id="791" name="Google Shape;791;g1161526d799_0_1444:notes">
            <a:extLst>
              <a:ext uri="{FF2B5EF4-FFF2-40B4-BE49-F238E27FC236}">
                <a16:creationId xmlns:a16="http://schemas.microsoft.com/office/drawing/2014/main" id="{090874E6-1EFC-956C-428D-95936DFF21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1161526d799_0_1444:notes">
            <a:extLst>
              <a:ext uri="{FF2B5EF4-FFF2-40B4-BE49-F238E27FC236}">
                <a16:creationId xmlns:a16="http://schemas.microsoft.com/office/drawing/2014/main" id="{7AB27EEE-C40D-910D-54B5-BDA0DBBBD1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8756813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a:extLst>
            <a:ext uri="{FF2B5EF4-FFF2-40B4-BE49-F238E27FC236}">
              <a16:creationId xmlns:a16="http://schemas.microsoft.com/office/drawing/2014/main" id="{5FB07ADA-2EF2-CF23-0AF4-99BA43E7C229}"/>
            </a:ext>
          </a:extLst>
        </p:cNvPr>
        <p:cNvGrpSpPr/>
        <p:nvPr/>
      </p:nvGrpSpPr>
      <p:grpSpPr>
        <a:xfrm>
          <a:off x="0" y="0"/>
          <a:ext cx="0" cy="0"/>
          <a:chOff x="0" y="0"/>
          <a:chExt cx="0" cy="0"/>
        </a:xfrm>
      </p:grpSpPr>
      <p:sp>
        <p:nvSpPr>
          <p:cNvPr id="741" name="Google Shape;741;g1161526d799_0_1356:notes">
            <a:extLst>
              <a:ext uri="{FF2B5EF4-FFF2-40B4-BE49-F238E27FC236}">
                <a16:creationId xmlns:a16="http://schemas.microsoft.com/office/drawing/2014/main" id="{4FEE83DA-DE2E-7EF6-CD63-84C202D9EF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 name="Google Shape;742;g1161526d799_0_1356:notes">
            <a:extLst>
              <a:ext uri="{FF2B5EF4-FFF2-40B4-BE49-F238E27FC236}">
                <a16:creationId xmlns:a16="http://schemas.microsoft.com/office/drawing/2014/main" id="{C62F8DC8-CEB5-B06D-C4B5-5B1BA21AFC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474982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0"/>
        <p:cNvGrpSpPr/>
        <p:nvPr/>
      </p:nvGrpSpPr>
      <p:grpSpPr>
        <a:xfrm>
          <a:off x="0" y="0"/>
          <a:ext cx="0" cy="0"/>
          <a:chOff x="0" y="0"/>
          <a:chExt cx="0" cy="0"/>
        </a:xfrm>
      </p:grpSpPr>
      <p:sp>
        <p:nvSpPr>
          <p:cNvPr id="971" name="Google Shape;971;g117030f7ab2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2" name="Google Shape;972;g117030f7ab2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69150" y="137187"/>
            <a:ext cx="9031450" cy="282372"/>
            <a:chOff x="69150" y="137187"/>
            <a:chExt cx="9031450" cy="282372"/>
          </a:xfrm>
        </p:grpSpPr>
        <p:cxnSp>
          <p:nvCxnSpPr>
            <p:cNvPr id="10" name="Google Shape;10;p2"/>
            <p:cNvCxnSpPr/>
            <p:nvPr/>
          </p:nvCxnSpPr>
          <p:spPr>
            <a:xfrm>
              <a:off x="78700" y="278373"/>
              <a:ext cx="9021900" cy="0"/>
            </a:xfrm>
            <a:prstGeom prst="straightConnector1">
              <a:avLst/>
            </a:prstGeom>
            <a:noFill/>
            <a:ln w="9525" cap="flat" cmpd="sng">
              <a:solidFill>
                <a:schemeClr val="dk1"/>
              </a:solidFill>
              <a:prstDash val="solid"/>
              <a:round/>
              <a:headEnd type="none" w="med" len="med"/>
              <a:tailEnd type="none" w="med" len="med"/>
            </a:ln>
          </p:spPr>
        </p:cxnSp>
        <p:cxnSp>
          <p:nvCxnSpPr>
            <p:cNvPr id="11" name="Google Shape;11;p2"/>
            <p:cNvCxnSpPr/>
            <p:nvPr/>
          </p:nvCxnSpPr>
          <p:spPr>
            <a:xfrm>
              <a:off x="69150" y="207780"/>
              <a:ext cx="9021900" cy="0"/>
            </a:xfrm>
            <a:prstGeom prst="straightConnector1">
              <a:avLst/>
            </a:prstGeom>
            <a:noFill/>
            <a:ln w="9525" cap="flat" cmpd="sng">
              <a:solidFill>
                <a:schemeClr val="dk1"/>
              </a:solidFill>
              <a:prstDash val="solid"/>
              <a:round/>
              <a:headEnd type="none" w="med" len="med"/>
              <a:tailEnd type="none" w="med" len="med"/>
            </a:ln>
          </p:spPr>
        </p:cxnSp>
        <p:cxnSp>
          <p:nvCxnSpPr>
            <p:cNvPr id="12" name="Google Shape;12;p2"/>
            <p:cNvCxnSpPr/>
            <p:nvPr/>
          </p:nvCxnSpPr>
          <p:spPr>
            <a:xfrm>
              <a:off x="73925" y="137187"/>
              <a:ext cx="9021900" cy="0"/>
            </a:xfrm>
            <a:prstGeom prst="straightConnector1">
              <a:avLst/>
            </a:prstGeom>
            <a:noFill/>
            <a:ln w="9525" cap="flat" cmpd="sng">
              <a:solidFill>
                <a:schemeClr val="dk1"/>
              </a:solidFill>
              <a:prstDash val="solid"/>
              <a:round/>
              <a:headEnd type="none" w="med" len="med"/>
              <a:tailEnd type="none" w="med" len="med"/>
            </a:ln>
          </p:spPr>
        </p:cxnSp>
        <p:cxnSp>
          <p:nvCxnSpPr>
            <p:cNvPr id="13" name="Google Shape;13;p2"/>
            <p:cNvCxnSpPr/>
            <p:nvPr/>
          </p:nvCxnSpPr>
          <p:spPr>
            <a:xfrm>
              <a:off x="78700" y="419559"/>
              <a:ext cx="9021900" cy="0"/>
            </a:xfrm>
            <a:prstGeom prst="straightConnector1">
              <a:avLst/>
            </a:prstGeom>
            <a:noFill/>
            <a:ln w="9525" cap="flat" cmpd="sng">
              <a:solidFill>
                <a:schemeClr val="dk1"/>
              </a:solidFill>
              <a:prstDash val="solid"/>
              <a:round/>
              <a:headEnd type="none" w="med" len="med"/>
              <a:tailEnd type="none" w="med" len="med"/>
            </a:ln>
          </p:spPr>
        </p:cxnSp>
        <p:cxnSp>
          <p:nvCxnSpPr>
            <p:cNvPr id="14" name="Google Shape;14;p2"/>
            <p:cNvCxnSpPr/>
            <p:nvPr/>
          </p:nvCxnSpPr>
          <p:spPr>
            <a:xfrm>
              <a:off x="78700" y="348966"/>
              <a:ext cx="9021900" cy="0"/>
            </a:xfrm>
            <a:prstGeom prst="straightConnector1">
              <a:avLst/>
            </a:prstGeom>
            <a:noFill/>
            <a:ln w="9525" cap="flat" cmpd="sng">
              <a:solidFill>
                <a:schemeClr val="dk1"/>
              </a:solidFill>
              <a:prstDash val="solid"/>
              <a:round/>
              <a:headEnd type="none" w="med" len="med"/>
              <a:tailEnd type="none" w="med" len="med"/>
            </a:ln>
          </p:spPr>
        </p:cxnSp>
      </p:grpSp>
      <p:sp>
        <p:nvSpPr>
          <p:cNvPr id="15" name="Google Shape;15;p2"/>
          <p:cNvSpPr/>
          <p:nvPr/>
        </p:nvSpPr>
        <p:spPr>
          <a:xfrm>
            <a:off x="70625" y="64225"/>
            <a:ext cx="9028500" cy="5028000"/>
          </a:xfrm>
          <a:prstGeom prst="roundRect">
            <a:avLst>
              <a:gd name="adj" fmla="val 2044"/>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 name="Google Shape;16;p2"/>
          <p:cNvGrpSpPr/>
          <p:nvPr/>
        </p:nvGrpSpPr>
        <p:grpSpPr>
          <a:xfrm>
            <a:off x="234375" y="117804"/>
            <a:ext cx="256800" cy="256800"/>
            <a:chOff x="234375" y="110636"/>
            <a:chExt cx="256800" cy="256800"/>
          </a:xfrm>
        </p:grpSpPr>
        <p:sp>
          <p:nvSpPr>
            <p:cNvPr id="17" name="Google Shape;17;p2"/>
            <p:cNvSpPr/>
            <p:nvPr/>
          </p:nvSpPr>
          <p:spPr>
            <a:xfrm>
              <a:off x="234375" y="110636"/>
              <a:ext cx="256800" cy="2568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234375" y="110636"/>
              <a:ext cx="256800" cy="256800"/>
            </a:xfrm>
            <a:prstGeom prst="mathMultiply">
              <a:avLst>
                <a:gd name="adj1" fmla="val 23520"/>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9" name="Google Shape;19;p2"/>
          <p:cNvCxnSpPr/>
          <p:nvPr/>
        </p:nvCxnSpPr>
        <p:spPr>
          <a:xfrm>
            <a:off x="73925" y="5008650"/>
            <a:ext cx="9021900" cy="0"/>
          </a:xfrm>
          <a:prstGeom prst="straightConnector1">
            <a:avLst/>
          </a:prstGeom>
          <a:noFill/>
          <a:ln w="9525" cap="flat" cmpd="sng">
            <a:solidFill>
              <a:schemeClr val="dk1"/>
            </a:solidFill>
            <a:prstDash val="solid"/>
            <a:round/>
            <a:headEnd type="none" w="med" len="med"/>
            <a:tailEnd type="none" w="med" len="med"/>
          </a:ln>
        </p:spPr>
      </p:cxnSp>
      <p:grpSp>
        <p:nvGrpSpPr>
          <p:cNvPr id="20" name="Google Shape;20;p2"/>
          <p:cNvGrpSpPr/>
          <p:nvPr/>
        </p:nvGrpSpPr>
        <p:grpSpPr>
          <a:xfrm>
            <a:off x="6760300" y="117804"/>
            <a:ext cx="2161200" cy="256800"/>
            <a:chOff x="6760300" y="96350"/>
            <a:chExt cx="2161200" cy="256800"/>
          </a:xfrm>
        </p:grpSpPr>
        <p:sp>
          <p:nvSpPr>
            <p:cNvPr id="21" name="Google Shape;21;p2"/>
            <p:cNvSpPr/>
            <p:nvPr/>
          </p:nvSpPr>
          <p:spPr>
            <a:xfrm>
              <a:off x="6760300" y="96350"/>
              <a:ext cx="2161200" cy="2568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 name="Google Shape;22;p2"/>
            <p:cNvGrpSpPr/>
            <p:nvPr/>
          </p:nvGrpSpPr>
          <p:grpSpPr>
            <a:xfrm>
              <a:off x="8683881" y="115948"/>
              <a:ext cx="159362" cy="217605"/>
              <a:chOff x="2025348" y="3145361"/>
              <a:chExt cx="406327" cy="554831"/>
            </a:xfrm>
          </p:grpSpPr>
          <p:sp>
            <p:nvSpPr>
              <p:cNvPr id="23" name="Google Shape;23;p2"/>
              <p:cNvSpPr/>
              <p:nvPr/>
            </p:nvSpPr>
            <p:spPr>
              <a:xfrm>
                <a:off x="2173889" y="3589660"/>
                <a:ext cx="184122" cy="110532"/>
              </a:xfrm>
              <a:custGeom>
                <a:avLst/>
                <a:gdLst/>
                <a:ahLst/>
                <a:cxnLst/>
                <a:rect l="l" t="t" r="r" b="b"/>
                <a:pathLst>
                  <a:path w="5004" h="3004" extrusionOk="0">
                    <a:moveTo>
                      <a:pt x="1001" y="1"/>
                    </a:moveTo>
                    <a:lnTo>
                      <a:pt x="1001" y="1002"/>
                    </a:lnTo>
                    <a:lnTo>
                      <a:pt x="0" y="1002"/>
                    </a:lnTo>
                    <a:lnTo>
                      <a:pt x="0" y="2002"/>
                    </a:lnTo>
                    <a:lnTo>
                      <a:pt x="1001" y="2002"/>
                    </a:lnTo>
                    <a:lnTo>
                      <a:pt x="1001" y="3003"/>
                    </a:lnTo>
                    <a:lnTo>
                      <a:pt x="4003" y="3003"/>
                    </a:lnTo>
                    <a:lnTo>
                      <a:pt x="4003" y="2002"/>
                    </a:lnTo>
                    <a:lnTo>
                      <a:pt x="5004" y="2002"/>
                    </a:lnTo>
                    <a:lnTo>
                      <a:pt x="5004" y="1002"/>
                    </a:lnTo>
                    <a:lnTo>
                      <a:pt x="4003" y="1002"/>
                    </a:lnTo>
                    <a:lnTo>
                      <a:pt x="40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2025348" y="3145361"/>
                <a:ext cx="406327" cy="406290"/>
              </a:xfrm>
              <a:custGeom>
                <a:avLst/>
                <a:gdLst/>
                <a:ahLst/>
                <a:cxnLst/>
                <a:rect l="l" t="t" r="r" b="b"/>
                <a:pathLst>
                  <a:path w="11043" h="11042" extrusionOk="0">
                    <a:moveTo>
                      <a:pt x="3003" y="1"/>
                    </a:moveTo>
                    <a:lnTo>
                      <a:pt x="3003" y="1001"/>
                    </a:lnTo>
                    <a:lnTo>
                      <a:pt x="1002" y="1001"/>
                    </a:lnTo>
                    <a:lnTo>
                      <a:pt x="1002" y="2002"/>
                    </a:lnTo>
                    <a:lnTo>
                      <a:pt x="1" y="2002"/>
                    </a:lnTo>
                    <a:lnTo>
                      <a:pt x="1" y="3003"/>
                    </a:lnTo>
                    <a:lnTo>
                      <a:pt x="1" y="4037"/>
                    </a:lnTo>
                    <a:lnTo>
                      <a:pt x="1" y="5038"/>
                    </a:lnTo>
                    <a:lnTo>
                      <a:pt x="1" y="6038"/>
                    </a:lnTo>
                    <a:lnTo>
                      <a:pt x="3003" y="6038"/>
                    </a:lnTo>
                    <a:lnTo>
                      <a:pt x="3003" y="5038"/>
                    </a:lnTo>
                    <a:lnTo>
                      <a:pt x="3003" y="4037"/>
                    </a:lnTo>
                    <a:lnTo>
                      <a:pt x="3003" y="3003"/>
                    </a:lnTo>
                    <a:lnTo>
                      <a:pt x="3003" y="2002"/>
                    </a:lnTo>
                    <a:lnTo>
                      <a:pt x="4037" y="2002"/>
                    </a:lnTo>
                    <a:lnTo>
                      <a:pt x="4037" y="1001"/>
                    </a:lnTo>
                    <a:lnTo>
                      <a:pt x="7039" y="1001"/>
                    </a:lnTo>
                    <a:lnTo>
                      <a:pt x="7039" y="2002"/>
                    </a:lnTo>
                    <a:lnTo>
                      <a:pt x="8040" y="2002"/>
                    </a:lnTo>
                    <a:lnTo>
                      <a:pt x="8040" y="3003"/>
                    </a:lnTo>
                    <a:lnTo>
                      <a:pt x="8040" y="4037"/>
                    </a:lnTo>
                    <a:lnTo>
                      <a:pt x="8040" y="5038"/>
                    </a:lnTo>
                    <a:lnTo>
                      <a:pt x="8040" y="6038"/>
                    </a:lnTo>
                    <a:lnTo>
                      <a:pt x="7039" y="6038"/>
                    </a:lnTo>
                    <a:lnTo>
                      <a:pt x="7039" y="7039"/>
                    </a:lnTo>
                    <a:lnTo>
                      <a:pt x="6038" y="7039"/>
                    </a:lnTo>
                    <a:lnTo>
                      <a:pt x="6038" y="8040"/>
                    </a:lnTo>
                    <a:lnTo>
                      <a:pt x="5038" y="8040"/>
                    </a:lnTo>
                    <a:lnTo>
                      <a:pt x="5038" y="9040"/>
                    </a:lnTo>
                    <a:lnTo>
                      <a:pt x="5038" y="10041"/>
                    </a:lnTo>
                    <a:lnTo>
                      <a:pt x="5038" y="11042"/>
                    </a:lnTo>
                    <a:lnTo>
                      <a:pt x="8040" y="11042"/>
                    </a:lnTo>
                    <a:lnTo>
                      <a:pt x="8040" y="10041"/>
                    </a:lnTo>
                    <a:lnTo>
                      <a:pt x="8040" y="9040"/>
                    </a:lnTo>
                    <a:lnTo>
                      <a:pt x="8040" y="8040"/>
                    </a:lnTo>
                    <a:lnTo>
                      <a:pt x="9041" y="8040"/>
                    </a:lnTo>
                    <a:lnTo>
                      <a:pt x="9041" y="7039"/>
                    </a:lnTo>
                    <a:lnTo>
                      <a:pt x="10041" y="7039"/>
                    </a:lnTo>
                    <a:lnTo>
                      <a:pt x="10041" y="6038"/>
                    </a:lnTo>
                    <a:lnTo>
                      <a:pt x="11042" y="6038"/>
                    </a:lnTo>
                    <a:lnTo>
                      <a:pt x="11042" y="5038"/>
                    </a:lnTo>
                    <a:lnTo>
                      <a:pt x="11042" y="4037"/>
                    </a:lnTo>
                    <a:lnTo>
                      <a:pt x="11042" y="3003"/>
                    </a:lnTo>
                    <a:lnTo>
                      <a:pt x="11042" y="2002"/>
                    </a:lnTo>
                    <a:lnTo>
                      <a:pt x="10041" y="2002"/>
                    </a:lnTo>
                    <a:lnTo>
                      <a:pt x="10041" y="1001"/>
                    </a:lnTo>
                    <a:lnTo>
                      <a:pt x="8040" y="1001"/>
                    </a:lnTo>
                    <a:lnTo>
                      <a:pt x="8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5" name="Google Shape;25;p2"/>
          <p:cNvSpPr txBox="1">
            <a:spLocks noGrp="1"/>
          </p:cNvSpPr>
          <p:nvPr>
            <p:ph type="ctrTitle"/>
          </p:nvPr>
        </p:nvSpPr>
        <p:spPr>
          <a:xfrm>
            <a:off x="715150" y="941500"/>
            <a:ext cx="7713600" cy="3036600"/>
          </a:xfrm>
          <a:prstGeom prst="rect">
            <a:avLst/>
          </a:prstGeom>
        </p:spPr>
        <p:txBody>
          <a:bodyPr spcFirstLastPara="1" wrap="square" lIns="91425" tIns="91425" rIns="91425" bIns="91425" anchor="ctr" anchorCtr="0">
            <a:noAutofit/>
          </a:bodyPr>
          <a:lstStyle>
            <a:lvl1pPr lvl="0" algn="l">
              <a:lnSpc>
                <a:spcPct val="90000"/>
              </a:lnSpc>
              <a:spcBef>
                <a:spcPts val="0"/>
              </a:spcBef>
              <a:spcAft>
                <a:spcPts val="0"/>
              </a:spcAft>
              <a:buClr>
                <a:srgbClr val="191919"/>
              </a:buClr>
              <a:buSzPts val="5200"/>
              <a:buNone/>
              <a:defRPr sz="8500">
                <a:solidFill>
                  <a:srgbClr val="191919"/>
                </a:solidFill>
                <a:latin typeface="Chakra Petch Medium"/>
                <a:ea typeface="Chakra Petch Medium"/>
                <a:cs typeface="Chakra Petch Medium"/>
                <a:sym typeface="Chakra Petch Medium"/>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26" name="Google Shape;26;p2"/>
          <p:cNvSpPr txBox="1">
            <a:spLocks noGrp="1"/>
          </p:cNvSpPr>
          <p:nvPr>
            <p:ph type="subTitle" idx="1"/>
          </p:nvPr>
        </p:nvSpPr>
        <p:spPr>
          <a:xfrm>
            <a:off x="715250" y="3952400"/>
            <a:ext cx="7713600" cy="2496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1400"/>
              <a:buNone/>
              <a:defRPr sz="15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27" name="Google Shape;27;p2"/>
          <p:cNvSpPr/>
          <p:nvPr/>
        </p:nvSpPr>
        <p:spPr>
          <a:xfrm>
            <a:off x="0" y="-11775"/>
            <a:ext cx="0" cy="11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grpSp>
        <p:nvGrpSpPr>
          <p:cNvPr id="29" name="Google Shape;29;p3"/>
          <p:cNvGrpSpPr/>
          <p:nvPr/>
        </p:nvGrpSpPr>
        <p:grpSpPr>
          <a:xfrm>
            <a:off x="69150" y="137187"/>
            <a:ext cx="9031450" cy="282372"/>
            <a:chOff x="69150" y="137187"/>
            <a:chExt cx="9031450" cy="282372"/>
          </a:xfrm>
        </p:grpSpPr>
        <p:cxnSp>
          <p:nvCxnSpPr>
            <p:cNvPr id="30" name="Google Shape;30;p3"/>
            <p:cNvCxnSpPr/>
            <p:nvPr/>
          </p:nvCxnSpPr>
          <p:spPr>
            <a:xfrm>
              <a:off x="78700" y="278373"/>
              <a:ext cx="9021900" cy="0"/>
            </a:xfrm>
            <a:prstGeom prst="straightConnector1">
              <a:avLst/>
            </a:prstGeom>
            <a:noFill/>
            <a:ln w="9525" cap="flat" cmpd="sng">
              <a:solidFill>
                <a:schemeClr val="dk1"/>
              </a:solidFill>
              <a:prstDash val="solid"/>
              <a:round/>
              <a:headEnd type="none" w="med" len="med"/>
              <a:tailEnd type="none" w="med" len="med"/>
            </a:ln>
          </p:spPr>
        </p:cxnSp>
        <p:cxnSp>
          <p:nvCxnSpPr>
            <p:cNvPr id="31" name="Google Shape;31;p3"/>
            <p:cNvCxnSpPr/>
            <p:nvPr/>
          </p:nvCxnSpPr>
          <p:spPr>
            <a:xfrm>
              <a:off x="69150" y="207780"/>
              <a:ext cx="9021900" cy="0"/>
            </a:xfrm>
            <a:prstGeom prst="straightConnector1">
              <a:avLst/>
            </a:prstGeom>
            <a:noFill/>
            <a:ln w="9525" cap="flat" cmpd="sng">
              <a:solidFill>
                <a:schemeClr val="dk1"/>
              </a:solidFill>
              <a:prstDash val="solid"/>
              <a:round/>
              <a:headEnd type="none" w="med" len="med"/>
              <a:tailEnd type="none" w="med" len="med"/>
            </a:ln>
          </p:spPr>
        </p:cxnSp>
        <p:cxnSp>
          <p:nvCxnSpPr>
            <p:cNvPr id="32" name="Google Shape;32;p3"/>
            <p:cNvCxnSpPr/>
            <p:nvPr/>
          </p:nvCxnSpPr>
          <p:spPr>
            <a:xfrm>
              <a:off x="73925" y="137187"/>
              <a:ext cx="9021900" cy="0"/>
            </a:xfrm>
            <a:prstGeom prst="straightConnector1">
              <a:avLst/>
            </a:prstGeom>
            <a:noFill/>
            <a:ln w="9525" cap="flat" cmpd="sng">
              <a:solidFill>
                <a:schemeClr val="dk1"/>
              </a:solidFill>
              <a:prstDash val="solid"/>
              <a:round/>
              <a:headEnd type="none" w="med" len="med"/>
              <a:tailEnd type="none" w="med" len="med"/>
            </a:ln>
          </p:spPr>
        </p:cxnSp>
        <p:cxnSp>
          <p:nvCxnSpPr>
            <p:cNvPr id="33" name="Google Shape;33;p3"/>
            <p:cNvCxnSpPr/>
            <p:nvPr/>
          </p:nvCxnSpPr>
          <p:spPr>
            <a:xfrm>
              <a:off x="78700" y="419559"/>
              <a:ext cx="9021900" cy="0"/>
            </a:xfrm>
            <a:prstGeom prst="straightConnector1">
              <a:avLst/>
            </a:prstGeom>
            <a:noFill/>
            <a:ln w="9525" cap="flat" cmpd="sng">
              <a:solidFill>
                <a:schemeClr val="dk1"/>
              </a:solidFill>
              <a:prstDash val="solid"/>
              <a:round/>
              <a:headEnd type="none" w="med" len="med"/>
              <a:tailEnd type="none" w="med" len="med"/>
            </a:ln>
          </p:spPr>
        </p:cxnSp>
        <p:cxnSp>
          <p:nvCxnSpPr>
            <p:cNvPr id="34" name="Google Shape;34;p3"/>
            <p:cNvCxnSpPr/>
            <p:nvPr/>
          </p:nvCxnSpPr>
          <p:spPr>
            <a:xfrm>
              <a:off x="78700" y="348966"/>
              <a:ext cx="9021900" cy="0"/>
            </a:xfrm>
            <a:prstGeom prst="straightConnector1">
              <a:avLst/>
            </a:prstGeom>
            <a:noFill/>
            <a:ln w="9525" cap="flat" cmpd="sng">
              <a:solidFill>
                <a:schemeClr val="dk1"/>
              </a:solidFill>
              <a:prstDash val="solid"/>
              <a:round/>
              <a:headEnd type="none" w="med" len="med"/>
              <a:tailEnd type="none" w="med" len="med"/>
            </a:ln>
          </p:spPr>
        </p:cxnSp>
      </p:grpSp>
      <p:sp>
        <p:nvSpPr>
          <p:cNvPr id="35" name="Google Shape;35;p3"/>
          <p:cNvSpPr/>
          <p:nvPr/>
        </p:nvSpPr>
        <p:spPr>
          <a:xfrm>
            <a:off x="70625" y="64225"/>
            <a:ext cx="9028500" cy="5028000"/>
          </a:xfrm>
          <a:prstGeom prst="roundRect">
            <a:avLst>
              <a:gd name="adj" fmla="val 2044"/>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 name="Google Shape;36;p3"/>
          <p:cNvGrpSpPr/>
          <p:nvPr/>
        </p:nvGrpSpPr>
        <p:grpSpPr>
          <a:xfrm>
            <a:off x="234375" y="117804"/>
            <a:ext cx="256800" cy="256800"/>
            <a:chOff x="234375" y="110636"/>
            <a:chExt cx="256800" cy="256800"/>
          </a:xfrm>
        </p:grpSpPr>
        <p:sp>
          <p:nvSpPr>
            <p:cNvPr id="37" name="Google Shape;37;p3"/>
            <p:cNvSpPr/>
            <p:nvPr/>
          </p:nvSpPr>
          <p:spPr>
            <a:xfrm>
              <a:off x="234375" y="110636"/>
              <a:ext cx="256800" cy="2568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a:off x="234375" y="110636"/>
              <a:ext cx="256800" cy="256800"/>
            </a:xfrm>
            <a:prstGeom prst="mathMultiply">
              <a:avLst>
                <a:gd name="adj1" fmla="val 23520"/>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9" name="Google Shape;39;p3"/>
          <p:cNvCxnSpPr/>
          <p:nvPr/>
        </p:nvCxnSpPr>
        <p:spPr>
          <a:xfrm>
            <a:off x="73925" y="5008650"/>
            <a:ext cx="9021900" cy="0"/>
          </a:xfrm>
          <a:prstGeom prst="straightConnector1">
            <a:avLst/>
          </a:prstGeom>
          <a:noFill/>
          <a:ln w="9525" cap="flat" cmpd="sng">
            <a:solidFill>
              <a:schemeClr val="dk1"/>
            </a:solidFill>
            <a:prstDash val="solid"/>
            <a:round/>
            <a:headEnd type="none" w="med" len="med"/>
            <a:tailEnd type="none" w="med" len="med"/>
          </a:ln>
        </p:spPr>
      </p:cxnSp>
      <p:grpSp>
        <p:nvGrpSpPr>
          <p:cNvPr id="40" name="Google Shape;40;p3"/>
          <p:cNvGrpSpPr/>
          <p:nvPr/>
        </p:nvGrpSpPr>
        <p:grpSpPr>
          <a:xfrm>
            <a:off x="6760300" y="117804"/>
            <a:ext cx="2161200" cy="256800"/>
            <a:chOff x="6760300" y="96350"/>
            <a:chExt cx="2161200" cy="256800"/>
          </a:xfrm>
        </p:grpSpPr>
        <p:sp>
          <p:nvSpPr>
            <p:cNvPr id="41" name="Google Shape;41;p3"/>
            <p:cNvSpPr/>
            <p:nvPr/>
          </p:nvSpPr>
          <p:spPr>
            <a:xfrm>
              <a:off x="6760300" y="96350"/>
              <a:ext cx="2161200" cy="2568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3"/>
            <p:cNvGrpSpPr/>
            <p:nvPr/>
          </p:nvGrpSpPr>
          <p:grpSpPr>
            <a:xfrm>
              <a:off x="8683881" y="115948"/>
              <a:ext cx="159362" cy="217605"/>
              <a:chOff x="2025348" y="3145361"/>
              <a:chExt cx="406327" cy="554831"/>
            </a:xfrm>
          </p:grpSpPr>
          <p:sp>
            <p:nvSpPr>
              <p:cNvPr id="43" name="Google Shape;43;p3"/>
              <p:cNvSpPr/>
              <p:nvPr/>
            </p:nvSpPr>
            <p:spPr>
              <a:xfrm>
                <a:off x="2173889" y="3589660"/>
                <a:ext cx="184122" cy="110532"/>
              </a:xfrm>
              <a:custGeom>
                <a:avLst/>
                <a:gdLst/>
                <a:ahLst/>
                <a:cxnLst/>
                <a:rect l="l" t="t" r="r" b="b"/>
                <a:pathLst>
                  <a:path w="5004" h="3004" extrusionOk="0">
                    <a:moveTo>
                      <a:pt x="1001" y="1"/>
                    </a:moveTo>
                    <a:lnTo>
                      <a:pt x="1001" y="1002"/>
                    </a:lnTo>
                    <a:lnTo>
                      <a:pt x="0" y="1002"/>
                    </a:lnTo>
                    <a:lnTo>
                      <a:pt x="0" y="2002"/>
                    </a:lnTo>
                    <a:lnTo>
                      <a:pt x="1001" y="2002"/>
                    </a:lnTo>
                    <a:lnTo>
                      <a:pt x="1001" y="3003"/>
                    </a:lnTo>
                    <a:lnTo>
                      <a:pt x="4003" y="3003"/>
                    </a:lnTo>
                    <a:lnTo>
                      <a:pt x="4003" y="2002"/>
                    </a:lnTo>
                    <a:lnTo>
                      <a:pt x="5004" y="2002"/>
                    </a:lnTo>
                    <a:lnTo>
                      <a:pt x="5004" y="1002"/>
                    </a:lnTo>
                    <a:lnTo>
                      <a:pt x="4003" y="1002"/>
                    </a:lnTo>
                    <a:lnTo>
                      <a:pt x="40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3"/>
              <p:cNvSpPr/>
              <p:nvPr/>
            </p:nvSpPr>
            <p:spPr>
              <a:xfrm>
                <a:off x="2025348" y="3145361"/>
                <a:ext cx="406327" cy="406290"/>
              </a:xfrm>
              <a:custGeom>
                <a:avLst/>
                <a:gdLst/>
                <a:ahLst/>
                <a:cxnLst/>
                <a:rect l="l" t="t" r="r" b="b"/>
                <a:pathLst>
                  <a:path w="11043" h="11042" extrusionOk="0">
                    <a:moveTo>
                      <a:pt x="3003" y="1"/>
                    </a:moveTo>
                    <a:lnTo>
                      <a:pt x="3003" y="1001"/>
                    </a:lnTo>
                    <a:lnTo>
                      <a:pt x="1002" y="1001"/>
                    </a:lnTo>
                    <a:lnTo>
                      <a:pt x="1002" y="2002"/>
                    </a:lnTo>
                    <a:lnTo>
                      <a:pt x="1" y="2002"/>
                    </a:lnTo>
                    <a:lnTo>
                      <a:pt x="1" y="3003"/>
                    </a:lnTo>
                    <a:lnTo>
                      <a:pt x="1" y="4037"/>
                    </a:lnTo>
                    <a:lnTo>
                      <a:pt x="1" y="5038"/>
                    </a:lnTo>
                    <a:lnTo>
                      <a:pt x="1" y="6038"/>
                    </a:lnTo>
                    <a:lnTo>
                      <a:pt x="3003" y="6038"/>
                    </a:lnTo>
                    <a:lnTo>
                      <a:pt x="3003" y="5038"/>
                    </a:lnTo>
                    <a:lnTo>
                      <a:pt x="3003" y="4037"/>
                    </a:lnTo>
                    <a:lnTo>
                      <a:pt x="3003" y="3003"/>
                    </a:lnTo>
                    <a:lnTo>
                      <a:pt x="3003" y="2002"/>
                    </a:lnTo>
                    <a:lnTo>
                      <a:pt x="4037" y="2002"/>
                    </a:lnTo>
                    <a:lnTo>
                      <a:pt x="4037" y="1001"/>
                    </a:lnTo>
                    <a:lnTo>
                      <a:pt x="7039" y="1001"/>
                    </a:lnTo>
                    <a:lnTo>
                      <a:pt x="7039" y="2002"/>
                    </a:lnTo>
                    <a:lnTo>
                      <a:pt x="8040" y="2002"/>
                    </a:lnTo>
                    <a:lnTo>
                      <a:pt x="8040" y="3003"/>
                    </a:lnTo>
                    <a:lnTo>
                      <a:pt x="8040" y="4037"/>
                    </a:lnTo>
                    <a:lnTo>
                      <a:pt x="8040" y="5038"/>
                    </a:lnTo>
                    <a:lnTo>
                      <a:pt x="8040" y="6038"/>
                    </a:lnTo>
                    <a:lnTo>
                      <a:pt x="7039" y="6038"/>
                    </a:lnTo>
                    <a:lnTo>
                      <a:pt x="7039" y="7039"/>
                    </a:lnTo>
                    <a:lnTo>
                      <a:pt x="6038" y="7039"/>
                    </a:lnTo>
                    <a:lnTo>
                      <a:pt x="6038" y="8040"/>
                    </a:lnTo>
                    <a:lnTo>
                      <a:pt x="5038" y="8040"/>
                    </a:lnTo>
                    <a:lnTo>
                      <a:pt x="5038" y="9040"/>
                    </a:lnTo>
                    <a:lnTo>
                      <a:pt x="5038" y="10041"/>
                    </a:lnTo>
                    <a:lnTo>
                      <a:pt x="5038" y="11042"/>
                    </a:lnTo>
                    <a:lnTo>
                      <a:pt x="8040" y="11042"/>
                    </a:lnTo>
                    <a:lnTo>
                      <a:pt x="8040" y="10041"/>
                    </a:lnTo>
                    <a:lnTo>
                      <a:pt x="8040" y="9040"/>
                    </a:lnTo>
                    <a:lnTo>
                      <a:pt x="8040" y="8040"/>
                    </a:lnTo>
                    <a:lnTo>
                      <a:pt x="9041" y="8040"/>
                    </a:lnTo>
                    <a:lnTo>
                      <a:pt x="9041" y="7039"/>
                    </a:lnTo>
                    <a:lnTo>
                      <a:pt x="10041" y="7039"/>
                    </a:lnTo>
                    <a:lnTo>
                      <a:pt x="10041" y="6038"/>
                    </a:lnTo>
                    <a:lnTo>
                      <a:pt x="11042" y="6038"/>
                    </a:lnTo>
                    <a:lnTo>
                      <a:pt x="11042" y="5038"/>
                    </a:lnTo>
                    <a:lnTo>
                      <a:pt x="11042" y="4037"/>
                    </a:lnTo>
                    <a:lnTo>
                      <a:pt x="11042" y="3003"/>
                    </a:lnTo>
                    <a:lnTo>
                      <a:pt x="11042" y="2002"/>
                    </a:lnTo>
                    <a:lnTo>
                      <a:pt x="10041" y="2002"/>
                    </a:lnTo>
                    <a:lnTo>
                      <a:pt x="10041" y="1001"/>
                    </a:lnTo>
                    <a:lnTo>
                      <a:pt x="8040" y="1001"/>
                    </a:lnTo>
                    <a:lnTo>
                      <a:pt x="8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5" name="Google Shape;45;p3"/>
          <p:cNvSpPr txBox="1">
            <a:spLocks noGrp="1"/>
          </p:cNvSpPr>
          <p:nvPr>
            <p:ph type="title"/>
          </p:nvPr>
        </p:nvSpPr>
        <p:spPr>
          <a:xfrm>
            <a:off x="1908675" y="2364788"/>
            <a:ext cx="53265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46" name="Google Shape;46;p3"/>
          <p:cNvSpPr txBox="1">
            <a:spLocks noGrp="1"/>
          </p:cNvSpPr>
          <p:nvPr>
            <p:ph type="title" idx="2" hasCustomPrompt="1"/>
          </p:nvPr>
        </p:nvSpPr>
        <p:spPr>
          <a:xfrm>
            <a:off x="2996625" y="1522988"/>
            <a:ext cx="31509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7" name="Google Shape;47;p3"/>
          <p:cNvSpPr txBox="1">
            <a:spLocks noGrp="1"/>
          </p:cNvSpPr>
          <p:nvPr>
            <p:ph type="subTitle" idx="1"/>
          </p:nvPr>
        </p:nvSpPr>
        <p:spPr>
          <a:xfrm>
            <a:off x="1908825" y="3310913"/>
            <a:ext cx="5326500" cy="309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5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44"/>
        <p:cNvGrpSpPr/>
        <p:nvPr/>
      </p:nvGrpSpPr>
      <p:grpSpPr>
        <a:xfrm>
          <a:off x="0" y="0"/>
          <a:ext cx="0" cy="0"/>
          <a:chOff x="0" y="0"/>
          <a:chExt cx="0" cy="0"/>
        </a:xfrm>
      </p:grpSpPr>
      <p:grpSp>
        <p:nvGrpSpPr>
          <p:cNvPr id="145" name="Google Shape;145;p9"/>
          <p:cNvGrpSpPr/>
          <p:nvPr/>
        </p:nvGrpSpPr>
        <p:grpSpPr>
          <a:xfrm>
            <a:off x="69150" y="137187"/>
            <a:ext cx="9031450" cy="282372"/>
            <a:chOff x="69150" y="137187"/>
            <a:chExt cx="9031450" cy="282372"/>
          </a:xfrm>
        </p:grpSpPr>
        <p:cxnSp>
          <p:nvCxnSpPr>
            <p:cNvPr id="146" name="Google Shape;146;p9"/>
            <p:cNvCxnSpPr/>
            <p:nvPr/>
          </p:nvCxnSpPr>
          <p:spPr>
            <a:xfrm>
              <a:off x="78700" y="278373"/>
              <a:ext cx="9021900" cy="0"/>
            </a:xfrm>
            <a:prstGeom prst="straightConnector1">
              <a:avLst/>
            </a:prstGeom>
            <a:noFill/>
            <a:ln w="9525" cap="flat" cmpd="sng">
              <a:solidFill>
                <a:schemeClr val="dk1"/>
              </a:solidFill>
              <a:prstDash val="solid"/>
              <a:round/>
              <a:headEnd type="none" w="med" len="med"/>
              <a:tailEnd type="none" w="med" len="med"/>
            </a:ln>
          </p:spPr>
        </p:cxnSp>
        <p:cxnSp>
          <p:nvCxnSpPr>
            <p:cNvPr id="147" name="Google Shape;147;p9"/>
            <p:cNvCxnSpPr/>
            <p:nvPr/>
          </p:nvCxnSpPr>
          <p:spPr>
            <a:xfrm>
              <a:off x="69150" y="207780"/>
              <a:ext cx="9021900" cy="0"/>
            </a:xfrm>
            <a:prstGeom prst="straightConnector1">
              <a:avLst/>
            </a:prstGeom>
            <a:noFill/>
            <a:ln w="9525" cap="flat" cmpd="sng">
              <a:solidFill>
                <a:schemeClr val="dk1"/>
              </a:solidFill>
              <a:prstDash val="solid"/>
              <a:round/>
              <a:headEnd type="none" w="med" len="med"/>
              <a:tailEnd type="none" w="med" len="med"/>
            </a:ln>
          </p:spPr>
        </p:cxnSp>
        <p:cxnSp>
          <p:nvCxnSpPr>
            <p:cNvPr id="148" name="Google Shape;148;p9"/>
            <p:cNvCxnSpPr/>
            <p:nvPr/>
          </p:nvCxnSpPr>
          <p:spPr>
            <a:xfrm>
              <a:off x="73925" y="137187"/>
              <a:ext cx="9021900" cy="0"/>
            </a:xfrm>
            <a:prstGeom prst="straightConnector1">
              <a:avLst/>
            </a:prstGeom>
            <a:noFill/>
            <a:ln w="9525" cap="flat" cmpd="sng">
              <a:solidFill>
                <a:schemeClr val="dk1"/>
              </a:solidFill>
              <a:prstDash val="solid"/>
              <a:round/>
              <a:headEnd type="none" w="med" len="med"/>
              <a:tailEnd type="none" w="med" len="med"/>
            </a:ln>
          </p:spPr>
        </p:cxnSp>
        <p:cxnSp>
          <p:nvCxnSpPr>
            <p:cNvPr id="149" name="Google Shape;149;p9"/>
            <p:cNvCxnSpPr/>
            <p:nvPr/>
          </p:nvCxnSpPr>
          <p:spPr>
            <a:xfrm>
              <a:off x="78700" y="419559"/>
              <a:ext cx="9021900" cy="0"/>
            </a:xfrm>
            <a:prstGeom prst="straightConnector1">
              <a:avLst/>
            </a:prstGeom>
            <a:noFill/>
            <a:ln w="9525" cap="flat" cmpd="sng">
              <a:solidFill>
                <a:schemeClr val="dk1"/>
              </a:solidFill>
              <a:prstDash val="solid"/>
              <a:round/>
              <a:headEnd type="none" w="med" len="med"/>
              <a:tailEnd type="none" w="med" len="med"/>
            </a:ln>
          </p:spPr>
        </p:cxnSp>
        <p:cxnSp>
          <p:nvCxnSpPr>
            <p:cNvPr id="150" name="Google Shape;150;p9"/>
            <p:cNvCxnSpPr/>
            <p:nvPr/>
          </p:nvCxnSpPr>
          <p:spPr>
            <a:xfrm>
              <a:off x="78700" y="348966"/>
              <a:ext cx="9021900" cy="0"/>
            </a:xfrm>
            <a:prstGeom prst="straightConnector1">
              <a:avLst/>
            </a:prstGeom>
            <a:noFill/>
            <a:ln w="9525" cap="flat" cmpd="sng">
              <a:solidFill>
                <a:schemeClr val="dk1"/>
              </a:solidFill>
              <a:prstDash val="solid"/>
              <a:round/>
              <a:headEnd type="none" w="med" len="med"/>
              <a:tailEnd type="none" w="med" len="med"/>
            </a:ln>
          </p:spPr>
        </p:cxnSp>
      </p:grpSp>
      <p:sp>
        <p:nvSpPr>
          <p:cNvPr id="151" name="Google Shape;151;p9"/>
          <p:cNvSpPr/>
          <p:nvPr/>
        </p:nvSpPr>
        <p:spPr>
          <a:xfrm>
            <a:off x="70625" y="64225"/>
            <a:ext cx="9028500" cy="5028000"/>
          </a:xfrm>
          <a:prstGeom prst="roundRect">
            <a:avLst>
              <a:gd name="adj" fmla="val 2044"/>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2" name="Google Shape;152;p9"/>
          <p:cNvGrpSpPr/>
          <p:nvPr/>
        </p:nvGrpSpPr>
        <p:grpSpPr>
          <a:xfrm>
            <a:off x="234375" y="117804"/>
            <a:ext cx="256800" cy="256800"/>
            <a:chOff x="234375" y="110636"/>
            <a:chExt cx="256800" cy="256800"/>
          </a:xfrm>
        </p:grpSpPr>
        <p:sp>
          <p:nvSpPr>
            <p:cNvPr id="153" name="Google Shape;153;p9"/>
            <p:cNvSpPr/>
            <p:nvPr/>
          </p:nvSpPr>
          <p:spPr>
            <a:xfrm>
              <a:off x="234375" y="110636"/>
              <a:ext cx="256800" cy="2568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9"/>
            <p:cNvSpPr/>
            <p:nvPr/>
          </p:nvSpPr>
          <p:spPr>
            <a:xfrm>
              <a:off x="234375" y="110636"/>
              <a:ext cx="256800" cy="256800"/>
            </a:xfrm>
            <a:prstGeom prst="mathMultiply">
              <a:avLst>
                <a:gd name="adj1" fmla="val 23520"/>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55" name="Google Shape;155;p9"/>
          <p:cNvCxnSpPr/>
          <p:nvPr/>
        </p:nvCxnSpPr>
        <p:spPr>
          <a:xfrm>
            <a:off x="73925" y="5008650"/>
            <a:ext cx="9021900" cy="0"/>
          </a:xfrm>
          <a:prstGeom prst="straightConnector1">
            <a:avLst/>
          </a:prstGeom>
          <a:noFill/>
          <a:ln w="9525" cap="flat" cmpd="sng">
            <a:solidFill>
              <a:schemeClr val="dk1"/>
            </a:solidFill>
            <a:prstDash val="solid"/>
            <a:round/>
            <a:headEnd type="none" w="med" len="med"/>
            <a:tailEnd type="none" w="med" len="med"/>
          </a:ln>
        </p:spPr>
      </p:cxnSp>
      <p:grpSp>
        <p:nvGrpSpPr>
          <p:cNvPr id="156" name="Google Shape;156;p9"/>
          <p:cNvGrpSpPr/>
          <p:nvPr/>
        </p:nvGrpSpPr>
        <p:grpSpPr>
          <a:xfrm>
            <a:off x="6760300" y="117804"/>
            <a:ext cx="2161200" cy="256800"/>
            <a:chOff x="6760300" y="96350"/>
            <a:chExt cx="2161200" cy="256800"/>
          </a:xfrm>
        </p:grpSpPr>
        <p:sp>
          <p:nvSpPr>
            <p:cNvPr id="157" name="Google Shape;157;p9"/>
            <p:cNvSpPr/>
            <p:nvPr/>
          </p:nvSpPr>
          <p:spPr>
            <a:xfrm>
              <a:off x="6760300" y="96350"/>
              <a:ext cx="2161200" cy="2568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8" name="Google Shape;158;p9"/>
            <p:cNvGrpSpPr/>
            <p:nvPr/>
          </p:nvGrpSpPr>
          <p:grpSpPr>
            <a:xfrm>
              <a:off x="8683881" y="115948"/>
              <a:ext cx="159362" cy="217605"/>
              <a:chOff x="2025348" y="3145361"/>
              <a:chExt cx="406327" cy="554831"/>
            </a:xfrm>
          </p:grpSpPr>
          <p:sp>
            <p:nvSpPr>
              <p:cNvPr id="159" name="Google Shape;159;p9"/>
              <p:cNvSpPr/>
              <p:nvPr/>
            </p:nvSpPr>
            <p:spPr>
              <a:xfrm>
                <a:off x="2173889" y="3589660"/>
                <a:ext cx="184122" cy="110532"/>
              </a:xfrm>
              <a:custGeom>
                <a:avLst/>
                <a:gdLst/>
                <a:ahLst/>
                <a:cxnLst/>
                <a:rect l="l" t="t" r="r" b="b"/>
                <a:pathLst>
                  <a:path w="5004" h="3004" extrusionOk="0">
                    <a:moveTo>
                      <a:pt x="1001" y="1"/>
                    </a:moveTo>
                    <a:lnTo>
                      <a:pt x="1001" y="1002"/>
                    </a:lnTo>
                    <a:lnTo>
                      <a:pt x="0" y="1002"/>
                    </a:lnTo>
                    <a:lnTo>
                      <a:pt x="0" y="2002"/>
                    </a:lnTo>
                    <a:lnTo>
                      <a:pt x="1001" y="2002"/>
                    </a:lnTo>
                    <a:lnTo>
                      <a:pt x="1001" y="3003"/>
                    </a:lnTo>
                    <a:lnTo>
                      <a:pt x="4003" y="3003"/>
                    </a:lnTo>
                    <a:lnTo>
                      <a:pt x="4003" y="2002"/>
                    </a:lnTo>
                    <a:lnTo>
                      <a:pt x="5004" y="2002"/>
                    </a:lnTo>
                    <a:lnTo>
                      <a:pt x="5004" y="1002"/>
                    </a:lnTo>
                    <a:lnTo>
                      <a:pt x="4003" y="1002"/>
                    </a:lnTo>
                    <a:lnTo>
                      <a:pt x="40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9"/>
              <p:cNvSpPr/>
              <p:nvPr/>
            </p:nvSpPr>
            <p:spPr>
              <a:xfrm>
                <a:off x="2025348" y="3145361"/>
                <a:ext cx="406327" cy="406290"/>
              </a:xfrm>
              <a:custGeom>
                <a:avLst/>
                <a:gdLst/>
                <a:ahLst/>
                <a:cxnLst/>
                <a:rect l="l" t="t" r="r" b="b"/>
                <a:pathLst>
                  <a:path w="11043" h="11042" extrusionOk="0">
                    <a:moveTo>
                      <a:pt x="3003" y="1"/>
                    </a:moveTo>
                    <a:lnTo>
                      <a:pt x="3003" y="1001"/>
                    </a:lnTo>
                    <a:lnTo>
                      <a:pt x="1002" y="1001"/>
                    </a:lnTo>
                    <a:lnTo>
                      <a:pt x="1002" y="2002"/>
                    </a:lnTo>
                    <a:lnTo>
                      <a:pt x="1" y="2002"/>
                    </a:lnTo>
                    <a:lnTo>
                      <a:pt x="1" y="3003"/>
                    </a:lnTo>
                    <a:lnTo>
                      <a:pt x="1" y="4037"/>
                    </a:lnTo>
                    <a:lnTo>
                      <a:pt x="1" y="5038"/>
                    </a:lnTo>
                    <a:lnTo>
                      <a:pt x="1" y="6038"/>
                    </a:lnTo>
                    <a:lnTo>
                      <a:pt x="3003" y="6038"/>
                    </a:lnTo>
                    <a:lnTo>
                      <a:pt x="3003" y="5038"/>
                    </a:lnTo>
                    <a:lnTo>
                      <a:pt x="3003" y="4037"/>
                    </a:lnTo>
                    <a:lnTo>
                      <a:pt x="3003" y="3003"/>
                    </a:lnTo>
                    <a:lnTo>
                      <a:pt x="3003" y="2002"/>
                    </a:lnTo>
                    <a:lnTo>
                      <a:pt x="4037" y="2002"/>
                    </a:lnTo>
                    <a:lnTo>
                      <a:pt x="4037" y="1001"/>
                    </a:lnTo>
                    <a:lnTo>
                      <a:pt x="7039" y="1001"/>
                    </a:lnTo>
                    <a:lnTo>
                      <a:pt x="7039" y="2002"/>
                    </a:lnTo>
                    <a:lnTo>
                      <a:pt x="8040" y="2002"/>
                    </a:lnTo>
                    <a:lnTo>
                      <a:pt x="8040" y="3003"/>
                    </a:lnTo>
                    <a:lnTo>
                      <a:pt x="8040" y="4037"/>
                    </a:lnTo>
                    <a:lnTo>
                      <a:pt x="8040" y="5038"/>
                    </a:lnTo>
                    <a:lnTo>
                      <a:pt x="8040" y="6038"/>
                    </a:lnTo>
                    <a:lnTo>
                      <a:pt x="7039" y="6038"/>
                    </a:lnTo>
                    <a:lnTo>
                      <a:pt x="7039" y="7039"/>
                    </a:lnTo>
                    <a:lnTo>
                      <a:pt x="6038" y="7039"/>
                    </a:lnTo>
                    <a:lnTo>
                      <a:pt x="6038" y="8040"/>
                    </a:lnTo>
                    <a:lnTo>
                      <a:pt x="5038" y="8040"/>
                    </a:lnTo>
                    <a:lnTo>
                      <a:pt x="5038" y="9040"/>
                    </a:lnTo>
                    <a:lnTo>
                      <a:pt x="5038" y="10041"/>
                    </a:lnTo>
                    <a:lnTo>
                      <a:pt x="5038" y="11042"/>
                    </a:lnTo>
                    <a:lnTo>
                      <a:pt x="8040" y="11042"/>
                    </a:lnTo>
                    <a:lnTo>
                      <a:pt x="8040" y="10041"/>
                    </a:lnTo>
                    <a:lnTo>
                      <a:pt x="8040" y="9040"/>
                    </a:lnTo>
                    <a:lnTo>
                      <a:pt x="8040" y="8040"/>
                    </a:lnTo>
                    <a:lnTo>
                      <a:pt x="9041" y="8040"/>
                    </a:lnTo>
                    <a:lnTo>
                      <a:pt x="9041" y="7039"/>
                    </a:lnTo>
                    <a:lnTo>
                      <a:pt x="10041" y="7039"/>
                    </a:lnTo>
                    <a:lnTo>
                      <a:pt x="10041" y="6038"/>
                    </a:lnTo>
                    <a:lnTo>
                      <a:pt x="11042" y="6038"/>
                    </a:lnTo>
                    <a:lnTo>
                      <a:pt x="11042" y="5038"/>
                    </a:lnTo>
                    <a:lnTo>
                      <a:pt x="11042" y="4037"/>
                    </a:lnTo>
                    <a:lnTo>
                      <a:pt x="11042" y="3003"/>
                    </a:lnTo>
                    <a:lnTo>
                      <a:pt x="11042" y="2002"/>
                    </a:lnTo>
                    <a:lnTo>
                      <a:pt x="10041" y="2002"/>
                    </a:lnTo>
                    <a:lnTo>
                      <a:pt x="10041" y="1001"/>
                    </a:lnTo>
                    <a:lnTo>
                      <a:pt x="8040" y="1001"/>
                    </a:lnTo>
                    <a:lnTo>
                      <a:pt x="8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61" name="Google Shape;161;p9"/>
          <p:cNvSpPr txBox="1">
            <a:spLocks noGrp="1"/>
          </p:cNvSpPr>
          <p:nvPr>
            <p:ph type="title"/>
          </p:nvPr>
        </p:nvSpPr>
        <p:spPr>
          <a:xfrm>
            <a:off x="715100" y="1547575"/>
            <a:ext cx="4661100" cy="6486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62" name="Google Shape;162;p9"/>
          <p:cNvSpPr txBox="1">
            <a:spLocks noGrp="1"/>
          </p:cNvSpPr>
          <p:nvPr>
            <p:ph type="subTitle" idx="1"/>
          </p:nvPr>
        </p:nvSpPr>
        <p:spPr>
          <a:xfrm>
            <a:off x="715100" y="2305922"/>
            <a:ext cx="4661100" cy="1290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8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0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201"/>
        <p:cNvGrpSpPr/>
        <p:nvPr/>
      </p:nvGrpSpPr>
      <p:grpSpPr>
        <a:xfrm>
          <a:off x="0" y="0"/>
          <a:ext cx="0" cy="0"/>
          <a:chOff x="0" y="0"/>
          <a:chExt cx="0" cy="0"/>
        </a:xfrm>
      </p:grpSpPr>
      <p:grpSp>
        <p:nvGrpSpPr>
          <p:cNvPr id="202" name="Google Shape;202;p13"/>
          <p:cNvGrpSpPr/>
          <p:nvPr/>
        </p:nvGrpSpPr>
        <p:grpSpPr>
          <a:xfrm>
            <a:off x="69150" y="137187"/>
            <a:ext cx="9031450" cy="282372"/>
            <a:chOff x="69150" y="137187"/>
            <a:chExt cx="9031450" cy="282372"/>
          </a:xfrm>
        </p:grpSpPr>
        <p:cxnSp>
          <p:nvCxnSpPr>
            <p:cNvPr id="203" name="Google Shape;203;p13"/>
            <p:cNvCxnSpPr/>
            <p:nvPr/>
          </p:nvCxnSpPr>
          <p:spPr>
            <a:xfrm>
              <a:off x="78700" y="278373"/>
              <a:ext cx="9021900" cy="0"/>
            </a:xfrm>
            <a:prstGeom prst="straightConnector1">
              <a:avLst/>
            </a:prstGeom>
            <a:noFill/>
            <a:ln w="9525" cap="flat" cmpd="sng">
              <a:solidFill>
                <a:schemeClr val="dk1"/>
              </a:solidFill>
              <a:prstDash val="solid"/>
              <a:round/>
              <a:headEnd type="none" w="med" len="med"/>
              <a:tailEnd type="none" w="med" len="med"/>
            </a:ln>
          </p:spPr>
        </p:cxnSp>
        <p:cxnSp>
          <p:nvCxnSpPr>
            <p:cNvPr id="204" name="Google Shape;204;p13"/>
            <p:cNvCxnSpPr/>
            <p:nvPr/>
          </p:nvCxnSpPr>
          <p:spPr>
            <a:xfrm>
              <a:off x="69150" y="207780"/>
              <a:ext cx="9021900" cy="0"/>
            </a:xfrm>
            <a:prstGeom prst="straightConnector1">
              <a:avLst/>
            </a:prstGeom>
            <a:noFill/>
            <a:ln w="9525" cap="flat" cmpd="sng">
              <a:solidFill>
                <a:schemeClr val="dk1"/>
              </a:solidFill>
              <a:prstDash val="solid"/>
              <a:round/>
              <a:headEnd type="none" w="med" len="med"/>
              <a:tailEnd type="none" w="med" len="med"/>
            </a:ln>
          </p:spPr>
        </p:cxnSp>
        <p:cxnSp>
          <p:nvCxnSpPr>
            <p:cNvPr id="205" name="Google Shape;205;p13"/>
            <p:cNvCxnSpPr/>
            <p:nvPr/>
          </p:nvCxnSpPr>
          <p:spPr>
            <a:xfrm>
              <a:off x="73925" y="137187"/>
              <a:ext cx="9021900" cy="0"/>
            </a:xfrm>
            <a:prstGeom prst="straightConnector1">
              <a:avLst/>
            </a:prstGeom>
            <a:noFill/>
            <a:ln w="9525" cap="flat" cmpd="sng">
              <a:solidFill>
                <a:schemeClr val="dk1"/>
              </a:solidFill>
              <a:prstDash val="solid"/>
              <a:round/>
              <a:headEnd type="none" w="med" len="med"/>
              <a:tailEnd type="none" w="med" len="med"/>
            </a:ln>
          </p:spPr>
        </p:cxnSp>
        <p:cxnSp>
          <p:nvCxnSpPr>
            <p:cNvPr id="206" name="Google Shape;206;p13"/>
            <p:cNvCxnSpPr/>
            <p:nvPr/>
          </p:nvCxnSpPr>
          <p:spPr>
            <a:xfrm>
              <a:off x="78700" y="419559"/>
              <a:ext cx="9021900" cy="0"/>
            </a:xfrm>
            <a:prstGeom prst="straightConnector1">
              <a:avLst/>
            </a:prstGeom>
            <a:noFill/>
            <a:ln w="9525" cap="flat" cmpd="sng">
              <a:solidFill>
                <a:schemeClr val="dk1"/>
              </a:solidFill>
              <a:prstDash val="solid"/>
              <a:round/>
              <a:headEnd type="none" w="med" len="med"/>
              <a:tailEnd type="none" w="med" len="med"/>
            </a:ln>
          </p:spPr>
        </p:cxnSp>
        <p:cxnSp>
          <p:nvCxnSpPr>
            <p:cNvPr id="207" name="Google Shape;207;p13"/>
            <p:cNvCxnSpPr/>
            <p:nvPr/>
          </p:nvCxnSpPr>
          <p:spPr>
            <a:xfrm>
              <a:off x="78700" y="348966"/>
              <a:ext cx="9021900" cy="0"/>
            </a:xfrm>
            <a:prstGeom prst="straightConnector1">
              <a:avLst/>
            </a:prstGeom>
            <a:noFill/>
            <a:ln w="9525" cap="flat" cmpd="sng">
              <a:solidFill>
                <a:schemeClr val="dk1"/>
              </a:solidFill>
              <a:prstDash val="solid"/>
              <a:round/>
              <a:headEnd type="none" w="med" len="med"/>
              <a:tailEnd type="none" w="med" len="med"/>
            </a:ln>
          </p:spPr>
        </p:cxnSp>
      </p:grpSp>
      <p:sp>
        <p:nvSpPr>
          <p:cNvPr id="208" name="Google Shape;208;p13"/>
          <p:cNvSpPr/>
          <p:nvPr/>
        </p:nvSpPr>
        <p:spPr>
          <a:xfrm>
            <a:off x="70625" y="64225"/>
            <a:ext cx="9028500" cy="5028000"/>
          </a:xfrm>
          <a:prstGeom prst="roundRect">
            <a:avLst>
              <a:gd name="adj" fmla="val 2044"/>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9" name="Google Shape;209;p13"/>
          <p:cNvGrpSpPr/>
          <p:nvPr/>
        </p:nvGrpSpPr>
        <p:grpSpPr>
          <a:xfrm>
            <a:off x="234375" y="117804"/>
            <a:ext cx="256800" cy="256800"/>
            <a:chOff x="234375" y="110636"/>
            <a:chExt cx="256800" cy="256800"/>
          </a:xfrm>
        </p:grpSpPr>
        <p:sp>
          <p:nvSpPr>
            <p:cNvPr id="210" name="Google Shape;210;p13"/>
            <p:cNvSpPr/>
            <p:nvPr/>
          </p:nvSpPr>
          <p:spPr>
            <a:xfrm>
              <a:off x="234375" y="110636"/>
              <a:ext cx="256800" cy="2568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3"/>
            <p:cNvSpPr/>
            <p:nvPr/>
          </p:nvSpPr>
          <p:spPr>
            <a:xfrm>
              <a:off x="234375" y="110636"/>
              <a:ext cx="256800" cy="256800"/>
            </a:xfrm>
            <a:prstGeom prst="mathMultiply">
              <a:avLst>
                <a:gd name="adj1" fmla="val 23520"/>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12" name="Google Shape;212;p13"/>
          <p:cNvCxnSpPr/>
          <p:nvPr/>
        </p:nvCxnSpPr>
        <p:spPr>
          <a:xfrm>
            <a:off x="73925" y="5008650"/>
            <a:ext cx="9021900" cy="0"/>
          </a:xfrm>
          <a:prstGeom prst="straightConnector1">
            <a:avLst/>
          </a:prstGeom>
          <a:noFill/>
          <a:ln w="9525" cap="flat" cmpd="sng">
            <a:solidFill>
              <a:schemeClr val="dk1"/>
            </a:solidFill>
            <a:prstDash val="solid"/>
            <a:round/>
            <a:headEnd type="none" w="med" len="med"/>
            <a:tailEnd type="none" w="med" len="med"/>
          </a:ln>
        </p:spPr>
      </p:cxnSp>
      <p:grpSp>
        <p:nvGrpSpPr>
          <p:cNvPr id="213" name="Google Shape;213;p13"/>
          <p:cNvGrpSpPr/>
          <p:nvPr/>
        </p:nvGrpSpPr>
        <p:grpSpPr>
          <a:xfrm>
            <a:off x="6760300" y="117804"/>
            <a:ext cx="2161200" cy="256800"/>
            <a:chOff x="6760300" y="96350"/>
            <a:chExt cx="2161200" cy="256800"/>
          </a:xfrm>
        </p:grpSpPr>
        <p:sp>
          <p:nvSpPr>
            <p:cNvPr id="214" name="Google Shape;214;p13"/>
            <p:cNvSpPr/>
            <p:nvPr/>
          </p:nvSpPr>
          <p:spPr>
            <a:xfrm>
              <a:off x="6760300" y="96350"/>
              <a:ext cx="2161200" cy="2568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5" name="Google Shape;215;p13"/>
            <p:cNvGrpSpPr/>
            <p:nvPr/>
          </p:nvGrpSpPr>
          <p:grpSpPr>
            <a:xfrm>
              <a:off x="8683881" y="115948"/>
              <a:ext cx="159362" cy="217605"/>
              <a:chOff x="2025348" y="3145361"/>
              <a:chExt cx="406327" cy="554831"/>
            </a:xfrm>
          </p:grpSpPr>
          <p:sp>
            <p:nvSpPr>
              <p:cNvPr id="216" name="Google Shape;216;p13"/>
              <p:cNvSpPr/>
              <p:nvPr/>
            </p:nvSpPr>
            <p:spPr>
              <a:xfrm>
                <a:off x="2173889" y="3589660"/>
                <a:ext cx="184122" cy="110532"/>
              </a:xfrm>
              <a:custGeom>
                <a:avLst/>
                <a:gdLst/>
                <a:ahLst/>
                <a:cxnLst/>
                <a:rect l="l" t="t" r="r" b="b"/>
                <a:pathLst>
                  <a:path w="5004" h="3004" extrusionOk="0">
                    <a:moveTo>
                      <a:pt x="1001" y="1"/>
                    </a:moveTo>
                    <a:lnTo>
                      <a:pt x="1001" y="1002"/>
                    </a:lnTo>
                    <a:lnTo>
                      <a:pt x="0" y="1002"/>
                    </a:lnTo>
                    <a:lnTo>
                      <a:pt x="0" y="2002"/>
                    </a:lnTo>
                    <a:lnTo>
                      <a:pt x="1001" y="2002"/>
                    </a:lnTo>
                    <a:lnTo>
                      <a:pt x="1001" y="3003"/>
                    </a:lnTo>
                    <a:lnTo>
                      <a:pt x="4003" y="3003"/>
                    </a:lnTo>
                    <a:lnTo>
                      <a:pt x="4003" y="2002"/>
                    </a:lnTo>
                    <a:lnTo>
                      <a:pt x="5004" y="2002"/>
                    </a:lnTo>
                    <a:lnTo>
                      <a:pt x="5004" y="1002"/>
                    </a:lnTo>
                    <a:lnTo>
                      <a:pt x="4003" y="1002"/>
                    </a:lnTo>
                    <a:lnTo>
                      <a:pt x="40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3"/>
              <p:cNvSpPr/>
              <p:nvPr/>
            </p:nvSpPr>
            <p:spPr>
              <a:xfrm>
                <a:off x="2025348" y="3145361"/>
                <a:ext cx="406327" cy="406290"/>
              </a:xfrm>
              <a:custGeom>
                <a:avLst/>
                <a:gdLst/>
                <a:ahLst/>
                <a:cxnLst/>
                <a:rect l="l" t="t" r="r" b="b"/>
                <a:pathLst>
                  <a:path w="11043" h="11042" extrusionOk="0">
                    <a:moveTo>
                      <a:pt x="3003" y="1"/>
                    </a:moveTo>
                    <a:lnTo>
                      <a:pt x="3003" y="1001"/>
                    </a:lnTo>
                    <a:lnTo>
                      <a:pt x="1002" y="1001"/>
                    </a:lnTo>
                    <a:lnTo>
                      <a:pt x="1002" y="2002"/>
                    </a:lnTo>
                    <a:lnTo>
                      <a:pt x="1" y="2002"/>
                    </a:lnTo>
                    <a:lnTo>
                      <a:pt x="1" y="3003"/>
                    </a:lnTo>
                    <a:lnTo>
                      <a:pt x="1" y="4037"/>
                    </a:lnTo>
                    <a:lnTo>
                      <a:pt x="1" y="5038"/>
                    </a:lnTo>
                    <a:lnTo>
                      <a:pt x="1" y="6038"/>
                    </a:lnTo>
                    <a:lnTo>
                      <a:pt x="3003" y="6038"/>
                    </a:lnTo>
                    <a:lnTo>
                      <a:pt x="3003" y="5038"/>
                    </a:lnTo>
                    <a:lnTo>
                      <a:pt x="3003" y="4037"/>
                    </a:lnTo>
                    <a:lnTo>
                      <a:pt x="3003" y="3003"/>
                    </a:lnTo>
                    <a:lnTo>
                      <a:pt x="3003" y="2002"/>
                    </a:lnTo>
                    <a:lnTo>
                      <a:pt x="4037" y="2002"/>
                    </a:lnTo>
                    <a:lnTo>
                      <a:pt x="4037" y="1001"/>
                    </a:lnTo>
                    <a:lnTo>
                      <a:pt x="7039" y="1001"/>
                    </a:lnTo>
                    <a:lnTo>
                      <a:pt x="7039" y="2002"/>
                    </a:lnTo>
                    <a:lnTo>
                      <a:pt x="8040" y="2002"/>
                    </a:lnTo>
                    <a:lnTo>
                      <a:pt x="8040" y="3003"/>
                    </a:lnTo>
                    <a:lnTo>
                      <a:pt x="8040" y="4037"/>
                    </a:lnTo>
                    <a:lnTo>
                      <a:pt x="8040" y="5038"/>
                    </a:lnTo>
                    <a:lnTo>
                      <a:pt x="8040" y="6038"/>
                    </a:lnTo>
                    <a:lnTo>
                      <a:pt x="7039" y="6038"/>
                    </a:lnTo>
                    <a:lnTo>
                      <a:pt x="7039" y="7039"/>
                    </a:lnTo>
                    <a:lnTo>
                      <a:pt x="6038" y="7039"/>
                    </a:lnTo>
                    <a:lnTo>
                      <a:pt x="6038" y="8040"/>
                    </a:lnTo>
                    <a:lnTo>
                      <a:pt x="5038" y="8040"/>
                    </a:lnTo>
                    <a:lnTo>
                      <a:pt x="5038" y="9040"/>
                    </a:lnTo>
                    <a:lnTo>
                      <a:pt x="5038" y="10041"/>
                    </a:lnTo>
                    <a:lnTo>
                      <a:pt x="5038" y="11042"/>
                    </a:lnTo>
                    <a:lnTo>
                      <a:pt x="8040" y="11042"/>
                    </a:lnTo>
                    <a:lnTo>
                      <a:pt x="8040" y="10041"/>
                    </a:lnTo>
                    <a:lnTo>
                      <a:pt x="8040" y="9040"/>
                    </a:lnTo>
                    <a:lnTo>
                      <a:pt x="8040" y="8040"/>
                    </a:lnTo>
                    <a:lnTo>
                      <a:pt x="9041" y="8040"/>
                    </a:lnTo>
                    <a:lnTo>
                      <a:pt x="9041" y="7039"/>
                    </a:lnTo>
                    <a:lnTo>
                      <a:pt x="10041" y="7039"/>
                    </a:lnTo>
                    <a:lnTo>
                      <a:pt x="10041" y="6038"/>
                    </a:lnTo>
                    <a:lnTo>
                      <a:pt x="11042" y="6038"/>
                    </a:lnTo>
                    <a:lnTo>
                      <a:pt x="11042" y="5038"/>
                    </a:lnTo>
                    <a:lnTo>
                      <a:pt x="11042" y="4037"/>
                    </a:lnTo>
                    <a:lnTo>
                      <a:pt x="11042" y="3003"/>
                    </a:lnTo>
                    <a:lnTo>
                      <a:pt x="11042" y="2002"/>
                    </a:lnTo>
                    <a:lnTo>
                      <a:pt x="10041" y="2002"/>
                    </a:lnTo>
                    <a:lnTo>
                      <a:pt x="10041" y="1001"/>
                    </a:lnTo>
                    <a:lnTo>
                      <a:pt x="8040" y="1001"/>
                    </a:lnTo>
                    <a:lnTo>
                      <a:pt x="8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18" name="Google Shape;218;p13"/>
          <p:cNvSpPr txBox="1">
            <a:spLocks noGrp="1"/>
          </p:cNvSpPr>
          <p:nvPr>
            <p:ph type="title"/>
          </p:nvPr>
        </p:nvSpPr>
        <p:spPr>
          <a:xfrm>
            <a:off x="1407500" y="637150"/>
            <a:ext cx="4959000" cy="314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600"/>
              <a:buNone/>
              <a:defRPr sz="24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a:endParaRPr/>
          </a:p>
        </p:txBody>
      </p:sp>
      <p:sp>
        <p:nvSpPr>
          <p:cNvPr id="219" name="Google Shape;219;p13"/>
          <p:cNvSpPr txBox="1">
            <a:spLocks noGrp="1"/>
          </p:cNvSpPr>
          <p:nvPr>
            <p:ph type="title" idx="2" hasCustomPrompt="1"/>
          </p:nvPr>
        </p:nvSpPr>
        <p:spPr>
          <a:xfrm>
            <a:off x="715100" y="637150"/>
            <a:ext cx="692400" cy="314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20" name="Google Shape;220;p13"/>
          <p:cNvSpPr txBox="1">
            <a:spLocks noGrp="1"/>
          </p:cNvSpPr>
          <p:nvPr>
            <p:ph type="subTitle" idx="1"/>
          </p:nvPr>
        </p:nvSpPr>
        <p:spPr>
          <a:xfrm>
            <a:off x="722600" y="1019450"/>
            <a:ext cx="5640900" cy="198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5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21" name="Google Shape;221;p13"/>
          <p:cNvSpPr txBox="1">
            <a:spLocks noGrp="1"/>
          </p:cNvSpPr>
          <p:nvPr>
            <p:ph type="title" idx="3"/>
          </p:nvPr>
        </p:nvSpPr>
        <p:spPr>
          <a:xfrm>
            <a:off x="1407500" y="1459300"/>
            <a:ext cx="4959000" cy="314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600"/>
              <a:buNone/>
              <a:defRPr sz="24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a:endParaRPr/>
          </a:p>
        </p:txBody>
      </p:sp>
      <p:sp>
        <p:nvSpPr>
          <p:cNvPr id="222" name="Google Shape;222;p13"/>
          <p:cNvSpPr txBox="1">
            <a:spLocks noGrp="1"/>
          </p:cNvSpPr>
          <p:nvPr>
            <p:ph type="title" idx="4" hasCustomPrompt="1"/>
          </p:nvPr>
        </p:nvSpPr>
        <p:spPr>
          <a:xfrm>
            <a:off x="718850" y="1459300"/>
            <a:ext cx="692400" cy="314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23" name="Google Shape;223;p13"/>
          <p:cNvSpPr txBox="1">
            <a:spLocks noGrp="1"/>
          </p:cNvSpPr>
          <p:nvPr>
            <p:ph type="subTitle" idx="5"/>
          </p:nvPr>
        </p:nvSpPr>
        <p:spPr>
          <a:xfrm>
            <a:off x="725560" y="1841600"/>
            <a:ext cx="5640900" cy="198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5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24" name="Google Shape;224;p13"/>
          <p:cNvSpPr txBox="1">
            <a:spLocks noGrp="1"/>
          </p:cNvSpPr>
          <p:nvPr>
            <p:ph type="title" idx="6"/>
          </p:nvPr>
        </p:nvSpPr>
        <p:spPr>
          <a:xfrm>
            <a:off x="1407500" y="2281450"/>
            <a:ext cx="4959000" cy="314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600"/>
              <a:buNone/>
              <a:defRPr sz="24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a:endParaRPr/>
          </a:p>
        </p:txBody>
      </p:sp>
      <p:sp>
        <p:nvSpPr>
          <p:cNvPr id="225" name="Google Shape;225;p13"/>
          <p:cNvSpPr txBox="1">
            <a:spLocks noGrp="1"/>
          </p:cNvSpPr>
          <p:nvPr>
            <p:ph type="title" idx="7" hasCustomPrompt="1"/>
          </p:nvPr>
        </p:nvSpPr>
        <p:spPr>
          <a:xfrm>
            <a:off x="718850" y="2281450"/>
            <a:ext cx="692400" cy="314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26" name="Google Shape;226;p13"/>
          <p:cNvSpPr txBox="1">
            <a:spLocks noGrp="1"/>
          </p:cNvSpPr>
          <p:nvPr>
            <p:ph type="subTitle" idx="8"/>
          </p:nvPr>
        </p:nvSpPr>
        <p:spPr>
          <a:xfrm>
            <a:off x="725560" y="2663750"/>
            <a:ext cx="5640900" cy="198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5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27" name="Google Shape;227;p13"/>
          <p:cNvSpPr txBox="1">
            <a:spLocks noGrp="1"/>
          </p:cNvSpPr>
          <p:nvPr>
            <p:ph type="title" idx="9"/>
          </p:nvPr>
        </p:nvSpPr>
        <p:spPr>
          <a:xfrm>
            <a:off x="1407500" y="3179800"/>
            <a:ext cx="4959000" cy="314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600"/>
              <a:buNone/>
              <a:defRPr sz="24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a:endParaRPr/>
          </a:p>
        </p:txBody>
      </p:sp>
      <p:sp>
        <p:nvSpPr>
          <p:cNvPr id="228" name="Google Shape;228;p13"/>
          <p:cNvSpPr txBox="1">
            <a:spLocks noGrp="1"/>
          </p:cNvSpPr>
          <p:nvPr>
            <p:ph type="title" idx="13" hasCustomPrompt="1"/>
          </p:nvPr>
        </p:nvSpPr>
        <p:spPr>
          <a:xfrm>
            <a:off x="718850" y="3179800"/>
            <a:ext cx="692400" cy="314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29" name="Google Shape;229;p13"/>
          <p:cNvSpPr txBox="1">
            <a:spLocks noGrp="1"/>
          </p:cNvSpPr>
          <p:nvPr>
            <p:ph type="subTitle" idx="14"/>
          </p:nvPr>
        </p:nvSpPr>
        <p:spPr>
          <a:xfrm>
            <a:off x="725560" y="3562100"/>
            <a:ext cx="5640900" cy="198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5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30" name="Google Shape;230;p13"/>
          <p:cNvSpPr txBox="1">
            <a:spLocks noGrp="1"/>
          </p:cNvSpPr>
          <p:nvPr>
            <p:ph type="title" idx="15"/>
          </p:nvPr>
        </p:nvSpPr>
        <p:spPr>
          <a:xfrm>
            <a:off x="1407500" y="4001950"/>
            <a:ext cx="4959000" cy="314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2600"/>
              <a:buNone/>
              <a:defRPr sz="24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a:endParaRPr/>
          </a:p>
        </p:txBody>
      </p:sp>
      <p:sp>
        <p:nvSpPr>
          <p:cNvPr id="231" name="Google Shape;231;p13"/>
          <p:cNvSpPr txBox="1">
            <a:spLocks noGrp="1"/>
          </p:cNvSpPr>
          <p:nvPr>
            <p:ph type="title" idx="16" hasCustomPrompt="1"/>
          </p:nvPr>
        </p:nvSpPr>
        <p:spPr>
          <a:xfrm>
            <a:off x="718850" y="4001950"/>
            <a:ext cx="692400" cy="3147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32" name="Google Shape;232;p13"/>
          <p:cNvSpPr txBox="1">
            <a:spLocks noGrp="1"/>
          </p:cNvSpPr>
          <p:nvPr>
            <p:ph type="subTitle" idx="17"/>
          </p:nvPr>
        </p:nvSpPr>
        <p:spPr>
          <a:xfrm>
            <a:off x="725560" y="4384250"/>
            <a:ext cx="5640900" cy="198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5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252"/>
        <p:cNvGrpSpPr/>
        <p:nvPr/>
      </p:nvGrpSpPr>
      <p:grpSpPr>
        <a:xfrm>
          <a:off x="0" y="0"/>
          <a:ext cx="0" cy="0"/>
          <a:chOff x="0" y="0"/>
          <a:chExt cx="0" cy="0"/>
        </a:xfrm>
      </p:grpSpPr>
      <p:grpSp>
        <p:nvGrpSpPr>
          <p:cNvPr id="253" name="Google Shape;253;p15"/>
          <p:cNvGrpSpPr/>
          <p:nvPr/>
        </p:nvGrpSpPr>
        <p:grpSpPr>
          <a:xfrm>
            <a:off x="69150" y="137187"/>
            <a:ext cx="9031450" cy="282372"/>
            <a:chOff x="69150" y="137187"/>
            <a:chExt cx="9031450" cy="282372"/>
          </a:xfrm>
        </p:grpSpPr>
        <p:cxnSp>
          <p:nvCxnSpPr>
            <p:cNvPr id="254" name="Google Shape;254;p15"/>
            <p:cNvCxnSpPr/>
            <p:nvPr/>
          </p:nvCxnSpPr>
          <p:spPr>
            <a:xfrm>
              <a:off x="78700" y="278373"/>
              <a:ext cx="9021900" cy="0"/>
            </a:xfrm>
            <a:prstGeom prst="straightConnector1">
              <a:avLst/>
            </a:prstGeom>
            <a:noFill/>
            <a:ln w="9525" cap="flat" cmpd="sng">
              <a:solidFill>
                <a:schemeClr val="dk1"/>
              </a:solidFill>
              <a:prstDash val="solid"/>
              <a:round/>
              <a:headEnd type="none" w="med" len="med"/>
              <a:tailEnd type="none" w="med" len="med"/>
            </a:ln>
          </p:spPr>
        </p:cxnSp>
        <p:cxnSp>
          <p:nvCxnSpPr>
            <p:cNvPr id="255" name="Google Shape;255;p15"/>
            <p:cNvCxnSpPr/>
            <p:nvPr/>
          </p:nvCxnSpPr>
          <p:spPr>
            <a:xfrm>
              <a:off x="69150" y="207780"/>
              <a:ext cx="9021900" cy="0"/>
            </a:xfrm>
            <a:prstGeom prst="straightConnector1">
              <a:avLst/>
            </a:prstGeom>
            <a:noFill/>
            <a:ln w="9525" cap="flat" cmpd="sng">
              <a:solidFill>
                <a:schemeClr val="dk1"/>
              </a:solidFill>
              <a:prstDash val="solid"/>
              <a:round/>
              <a:headEnd type="none" w="med" len="med"/>
              <a:tailEnd type="none" w="med" len="med"/>
            </a:ln>
          </p:spPr>
        </p:cxnSp>
        <p:cxnSp>
          <p:nvCxnSpPr>
            <p:cNvPr id="256" name="Google Shape;256;p15"/>
            <p:cNvCxnSpPr/>
            <p:nvPr/>
          </p:nvCxnSpPr>
          <p:spPr>
            <a:xfrm>
              <a:off x="73925" y="137187"/>
              <a:ext cx="9021900" cy="0"/>
            </a:xfrm>
            <a:prstGeom prst="straightConnector1">
              <a:avLst/>
            </a:prstGeom>
            <a:noFill/>
            <a:ln w="9525" cap="flat" cmpd="sng">
              <a:solidFill>
                <a:schemeClr val="dk1"/>
              </a:solidFill>
              <a:prstDash val="solid"/>
              <a:round/>
              <a:headEnd type="none" w="med" len="med"/>
              <a:tailEnd type="none" w="med" len="med"/>
            </a:ln>
          </p:spPr>
        </p:cxnSp>
        <p:cxnSp>
          <p:nvCxnSpPr>
            <p:cNvPr id="257" name="Google Shape;257;p15"/>
            <p:cNvCxnSpPr/>
            <p:nvPr/>
          </p:nvCxnSpPr>
          <p:spPr>
            <a:xfrm>
              <a:off x="78700" y="419559"/>
              <a:ext cx="9021900" cy="0"/>
            </a:xfrm>
            <a:prstGeom prst="straightConnector1">
              <a:avLst/>
            </a:prstGeom>
            <a:noFill/>
            <a:ln w="9525" cap="flat" cmpd="sng">
              <a:solidFill>
                <a:schemeClr val="dk1"/>
              </a:solidFill>
              <a:prstDash val="solid"/>
              <a:round/>
              <a:headEnd type="none" w="med" len="med"/>
              <a:tailEnd type="none" w="med" len="med"/>
            </a:ln>
          </p:spPr>
        </p:cxnSp>
        <p:cxnSp>
          <p:nvCxnSpPr>
            <p:cNvPr id="258" name="Google Shape;258;p15"/>
            <p:cNvCxnSpPr/>
            <p:nvPr/>
          </p:nvCxnSpPr>
          <p:spPr>
            <a:xfrm>
              <a:off x="78700" y="348966"/>
              <a:ext cx="9021900" cy="0"/>
            </a:xfrm>
            <a:prstGeom prst="straightConnector1">
              <a:avLst/>
            </a:prstGeom>
            <a:noFill/>
            <a:ln w="9525" cap="flat" cmpd="sng">
              <a:solidFill>
                <a:schemeClr val="dk1"/>
              </a:solidFill>
              <a:prstDash val="solid"/>
              <a:round/>
              <a:headEnd type="none" w="med" len="med"/>
              <a:tailEnd type="none" w="med" len="med"/>
            </a:ln>
          </p:spPr>
        </p:cxnSp>
      </p:grpSp>
      <p:sp>
        <p:nvSpPr>
          <p:cNvPr id="259" name="Google Shape;259;p15"/>
          <p:cNvSpPr/>
          <p:nvPr/>
        </p:nvSpPr>
        <p:spPr>
          <a:xfrm>
            <a:off x="70625" y="64225"/>
            <a:ext cx="9028500" cy="5028000"/>
          </a:xfrm>
          <a:prstGeom prst="roundRect">
            <a:avLst>
              <a:gd name="adj" fmla="val 2044"/>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0" name="Google Shape;260;p15"/>
          <p:cNvGrpSpPr/>
          <p:nvPr/>
        </p:nvGrpSpPr>
        <p:grpSpPr>
          <a:xfrm>
            <a:off x="234375" y="117804"/>
            <a:ext cx="256800" cy="256800"/>
            <a:chOff x="234375" y="110636"/>
            <a:chExt cx="256800" cy="256800"/>
          </a:xfrm>
        </p:grpSpPr>
        <p:sp>
          <p:nvSpPr>
            <p:cNvPr id="261" name="Google Shape;261;p15"/>
            <p:cNvSpPr/>
            <p:nvPr/>
          </p:nvSpPr>
          <p:spPr>
            <a:xfrm>
              <a:off x="234375" y="110636"/>
              <a:ext cx="256800" cy="2568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5"/>
            <p:cNvSpPr/>
            <p:nvPr/>
          </p:nvSpPr>
          <p:spPr>
            <a:xfrm>
              <a:off x="234375" y="110636"/>
              <a:ext cx="256800" cy="256800"/>
            </a:xfrm>
            <a:prstGeom prst="mathMultiply">
              <a:avLst>
                <a:gd name="adj1" fmla="val 23520"/>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63" name="Google Shape;263;p15"/>
          <p:cNvCxnSpPr/>
          <p:nvPr/>
        </p:nvCxnSpPr>
        <p:spPr>
          <a:xfrm>
            <a:off x="73925" y="5008650"/>
            <a:ext cx="9021900" cy="0"/>
          </a:xfrm>
          <a:prstGeom prst="straightConnector1">
            <a:avLst/>
          </a:prstGeom>
          <a:noFill/>
          <a:ln w="9525" cap="flat" cmpd="sng">
            <a:solidFill>
              <a:schemeClr val="dk1"/>
            </a:solidFill>
            <a:prstDash val="solid"/>
            <a:round/>
            <a:headEnd type="none" w="med" len="med"/>
            <a:tailEnd type="none" w="med" len="med"/>
          </a:ln>
        </p:spPr>
      </p:cxnSp>
      <p:grpSp>
        <p:nvGrpSpPr>
          <p:cNvPr id="264" name="Google Shape;264;p15"/>
          <p:cNvGrpSpPr/>
          <p:nvPr/>
        </p:nvGrpSpPr>
        <p:grpSpPr>
          <a:xfrm>
            <a:off x="6760300" y="117804"/>
            <a:ext cx="2161200" cy="256800"/>
            <a:chOff x="6760300" y="96350"/>
            <a:chExt cx="2161200" cy="256800"/>
          </a:xfrm>
        </p:grpSpPr>
        <p:sp>
          <p:nvSpPr>
            <p:cNvPr id="265" name="Google Shape;265;p15"/>
            <p:cNvSpPr/>
            <p:nvPr/>
          </p:nvSpPr>
          <p:spPr>
            <a:xfrm>
              <a:off x="6760300" y="96350"/>
              <a:ext cx="2161200" cy="2568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6" name="Google Shape;266;p15"/>
            <p:cNvGrpSpPr/>
            <p:nvPr/>
          </p:nvGrpSpPr>
          <p:grpSpPr>
            <a:xfrm>
              <a:off x="8683881" y="115948"/>
              <a:ext cx="159362" cy="217605"/>
              <a:chOff x="2025348" y="3145361"/>
              <a:chExt cx="406327" cy="554831"/>
            </a:xfrm>
          </p:grpSpPr>
          <p:sp>
            <p:nvSpPr>
              <p:cNvPr id="267" name="Google Shape;267;p15"/>
              <p:cNvSpPr/>
              <p:nvPr/>
            </p:nvSpPr>
            <p:spPr>
              <a:xfrm>
                <a:off x="2173889" y="3589660"/>
                <a:ext cx="184122" cy="110532"/>
              </a:xfrm>
              <a:custGeom>
                <a:avLst/>
                <a:gdLst/>
                <a:ahLst/>
                <a:cxnLst/>
                <a:rect l="l" t="t" r="r" b="b"/>
                <a:pathLst>
                  <a:path w="5004" h="3004" extrusionOk="0">
                    <a:moveTo>
                      <a:pt x="1001" y="1"/>
                    </a:moveTo>
                    <a:lnTo>
                      <a:pt x="1001" y="1002"/>
                    </a:lnTo>
                    <a:lnTo>
                      <a:pt x="0" y="1002"/>
                    </a:lnTo>
                    <a:lnTo>
                      <a:pt x="0" y="2002"/>
                    </a:lnTo>
                    <a:lnTo>
                      <a:pt x="1001" y="2002"/>
                    </a:lnTo>
                    <a:lnTo>
                      <a:pt x="1001" y="3003"/>
                    </a:lnTo>
                    <a:lnTo>
                      <a:pt x="4003" y="3003"/>
                    </a:lnTo>
                    <a:lnTo>
                      <a:pt x="4003" y="2002"/>
                    </a:lnTo>
                    <a:lnTo>
                      <a:pt x="5004" y="2002"/>
                    </a:lnTo>
                    <a:lnTo>
                      <a:pt x="5004" y="1002"/>
                    </a:lnTo>
                    <a:lnTo>
                      <a:pt x="4003" y="1002"/>
                    </a:lnTo>
                    <a:lnTo>
                      <a:pt x="40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5"/>
              <p:cNvSpPr/>
              <p:nvPr/>
            </p:nvSpPr>
            <p:spPr>
              <a:xfrm>
                <a:off x="2025348" y="3145361"/>
                <a:ext cx="406327" cy="406290"/>
              </a:xfrm>
              <a:custGeom>
                <a:avLst/>
                <a:gdLst/>
                <a:ahLst/>
                <a:cxnLst/>
                <a:rect l="l" t="t" r="r" b="b"/>
                <a:pathLst>
                  <a:path w="11043" h="11042" extrusionOk="0">
                    <a:moveTo>
                      <a:pt x="3003" y="1"/>
                    </a:moveTo>
                    <a:lnTo>
                      <a:pt x="3003" y="1001"/>
                    </a:lnTo>
                    <a:lnTo>
                      <a:pt x="1002" y="1001"/>
                    </a:lnTo>
                    <a:lnTo>
                      <a:pt x="1002" y="2002"/>
                    </a:lnTo>
                    <a:lnTo>
                      <a:pt x="1" y="2002"/>
                    </a:lnTo>
                    <a:lnTo>
                      <a:pt x="1" y="3003"/>
                    </a:lnTo>
                    <a:lnTo>
                      <a:pt x="1" y="4037"/>
                    </a:lnTo>
                    <a:lnTo>
                      <a:pt x="1" y="5038"/>
                    </a:lnTo>
                    <a:lnTo>
                      <a:pt x="1" y="6038"/>
                    </a:lnTo>
                    <a:lnTo>
                      <a:pt x="3003" y="6038"/>
                    </a:lnTo>
                    <a:lnTo>
                      <a:pt x="3003" y="5038"/>
                    </a:lnTo>
                    <a:lnTo>
                      <a:pt x="3003" y="4037"/>
                    </a:lnTo>
                    <a:lnTo>
                      <a:pt x="3003" y="3003"/>
                    </a:lnTo>
                    <a:lnTo>
                      <a:pt x="3003" y="2002"/>
                    </a:lnTo>
                    <a:lnTo>
                      <a:pt x="4037" y="2002"/>
                    </a:lnTo>
                    <a:lnTo>
                      <a:pt x="4037" y="1001"/>
                    </a:lnTo>
                    <a:lnTo>
                      <a:pt x="7039" y="1001"/>
                    </a:lnTo>
                    <a:lnTo>
                      <a:pt x="7039" y="2002"/>
                    </a:lnTo>
                    <a:lnTo>
                      <a:pt x="8040" y="2002"/>
                    </a:lnTo>
                    <a:lnTo>
                      <a:pt x="8040" y="3003"/>
                    </a:lnTo>
                    <a:lnTo>
                      <a:pt x="8040" y="4037"/>
                    </a:lnTo>
                    <a:lnTo>
                      <a:pt x="8040" y="5038"/>
                    </a:lnTo>
                    <a:lnTo>
                      <a:pt x="8040" y="6038"/>
                    </a:lnTo>
                    <a:lnTo>
                      <a:pt x="7039" y="6038"/>
                    </a:lnTo>
                    <a:lnTo>
                      <a:pt x="7039" y="7039"/>
                    </a:lnTo>
                    <a:lnTo>
                      <a:pt x="6038" y="7039"/>
                    </a:lnTo>
                    <a:lnTo>
                      <a:pt x="6038" y="8040"/>
                    </a:lnTo>
                    <a:lnTo>
                      <a:pt x="5038" y="8040"/>
                    </a:lnTo>
                    <a:lnTo>
                      <a:pt x="5038" y="9040"/>
                    </a:lnTo>
                    <a:lnTo>
                      <a:pt x="5038" y="10041"/>
                    </a:lnTo>
                    <a:lnTo>
                      <a:pt x="5038" y="11042"/>
                    </a:lnTo>
                    <a:lnTo>
                      <a:pt x="8040" y="11042"/>
                    </a:lnTo>
                    <a:lnTo>
                      <a:pt x="8040" y="10041"/>
                    </a:lnTo>
                    <a:lnTo>
                      <a:pt x="8040" y="9040"/>
                    </a:lnTo>
                    <a:lnTo>
                      <a:pt x="8040" y="8040"/>
                    </a:lnTo>
                    <a:lnTo>
                      <a:pt x="9041" y="8040"/>
                    </a:lnTo>
                    <a:lnTo>
                      <a:pt x="9041" y="7039"/>
                    </a:lnTo>
                    <a:lnTo>
                      <a:pt x="10041" y="7039"/>
                    </a:lnTo>
                    <a:lnTo>
                      <a:pt x="10041" y="6038"/>
                    </a:lnTo>
                    <a:lnTo>
                      <a:pt x="11042" y="6038"/>
                    </a:lnTo>
                    <a:lnTo>
                      <a:pt x="11042" y="5038"/>
                    </a:lnTo>
                    <a:lnTo>
                      <a:pt x="11042" y="4037"/>
                    </a:lnTo>
                    <a:lnTo>
                      <a:pt x="11042" y="3003"/>
                    </a:lnTo>
                    <a:lnTo>
                      <a:pt x="11042" y="2002"/>
                    </a:lnTo>
                    <a:lnTo>
                      <a:pt x="10041" y="2002"/>
                    </a:lnTo>
                    <a:lnTo>
                      <a:pt x="10041" y="1001"/>
                    </a:lnTo>
                    <a:lnTo>
                      <a:pt x="8040" y="1001"/>
                    </a:lnTo>
                    <a:lnTo>
                      <a:pt x="8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9" name="Google Shape;269;p15"/>
          <p:cNvSpPr txBox="1">
            <a:spLocks noGrp="1"/>
          </p:cNvSpPr>
          <p:nvPr>
            <p:ph type="subTitle" idx="1"/>
          </p:nvPr>
        </p:nvSpPr>
        <p:spPr>
          <a:xfrm>
            <a:off x="1844400" y="2739675"/>
            <a:ext cx="5455200" cy="693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5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0" name="Google Shape;270;p15"/>
          <p:cNvSpPr txBox="1">
            <a:spLocks noGrp="1"/>
          </p:cNvSpPr>
          <p:nvPr>
            <p:ph type="title"/>
          </p:nvPr>
        </p:nvSpPr>
        <p:spPr>
          <a:xfrm>
            <a:off x="1844413" y="1467150"/>
            <a:ext cx="5455200" cy="1029000"/>
          </a:xfrm>
          <a:prstGeom prst="rect">
            <a:avLst/>
          </a:prstGeom>
        </p:spPr>
        <p:txBody>
          <a:bodyPr spcFirstLastPara="1" wrap="square" lIns="91425" tIns="91425" rIns="91425" bIns="91425" anchor="ctr" anchorCtr="0">
            <a:noAutofit/>
          </a:bodyPr>
          <a:lstStyle>
            <a:lvl1pPr lvl="0" rtl="0">
              <a:spcBef>
                <a:spcPts val="0"/>
              </a:spcBef>
              <a:spcAft>
                <a:spcPts val="0"/>
              </a:spcAft>
              <a:buSzPts val="3500"/>
              <a:buNone/>
              <a:defRPr sz="11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1">
  <p:cSld name="CUSTOM_1">
    <p:spTree>
      <p:nvGrpSpPr>
        <p:cNvPr id="1" name="Shape 425"/>
        <p:cNvGrpSpPr/>
        <p:nvPr/>
      </p:nvGrpSpPr>
      <p:grpSpPr>
        <a:xfrm>
          <a:off x="0" y="0"/>
          <a:ext cx="0" cy="0"/>
          <a:chOff x="0" y="0"/>
          <a:chExt cx="0" cy="0"/>
        </a:xfrm>
      </p:grpSpPr>
      <p:grpSp>
        <p:nvGrpSpPr>
          <p:cNvPr id="426" name="Google Shape;426;p22"/>
          <p:cNvGrpSpPr/>
          <p:nvPr/>
        </p:nvGrpSpPr>
        <p:grpSpPr>
          <a:xfrm>
            <a:off x="69150" y="137187"/>
            <a:ext cx="9031450" cy="282372"/>
            <a:chOff x="69150" y="137187"/>
            <a:chExt cx="9031450" cy="282372"/>
          </a:xfrm>
        </p:grpSpPr>
        <p:cxnSp>
          <p:nvCxnSpPr>
            <p:cNvPr id="427" name="Google Shape;427;p22"/>
            <p:cNvCxnSpPr/>
            <p:nvPr/>
          </p:nvCxnSpPr>
          <p:spPr>
            <a:xfrm>
              <a:off x="78700" y="278373"/>
              <a:ext cx="9021900" cy="0"/>
            </a:xfrm>
            <a:prstGeom prst="straightConnector1">
              <a:avLst/>
            </a:prstGeom>
            <a:noFill/>
            <a:ln w="9525" cap="flat" cmpd="sng">
              <a:solidFill>
                <a:schemeClr val="dk1"/>
              </a:solidFill>
              <a:prstDash val="solid"/>
              <a:round/>
              <a:headEnd type="none" w="med" len="med"/>
              <a:tailEnd type="none" w="med" len="med"/>
            </a:ln>
          </p:spPr>
        </p:cxnSp>
        <p:cxnSp>
          <p:nvCxnSpPr>
            <p:cNvPr id="428" name="Google Shape;428;p22"/>
            <p:cNvCxnSpPr/>
            <p:nvPr/>
          </p:nvCxnSpPr>
          <p:spPr>
            <a:xfrm>
              <a:off x="69150" y="207780"/>
              <a:ext cx="9021900" cy="0"/>
            </a:xfrm>
            <a:prstGeom prst="straightConnector1">
              <a:avLst/>
            </a:prstGeom>
            <a:noFill/>
            <a:ln w="9525" cap="flat" cmpd="sng">
              <a:solidFill>
                <a:schemeClr val="dk1"/>
              </a:solidFill>
              <a:prstDash val="solid"/>
              <a:round/>
              <a:headEnd type="none" w="med" len="med"/>
              <a:tailEnd type="none" w="med" len="med"/>
            </a:ln>
          </p:spPr>
        </p:cxnSp>
        <p:cxnSp>
          <p:nvCxnSpPr>
            <p:cNvPr id="429" name="Google Shape;429;p22"/>
            <p:cNvCxnSpPr/>
            <p:nvPr/>
          </p:nvCxnSpPr>
          <p:spPr>
            <a:xfrm>
              <a:off x="73925" y="137187"/>
              <a:ext cx="9021900" cy="0"/>
            </a:xfrm>
            <a:prstGeom prst="straightConnector1">
              <a:avLst/>
            </a:prstGeom>
            <a:noFill/>
            <a:ln w="9525" cap="flat" cmpd="sng">
              <a:solidFill>
                <a:schemeClr val="dk1"/>
              </a:solidFill>
              <a:prstDash val="solid"/>
              <a:round/>
              <a:headEnd type="none" w="med" len="med"/>
              <a:tailEnd type="none" w="med" len="med"/>
            </a:ln>
          </p:spPr>
        </p:cxnSp>
        <p:cxnSp>
          <p:nvCxnSpPr>
            <p:cNvPr id="430" name="Google Shape;430;p22"/>
            <p:cNvCxnSpPr/>
            <p:nvPr/>
          </p:nvCxnSpPr>
          <p:spPr>
            <a:xfrm>
              <a:off x="78700" y="419559"/>
              <a:ext cx="9021900" cy="0"/>
            </a:xfrm>
            <a:prstGeom prst="straightConnector1">
              <a:avLst/>
            </a:prstGeom>
            <a:noFill/>
            <a:ln w="9525" cap="flat" cmpd="sng">
              <a:solidFill>
                <a:schemeClr val="dk1"/>
              </a:solidFill>
              <a:prstDash val="solid"/>
              <a:round/>
              <a:headEnd type="none" w="med" len="med"/>
              <a:tailEnd type="none" w="med" len="med"/>
            </a:ln>
          </p:spPr>
        </p:cxnSp>
        <p:cxnSp>
          <p:nvCxnSpPr>
            <p:cNvPr id="431" name="Google Shape;431;p22"/>
            <p:cNvCxnSpPr/>
            <p:nvPr/>
          </p:nvCxnSpPr>
          <p:spPr>
            <a:xfrm>
              <a:off x="78700" y="348966"/>
              <a:ext cx="9021900" cy="0"/>
            </a:xfrm>
            <a:prstGeom prst="straightConnector1">
              <a:avLst/>
            </a:prstGeom>
            <a:noFill/>
            <a:ln w="9525" cap="flat" cmpd="sng">
              <a:solidFill>
                <a:schemeClr val="dk1"/>
              </a:solidFill>
              <a:prstDash val="solid"/>
              <a:round/>
              <a:headEnd type="none" w="med" len="med"/>
              <a:tailEnd type="none" w="med" len="med"/>
            </a:ln>
          </p:spPr>
        </p:cxnSp>
      </p:grpSp>
      <p:sp>
        <p:nvSpPr>
          <p:cNvPr id="432" name="Google Shape;432;p22"/>
          <p:cNvSpPr/>
          <p:nvPr/>
        </p:nvSpPr>
        <p:spPr>
          <a:xfrm>
            <a:off x="70625" y="64225"/>
            <a:ext cx="9028500" cy="5028000"/>
          </a:xfrm>
          <a:prstGeom prst="roundRect">
            <a:avLst>
              <a:gd name="adj" fmla="val 2044"/>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3" name="Google Shape;433;p22"/>
          <p:cNvGrpSpPr/>
          <p:nvPr/>
        </p:nvGrpSpPr>
        <p:grpSpPr>
          <a:xfrm>
            <a:off x="234375" y="117804"/>
            <a:ext cx="256800" cy="256800"/>
            <a:chOff x="234375" y="110636"/>
            <a:chExt cx="256800" cy="256800"/>
          </a:xfrm>
        </p:grpSpPr>
        <p:sp>
          <p:nvSpPr>
            <p:cNvPr id="434" name="Google Shape;434;p22"/>
            <p:cNvSpPr/>
            <p:nvPr/>
          </p:nvSpPr>
          <p:spPr>
            <a:xfrm>
              <a:off x="234375" y="110636"/>
              <a:ext cx="256800" cy="2568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2"/>
            <p:cNvSpPr/>
            <p:nvPr/>
          </p:nvSpPr>
          <p:spPr>
            <a:xfrm>
              <a:off x="234375" y="110636"/>
              <a:ext cx="256800" cy="256800"/>
            </a:xfrm>
            <a:prstGeom prst="mathMultiply">
              <a:avLst>
                <a:gd name="adj1" fmla="val 23520"/>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36" name="Google Shape;436;p22"/>
          <p:cNvCxnSpPr/>
          <p:nvPr/>
        </p:nvCxnSpPr>
        <p:spPr>
          <a:xfrm>
            <a:off x="73925" y="5008650"/>
            <a:ext cx="9021900" cy="0"/>
          </a:xfrm>
          <a:prstGeom prst="straightConnector1">
            <a:avLst/>
          </a:prstGeom>
          <a:noFill/>
          <a:ln w="9525" cap="flat" cmpd="sng">
            <a:solidFill>
              <a:schemeClr val="dk1"/>
            </a:solidFill>
            <a:prstDash val="solid"/>
            <a:round/>
            <a:headEnd type="none" w="med" len="med"/>
            <a:tailEnd type="none" w="med" len="med"/>
          </a:ln>
        </p:spPr>
      </p:cxnSp>
      <p:grpSp>
        <p:nvGrpSpPr>
          <p:cNvPr id="437" name="Google Shape;437;p22"/>
          <p:cNvGrpSpPr/>
          <p:nvPr/>
        </p:nvGrpSpPr>
        <p:grpSpPr>
          <a:xfrm>
            <a:off x="6760300" y="117804"/>
            <a:ext cx="2161200" cy="256800"/>
            <a:chOff x="6760300" y="96350"/>
            <a:chExt cx="2161200" cy="256800"/>
          </a:xfrm>
        </p:grpSpPr>
        <p:sp>
          <p:nvSpPr>
            <p:cNvPr id="438" name="Google Shape;438;p22"/>
            <p:cNvSpPr/>
            <p:nvPr/>
          </p:nvSpPr>
          <p:spPr>
            <a:xfrm>
              <a:off x="6760300" y="96350"/>
              <a:ext cx="2161200" cy="2568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9" name="Google Shape;439;p22"/>
            <p:cNvGrpSpPr/>
            <p:nvPr/>
          </p:nvGrpSpPr>
          <p:grpSpPr>
            <a:xfrm>
              <a:off x="8683881" y="115948"/>
              <a:ext cx="159362" cy="217605"/>
              <a:chOff x="2025348" y="3145361"/>
              <a:chExt cx="406327" cy="554831"/>
            </a:xfrm>
          </p:grpSpPr>
          <p:sp>
            <p:nvSpPr>
              <p:cNvPr id="440" name="Google Shape;440;p22"/>
              <p:cNvSpPr/>
              <p:nvPr/>
            </p:nvSpPr>
            <p:spPr>
              <a:xfrm>
                <a:off x="2173889" y="3589660"/>
                <a:ext cx="184122" cy="110532"/>
              </a:xfrm>
              <a:custGeom>
                <a:avLst/>
                <a:gdLst/>
                <a:ahLst/>
                <a:cxnLst/>
                <a:rect l="l" t="t" r="r" b="b"/>
                <a:pathLst>
                  <a:path w="5004" h="3004" extrusionOk="0">
                    <a:moveTo>
                      <a:pt x="1001" y="1"/>
                    </a:moveTo>
                    <a:lnTo>
                      <a:pt x="1001" y="1002"/>
                    </a:lnTo>
                    <a:lnTo>
                      <a:pt x="0" y="1002"/>
                    </a:lnTo>
                    <a:lnTo>
                      <a:pt x="0" y="2002"/>
                    </a:lnTo>
                    <a:lnTo>
                      <a:pt x="1001" y="2002"/>
                    </a:lnTo>
                    <a:lnTo>
                      <a:pt x="1001" y="3003"/>
                    </a:lnTo>
                    <a:lnTo>
                      <a:pt x="4003" y="3003"/>
                    </a:lnTo>
                    <a:lnTo>
                      <a:pt x="4003" y="2002"/>
                    </a:lnTo>
                    <a:lnTo>
                      <a:pt x="5004" y="2002"/>
                    </a:lnTo>
                    <a:lnTo>
                      <a:pt x="5004" y="1002"/>
                    </a:lnTo>
                    <a:lnTo>
                      <a:pt x="4003" y="1002"/>
                    </a:lnTo>
                    <a:lnTo>
                      <a:pt x="40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2"/>
              <p:cNvSpPr/>
              <p:nvPr/>
            </p:nvSpPr>
            <p:spPr>
              <a:xfrm>
                <a:off x="2025348" y="3145361"/>
                <a:ext cx="406327" cy="406290"/>
              </a:xfrm>
              <a:custGeom>
                <a:avLst/>
                <a:gdLst/>
                <a:ahLst/>
                <a:cxnLst/>
                <a:rect l="l" t="t" r="r" b="b"/>
                <a:pathLst>
                  <a:path w="11043" h="11042" extrusionOk="0">
                    <a:moveTo>
                      <a:pt x="3003" y="1"/>
                    </a:moveTo>
                    <a:lnTo>
                      <a:pt x="3003" y="1001"/>
                    </a:lnTo>
                    <a:lnTo>
                      <a:pt x="1002" y="1001"/>
                    </a:lnTo>
                    <a:lnTo>
                      <a:pt x="1002" y="2002"/>
                    </a:lnTo>
                    <a:lnTo>
                      <a:pt x="1" y="2002"/>
                    </a:lnTo>
                    <a:lnTo>
                      <a:pt x="1" y="3003"/>
                    </a:lnTo>
                    <a:lnTo>
                      <a:pt x="1" y="4037"/>
                    </a:lnTo>
                    <a:lnTo>
                      <a:pt x="1" y="5038"/>
                    </a:lnTo>
                    <a:lnTo>
                      <a:pt x="1" y="6038"/>
                    </a:lnTo>
                    <a:lnTo>
                      <a:pt x="3003" y="6038"/>
                    </a:lnTo>
                    <a:lnTo>
                      <a:pt x="3003" y="5038"/>
                    </a:lnTo>
                    <a:lnTo>
                      <a:pt x="3003" y="4037"/>
                    </a:lnTo>
                    <a:lnTo>
                      <a:pt x="3003" y="3003"/>
                    </a:lnTo>
                    <a:lnTo>
                      <a:pt x="3003" y="2002"/>
                    </a:lnTo>
                    <a:lnTo>
                      <a:pt x="4037" y="2002"/>
                    </a:lnTo>
                    <a:lnTo>
                      <a:pt x="4037" y="1001"/>
                    </a:lnTo>
                    <a:lnTo>
                      <a:pt x="7039" y="1001"/>
                    </a:lnTo>
                    <a:lnTo>
                      <a:pt x="7039" y="2002"/>
                    </a:lnTo>
                    <a:lnTo>
                      <a:pt x="8040" y="2002"/>
                    </a:lnTo>
                    <a:lnTo>
                      <a:pt x="8040" y="3003"/>
                    </a:lnTo>
                    <a:lnTo>
                      <a:pt x="8040" y="4037"/>
                    </a:lnTo>
                    <a:lnTo>
                      <a:pt x="8040" y="5038"/>
                    </a:lnTo>
                    <a:lnTo>
                      <a:pt x="8040" y="6038"/>
                    </a:lnTo>
                    <a:lnTo>
                      <a:pt x="7039" y="6038"/>
                    </a:lnTo>
                    <a:lnTo>
                      <a:pt x="7039" y="7039"/>
                    </a:lnTo>
                    <a:lnTo>
                      <a:pt x="6038" y="7039"/>
                    </a:lnTo>
                    <a:lnTo>
                      <a:pt x="6038" y="8040"/>
                    </a:lnTo>
                    <a:lnTo>
                      <a:pt x="5038" y="8040"/>
                    </a:lnTo>
                    <a:lnTo>
                      <a:pt x="5038" y="9040"/>
                    </a:lnTo>
                    <a:lnTo>
                      <a:pt x="5038" y="10041"/>
                    </a:lnTo>
                    <a:lnTo>
                      <a:pt x="5038" y="11042"/>
                    </a:lnTo>
                    <a:lnTo>
                      <a:pt x="8040" y="11042"/>
                    </a:lnTo>
                    <a:lnTo>
                      <a:pt x="8040" y="10041"/>
                    </a:lnTo>
                    <a:lnTo>
                      <a:pt x="8040" y="9040"/>
                    </a:lnTo>
                    <a:lnTo>
                      <a:pt x="8040" y="8040"/>
                    </a:lnTo>
                    <a:lnTo>
                      <a:pt x="9041" y="8040"/>
                    </a:lnTo>
                    <a:lnTo>
                      <a:pt x="9041" y="7039"/>
                    </a:lnTo>
                    <a:lnTo>
                      <a:pt x="10041" y="7039"/>
                    </a:lnTo>
                    <a:lnTo>
                      <a:pt x="10041" y="6038"/>
                    </a:lnTo>
                    <a:lnTo>
                      <a:pt x="11042" y="6038"/>
                    </a:lnTo>
                    <a:lnTo>
                      <a:pt x="11042" y="5038"/>
                    </a:lnTo>
                    <a:lnTo>
                      <a:pt x="11042" y="4037"/>
                    </a:lnTo>
                    <a:lnTo>
                      <a:pt x="11042" y="3003"/>
                    </a:lnTo>
                    <a:lnTo>
                      <a:pt x="11042" y="2002"/>
                    </a:lnTo>
                    <a:lnTo>
                      <a:pt x="10041" y="2002"/>
                    </a:lnTo>
                    <a:lnTo>
                      <a:pt x="10041" y="1001"/>
                    </a:lnTo>
                    <a:lnTo>
                      <a:pt x="8040" y="1001"/>
                    </a:lnTo>
                    <a:lnTo>
                      <a:pt x="80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42" name="Google Shape;442;p22"/>
          <p:cNvSpPr txBox="1">
            <a:spLocks noGrp="1"/>
          </p:cNvSpPr>
          <p:nvPr>
            <p:ph type="title"/>
          </p:nvPr>
        </p:nvSpPr>
        <p:spPr>
          <a:xfrm>
            <a:off x="715100" y="2371250"/>
            <a:ext cx="5326500" cy="841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600"/>
              <a:buNone/>
              <a:defRPr/>
            </a:lvl1pPr>
            <a:lvl2pPr lvl="1" algn="l" rtl="0">
              <a:spcBef>
                <a:spcPts val="0"/>
              </a:spcBef>
              <a:spcAft>
                <a:spcPts val="0"/>
              </a:spcAft>
              <a:buSzPts val="3600"/>
              <a:buNone/>
              <a:defRPr sz="3600"/>
            </a:lvl2pPr>
            <a:lvl3pPr lvl="2" algn="l" rtl="0">
              <a:spcBef>
                <a:spcPts val="0"/>
              </a:spcBef>
              <a:spcAft>
                <a:spcPts val="0"/>
              </a:spcAft>
              <a:buSzPts val="3600"/>
              <a:buNone/>
              <a:defRPr sz="3600"/>
            </a:lvl3pPr>
            <a:lvl4pPr lvl="3" algn="l" rtl="0">
              <a:spcBef>
                <a:spcPts val="0"/>
              </a:spcBef>
              <a:spcAft>
                <a:spcPts val="0"/>
              </a:spcAft>
              <a:buSzPts val="3600"/>
              <a:buNone/>
              <a:defRPr sz="3600"/>
            </a:lvl4pPr>
            <a:lvl5pPr lvl="4" algn="l" rtl="0">
              <a:spcBef>
                <a:spcPts val="0"/>
              </a:spcBef>
              <a:spcAft>
                <a:spcPts val="0"/>
              </a:spcAft>
              <a:buSzPts val="3600"/>
              <a:buNone/>
              <a:defRPr sz="3600"/>
            </a:lvl5pPr>
            <a:lvl6pPr lvl="5" algn="l" rtl="0">
              <a:spcBef>
                <a:spcPts val="0"/>
              </a:spcBef>
              <a:spcAft>
                <a:spcPts val="0"/>
              </a:spcAft>
              <a:buSzPts val="3600"/>
              <a:buNone/>
              <a:defRPr sz="3600"/>
            </a:lvl6pPr>
            <a:lvl7pPr lvl="6" algn="l" rtl="0">
              <a:spcBef>
                <a:spcPts val="0"/>
              </a:spcBef>
              <a:spcAft>
                <a:spcPts val="0"/>
              </a:spcAft>
              <a:buSzPts val="3600"/>
              <a:buNone/>
              <a:defRPr sz="3600"/>
            </a:lvl7pPr>
            <a:lvl8pPr lvl="7" algn="l" rtl="0">
              <a:spcBef>
                <a:spcPts val="0"/>
              </a:spcBef>
              <a:spcAft>
                <a:spcPts val="0"/>
              </a:spcAft>
              <a:buSzPts val="3600"/>
              <a:buNone/>
              <a:defRPr sz="3600"/>
            </a:lvl8pPr>
            <a:lvl9pPr lvl="8" algn="l" rtl="0">
              <a:spcBef>
                <a:spcPts val="0"/>
              </a:spcBef>
              <a:spcAft>
                <a:spcPts val="0"/>
              </a:spcAft>
              <a:buSzPts val="3600"/>
              <a:buNone/>
              <a:defRPr sz="3600"/>
            </a:lvl9pPr>
          </a:lstStyle>
          <a:p>
            <a:endParaRPr/>
          </a:p>
        </p:txBody>
      </p:sp>
      <p:sp>
        <p:nvSpPr>
          <p:cNvPr id="443" name="Google Shape;443;p22"/>
          <p:cNvSpPr txBox="1">
            <a:spLocks noGrp="1"/>
          </p:cNvSpPr>
          <p:nvPr>
            <p:ph type="title" idx="2" hasCustomPrompt="1"/>
          </p:nvPr>
        </p:nvSpPr>
        <p:spPr>
          <a:xfrm>
            <a:off x="715100" y="1300850"/>
            <a:ext cx="3150900" cy="8418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6000"/>
              <a:buNone/>
              <a:defRPr sz="6000"/>
            </a:lvl1pPr>
            <a:lvl2pPr lvl="1" algn="l" rtl="0">
              <a:spcBef>
                <a:spcPts val="0"/>
              </a:spcBef>
              <a:spcAft>
                <a:spcPts val="0"/>
              </a:spcAft>
              <a:buSzPts val="6000"/>
              <a:buNone/>
              <a:defRPr sz="6000"/>
            </a:lvl2pPr>
            <a:lvl3pPr lvl="2" algn="l" rtl="0">
              <a:spcBef>
                <a:spcPts val="0"/>
              </a:spcBef>
              <a:spcAft>
                <a:spcPts val="0"/>
              </a:spcAft>
              <a:buSzPts val="6000"/>
              <a:buNone/>
              <a:defRPr sz="6000"/>
            </a:lvl3pPr>
            <a:lvl4pPr lvl="3" algn="l" rtl="0">
              <a:spcBef>
                <a:spcPts val="0"/>
              </a:spcBef>
              <a:spcAft>
                <a:spcPts val="0"/>
              </a:spcAft>
              <a:buSzPts val="6000"/>
              <a:buNone/>
              <a:defRPr sz="6000"/>
            </a:lvl4pPr>
            <a:lvl5pPr lvl="4" algn="l" rtl="0">
              <a:spcBef>
                <a:spcPts val="0"/>
              </a:spcBef>
              <a:spcAft>
                <a:spcPts val="0"/>
              </a:spcAft>
              <a:buSzPts val="6000"/>
              <a:buNone/>
              <a:defRPr sz="6000"/>
            </a:lvl5pPr>
            <a:lvl6pPr lvl="5" algn="l" rtl="0">
              <a:spcBef>
                <a:spcPts val="0"/>
              </a:spcBef>
              <a:spcAft>
                <a:spcPts val="0"/>
              </a:spcAft>
              <a:buSzPts val="6000"/>
              <a:buNone/>
              <a:defRPr sz="6000"/>
            </a:lvl6pPr>
            <a:lvl7pPr lvl="6" algn="l" rtl="0">
              <a:spcBef>
                <a:spcPts val="0"/>
              </a:spcBef>
              <a:spcAft>
                <a:spcPts val="0"/>
              </a:spcAft>
              <a:buSzPts val="6000"/>
              <a:buNone/>
              <a:defRPr sz="6000"/>
            </a:lvl7pPr>
            <a:lvl8pPr lvl="7" algn="l" rtl="0">
              <a:spcBef>
                <a:spcPts val="0"/>
              </a:spcBef>
              <a:spcAft>
                <a:spcPts val="0"/>
              </a:spcAft>
              <a:buSzPts val="6000"/>
              <a:buNone/>
              <a:defRPr sz="6000"/>
            </a:lvl8pPr>
            <a:lvl9pPr lvl="8" algn="l" rtl="0">
              <a:spcBef>
                <a:spcPts val="0"/>
              </a:spcBef>
              <a:spcAft>
                <a:spcPts val="0"/>
              </a:spcAft>
              <a:buSzPts val="6000"/>
              <a:buNone/>
              <a:defRPr sz="6000"/>
            </a:lvl9pPr>
          </a:lstStyle>
          <a:p>
            <a:r>
              <a:t>xx%</a:t>
            </a:r>
          </a:p>
        </p:txBody>
      </p:sp>
      <p:sp>
        <p:nvSpPr>
          <p:cNvPr id="444" name="Google Shape;444;p22"/>
          <p:cNvSpPr txBox="1">
            <a:spLocks noGrp="1"/>
          </p:cNvSpPr>
          <p:nvPr>
            <p:ph type="subTitle" idx="1"/>
          </p:nvPr>
        </p:nvSpPr>
        <p:spPr>
          <a:xfrm>
            <a:off x="715100" y="3545975"/>
            <a:ext cx="5326500" cy="30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5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604"/>
        <p:cNvGrpSpPr/>
        <p:nvPr/>
      </p:nvGrpSpPr>
      <p:grpSpPr>
        <a:xfrm>
          <a:off x="0" y="0"/>
          <a:ext cx="0" cy="0"/>
          <a:chOff x="0" y="0"/>
          <a:chExt cx="0" cy="0"/>
        </a:xfrm>
      </p:grpSpPr>
      <p:grpSp>
        <p:nvGrpSpPr>
          <p:cNvPr id="605" name="Google Shape;605;p31"/>
          <p:cNvGrpSpPr/>
          <p:nvPr/>
        </p:nvGrpSpPr>
        <p:grpSpPr>
          <a:xfrm>
            <a:off x="69150" y="137187"/>
            <a:ext cx="9031450" cy="282372"/>
            <a:chOff x="69150" y="137187"/>
            <a:chExt cx="9031450" cy="282372"/>
          </a:xfrm>
        </p:grpSpPr>
        <p:cxnSp>
          <p:nvCxnSpPr>
            <p:cNvPr id="606" name="Google Shape;606;p31"/>
            <p:cNvCxnSpPr/>
            <p:nvPr/>
          </p:nvCxnSpPr>
          <p:spPr>
            <a:xfrm>
              <a:off x="78700" y="278373"/>
              <a:ext cx="9021900" cy="0"/>
            </a:xfrm>
            <a:prstGeom prst="straightConnector1">
              <a:avLst/>
            </a:prstGeom>
            <a:noFill/>
            <a:ln w="9525" cap="flat" cmpd="sng">
              <a:solidFill>
                <a:schemeClr val="dk1"/>
              </a:solidFill>
              <a:prstDash val="solid"/>
              <a:round/>
              <a:headEnd type="none" w="med" len="med"/>
              <a:tailEnd type="none" w="med" len="med"/>
            </a:ln>
          </p:spPr>
        </p:cxnSp>
        <p:cxnSp>
          <p:nvCxnSpPr>
            <p:cNvPr id="607" name="Google Shape;607;p31"/>
            <p:cNvCxnSpPr/>
            <p:nvPr/>
          </p:nvCxnSpPr>
          <p:spPr>
            <a:xfrm>
              <a:off x="69150" y="207780"/>
              <a:ext cx="9021900" cy="0"/>
            </a:xfrm>
            <a:prstGeom prst="straightConnector1">
              <a:avLst/>
            </a:prstGeom>
            <a:noFill/>
            <a:ln w="9525" cap="flat" cmpd="sng">
              <a:solidFill>
                <a:schemeClr val="dk1"/>
              </a:solidFill>
              <a:prstDash val="solid"/>
              <a:round/>
              <a:headEnd type="none" w="med" len="med"/>
              <a:tailEnd type="none" w="med" len="med"/>
            </a:ln>
          </p:spPr>
        </p:cxnSp>
        <p:cxnSp>
          <p:nvCxnSpPr>
            <p:cNvPr id="608" name="Google Shape;608;p31"/>
            <p:cNvCxnSpPr/>
            <p:nvPr/>
          </p:nvCxnSpPr>
          <p:spPr>
            <a:xfrm>
              <a:off x="73925" y="137187"/>
              <a:ext cx="9021900" cy="0"/>
            </a:xfrm>
            <a:prstGeom prst="straightConnector1">
              <a:avLst/>
            </a:prstGeom>
            <a:noFill/>
            <a:ln w="9525" cap="flat" cmpd="sng">
              <a:solidFill>
                <a:schemeClr val="dk1"/>
              </a:solidFill>
              <a:prstDash val="solid"/>
              <a:round/>
              <a:headEnd type="none" w="med" len="med"/>
              <a:tailEnd type="none" w="med" len="med"/>
            </a:ln>
          </p:spPr>
        </p:cxnSp>
        <p:cxnSp>
          <p:nvCxnSpPr>
            <p:cNvPr id="609" name="Google Shape;609;p31"/>
            <p:cNvCxnSpPr/>
            <p:nvPr/>
          </p:nvCxnSpPr>
          <p:spPr>
            <a:xfrm>
              <a:off x="78700" y="419559"/>
              <a:ext cx="9021900" cy="0"/>
            </a:xfrm>
            <a:prstGeom prst="straightConnector1">
              <a:avLst/>
            </a:prstGeom>
            <a:noFill/>
            <a:ln w="9525" cap="flat" cmpd="sng">
              <a:solidFill>
                <a:schemeClr val="dk1"/>
              </a:solidFill>
              <a:prstDash val="solid"/>
              <a:round/>
              <a:headEnd type="none" w="med" len="med"/>
              <a:tailEnd type="none" w="med" len="med"/>
            </a:ln>
          </p:spPr>
        </p:cxnSp>
        <p:cxnSp>
          <p:nvCxnSpPr>
            <p:cNvPr id="610" name="Google Shape;610;p31"/>
            <p:cNvCxnSpPr/>
            <p:nvPr/>
          </p:nvCxnSpPr>
          <p:spPr>
            <a:xfrm>
              <a:off x="78700" y="348966"/>
              <a:ext cx="9021900" cy="0"/>
            </a:xfrm>
            <a:prstGeom prst="straightConnector1">
              <a:avLst/>
            </a:prstGeom>
            <a:noFill/>
            <a:ln w="9525" cap="flat" cmpd="sng">
              <a:solidFill>
                <a:schemeClr val="dk1"/>
              </a:solidFill>
              <a:prstDash val="solid"/>
              <a:round/>
              <a:headEnd type="none" w="med" len="med"/>
              <a:tailEnd type="none" w="med" len="med"/>
            </a:ln>
          </p:spPr>
        </p:cxnSp>
      </p:grpSp>
      <p:sp>
        <p:nvSpPr>
          <p:cNvPr id="611" name="Google Shape;611;p31"/>
          <p:cNvSpPr/>
          <p:nvPr/>
        </p:nvSpPr>
        <p:spPr>
          <a:xfrm>
            <a:off x="70625" y="64225"/>
            <a:ext cx="9028500" cy="5028000"/>
          </a:xfrm>
          <a:prstGeom prst="roundRect">
            <a:avLst>
              <a:gd name="adj" fmla="val 2044"/>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2" name="Google Shape;612;p31"/>
          <p:cNvGrpSpPr/>
          <p:nvPr/>
        </p:nvGrpSpPr>
        <p:grpSpPr>
          <a:xfrm>
            <a:off x="234375" y="117804"/>
            <a:ext cx="256800" cy="256800"/>
            <a:chOff x="234375" y="110636"/>
            <a:chExt cx="256800" cy="256800"/>
          </a:xfrm>
        </p:grpSpPr>
        <p:sp>
          <p:nvSpPr>
            <p:cNvPr id="613" name="Google Shape;613;p31"/>
            <p:cNvSpPr/>
            <p:nvPr/>
          </p:nvSpPr>
          <p:spPr>
            <a:xfrm>
              <a:off x="234375" y="110636"/>
              <a:ext cx="256800" cy="2568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1"/>
            <p:cNvSpPr/>
            <p:nvPr/>
          </p:nvSpPr>
          <p:spPr>
            <a:xfrm>
              <a:off x="253750" y="130008"/>
              <a:ext cx="218100" cy="218100"/>
            </a:xfrm>
            <a:prstGeom prst="smileyFace">
              <a:avLst>
                <a:gd name="adj" fmla="val 4653"/>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15" name="Google Shape;615;p31"/>
          <p:cNvCxnSpPr/>
          <p:nvPr/>
        </p:nvCxnSpPr>
        <p:spPr>
          <a:xfrm>
            <a:off x="73925" y="5008650"/>
            <a:ext cx="9021900" cy="0"/>
          </a:xfrm>
          <a:prstGeom prst="straightConnector1">
            <a:avLst/>
          </a:prstGeom>
          <a:noFill/>
          <a:ln w="9525" cap="flat" cmpd="sng">
            <a:solidFill>
              <a:schemeClr val="dk1"/>
            </a:solidFill>
            <a:prstDash val="solid"/>
            <a:round/>
            <a:headEnd type="none" w="med" len="med"/>
            <a:tailEnd type="none" w="med" len="med"/>
          </a:ln>
        </p:spPr>
      </p:cxnSp>
      <p:sp>
        <p:nvSpPr>
          <p:cNvPr id="616" name="Google Shape;616;p31"/>
          <p:cNvSpPr/>
          <p:nvPr/>
        </p:nvSpPr>
        <p:spPr>
          <a:xfrm>
            <a:off x="6760300" y="117804"/>
            <a:ext cx="2161200" cy="2568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7" name="Google Shape;617;p31"/>
          <p:cNvGrpSpPr/>
          <p:nvPr/>
        </p:nvGrpSpPr>
        <p:grpSpPr>
          <a:xfrm>
            <a:off x="8712862" y="137154"/>
            <a:ext cx="132938" cy="218080"/>
            <a:chOff x="4113132" y="2072643"/>
            <a:chExt cx="406290" cy="666503"/>
          </a:xfrm>
        </p:grpSpPr>
        <p:sp>
          <p:nvSpPr>
            <p:cNvPr id="618" name="Google Shape;618;p31"/>
            <p:cNvSpPr/>
            <p:nvPr/>
          </p:nvSpPr>
          <p:spPr>
            <a:xfrm>
              <a:off x="4113132" y="2072643"/>
              <a:ext cx="406290" cy="662825"/>
            </a:xfrm>
            <a:custGeom>
              <a:avLst/>
              <a:gdLst/>
              <a:ahLst/>
              <a:cxnLst/>
              <a:rect l="l" t="t" r="r" b="b"/>
              <a:pathLst>
                <a:path w="11042" h="18014" extrusionOk="0">
                  <a:moveTo>
                    <a:pt x="0" y="0"/>
                  </a:moveTo>
                  <a:lnTo>
                    <a:pt x="0" y="1001"/>
                  </a:lnTo>
                  <a:lnTo>
                    <a:pt x="0" y="2002"/>
                  </a:lnTo>
                  <a:lnTo>
                    <a:pt x="1001" y="2002"/>
                  </a:lnTo>
                  <a:lnTo>
                    <a:pt x="1001" y="6005"/>
                  </a:lnTo>
                  <a:lnTo>
                    <a:pt x="2002" y="6005"/>
                  </a:lnTo>
                  <a:lnTo>
                    <a:pt x="2002" y="7005"/>
                  </a:lnTo>
                  <a:lnTo>
                    <a:pt x="3002" y="7005"/>
                  </a:lnTo>
                  <a:lnTo>
                    <a:pt x="3002" y="8006"/>
                  </a:lnTo>
                  <a:lnTo>
                    <a:pt x="4003" y="8006"/>
                  </a:lnTo>
                  <a:lnTo>
                    <a:pt x="4003" y="9007"/>
                  </a:lnTo>
                  <a:lnTo>
                    <a:pt x="4003" y="10008"/>
                  </a:lnTo>
                  <a:lnTo>
                    <a:pt x="3002" y="10008"/>
                  </a:lnTo>
                  <a:lnTo>
                    <a:pt x="3002" y="11008"/>
                  </a:lnTo>
                  <a:lnTo>
                    <a:pt x="2002" y="11008"/>
                  </a:lnTo>
                  <a:lnTo>
                    <a:pt x="2002" y="12009"/>
                  </a:lnTo>
                  <a:lnTo>
                    <a:pt x="1001" y="12009"/>
                  </a:lnTo>
                  <a:lnTo>
                    <a:pt x="1001" y="16012"/>
                  </a:lnTo>
                  <a:lnTo>
                    <a:pt x="0" y="16012"/>
                  </a:lnTo>
                  <a:lnTo>
                    <a:pt x="0" y="17013"/>
                  </a:lnTo>
                  <a:lnTo>
                    <a:pt x="0" y="18013"/>
                  </a:lnTo>
                  <a:lnTo>
                    <a:pt x="11042" y="18013"/>
                  </a:lnTo>
                  <a:lnTo>
                    <a:pt x="11042" y="17013"/>
                  </a:lnTo>
                  <a:lnTo>
                    <a:pt x="11042" y="16012"/>
                  </a:lnTo>
                  <a:lnTo>
                    <a:pt x="10041" y="16012"/>
                  </a:lnTo>
                  <a:lnTo>
                    <a:pt x="10041" y="12009"/>
                  </a:lnTo>
                  <a:lnTo>
                    <a:pt x="9040" y="12009"/>
                  </a:lnTo>
                  <a:lnTo>
                    <a:pt x="9040" y="11008"/>
                  </a:lnTo>
                  <a:lnTo>
                    <a:pt x="8039" y="11008"/>
                  </a:lnTo>
                  <a:lnTo>
                    <a:pt x="8039" y="10008"/>
                  </a:lnTo>
                  <a:lnTo>
                    <a:pt x="7039" y="10008"/>
                  </a:lnTo>
                  <a:lnTo>
                    <a:pt x="7039" y="9007"/>
                  </a:lnTo>
                  <a:lnTo>
                    <a:pt x="7039" y="8006"/>
                  </a:lnTo>
                  <a:lnTo>
                    <a:pt x="8039" y="8006"/>
                  </a:lnTo>
                  <a:lnTo>
                    <a:pt x="8039" y="7005"/>
                  </a:lnTo>
                  <a:lnTo>
                    <a:pt x="9040" y="7005"/>
                  </a:lnTo>
                  <a:lnTo>
                    <a:pt x="9040" y="6005"/>
                  </a:lnTo>
                  <a:lnTo>
                    <a:pt x="10041" y="6005"/>
                  </a:lnTo>
                  <a:lnTo>
                    <a:pt x="10041" y="2002"/>
                  </a:lnTo>
                  <a:lnTo>
                    <a:pt x="11042" y="2002"/>
                  </a:lnTo>
                  <a:lnTo>
                    <a:pt x="11042" y="1001"/>
                  </a:lnTo>
                  <a:lnTo>
                    <a:pt x="110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1"/>
            <p:cNvSpPr/>
            <p:nvPr/>
          </p:nvSpPr>
          <p:spPr>
            <a:xfrm>
              <a:off x="4260422" y="2367223"/>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1"/>
            <p:cNvSpPr/>
            <p:nvPr/>
          </p:nvSpPr>
          <p:spPr>
            <a:xfrm>
              <a:off x="4260422" y="2405269"/>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1"/>
            <p:cNvSpPr/>
            <p:nvPr/>
          </p:nvSpPr>
          <p:spPr>
            <a:xfrm>
              <a:off x="4223590" y="2442064"/>
              <a:ext cx="36869" cy="36869"/>
            </a:xfrm>
            <a:custGeom>
              <a:avLst/>
              <a:gdLst/>
              <a:ahLst/>
              <a:cxnLst/>
              <a:rect l="l" t="t" r="r" b="b"/>
              <a:pathLst>
                <a:path w="1002" h="1002" extrusionOk="0">
                  <a:moveTo>
                    <a:pt x="0" y="1"/>
                  </a:moveTo>
                  <a:lnTo>
                    <a:pt x="0"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1"/>
            <p:cNvSpPr/>
            <p:nvPr/>
          </p:nvSpPr>
          <p:spPr>
            <a:xfrm>
              <a:off x="4186758" y="2478895"/>
              <a:ext cx="36869" cy="36869"/>
            </a:xfrm>
            <a:custGeom>
              <a:avLst/>
              <a:gdLst/>
              <a:ahLst/>
              <a:cxnLst/>
              <a:rect l="l" t="t" r="r" b="b"/>
              <a:pathLst>
                <a:path w="1002" h="1002" extrusionOk="0">
                  <a:moveTo>
                    <a:pt x="1" y="1"/>
                  </a:moveTo>
                  <a:lnTo>
                    <a:pt x="1"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1"/>
            <p:cNvSpPr/>
            <p:nvPr/>
          </p:nvSpPr>
          <p:spPr>
            <a:xfrm>
              <a:off x="4223590" y="2330391"/>
              <a:ext cx="36869" cy="36869"/>
            </a:xfrm>
            <a:custGeom>
              <a:avLst/>
              <a:gdLst/>
              <a:ahLst/>
              <a:cxnLst/>
              <a:rect l="l" t="t" r="r" b="b"/>
              <a:pathLst>
                <a:path w="1002" h="1002"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1"/>
            <p:cNvSpPr/>
            <p:nvPr/>
          </p:nvSpPr>
          <p:spPr>
            <a:xfrm>
              <a:off x="4186758" y="2293559"/>
              <a:ext cx="36869" cy="36869"/>
            </a:xfrm>
            <a:custGeom>
              <a:avLst/>
              <a:gdLst/>
              <a:ahLst/>
              <a:cxnLst/>
              <a:rect l="l" t="t" r="r" b="b"/>
              <a:pathLst>
                <a:path w="1002" h="1002" extrusionOk="0">
                  <a:moveTo>
                    <a:pt x="1" y="1"/>
                  </a:moveTo>
                  <a:lnTo>
                    <a:pt x="1"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1"/>
            <p:cNvSpPr/>
            <p:nvPr/>
          </p:nvSpPr>
          <p:spPr>
            <a:xfrm>
              <a:off x="4149964" y="2146269"/>
              <a:ext cx="36832" cy="147327"/>
            </a:xfrm>
            <a:custGeom>
              <a:avLst/>
              <a:gdLst/>
              <a:ahLst/>
              <a:cxnLst/>
              <a:rect l="l" t="t" r="r" b="b"/>
              <a:pathLst>
                <a:path w="1001" h="4004" extrusionOk="0">
                  <a:moveTo>
                    <a:pt x="0" y="1"/>
                  </a:moveTo>
                  <a:lnTo>
                    <a:pt x="0" y="4004"/>
                  </a:lnTo>
                  <a:lnTo>
                    <a:pt x="1001" y="4004"/>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1"/>
            <p:cNvSpPr/>
            <p:nvPr/>
          </p:nvSpPr>
          <p:spPr>
            <a:xfrm>
              <a:off x="4113132" y="2072643"/>
              <a:ext cx="406290" cy="73664"/>
            </a:xfrm>
            <a:custGeom>
              <a:avLst/>
              <a:gdLst/>
              <a:ahLst/>
              <a:cxnLst/>
              <a:rect l="l" t="t" r="r" b="b"/>
              <a:pathLst>
                <a:path w="11042" h="2002" extrusionOk="0">
                  <a:moveTo>
                    <a:pt x="0" y="0"/>
                  </a:moveTo>
                  <a:lnTo>
                    <a:pt x="0" y="1001"/>
                  </a:lnTo>
                  <a:lnTo>
                    <a:pt x="0" y="2002"/>
                  </a:lnTo>
                  <a:lnTo>
                    <a:pt x="11042" y="2002"/>
                  </a:lnTo>
                  <a:lnTo>
                    <a:pt x="11042" y="1001"/>
                  </a:lnTo>
                  <a:lnTo>
                    <a:pt x="110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1"/>
            <p:cNvSpPr/>
            <p:nvPr/>
          </p:nvSpPr>
          <p:spPr>
            <a:xfrm>
              <a:off x="4334049" y="2367223"/>
              <a:ext cx="36869" cy="36832"/>
            </a:xfrm>
            <a:custGeom>
              <a:avLst/>
              <a:gdLst/>
              <a:ahLst/>
              <a:cxnLst/>
              <a:rect l="l" t="t" r="r" b="b"/>
              <a:pathLst>
                <a:path w="1002" h="1001"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1"/>
            <p:cNvSpPr/>
            <p:nvPr/>
          </p:nvSpPr>
          <p:spPr>
            <a:xfrm>
              <a:off x="4334049" y="2405269"/>
              <a:ext cx="36869" cy="36832"/>
            </a:xfrm>
            <a:custGeom>
              <a:avLst/>
              <a:gdLst/>
              <a:ahLst/>
              <a:cxnLst/>
              <a:rect l="l" t="t" r="r" b="b"/>
              <a:pathLst>
                <a:path w="1002" h="1001"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1"/>
            <p:cNvSpPr/>
            <p:nvPr/>
          </p:nvSpPr>
          <p:spPr>
            <a:xfrm>
              <a:off x="4370881" y="2442064"/>
              <a:ext cx="36869" cy="36869"/>
            </a:xfrm>
            <a:custGeom>
              <a:avLst/>
              <a:gdLst/>
              <a:ahLst/>
              <a:cxnLst/>
              <a:rect l="l" t="t" r="r" b="b"/>
              <a:pathLst>
                <a:path w="1002" h="1002" extrusionOk="0">
                  <a:moveTo>
                    <a:pt x="0" y="1"/>
                  </a:moveTo>
                  <a:lnTo>
                    <a:pt x="0"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1"/>
            <p:cNvSpPr/>
            <p:nvPr/>
          </p:nvSpPr>
          <p:spPr>
            <a:xfrm>
              <a:off x="4408927" y="2478895"/>
              <a:ext cx="36869" cy="36869"/>
            </a:xfrm>
            <a:custGeom>
              <a:avLst/>
              <a:gdLst/>
              <a:ahLst/>
              <a:cxnLst/>
              <a:rect l="l" t="t" r="r" b="b"/>
              <a:pathLst>
                <a:path w="1002"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1"/>
            <p:cNvSpPr/>
            <p:nvPr/>
          </p:nvSpPr>
          <p:spPr>
            <a:xfrm>
              <a:off x="4370881" y="2330391"/>
              <a:ext cx="36869" cy="36869"/>
            </a:xfrm>
            <a:custGeom>
              <a:avLst/>
              <a:gdLst/>
              <a:ahLst/>
              <a:cxnLst/>
              <a:rect l="l" t="t" r="r" b="b"/>
              <a:pathLst>
                <a:path w="1002" h="1002"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1"/>
            <p:cNvSpPr/>
            <p:nvPr/>
          </p:nvSpPr>
          <p:spPr>
            <a:xfrm>
              <a:off x="4297217" y="2293559"/>
              <a:ext cx="36869" cy="36869"/>
            </a:xfrm>
            <a:custGeom>
              <a:avLst/>
              <a:gdLst/>
              <a:ahLst/>
              <a:cxnLst/>
              <a:rect l="l" t="t" r="r" b="b"/>
              <a:pathLst>
                <a:path w="1002" h="1002" extrusionOk="0">
                  <a:moveTo>
                    <a:pt x="1" y="1"/>
                  </a:moveTo>
                  <a:lnTo>
                    <a:pt x="1" y="1001"/>
                  </a:lnTo>
                  <a:lnTo>
                    <a:pt x="1002" y="1001"/>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1"/>
            <p:cNvSpPr/>
            <p:nvPr/>
          </p:nvSpPr>
          <p:spPr>
            <a:xfrm>
              <a:off x="4260422" y="2256728"/>
              <a:ext cx="36832" cy="36869"/>
            </a:xfrm>
            <a:custGeom>
              <a:avLst/>
              <a:gdLst/>
              <a:ahLst/>
              <a:cxnLst/>
              <a:rect l="l" t="t" r="r" b="b"/>
              <a:pathLst>
                <a:path w="1001" h="1002" extrusionOk="0">
                  <a:moveTo>
                    <a:pt x="0" y="1"/>
                  </a:moveTo>
                  <a:lnTo>
                    <a:pt x="0"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1"/>
            <p:cNvSpPr/>
            <p:nvPr/>
          </p:nvSpPr>
          <p:spPr>
            <a:xfrm>
              <a:off x="4334049" y="2256728"/>
              <a:ext cx="36869" cy="36869"/>
            </a:xfrm>
            <a:custGeom>
              <a:avLst/>
              <a:gdLst/>
              <a:ahLst/>
              <a:cxnLst/>
              <a:rect l="l" t="t" r="r" b="b"/>
              <a:pathLst>
                <a:path w="1002" h="1002" extrusionOk="0">
                  <a:moveTo>
                    <a:pt x="1" y="1"/>
                  </a:moveTo>
                  <a:lnTo>
                    <a:pt x="1"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1"/>
            <p:cNvSpPr/>
            <p:nvPr/>
          </p:nvSpPr>
          <p:spPr>
            <a:xfrm>
              <a:off x="4408927" y="2293559"/>
              <a:ext cx="36869" cy="36869"/>
            </a:xfrm>
            <a:custGeom>
              <a:avLst/>
              <a:gdLst/>
              <a:ahLst/>
              <a:cxnLst/>
              <a:rect l="l" t="t" r="r" b="b"/>
              <a:pathLst>
                <a:path w="1002"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1"/>
            <p:cNvSpPr/>
            <p:nvPr/>
          </p:nvSpPr>
          <p:spPr>
            <a:xfrm>
              <a:off x="4445758" y="2146269"/>
              <a:ext cx="36832" cy="147327"/>
            </a:xfrm>
            <a:custGeom>
              <a:avLst/>
              <a:gdLst/>
              <a:ahLst/>
              <a:cxnLst/>
              <a:rect l="l" t="t" r="r" b="b"/>
              <a:pathLst>
                <a:path w="1001" h="4004" extrusionOk="0">
                  <a:moveTo>
                    <a:pt x="0" y="1"/>
                  </a:moveTo>
                  <a:lnTo>
                    <a:pt x="0" y="4004"/>
                  </a:lnTo>
                  <a:lnTo>
                    <a:pt x="1001" y="4004"/>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1"/>
            <p:cNvSpPr/>
            <p:nvPr/>
          </p:nvSpPr>
          <p:spPr>
            <a:xfrm>
              <a:off x="4149964" y="2515727"/>
              <a:ext cx="36832" cy="147327"/>
            </a:xfrm>
            <a:custGeom>
              <a:avLst/>
              <a:gdLst/>
              <a:ahLst/>
              <a:cxnLst/>
              <a:rect l="l" t="t" r="r" b="b"/>
              <a:pathLst>
                <a:path w="1001" h="4004" extrusionOk="0">
                  <a:moveTo>
                    <a:pt x="0" y="0"/>
                  </a:moveTo>
                  <a:lnTo>
                    <a:pt x="0" y="4003"/>
                  </a:lnTo>
                  <a:lnTo>
                    <a:pt x="1001" y="4003"/>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1"/>
            <p:cNvSpPr/>
            <p:nvPr/>
          </p:nvSpPr>
          <p:spPr>
            <a:xfrm>
              <a:off x="4113132" y="2663017"/>
              <a:ext cx="406290" cy="76129"/>
            </a:xfrm>
            <a:custGeom>
              <a:avLst/>
              <a:gdLst/>
              <a:ahLst/>
              <a:cxnLst/>
              <a:rect l="l" t="t" r="r" b="b"/>
              <a:pathLst>
                <a:path w="11042" h="2069" extrusionOk="0">
                  <a:moveTo>
                    <a:pt x="0" y="0"/>
                  </a:moveTo>
                  <a:lnTo>
                    <a:pt x="0" y="1068"/>
                  </a:lnTo>
                  <a:lnTo>
                    <a:pt x="0" y="2068"/>
                  </a:lnTo>
                  <a:lnTo>
                    <a:pt x="11042" y="2068"/>
                  </a:lnTo>
                  <a:lnTo>
                    <a:pt x="11042" y="1068"/>
                  </a:lnTo>
                  <a:lnTo>
                    <a:pt x="110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1"/>
            <p:cNvSpPr/>
            <p:nvPr/>
          </p:nvSpPr>
          <p:spPr>
            <a:xfrm>
              <a:off x="4223590" y="2515727"/>
              <a:ext cx="185373" cy="110495"/>
            </a:xfrm>
            <a:custGeom>
              <a:avLst/>
              <a:gdLst/>
              <a:ahLst/>
              <a:cxnLst/>
              <a:rect l="l" t="t" r="r" b="b"/>
              <a:pathLst>
                <a:path w="5038" h="3003" extrusionOk="0">
                  <a:moveTo>
                    <a:pt x="2002" y="0"/>
                  </a:moveTo>
                  <a:lnTo>
                    <a:pt x="2002" y="1001"/>
                  </a:lnTo>
                  <a:lnTo>
                    <a:pt x="1001" y="1001"/>
                  </a:lnTo>
                  <a:lnTo>
                    <a:pt x="1001" y="2002"/>
                  </a:lnTo>
                  <a:lnTo>
                    <a:pt x="0" y="2002"/>
                  </a:lnTo>
                  <a:lnTo>
                    <a:pt x="0" y="3002"/>
                  </a:lnTo>
                  <a:lnTo>
                    <a:pt x="5037" y="3002"/>
                  </a:lnTo>
                  <a:lnTo>
                    <a:pt x="5037" y="2002"/>
                  </a:lnTo>
                  <a:lnTo>
                    <a:pt x="4003" y="2002"/>
                  </a:lnTo>
                  <a:lnTo>
                    <a:pt x="4003" y="1001"/>
                  </a:lnTo>
                  <a:lnTo>
                    <a:pt x="3003" y="1001"/>
                  </a:lnTo>
                  <a:lnTo>
                    <a:pt x="300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1"/>
            <p:cNvSpPr/>
            <p:nvPr/>
          </p:nvSpPr>
          <p:spPr>
            <a:xfrm>
              <a:off x="4445758" y="2515727"/>
              <a:ext cx="36832" cy="147327"/>
            </a:xfrm>
            <a:custGeom>
              <a:avLst/>
              <a:gdLst/>
              <a:ahLst/>
              <a:cxnLst/>
              <a:rect l="l" t="t" r="r" b="b"/>
              <a:pathLst>
                <a:path w="1001" h="4004" extrusionOk="0">
                  <a:moveTo>
                    <a:pt x="0" y="0"/>
                  </a:moveTo>
                  <a:lnTo>
                    <a:pt x="0" y="4003"/>
                  </a:lnTo>
                  <a:lnTo>
                    <a:pt x="1001" y="4003"/>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CUSTOM_10">
    <p:spTree>
      <p:nvGrpSpPr>
        <p:cNvPr id="1" name="Shape 641"/>
        <p:cNvGrpSpPr/>
        <p:nvPr/>
      </p:nvGrpSpPr>
      <p:grpSpPr>
        <a:xfrm>
          <a:off x="0" y="0"/>
          <a:ext cx="0" cy="0"/>
          <a:chOff x="0" y="0"/>
          <a:chExt cx="0" cy="0"/>
        </a:xfrm>
      </p:grpSpPr>
      <p:grpSp>
        <p:nvGrpSpPr>
          <p:cNvPr id="642" name="Google Shape;642;p32"/>
          <p:cNvGrpSpPr/>
          <p:nvPr/>
        </p:nvGrpSpPr>
        <p:grpSpPr>
          <a:xfrm>
            <a:off x="69150" y="137187"/>
            <a:ext cx="9031450" cy="282372"/>
            <a:chOff x="69150" y="137187"/>
            <a:chExt cx="9031450" cy="282372"/>
          </a:xfrm>
        </p:grpSpPr>
        <p:cxnSp>
          <p:nvCxnSpPr>
            <p:cNvPr id="643" name="Google Shape;643;p32"/>
            <p:cNvCxnSpPr/>
            <p:nvPr/>
          </p:nvCxnSpPr>
          <p:spPr>
            <a:xfrm>
              <a:off x="78700" y="278373"/>
              <a:ext cx="9021900" cy="0"/>
            </a:xfrm>
            <a:prstGeom prst="straightConnector1">
              <a:avLst/>
            </a:prstGeom>
            <a:noFill/>
            <a:ln w="9525" cap="flat" cmpd="sng">
              <a:solidFill>
                <a:schemeClr val="dk1"/>
              </a:solidFill>
              <a:prstDash val="solid"/>
              <a:round/>
              <a:headEnd type="none" w="med" len="med"/>
              <a:tailEnd type="none" w="med" len="med"/>
            </a:ln>
          </p:spPr>
        </p:cxnSp>
        <p:cxnSp>
          <p:nvCxnSpPr>
            <p:cNvPr id="644" name="Google Shape;644;p32"/>
            <p:cNvCxnSpPr/>
            <p:nvPr/>
          </p:nvCxnSpPr>
          <p:spPr>
            <a:xfrm>
              <a:off x="69150" y="207780"/>
              <a:ext cx="9021900" cy="0"/>
            </a:xfrm>
            <a:prstGeom prst="straightConnector1">
              <a:avLst/>
            </a:prstGeom>
            <a:noFill/>
            <a:ln w="9525" cap="flat" cmpd="sng">
              <a:solidFill>
                <a:schemeClr val="dk1"/>
              </a:solidFill>
              <a:prstDash val="solid"/>
              <a:round/>
              <a:headEnd type="none" w="med" len="med"/>
              <a:tailEnd type="none" w="med" len="med"/>
            </a:ln>
          </p:spPr>
        </p:cxnSp>
        <p:cxnSp>
          <p:nvCxnSpPr>
            <p:cNvPr id="645" name="Google Shape;645;p32"/>
            <p:cNvCxnSpPr/>
            <p:nvPr/>
          </p:nvCxnSpPr>
          <p:spPr>
            <a:xfrm>
              <a:off x="73925" y="137187"/>
              <a:ext cx="9021900" cy="0"/>
            </a:xfrm>
            <a:prstGeom prst="straightConnector1">
              <a:avLst/>
            </a:prstGeom>
            <a:noFill/>
            <a:ln w="9525" cap="flat" cmpd="sng">
              <a:solidFill>
                <a:schemeClr val="dk1"/>
              </a:solidFill>
              <a:prstDash val="solid"/>
              <a:round/>
              <a:headEnd type="none" w="med" len="med"/>
              <a:tailEnd type="none" w="med" len="med"/>
            </a:ln>
          </p:spPr>
        </p:cxnSp>
        <p:cxnSp>
          <p:nvCxnSpPr>
            <p:cNvPr id="646" name="Google Shape;646;p32"/>
            <p:cNvCxnSpPr/>
            <p:nvPr/>
          </p:nvCxnSpPr>
          <p:spPr>
            <a:xfrm>
              <a:off x="78700" y="419559"/>
              <a:ext cx="9021900" cy="0"/>
            </a:xfrm>
            <a:prstGeom prst="straightConnector1">
              <a:avLst/>
            </a:prstGeom>
            <a:noFill/>
            <a:ln w="9525" cap="flat" cmpd="sng">
              <a:solidFill>
                <a:schemeClr val="dk1"/>
              </a:solidFill>
              <a:prstDash val="solid"/>
              <a:round/>
              <a:headEnd type="none" w="med" len="med"/>
              <a:tailEnd type="none" w="med" len="med"/>
            </a:ln>
          </p:spPr>
        </p:cxnSp>
        <p:cxnSp>
          <p:nvCxnSpPr>
            <p:cNvPr id="647" name="Google Shape;647;p32"/>
            <p:cNvCxnSpPr/>
            <p:nvPr/>
          </p:nvCxnSpPr>
          <p:spPr>
            <a:xfrm>
              <a:off x="78700" y="348966"/>
              <a:ext cx="9021900" cy="0"/>
            </a:xfrm>
            <a:prstGeom prst="straightConnector1">
              <a:avLst/>
            </a:prstGeom>
            <a:noFill/>
            <a:ln w="9525" cap="flat" cmpd="sng">
              <a:solidFill>
                <a:schemeClr val="dk1"/>
              </a:solidFill>
              <a:prstDash val="solid"/>
              <a:round/>
              <a:headEnd type="none" w="med" len="med"/>
              <a:tailEnd type="none" w="med" len="med"/>
            </a:ln>
          </p:spPr>
        </p:cxnSp>
      </p:grpSp>
      <p:sp>
        <p:nvSpPr>
          <p:cNvPr id="648" name="Google Shape;648;p32"/>
          <p:cNvSpPr/>
          <p:nvPr/>
        </p:nvSpPr>
        <p:spPr>
          <a:xfrm>
            <a:off x="70625" y="64225"/>
            <a:ext cx="9028500" cy="5028000"/>
          </a:xfrm>
          <a:prstGeom prst="roundRect">
            <a:avLst>
              <a:gd name="adj" fmla="val 2044"/>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9" name="Google Shape;649;p32"/>
          <p:cNvGrpSpPr/>
          <p:nvPr/>
        </p:nvGrpSpPr>
        <p:grpSpPr>
          <a:xfrm>
            <a:off x="234375" y="117804"/>
            <a:ext cx="256800" cy="256800"/>
            <a:chOff x="234375" y="110636"/>
            <a:chExt cx="256800" cy="256800"/>
          </a:xfrm>
        </p:grpSpPr>
        <p:sp>
          <p:nvSpPr>
            <p:cNvPr id="650" name="Google Shape;650;p32"/>
            <p:cNvSpPr/>
            <p:nvPr/>
          </p:nvSpPr>
          <p:spPr>
            <a:xfrm>
              <a:off x="234375" y="110636"/>
              <a:ext cx="256800" cy="2568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2"/>
            <p:cNvSpPr/>
            <p:nvPr/>
          </p:nvSpPr>
          <p:spPr>
            <a:xfrm>
              <a:off x="253750" y="130008"/>
              <a:ext cx="218100" cy="218100"/>
            </a:xfrm>
            <a:prstGeom prst="leftRightArrowCallout">
              <a:avLst>
                <a:gd name="adj1" fmla="val 34916"/>
                <a:gd name="adj2" fmla="val 25000"/>
                <a:gd name="adj3" fmla="val 35030"/>
                <a:gd name="adj4" fmla="val 48123"/>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52" name="Google Shape;652;p32"/>
          <p:cNvCxnSpPr/>
          <p:nvPr/>
        </p:nvCxnSpPr>
        <p:spPr>
          <a:xfrm>
            <a:off x="73925" y="5008650"/>
            <a:ext cx="9021900" cy="0"/>
          </a:xfrm>
          <a:prstGeom prst="straightConnector1">
            <a:avLst/>
          </a:prstGeom>
          <a:noFill/>
          <a:ln w="9525" cap="flat" cmpd="sng">
            <a:solidFill>
              <a:schemeClr val="dk1"/>
            </a:solidFill>
            <a:prstDash val="solid"/>
            <a:round/>
            <a:headEnd type="none" w="med" len="med"/>
            <a:tailEnd type="none" w="med" len="med"/>
          </a:ln>
        </p:spPr>
      </p:cxnSp>
      <p:sp>
        <p:nvSpPr>
          <p:cNvPr id="653" name="Google Shape;653;p32"/>
          <p:cNvSpPr/>
          <p:nvPr/>
        </p:nvSpPr>
        <p:spPr>
          <a:xfrm>
            <a:off x="6760300" y="117804"/>
            <a:ext cx="2161200" cy="2568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2"/>
          <p:cNvSpPr/>
          <p:nvPr/>
        </p:nvSpPr>
        <p:spPr>
          <a:xfrm>
            <a:off x="8690995" y="137150"/>
            <a:ext cx="152400" cy="218100"/>
          </a:xfrm>
          <a:prstGeom prst="curvedLeftArrow">
            <a:avLst>
              <a:gd name="adj1" fmla="val 25000"/>
              <a:gd name="adj2" fmla="val 50000"/>
              <a:gd name="adj3" fmla="val 25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500"/>
              <a:buFont typeface="Chakra Petch Medium"/>
              <a:buNone/>
              <a:defRPr sz="3500">
                <a:solidFill>
                  <a:schemeClr val="dk1"/>
                </a:solidFill>
                <a:latin typeface="Chakra Petch Medium"/>
                <a:ea typeface="Chakra Petch Medium"/>
                <a:cs typeface="Chakra Petch Medium"/>
                <a:sym typeface="Chakra Petch Medium"/>
              </a:defRPr>
            </a:lvl1pPr>
            <a:lvl2pPr lvl="1" algn="ctr" rtl="0">
              <a:spcBef>
                <a:spcPts val="0"/>
              </a:spcBef>
              <a:spcAft>
                <a:spcPts val="0"/>
              </a:spcAft>
              <a:buClr>
                <a:schemeClr val="dk1"/>
              </a:buClr>
              <a:buSzPts val="3500"/>
              <a:buFont typeface="Chakra Petch Medium"/>
              <a:buNone/>
              <a:defRPr sz="3500">
                <a:solidFill>
                  <a:schemeClr val="dk1"/>
                </a:solidFill>
                <a:latin typeface="Chakra Petch Medium"/>
                <a:ea typeface="Chakra Petch Medium"/>
                <a:cs typeface="Chakra Petch Medium"/>
                <a:sym typeface="Chakra Petch Medium"/>
              </a:defRPr>
            </a:lvl2pPr>
            <a:lvl3pPr lvl="2" algn="ctr" rtl="0">
              <a:spcBef>
                <a:spcPts val="0"/>
              </a:spcBef>
              <a:spcAft>
                <a:spcPts val="0"/>
              </a:spcAft>
              <a:buClr>
                <a:schemeClr val="dk1"/>
              </a:buClr>
              <a:buSzPts val="3500"/>
              <a:buFont typeface="Chakra Petch Medium"/>
              <a:buNone/>
              <a:defRPr sz="3500">
                <a:solidFill>
                  <a:schemeClr val="dk1"/>
                </a:solidFill>
                <a:latin typeface="Chakra Petch Medium"/>
                <a:ea typeface="Chakra Petch Medium"/>
                <a:cs typeface="Chakra Petch Medium"/>
                <a:sym typeface="Chakra Petch Medium"/>
              </a:defRPr>
            </a:lvl3pPr>
            <a:lvl4pPr lvl="3" algn="ctr" rtl="0">
              <a:spcBef>
                <a:spcPts val="0"/>
              </a:spcBef>
              <a:spcAft>
                <a:spcPts val="0"/>
              </a:spcAft>
              <a:buClr>
                <a:schemeClr val="dk1"/>
              </a:buClr>
              <a:buSzPts val="3500"/>
              <a:buFont typeface="Chakra Petch Medium"/>
              <a:buNone/>
              <a:defRPr sz="3500">
                <a:solidFill>
                  <a:schemeClr val="dk1"/>
                </a:solidFill>
                <a:latin typeface="Chakra Petch Medium"/>
                <a:ea typeface="Chakra Petch Medium"/>
                <a:cs typeface="Chakra Petch Medium"/>
                <a:sym typeface="Chakra Petch Medium"/>
              </a:defRPr>
            </a:lvl4pPr>
            <a:lvl5pPr lvl="4" algn="ctr" rtl="0">
              <a:spcBef>
                <a:spcPts val="0"/>
              </a:spcBef>
              <a:spcAft>
                <a:spcPts val="0"/>
              </a:spcAft>
              <a:buClr>
                <a:schemeClr val="dk1"/>
              </a:buClr>
              <a:buSzPts val="3500"/>
              <a:buFont typeface="Chakra Petch Medium"/>
              <a:buNone/>
              <a:defRPr sz="3500">
                <a:solidFill>
                  <a:schemeClr val="dk1"/>
                </a:solidFill>
                <a:latin typeface="Chakra Petch Medium"/>
                <a:ea typeface="Chakra Petch Medium"/>
                <a:cs typeface="Chakra Petch Medium"/>
                <a:sym typeface="Chakra Petch Medium"/>
              </a:defRPr>
            </a:lvl5pPr>
            <a:lvl6pPr lvl="5" algn="ctr" rtl="0">
              <a:spcBef>
                <a:spcPts val="0"/>
              </a:spcBef>
              <a:spcAft>
                <a:spcPts val="0"/>
              </a:spcAft>
              <a:buClr>
                <a:schemeClr val="dk1"/>
              </a:buClr>
              <a:buSzPts val="3500"/>
              <a:buFont typeface="Chakra Petch Medium"/>
              <a:buNone/>
              <a:defRPr sz="3500">
                <a:solidFill>
                  <a:schemeClr val="dk1"/>
                </a:solidFill>
                <a:latin typeface="Chakra Petch Medium"/>
                <a:ea typeface="Chakra Petch Medium"/>
                <a:cs typeface="Chakra Petch Medium"/>
                <a:sym typeface="Chakra Petch Medium"/>
              </a:defRPr>
            </a:lvl6pPr>
            <a:lvl7pPr lvl="6" algn="ctr" rtl="0">
              <a:spcBef>
                <a:spcPts val="0"/>
              </a:spcBef>
              <a:spcAft>
                <a:spcPts val="0"/>
              </a:spcAft>
              <a:buClr>
                <a:schemeClr val="dk1"/>
              </a:buClr>
              <a:buSzPts val="3500"/>
              <a:buFont typeface="Chakra Petch Medium"/>
              <a:buNone/>
              <a:defRPr sz="3500">
                <a:solidFill>
                  <a:schemeClr val="dk1"/>
                </a:solidFill>
                <a:latin typeface="Chakra Petch Medium"/>
                <a:ea typeface="Chakra Petch Medium"/>
                <a:cs typeface="Chakra Petch Medium"/>
                <a:sym typeface="Chakra Petch Medium"/>
              </a:defRPr>
            </a:lvl7pPr>
            <a:lvl8pPr lvl="7" algn="ctr" rtl="0">
              <a:spcBef>
                <a:spcPts val="0"/>
              </a:spcBef>
              <a:spcAft>
                <a:spcPts val="0"/>
              </a:spcAft>
              <a:buClr>
                <a:schemeClr val="dk1"/>
              </a:buClr>
              <a:buSzPts val="3500"/>
              <a:buFont typeface="Chakra Petch Medium"/>
              <a:buNone/>
              <a:defRPr sz="3500">
                <a:solidFill>
                  <a:schemeClr val="dk1"/>
                </a:solidFill>
                <a:latin typeface="Chakra Petch Medium"/>
                <a:ea typeface="Chakra Petch Medium"/>
                <a:cs typeface="Chakra Petch Medium"/>
                <a:sym typeface="Chakra Petch Medium"/>
              </a:defRPr>
            </a:lvl8pPr>
            <a:lvl9pPr lvl="8" algn="ctr" rtl="0">
              <a:spcBef>
                <a:spcPts val="0"/>
              </a:spcBef>
              <a:spcAft>
                <a:spcPts val="0"/>
              </a:spcAft>
              <a:buClr>
                <a:schemeClr val="dk1"/>
              </a:buClr>
              <a:buSzPts val="3500"/>
              <a:buFont typeface="Chakra Petch Medium"/>
              <a:buNone/>
              <a:defRPr sz="3500">
                <a:solidFill>
                  <a:schemeClr val="dk1"/>
                </a:solidFill>
                <a:latin typeface="Chakra Petch Medium"/>
                <a:ea typeface="Chakra Petch Medium"/>
                <a:cs typeface="Chakra Petch Medium"/>
                <a:sym typeface="Chakra Petch Medium"/>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Fira Code"/>
              <a:buChar char="●"/>
              <a:defRPr>
                <a:solidFill>
                  <a:schemeClr val="dk1"/>
                </a:solidFill>
                <a:latin typeface="Fira Code"/>
                <a:ea typeface="Fira Code"/>
                <a:cs typeface="Fira Code"/>
                <a:sym typeface="Fira Code"/>
              </a:defRPr>
            </a:lvl1pPr>
            <a:lvl2pPr marL="914400" lvl="1" indent="-317500">
              <a:lnSpc>
                <a:spcPct val="115000"/>
              </a:lnSpc>
              <a:spcBef>
                <a:spcPts val="1600"/>
              </a:spcBef>
              <a:spcAft>
                <a:spcPts val="0"/>
              </a:spcAft>
              <a:buClr>
                <a:schemeClr val="dk1"/>
              </a:buClr>
              <a:buSzPts val="1400"/>
              <a:buFont typeface="Fira Code"/>
              <a:buChar char="○"/>
              <a:defRPr>
                <a:solidFill>
                  <a:schemeClr val="dk1"/>
                </a:solidFill>
                <a:latin typeface="Fira Code"/>
                <a:ea typeface="Fira Code"/>
                <a:cs typeface="Fira Code"/>
                <a:sym typeface="Fira Code"/>
              </a:defRPr>
            </a:lvl2pPr>
            <a:lvl3pPr marL="1371600" lvl="2" indent="-317500">
              <a:lnSpc>
                <a:spcPct val="115000"/>
              </a:lnSpc>
              <a:spcBef>
                <a:spcPts val="1600"/>
              </a:spcBef>
              <a:spcAft>
                <a:spcPts val="0"/>
              </a:spcAft>
              <a:buClr>
                <a:schemeClr val="dk1"/>
              </a:buClr>
              <a:buSzPts val="1400"/>
              <a:buFont typeface="Fira Code"/>
              <a:buChar char="■"/>
              <a:defRPr>
                <a:solidFill>
                  <a:schemeClr val="dk1"/>
                </a:solidFill>
                <a:latin typeface="Fira Code"/>
                <a:ea typeface="Fira Code"/>
                <a:cs typeface="Fira Code"/>
                <a:sym typeface="Fira Code"/>
              </a:defRPr>
            </a:lvl3pPr>
            <a:lvl4pPr marL="1828800" lvl="3" indent="-317500">
              <a:lnSpc>
                <a:spcPct val="115000"/>
              </a:lnSpc>
              <a:spcBef>
                <a:spcPts val="1600"/>
              </a:spcBef>
              <a:spcAft>
                <a:spcPts val="0"/>
              </a:spcAft>
              <a:buClr>
                <a:schemeClr val="dk1"/>
              </a:buClr>
              <a:buSzPts val="1400"/>
              <a:buFont typeface="Fira Code"/>
              <a:buChar char="●"/>
              <a:defRPr>
                <a:solidFill>
                  <a:schemeClr val="dk1"/>
                </a:solidFill>
                <a:latin typeface="Fira Code"/>
                <a:ea typeface="Fira Code"/>
                <a:cs typeface="Fira Code"/>
                <a:sym typeface="Fira Code"/>
              </a:defRPr>
            </a:lvl4pPr>
            <a:lvl5pPr marL="2286000" lvl="4" indent="-317500">
              <a:lnSpc>
                <a:spcPct val="115000"/>
              </a:lnSpc>
              <a:spcBef>
                <a:spcPts val="1600"/>
              </a:spcBef>
              <a:spcAft>
                <a:spcPts val="0"/>
              </a:spcAft>
              <a:buClr>
                <a:schemeClr val="dk1"/>
              </a:buClr>
              <a:buSzPts val="1400"/>
              <a:buFont typeface="Fira Code"/>
              <a:buChar char="○"/>
              <a:defRPr>
                <a:solidFill>
                  <a:schemeClr val="dk1"/>
                </a:solidFill>
                <a:latin typeface="Fira Code"/>
                <a:ea typeface="Fira Code"/>
                <a:cs typeface="Fira Code"/>
                <a:sym typeface="Fira Code"/>
              </a:defRPr>
            </a:lvl5pPr>
            <a:lvl6pPr marL="2743200" lvl="5" indent="-317500">
              <a:lnSpc>
                <a:spcPct val="115000"/>
              </a:lnSpc>
              <a:spcBef>
                <a:spcPts val="1600"/>
              </a:spcBef>
              <a:spcAft>
                <a:spcPts val="0"/>
              </a:spcAft>
              <a:buClr>
                <a:schemeClr val="dk1"/>
              </a:buClr>
              <a:buSzPts val="1400"/>
              <a:buFont typeface="Fira Code"/>
              <a:buChar char="■"/>
              <a:defRPr>
                <a:solidFill>
                  <a:schemeClr val="dk1"/>
                </a:solidFill>
                <a:latin typeface="Fira Code"/>
                <a:ea typeface="Fira Code"/>
                <a:cs typeface="Fira Code"/>
                <a:sym typeface="Fira Code"/>
              </a:defRPr>
            </a:lvl6pPr>
            <a:lvl7pPr marL="3200400" lvl="6" indent="-317500">
              <a:lnSpc>
                <a:spcPct val="115000"/>
              </a:lnSpc>
              <a:spcBef>
                <a:spcPts val="1600"/>
              </a:spcBef>
              <a:spcAft>
                <a:spcPts val="0"/>
              </a:spcAft>
              <a:buClr>
                <a:schemeClr val="dk1"/>
              </a:buClr>
              <a:buSzPts val="1400"/>
              <a:buFont typeface="Fira Code"/>
              <a:buChar char="●"/>
              <a:defRPr>
                <a:solidFill>
                  <a:schemeClr val="dk1"/>
                </a:solidFill>
                <a:latin typeface="Fira Code"/>
                <a:ea typeface="Fira Code"/>
                <a:cs typeface="Fira Code"/>
                <a:sym typeface="Fira Code"/>
              </a:defRPr>
            </a:lvl7pPr>
            <a:lvl8pPr marL="3657600" lvl="7" indent="-317500">
              <a:lnSpc>
                <a:spcPct val="115000"/>
              </a:lnSpc>
              <a:spcBef>
                <a:spcPts val="1600"/>
              </a:spcBef>
              <a:spcAft>
                <a:spcPts val="0"/>
              </a:spcAft>
              <a:buClr>
                <a:schemeClr val="dk1"/>
              </a:buClr>
              <a:buSzPts val="1400"/>
              <a:buFont typeface="Fira Code"/>
              <a:buChar char="○"/>
              <a:defRPr>
                <a:solidFill>
                  <a:schemeClr val="dk1"/>
                </a:solidFill>
                <a:latin typeface="Fira Code"/>
                <a:ea typeface="Fira Code"/>
                <a:cs typeface="Fira Code"/>
                <a:sym typeface="Fira Code"/>
              </a:defRPr>
            </a:lvl8pPr>
            <a:lvl9pPr marL="4114800" lvl="8" indent="-317500">
              <a:lnSpc>
                <a:spcPct val="115000"/>
              </a:lnSpc>
              <a:spcBef>
                <a:spcPts val="1600"/>
              </a:spcBef>
              <a:spcAft>
                <a:spcPts val="1600"/>
              </a:spcAft>
              <a:buClr>
                <a:schemeClr val="dk1"/>
              </a:buClr>
              <a:buSzPts val="1400"/>
              <a:buFont typeface="Fira Code"/>
              <a:buChar char="■"/>
              <a:defRPr>
                <a:solidFill>
                  <a:schemeClr val="dk1"/>
                </a:solidFill>
                <a:latin typeface="Fira Code"/>
                <a:ea typeface="Fira Code"/>
                <a:cs typeface="Fira Code"/>
                <a:sym typeface="Fira Cod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5" r:id="rId3"/>
    <p:sldLayoutId id="2147483658" r:id="rId4"/>
    <p:sldLayoutId id="2147483659" r:id="rId5"/>
    <p:sldLayoutId id="2147483661" r:id="rId6"/>
    <p:sldLayoutId id="2147483668" r:id="rId7"/>
    <p:sldLayoutId id="2147483677" r:id="rId8"/>
    <p:sldLayoutId id="2147483678"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sp>
        <p:nvSpPr>
          <p:cNvPr id="665" name="Google Shape;665;p36"/>
          <p:cNvSpPr txBox="1">
            <a:spLocks noGrp="1"/>
          </p:cNvSpPr>
          <p:nvPr>
            <p:ph type="ctrTitle"/>
          </p:nvPr>
        </p:nvSpPr>
        <p:spPr>
          <a:xfrm>
            <a:off x="715150" y="941500"/>
            <a:ext cx="7713600" cy="3036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FR" sz="4400" dirty="0"/>
              <a:t>Teradata: Transformez vos données en décisions.</a:t>
            </a:r>
            <a:endParaRPr sz="4400" dirty="0"/>
          </a:p>
        </p:txBody>
      </p:sp>
      <p:sp>
        <p:nvSpPr>
          <p:cNvPr id="666" name="Google Shape;666;p36"/>
          <p:cNvSpPr txBox="1">
            <a:spLocks noGrp="1"/>
          </p:cNvSpPr>
          <p:nvPr>
            <p:ph type="subTitle" idx="1"/>
          </p:nvPr>
        </p:nvSpPr>
        <p:spPr>
          <a:xfrm>
            <a:off x="715250" y="3952400"/>
            <a:ext cx="7713600" cy="249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Présenter par </a:t>
            </a:r>
            <a:r>
              <a:rPr lang="en" b="1" dirty="0"/>
              <a:t>Drissa Sidiki Traoré</a:t>
            </a:r>
            <a:r>
              <a:rPr lang="en" dirty="0"/>
              <a:t> &amp; </a:t>
            </a:r>
            <a:r>
              <a:rPr lang="en" b="1" dirty="0"/>
              <a:t>Alassane Samba Maiga</a:t>
            </a:r>
            <a:endParaRPr b="1" dirty="0">
              <a:solidFill>
                <a:schemeClr val="lt1"/>
              </a:solidFill>
              <a:highlight>
                <a:schemeClr val="dk1"/>
              </a:highlight>
            </a:endParaRPr>
          </a:p>
        </p:txBody>
      </p:sp>
      <p:grpSp>
        <p:nvGrpSpPr>
          <p:cNvPr id="667" name="Google Shape;667;p36"/>
          <p:cNvGrpSpPr/>
          <p:nvPr/>
        </p:nvGrpSpPr>
        <p:grpSpPr>
          <a:xfrm>
            <a:off x="7587247" y="2888719"/>
            <a:ext cx="378215" cy="598023"/>
            <a:chOff x="1654675" y="1997765"/>
            <a:chExt cx="445587" cy="704551"/>
          </a:xfrm>
        </p:grpSpPr>
        <p:sp>
          <p:nvSpPr>
            <p:cNvPr id="668" name="Google Shape;668;p36"/>
            <p:cNvSpPr/>
            <p:nvPr/>
          </p:nvSpPr>
          <p:spPr>
            <a:xfrm>
              <a:off x="1655926" y="1998979"/>
              <a:ext cx="440657" cy="703336"/>
            </a:xfrm>
            <a:custGeom>
              <a:avLst/>
              <a:gdLst/>
              <a:ahLst/>
              <a:cxnLst/>
              <a:rect l="l" t="t" r="r" b="b"/>
              <a:pathLst>
                <a:path w="11976" h="19115" extrusionOk="0">
                  <a:moveTo>
                    <a:pt x="0" y="1"/>
                  </a:moveTo>
                  <a:lnTo>
                    <a:pt x="0" y="17113"/>
                  </a:lnTo>
                  <a:lnTo>
                    <a:pt x="2002" y="17113"/>
                  </a:lnTo>
                  <a:lnTo>
                    <a:pt x="2002" y="16112"/>
                  </a:lnTo>
                  <a:lnTo>
                    <a:pt x="3002" y="16112"/>
                  </a:lnTo>
                  <a:lnTo>
                    <a:pt x="3002" y="15112"/>
                  </a:lnTo>
                  <a:lnTo>
                    <a:pt x="4003" y="15112"/>
                  </a:lnTo>
                  <a:lnTo>
                    <a:pt x="4003" y="14111"/>
                  </a:lnTo>
                  <a:lnTo>
                    <a:pt x="4971" y="14111"/>
                  </a:lnTo>
                  <a:lnTo>
                    <a:pt x="4971" y="16112"/>
                  </a:lnTo>
                  <a:lnTo>
                    <a:pt x="5971" y="16112"/>
                  </a:lnTo>
                  <a:lnTo>
                    <a:pt x="5971" y="18114"/>
                  </a:lnTo>
                  <a:lnTo>
                    <a:pt x="6972" y="18114"/>
                  </a:lnTo>
                  <a:lnTo>
                    <a:pt x="6972" y="19115"/>
                  </a:lnTo>
                  <a:lnTo>
                    <a:pt x="8973" y="19115"/>
                  </a:lnTo>
                  <a:lnTo>
                    <a:pt x="8973" y="18114"/>
                  </a:lnTo>
                  <a:lnTo>
                    <a:pt x="9974" y="18114"/>
                  </a:lnTo>
                  <a:lnTo>
                    <a:pt x="9974" y="16112"/>
                  </a:lnTo>
                  <a:lnTo>
                    <a:pt x="8973" y="16112"/>
                  </a:lnTo>
                  <a:lnTo>
                    <a:pt x="8973" y="14111"/>
                  </a:lnTo>
                  <a:lnTo>
                    <a:pt x="7973" y="14111"/>
                  </a:lnTo>
                  <a:lnTo>
                    <a:pt x="7973" y="13110"/>
                  </a:lnTo>
                  <a:lnTo>
                    <a:pt x="11976" y="13110"/>
                  </a:lnTo>
                  <a:lnTo>
                    <a:pt x="11976" y="12110"/>
                  </a:lnTo>
                  <a:lnTo>
                    <a:pt x="11976" y="11109"/>
                  </a:lnTo>
                  <a:lnTo>
                    <a:pt x="11042" y="11109"/>
                  </a:lnTo>
                  <a:lnTo>
                    <a:pt x="11042" y="11042"/>
                  </a:lnTo>
                  <a:lnTo>
                    <a:pt x="11042" y="10008"/>
                  </a:lnTo>
                  <a:lnTo>
                    <a:pt x="10041" y="10008"/>
                  </a:lnTo>
                  <a:lnTo>
                    <a:pt x="10041" y="9007"/>
                  </a:lnTo>
                  <a:lnTo>
                    <a:pt x="9040" y="9007"/>
                  </a:lnTo>
                  <a:lnTo>
                    <a:pt x="9040" y="8007"/>
                  </a:lnTo>
                  <a:lnTo>
                    <a:pt x="8039" y="8007"/>
                  </a:lnTo>
                  <a:lnTo>
                    <a:pt x="8039" y="7006"/>
                  </a:lnTo>
                  <a:lnTo>
                    <a:pt x="7039" y="7006"/>
                  </a:lnTo>
                  <a:lnTo>
                    <a:pt x="7039" y="6005"/>
                  </a:lnTo>
                  <a:lnTo>
                    <a:pt x="6038" y="6005"/>
                  </a:lnTo>
                  <a:lnTo>
                    <a:pt x="6038" y="5005"/>
                  </a:lnTo>
                  <a:lnTo>
                    <a:pt x="5037" y="5005"/>
                  </a:lnTo>
                  <a:lnTo>
                    <a:pt x="5037" y="4004"/>
                  </a:lnTo>
                  <a:lnTo>
                    <a:pt x="4037" y="4004"/>
                  </a:lnTo>
                  <a:lnTo>
                    <a:pt x="4037" y="3003"/>
                  </a:lnTo>
                  <a:lnTo>
                    <a:pt x="3036" y="3003"/>
                  </a:lnTo>
                  <a:lnTo>
                    <a:pt x="3036" y="2002"/>
                  </a:lnTo>
                  <a:lnTo>
                    <a:pt x="2035" y="2002"/>
                  </a:lnTo>
                  <a:lnTo>
                    <a:pt x="2035" y="1002"/>
                  </a:lnTo>
                  <a:lnTo>
                    <a:pt x="1001" y="1002"/>
                  </a:lnTo>
                  <a:lnTo>
                    <a:pt x="100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6"/>
            <p:cNvSpPr/>
            <p:nvPr/>
          </p:nvSpPr>
          <p:spPr>
            <a:xfrm>
              <a:off x="1654675" y="1997765"/>
              <a:ext cx="36869" cy="628459"/>
            </a:xfrm>
            <a:custGeom>
              <a:avLst/>
              <a:gdLst/>
              <a:ahLst/>
              <a:cxnLst/>
              <a:rect l="l" t="t" r="r" b="b"/>
              <a:pathLst>
                <a:path w="1002" h="17080" extrusionOk="0">
                  <a:moveTo>
                    <a:pt x="1" y="1"/>
                  </a:moveTo>
                  <a:lnTo>
                    <a:pt x="1" y="17079"/>
                  </a:lnTo>
                  <a:lnTo>
                    <a:pt x="1002" y="17079"/>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6"/>
            <p:cNvSpPr/>
            <p:nvPr/>
          </p:nvSpPr>
          <p:spPr>
            <a:xfrm>
              <a:off x="1692758" y="2034597"/>
              <a:ext cx="36832" cy="36869"/>
            </a:xfrm>
            <a:custGeom>
              <a:avLst/>
              <a:gdLst/>
              <a:ahLst/>
              <a:cxnLst/>
              <a:rect l="l" t="t" r="r" b="b"/>
              <a:pathLst>
                <a:path w="1001" h="1002"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6"/>
            <p:cNvSpPr/>
            <p:nvPr/>
          </p:nvSpPr>
          <p:spPr>
            <a:xfrm>
              <a:off x="1729553" y="2072643"/>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6"/>
            <p:cNvSpPr/>
            <p:nvPr/>
          </p:nvSpPr>
          <p:spPr>
            <a:xfrm>
              <a:off x="1765170" y="2109474"/>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6"/>
            <p:cNvSpPr/>
            <p:nvPr/>
          </p:nvSpPr>
          <p:spPr>
            <a:xfrm>
              <a:off x="1803216" y="2146269"/>
              <a:ext cx="36832" cy="36869"/>
            </a:xfrm>
            <a:custGeom>
              <a:avLst/>
              <a:gdLst/>
              <a:ahLst/>
              <a:cxnLst/>
              <a:rect l="l" t="t" r="r" b="b"/>
              <a:pathLst>
                <a:path w="1001" h="1002" extrusionOk="0">
                  <a:moveTo>
                    <a:pt x="0" y="1"/>
                  </a:moveTo>
                  <a:lnTo>
                    <a:pt x="0"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6"/>
            <p:cNvSpPr/>
            <p:nvPr/>
          </p:nvSpPr>
          <p:spPr>
            <a:xfrm>
              <a:off x="1841262" y="2183101"/>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6"/>
            <p:cNvSpPr/>
            <p:nvPr/>
          </p:nvSpPr>
          <p:spPr>
            <a:xfrm>
              <a:off x="1878057" y="2219933"/>
              <a:ext cx="36869" cy="36832"/>
            </a:xfrm>
            <a:custGeom>
              <a:avLst/>
              <a:gdLst/>
              <a:ahLst/>
              <a:cxnLst/>
              <a:rect l="l" t="t" r="r" b="b"/>
              <a:pathLst>
                <a:path w="1002" h="1001"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6"/>
            <p:cNvSpPr/>
            <p:nvPr/>
          </p:nvSpPr>
          <p:spPr>
            <a:xfrm>
              <a:off x="1914889" y="2256728"/>
              <a:ext cx="36869" cy="36869"/>
            </a:xfrm>
            <a:custGeom>
              <a:avLst/>
              <a:gdLst/>
              <a:ahLst/>
              <a:cxnLst/>
              <a:rect l="l" t="t" r="r" b="b"/>
              <a:pathLst>
                <a:path w="1002" h="1002" extrusionOk="0">
                  <a:moveTo>
                    <a:pt x="1" y="1"/>
                  </a:moveTo>
                  <a:lnTo>
                    <a:pt x="1"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36"/>
            <p:cNvSpPr/>
            <p:nvPr/>
          </p:nvSpPr>
          <p:spPr>
            <a:xfrm>
              <a:off x="1951721" y="2293559"/>
              <a:ext cx="36869" cy="36869"/>
            </a:xfrm>
            <a:custGeom>
              <a:avLst/>
              <a:gdLst/>
              <a:ahLst/>
              <a:cxnLst/>
              <a:rect l="l" t="t" r="r" b="b"/>
              <a:pathLst>
                <a:path w="1002"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6"/>
            <p:cNvSpPr/>
            <p:nvPr/>
          </p:nvSpPr>
          <p:spPr>
            <a:xfrm>
              <a:off x="1988553" y="2330391"/>
              <a:ext cx="36832" cy="36869"/>
            </a:xfrm>
            <a:custGeom>
              <a:avLst/>
              <a:gdLst/>
              <a:ahLst/>
              <a:cxnLst/>
              <a:rect l="l" t="t" r="r" b="b"/>
              <a:pathLst>
                <a:path w="1001" h="1002"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6"/>
            <p:cNvSpPr/>
            <p:nvPr/>
          </p:nvSpPr>
          <p:spPr>
            <a:xfrm>
              <a:off x="2025348" y="2367223"/>
              <a:ext cx="36869" cy="36832"/>
            </a:xfrm>
            <a:custGeom>
              <a:avLst/>
              <a:gdLst/>
              <a:ahLst/>
              <a:cxnLst/>
              <a:rect l="l" t="t" r="r" b="b"/>
              <a:pathLst>
                <a:path w="1002" h="1001"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6"/>
            <p:cNvSpPr/>
            <p:nvPr/>
          </p:nvSpPr>
          <p:spPr>
            <a:xfrm>
              <a:off x="2062179" y="2405269"/>
              <a:ext cx="36869" cy="36832"/>
            </a:xfrm>
            <a:custGeom>
              <a:avLst/>
              <a:gdLst/>
              <a:ahLst/>
              <a:cxnLst/>
              <a:rect l="l" t="t" r="r" b="b"/>
              <a:pathLst>
                <a:path w="1002" h="1001"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6"/>
            <p:cNvSpPr/>
            <p:nvPr/>
          </p:nvSpPr>
          <p:spPr>
            <a:xfrm>
              <a:off x="1914889" y="2442064"/>
              <a:ext cx="185373" cy="36869"/>
            </a:xfrm>
            <a:custGeom>
              <a:avLst/>
              <a:gdLst/>
              <a:ahLst/>
              <a:cxnLst/>
              <a:rect l="l" t="t" r="r" b="b"/>
              <a:pathLst>
                <a:path w="5038" h="1002" extrusionOk="0">
                  <a:moveTo>
                    <a:pt x="1" y="1"/>
                  </a:moveTo>
                  <a:lnTo>
                    <a:pt x="1" y="1002"/>
                  </a:lnTo>
                  <a:lnTo>
                    <a:pt x="5038" y="1002"/>
                  </a:lnTo>
                  <a:lnTo>
                    <a:pt x="50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36"/>
            <p:cNvSpPr/>
            <p:nvPr/>
          </p:nvSpPr>
          <p:spPr>
            <a:xfrm>
              <a:off x="1914889" y="2478895"/>
              <a:ext cx="36869" cy="36869"/>
            </a:xfrm>
            <a:custGeom>
              <a:avLst/>
              <a:gdLst/>
              <a:ahLst/>
              <a:cxnLst/>
              <a:rect l="l" t="t" r="r" b="b"/>
              <a:pathLst>
                <a:path w="1002" h="1002" extrusionOk="0">
                  <a:moveTo>
                    <a:pt x="1" y="1"/>
                  </a:moveTo>
                  <a:lnTo>
                    <a:pt x="1"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36"/>
            <p:cNvSpPr/>
            <p:nvPr/>
          </p:nvSpPr>
          <p:spPr>
            <a:xfrm>
              <a:off x="1803216" y="2478895"/>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36"/>
            <p:cNvSpPr/>
            <p:nvPr/>
          </p:nvSpPr>
          <p:spPr>
            <a:xfrm>
              <a:off x="1841262" y="2515727"/>
              <a:ext cx="36832" cy="73664"/>
            </a:xfrm>
            <a:custGeom>
              <a:avLst/>
              <a:gdLst/>
              <a:ahLst/>
              <a:cxnLst/>
              <a:rect l="l" t="t" r="r" b="b"/>
              <a:pathLst>
                <a:path w="1001" h="2002" extrusionOk="0">
                  <a:moveTo>
                    <a:pt x="0" y="0"/>
                  </a:moveTo>
                  <a:lnTo>
                    <a:pt x="0"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6"/>
            <p:cNvSpPr/>
            <p:nvPr/>
          </p:nvSpPr>
          <p:spPr>
            <a:xfrm>
              <a:off x="1878057" y="2589354"/>
              <a:ext cx="36869" cy="73700"/>
            </a:xfrm>
            <a:custGeom>
              <a:avLst/>
              <a:gdLst/>
              <a:ahLst/>
              <a:cxnLst/>
              <a:rect l="l" t="t" r="r" b="b"/>
              <a:pathLst>
                <a:path w="1002" h="2003" extrusionOk="0">
                  <a:moveTo>
                    <a:pt x="1" y="1"/>
                  </a:moveTo>
                  <a:lnTo>
                    <a:pt x="1" y="2002"/>
                  </a:lnTo>
                  <a:lnTo>
                    <a:pt x="1002" y="2002"/>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36"/>
            <p:cNvSpPr/>
            <p:nvPr/>
          </p:nvSpPr>
          <p:spPr>
            <a:xfrm>
              <a:off x="1914889" y="2663017"/>
              <a:ext cx="73700" cy="36832"/>
            </a:xfrm>
            <a:custGeom>
              <a:avLst/>
              <a:gdLst/>
              <a:ahLst/>
              <a:cxnLst/>
              <a:rect l="l" t="t" r="r" b="b"/>
              <a:pathLst>
                <a:path w="2003" h="1001" extrusionOk="0">
                  <a:moveTo>
                    <a:pt x="1" y="0"/>
                  </a:moveTo>
                  <a:lnTo>
                    <a:pt x="1" y="1001"/>
                  </a:lnTo>
                  <a:lnTo>
                    <a:pt x="2002" y="1001"/>
                  </a:lnTo>
                  <a:lnTo>
                    <a:pt x="2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6"/>
            <p:cNvSpPr/>
            <p:nvPr/>
          </p:nvSpPr>
          <p:spPr>
            <a:xfrm>
              <a:off x="1951721" y="2515727"/>
              <a:ext cx="36869" cy="73664"/>
            </a:xfrm>
            <a:custGeom>
              <a:avLst/>
              <a:gdLst/>
              <a:ahLst/>
              <a:cxnLst/>
              <a:rect l="l" t="t" r="r" b="b"/>
              <a:pathLst>
                <a:path w="1002" h="2002" extrusionOk="0">
                  <a:moveTo>
                    <a:pt x="0" y="0"/>
                  </a:moveTo>
                  <a:lnTo>
                    <a:pt x="0"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6"/>
            <p:cNvSpPr/>
            <p:nvPr/>
          </p:nvSpPr>
          <p:spPr>
            <a:xfrm>
              <a:off x="1988553" y="2589354"/>
              <a:ext cx="36832" cy="73700"/>
            </a:xfrm>
            <a:custGeom>
              <a:avLst/>
              <a:gdLst/>
              <a:ahLst/>
              <a:cxnLst/>
              <a:rect l="l" t="t" r="r" b="b"/>
              <a:pathLst>
                <a:path w="1001" h="2003" extrusionOk="0">
                  <a:moveTo>
                    <a:pt x="0" y="1"/>
                  </a:moveTo>
                  <a:lnTo>
                    <a:pt x="0" y="2002"/>
                  </a:lnTo>
                  <a:lnTo>
                    <a:pt x="1001" y="2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6"/>
            <p:cNvSpPr/>
            <p:nvPr/>
          </p:nvSpPr>
          <p:spPr>
            <a:xfrm>
              <a:off x="1765170" y="2515727"/>
              <a:ext cx="36832" cy="36869"/>
            </a:xfrm>
            <a:custGeom>
              <a:avLst/>
              <a:gdLst/>
              <a:ahLst/>
              <a:cxnLst/>
              <a:rect l="l" t="t" r="r" b="b"/>
              <a:pathLst>
                <a:path w="1001" h="1002"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6"/>
            <p:cNvSpPr/>
            <p:nvPr/>
          </p:nvSpPr>
          <p:spPr>
            <a:xfrm>
              <a:off x="1729553" y="2552559"/>
              <a:ext cx="36869" cy="36832"/>
            </a:xfrm>
            <a:custGeom>
              <a:avLst/>
              <a:gdLst/>
              <a:ahLst/>
              <a:cxnLst/>
              <a:rect l="l" t="t" r="r" b="b"/>
              <a:pathLst>
                <a:path w="1002" h="1001"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6"/>
            <p:cNvSpPr/>
            <p:nvPr/>
          </p:nvSpPr>
          <p:spPr>
            <a:xfrm>
              <a:off x="1692758" y="2589354"/>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sp>
        <p:nvSpPr>
          <p:cNvPr id="702" name="Google Shape;702;p38"/>
          <p:cNvSpPr txBox="1">
            <a:spLocks noGrp="1"/>
          </p:cNvSpPr>
          <p:nvPr>
            <p:ph type="title"/>
          </p:nvPr>
        </p:nvSpPr>
        <p:spPr>
          <a:xfrm>
            <a:off x="1407500" y="637150"/>
            <a:ext cx="4959000" cy="314700"/>
          </a:xfrm>
          <a:prstGeom prst="rect">
            <a:avLst/>
          </a:prstGeom>
        </p:spPr>
        <p:txBody>
          <a:bodyPr spcFirstLastPara="1" wrap="square" lIns="91425" tIns="91425" rIns="91425" bIns="91425" anchor="ctr" anchorCtr="0">
            <a:noAutofit/>
          </a:bodyPr>
          <a:lstStyle/>
          <a:p>
            <a:pPr lvl="0"/>
            <a:r>
              <a:rPr lang="fr-FR" sz="2200" dirty="0"/>
              <a:t>C’est quoi  le Data Mining ?</a:t>
            </a:r>
          </a:p>
        </p:txBody>
      </p:sp>
      <p:sp>
        <p:nvSpPr>
          <p:cNvPr id="703" name="Google Shape;703;p38"/>
          <p:cNvSpPr txBox="1">
            <a:spLocks noGrp="1"/>
          </p:cNvSpPr>
          <p:nvPr>
            <p:ph type="title" idx="2"/>
          </p:nvPr>
        </p:nvSpPr>
        <p:spPr>
          <a:xfrm>
            <a:off x="715100" y="637150"/>
            <a:ext cx="692400" cy="314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400" dirty="0"/>
              <a:t>01</a:t>
            </a:r>
            <a:endParaRPr sz="2400" dirty="0"/>
          </a:p>
        </p:txBody>
      </p:sp>
      <p:sp>
        <p:nvSpPr>
          <p:cNvPr id="705" name="Google Shape;705;p38"/>
          <p:cNvSpPr txBox="1">
            <a:spLocks noGrp="1"/>
          </p:cNvSpPr>
          <p:nvPr>
            <p:ph type="title" idx="3"/>
          </p:nvPr>
        </p:nvSpPr>
        <p:spPr>
          <a:xfrm>
            <a:off x="1407500" y="1308688"/>
            <a:ext cx="4959000" cy="314700"/>
          </a:xfrm>
          <a:prstGeom prst="rect">
            <a:avLst/>
          </a:prstGeom>
        </p:spPr>
        <p:txBody>
          <a:bodyPr spcFirstLastPara="1" wrap="square" lIns="91425" tIns="91425" rIns="91425" bIns="91425" anchor="ctr" anchorCtr="0">
            <a:noAutofit/>
          </a:bodyPr>
          <a:lstStyle/>
          <a:p>
            <a:pPr lvl="0"/>
            <a:r>
              <a:rPr lang="fr-FR" sz="2200" dirty="0"/>
              <a:t>C’est quoi Teradata ?</a:t>
            </a:r>
          </a:p>
        </p:txBody>
      </p:sp>
      <p:sp>
        <p:nvSpPr>
          <p:cNvPr id="706" name="Google Shape;706;p38"/>
          <p:cNvSpPr txBox="1">
            <a:spLocks noGrp="1"/>
          </p:cNvSpPr>
          <p:nvPr>
            <p:ph type="title" idx="4"/>
          </p:nvPr>
        </p:nvSpPr>
        <p:spPr>
          <a:xfrm>
            <a:off x="718850" y="1308688"/>
            <a:ext cx="692400" cy="314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400" dirty="0"/>
              <a:t>02</a:t>
            </a:r>
            <a:endParaRPr sz="2400" dirty="0"/>
          </a:p>
        </p:txBody>
      </p:sp>
      <p:sp>
        <p:nvSpPr>
          <p:cNvPr id="707" name="Google Shape;707;p38"/>
          <p:cNvSpPr txBox="1">
            <a:spLocks noGrp="1"/>
          </p:cNvSpPr>
          <p:nvPr>
            <p:ph type="subTitle" idx="5"/>
          </p:nvPr>
        </p:nvSpPr>
        <p:spPr>
          <a:xfrm>
            <a:off x="725560" y="1712506"/>
            <a:ext cx="5640900" cy="198300"/>
          </a:xfrm>
          <a:prstGeom prst="rect">
            <a:avLst/>
          </a:prstGeom>
        </p:spPr>
        <p:txBody>
          <a:bodyPr spcFirstLastPara="1" wrap="square" lIns="91425" tIns="91425" rIns="91425" bIns="91425" anchor="ctr" anchorCtr="0">
            <a:noAutofit/>
          </a:bodyPr>
          <a:lstStyle/>
          <a:p>
            <a:pPr marL="0" lvl="0" indent="0"/>
            <a:r>
              <a:rPr lang="fr-FR" sz="1400" dirty="0"/>
              <a:t>Définition, caractéristiques, Avantages</a:t>
            </a:r>
          </a:p>
        </p:txBody>
      </p:sp>
      <p:sp>
        <p:nvSpPr>
          <p:cNvPr id="708" name="Google Shape;708;p38"/>
          <p:cNvSpPr txBox="1">
            <a:spLocks noGrp="1"/>
          </p:cNvSpPr>
          <p:nvPr>
            <p:ph type="title" idx="6"/>
          </p:nvPr>
        </p:nvSpPr>
        <p:spPr>
          <a:xfrm>
            <a:off x="1407499" y="2625698"/>
            <a:ext cx="6069065" cy="314700"/>
          </a:xfrm>
          <a:prstGeom prst="rect">
            <a:avLst/>
          </a:prstGeom>
        </p:spPr>
        <p:txBody>
          <a:bodyPr spcFirstLastPara="1" wrap="square" lIns="91425" tIns="91425" rIns="91425" bIns="91425" anchor="ctr" anchorCtr="0">
            <a:noAutofit/>
          </a:bodyPr>
          <a:lstStyle/>
          <a:p>
            <a:pPr lvl="0"/>
            <a:r>
              <a:rPr lang="fr-FR" sz="2200" dirty="0"/>
              <a:t>Quelles sont les fonctionnalités de Teradata ?</a:t>
            </a:r>
          </a:p>
        </p:txBody>
      </p:sp>
      <p:sp>
        <p:nvSpPr>
          <p:cNvPr id="709" name="Google Shape;709;p38"/>
          <p:cNvSpPr txBox="1">
            <a:spLocks noGrp="1"/>
          </p:cNvSpPr>
          <p:nvPr>
            <p:ph type="title" idx="7"/>
          </p:nvPr>
        </p:nvSpPr>
        <p:spPr>
          <a:xfrm>
            <a:off x="718850" y="2625698"/>
            <a:ext cx="692400" cy="314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400" dirty="0"/>
              <a:t>04</a:t>
            </a:r>
            <a:endParaRPr sz="2400" dirty="0"/>
          </a:p>
        </p:txBody>
      </p:sp>
      <p:sp>
        <p:nvSpPr>
          <p:cNvPr id="710" name="Google Shape;710;p38"/>
          <p:cNvSpPr txBox="1">
            <a:spLocks noGrp="1"/>
          </p:cNvSpPr>
          <p:nvPr>
            <p:ph type="subTitle" idx="8"/>
          </p:nvPr>
        </p:nvSpPr>
        <p:spPr>
          <a:xfrm>
            <a:off x="725559" y="3040270"/>
            <a:ext cx="6069065" cy="274500"/>
          </a:xfrm>
          <a:prstGeom prst="rect">
            <a:avLst/>
          </a:prstGeom>
        </p:spPr>
        <p:txBody>
          <a:bodyPr spcFirstLastPara="1" wrap="square" lIns="91425" tIns="91425" rIns="91425" bIns="91425" anchor="ctr" anchorCtr="0">
            <a:noAutofit/>
          </a:bodyPr>
          <a:lstStyle/>
          <a:p>
            <a:pPr marL="0" lvl="0" indent="0"/>
            <a:r>
              <a:rPr lang="fr-FR" sz="1400" dirty="0"/>
              <a:t>Data </a:t>
            </a:r>
            <a:r>
              <a:rPr lang="fr-FR" sz="1400" dirty="0" err="1"/>
              <a:t>Fabric</a:t>
            </a:r>
            <a:r>
              <a:rPr lang="fr-FR" sz="1400" dirty="0"/>
              <a:t>, </a:t>
            </a:r>
            <a:r>
              <a:rPr lang="fr-FR" sz="1400" dirty="0" err="1"/>
              <a:t>Clearscape</a:t>
            </a:r>
            <a:r>
              <a:rPr lang="fr-FR" sz="1400" dirty="0"/>
              <a:t> </a:t>
            </a:r>
            <a:r>
              <a:rPr lang="fr-FR" sz="1400" dirty="0" err="1"/>
              <a:t>analytics</a:t>
            </a:r>
            <a:r>
              <a:rPr lang="fr-FR" sz="1400" dirty="0"/>
              <a:t>, </a:t>
            </a:r>
            <a:r>
              <a:rPr lang="fr-FR" sz="1400" dirty="0" err="1"/>
              <a:t>Vantage</a:t>
            </a:r>
            <a:r>
              <a:rPr lang="fr-FR" sz="1400" dirty="0"/>
              <a:t> cloud</a:t>
            </a:r>
          </a:p>
        </p:txBody>
      </p:sp>
      <p:sp>
        <p:nvSpPr>
          <p:cNvPr id="714" name="Google Shape;714;p38"/>
          <p:cNvSpPr txBox="1">
            <a:spLocks noGrp="1"/>
          </p:cNvSpPr>
          <p:nvPr>
            <p:ph type="title" idx="15"/>
          </p:nvPr>
        </p:nvSpPr>
        <p:spPr>
          <a:xfrm>
            <a:off x="1407500" y="3485576"/>
            <a:ext cx="5283756" cy="314700"/>
          </a:xfrm>
          <a:prstGeom prst="rect">
            <a:avLst/>
          </a:prstGeom>
        </p:spPr>
        <p:txBody>
          <a:bodyPr spcFirstLastPara="1" wrap="square" lIns="91425" tIns="91425" rIns="91425" bIns="91425" anchor="ctr" anchorCtr="0">
            <a:noAutofit/>
          </a:bodyPr>
          <a:lstStyle/>
          <a:p>
            <a:pPr lvl="0"/>
            <a:r>
              <a:rPr lang="fr-FR" sz="2200" dirty="0"/>
              <a:t>Quels sont les domaines d’application ?</a:t>
            </a:r>
            <a:endParaRPr sz="2200" dirty="0"/>
          </a:p>
        </p:txBody>
      </p:sp>
      <p:sp>
        <p:nvSpPr>
          <p:cNvPr id="715" name="Google Shape;715;p38"/>
          <p:cNvSpPr txBox="1">
            <a:spLocks noGrp="1"/>
          </p:cNvSpPr>
          <p:nvPr>
            <p:ph type="title" idx="16"/>
          </p:nvPr>
        </p:nvSpPr>
        <p:spPr>
          <a:xfrm>
            <a:off x="718850" y="3485576"/>
            <a:ext cx="692400" cy="314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400" dirty="0"/>
              <a:t>05</a:t>
            </a:r>
            <a:endParaRPr sz="2400" dirty="0"/>
          </a:p>
        </p:txBody>
      </p:sp>
      <p:grpSp>
        <p:nvGrpSpPr>
          <p:cNvPr id="717" name="Google Shape;717;p38"/>
          <p:cNvGrpSpPr/>
          <p:nvPr/>
        </p:nvGrpSpPr>
        <p:grpSpPr>
          <a:xfrm>
            <a:off x="7569329" y="186943"/>
            <a:ext cx="534466" cy="691809"/>
            <a:chOff x="2875937" y="1960933"/>
            <a:chExt cx="629673" cy="815044"/>
          </a:xfrm>
        </p:grpSpPr>
        <p:sp>
          <p:nvSpPr>
            <p:cNvPr id="718" name="Google Shape;718;p38"/>
            <p:cNvSpPr/>
            <p:nvPr/>
          </p:nvSpPr>
          <p:spPr>
            <a:xfrm>
              <a:off x="2879617" y="1962184"/>
              <a:ext cx="625993" cy="811330"/>
            </a:xfrm>
            <a:custGeom>
              <a:avLst/>
              <a:gdLst/>
              <a:ahLst/>
              <a:cxnLst/>
              <a:rect l="l" t="t" r="r" b="b"/>
              <a:pathLst>
                <a:path w="17013" h="22050" extrusionOk="0">
                  <a:moveTo>
                    <a:pt x="5004" y="0"/>
                  </a:moveTo>
                  <a:lnTo>
                    <a:pt x="5004" y="1001"/>
                  </a:lnTo>
                  <a:lnTo>
                    <a:pt x="4003" y="1001"/>
                  </a:lnTo>
                  <a:lnTo>
                    <a:pt x="4003" y="10041"/>
                  </a:lnTo>
                  <a:lnTo>
                    <a:pt x="3003" y="10041"/>
                  </a:lnTo>
                  <a:lnTo>
                    <a:pt x="3003" y="9040"/>
                  </a:lnTo>
                  <a:lnTo>
                    <a:pt x="0" y="9040"/>
                  </a:lnTo>
                  <a:lnTo>
                    <a:pt x="0" y="10041"/>
                  </a:lnTo>
                  <a:lnTo>
                    <a:pt x="0" y="10541"/>
                  </a:lnTo>
                  <a:lnTo>
                    <a:pt x="0" y="12042"/>
                  </a:lnTo>
                  <a:lnTo>
                    <a:pt x="1001" y="12042"/>
                  </a:lnTo>
                  <a:lnTo>
                    <a:pt x="1001" y="13043"/>
                  </a:lnTo>
                  <a:lnTo>
                    <a:pt x="2002" y="13043"/>
                  </a:lnTo>
                  <a:lnTo>
                    <a:pt x="2002" y="15044"/>
                  </a:lnTo>
                  <a:lnTo>
                    <a:pt x="3003" y="15044"/>
                  </a:lnTo>
                  <a:lnTo>
                    <a:pt x="3003" y="17046"/>
                  </a:lnTo>
                  <a:lnTo>
                    <a:pt x="4003" y="17046"/>
                  </a:lnTo>
                  <a:lnTo>
                    <a:pt x="4003" y="19047"/>
                  </a:lnTo>
                  <a:lnTo>
                    <a:pt x="5004" y="19047"/>
                  </a:lnTo>
                  <a:lnTo>
                    <a:pt x="5004" y="21049"/>
                  </a:lnTo>
                  <a:lnTo>
                    <a:pt x="5004" y="22049"/>
                  </a:lnTo>
                  <a:lnTo>
                    <a:pt x="15011" y="22049"/>
                  </a:lnTo>
                  <a:lnTo>
                    <a:pt x="15011" y="19047"/>
                  </a:lnTo>
                  <a:lnTo>
                    <a:pt x="16012" y="19047"/>
                  </a:lnTo>
                  <a:lnTo>
                    <a:pt x="16012" y="16045"/>
                  </a:lnTo>
                  <a:lnTo>
                    <a:pt x="17013" y="16045"/>
                  </a:lnTo>
                  <a:lnTo>
                    <a:pt x="17013" y="9007"/>
                  </a:lnTo>
                  <a:lnTo>
                    <a:pt x="16012" y="9007"/>
                  </a:lnTo>
                  <a:lnTo>
                    <a:pt x="16012" y="8006"/>
                  </a:lnTo>
                  <a:lnTo>
                    <a:pt x="15011" y="8006"/>
                  </a:lnTo>
                  <a:lnTo>
                    <a:pt x="15011" y="7005"/>
                  </a:lnTo>
                  <a:lnTo>
                    <a:pt x="13010" y="7005"/>
                  </a:lnTo>
                  <a:lnTo>
                    <a:pt x="13010" y="6005"/>
                  </a:lnTo>
                  <a:lnTo>
                    <a:pt x="10008" y="6005"/>
                  </a:lnTo>
                  <a:lnTo>
                    <a:pt x="10008" y="5004"/>
                  </a:lnTo>
                  <a:lnTo>
                    <a:pt x="8006" y="5004"/>
                  </a:lnTo>
                  <a:lnTo>
                    <a:pt x="8006" y="1001"/>
                  </a:lnTo>
                  <a:lnTo>
                    <a:pt x="7005" y="1001"/>
                  </a:lnTo>
                  <a:lnTo>
                    <a:pt x="700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38"/>
            <p:cNvSpPr/>
            <p:nvPr/>
          </p:nvSpPr>
          <p:spPr>
            <a:xfrm>
              <a:off x="3024442" y="1997765"/>
              <a:ext cx="36869" cy="443122"/>
            </a:xfrm>
            <a:custGeom>
              <a:avLst/>
              <a:gdLst/>
              <a:ahLst/>
              <a:cxnLst/>
              <a:rect l="l" t="t" r="r" b="b"/>
              <a:pathLst>
                <a:path w="1002" h="12043" extrusionOk="0">
                  <a:moveTo>
                    <a:pt x="1" y="1"/>
                  </a:moveTo>
                  <a:lnTo>
                    <a:pt x="1" y="12043"/>
                  </a:lnTo>
                  <a:lnTo>
                    <a:pt x="1001" y="12043"/>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38"/>
            <p:cNvSpPr/>
            <p:nvPr/>
          </p:nvSpPr>
          <p:spPr>
            <a:xfrm>
              <a:off x="3062488" y="1960933"/>
              <a:ext cx="73700" cy="36869"/>
            </a:xfrm>
            <a:custGeom>
              <a:avLst/>
              <a:gdLst/>
              <a:ahLst/>
              <a:cxnLst/>
              <a:rect l="l" t="t" r="r" b="b"/>
              <a:pathLst>
                <a:path w="2003" h="1002" extrusionOk="0">
                  <a:moveTo>
                    <a:pt x="1" y="1"/>
                  </a:moveTo>
                  <a:lnTo>
                    <a:pt x="1" y="1002"/>
                  </a:lnTo>
                  <a:lnTo>
                    <a:pt x="2002" y="1002"/>
                  </a:lnTo>
                  <a:lnTo>
                    <a:pt x="2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8"/>
            <p:cNvSpPr/>
            <p:nvPr/>
          </p:nvSpPr>
          <p:spPr>
            <a:xfrm>
              <a:off x="3136151" y="1997765"/>
              <a:ext cx="36832" cy="332664"/>
            </a:xfrm>
            <a:custGeom>
              <a:avLst/>
              <a:gdLst/>
              <a:ahLst/>
              <a:cxnLst/>
              <a:rect l="l" t="t" r="r" b="b"/>
              <a:pathLst>
                <a:path w="1001" h="9041" extrusionOk="0">
                  <a:moveTo>
                    <a:pt x="0" y="1"/>
                  </a:moveTo>
                  <a:lnTo>
                    <a:pt x="0" y="9040"/>
                  </a:lnTo>
                  <a:lnTo>
                    <a:pt x="1001" y="9040"/>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8"/>
            <p:cNvSpPr/>
            <p:nvPr/>
          </p:nvSpPr>
          <p:spPr>
            <a:xfrm>
              <a:off x="3172946" y="2146269"/>
              <a:ext cx="73700" cy="36869"/>
            </a:xfrm>
            <a:custGeom>
              <a:avLst/>
              <a:gdLst/>
              <a:ahLst/>
              <a:cxnLst/>
              <a:rect l="l" t="t" r="r" b="b"/>
              <a:pathLst>
                <a:path w="2003" h="1002" extrusionOk="0">
                  <a:moveTo>
                    <a:pt x="1" y="1"/>
                  </a:moveTo>
                  <a:lnTo>
                    <a:pt x="1" y="1002"/>
                  </a:lnTo>
                  <a:lnTo>
                    <a:pt x="2002" y="1002"/>
                  </a:lnTo>
                  <a:lnTo>
                    <a:pt x="2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8"/>
            <p:cNvSpPr/>
            <p:nvPr/>
          </p:nvSpPr>
          <p:spPr>
            <a:xfrm>
              <a:off x="3246610" y="2219933"/>
              <a:ext cx="36832" cy="110495"/>
            </a:xfrm>
            <a:custGeom>
              <a:avLst/>
              <a:gdLst/>
              <a:ahLst/>
              <a:cxnLst/>
              <a:rect l="l" t="t" r="r" b="b"/>
              <a:pathLst>
                <a:path w="1001" h="3003" extrusionOk="0">
                  <a:moveTo>
                    <a:pt x="0" y="0"/>
                  </a:moveTo>
                  <a:lnTo>
                    <a:pt x="0" y="3002"/>
                  </a:lnTo>
                  <a:lnTo>
                    <a:pt x="1001" y="3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8"/>
            <p:cNvSpPr/>
            <p:nvPr/>
          </p:nvSpPr>
          <p:spPr>
            <a:xfrm>
              <a:off x="3246610" y="2183101"/>
              <a:ext cx="110495" cy="36869"/>
            </a:xfrm>
            <a:custGeom>
              <a:avLst/>
              <a:gdLst/>
              <a:ahLst/>
              <a:cxnLst/>
              <a:rect l="l" t="t" r="r" b="b"/>
              <a:pathLst>
                <a:path w="3003" h="1002" extrusionOk="0">
                  <a:moveTo>
                    <a:pt x="0" y="1"/>
                  </a:moveTo>
                  <a:lnTo>
                    <a:pt x="0" y="1001"/>
                  </a:lnTo>
                  <a:lnTo>
                    <a:pt x="3002" y="1001"/>
                  </a:lnTo>
                  <a:lnTo>
                    <a:pt x="3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38"/>
            <p:cNvSpPr/>
            <p:nvPr/>
          </p:nvSpPr>
          <p:spPr>
            <a:xfrm>
              <a:off x="3358283" y="2256728"/>
              <a:ext cx="36869" cy="110532"/>
            </a:xfrm>
            <a:custGeom>
              <a:avLst/>
              <a:gdLst/>
              <a:ahLst/>
              <a:cxnLst/>
              <a:rect l="l" t="t" r="r" b="b"/>
              <a:pathLst>
                <a:path w="1002" h="3004" extrusionOk="0">
                  <a:moveTo>
                    <a:pt x="1" y="1"/>
                  </a:moveTo>
                  <a:lnTo>
                    <a:pt x="1" y="3003"/>
                  </a:lnTo>
                  <a:lnTo>
                    <a:pt x="1001" y="3003"/>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38"/>
            <p:cNvSpPr/>
            <p:nvPr/>
          </p:nvSpPr>
          <p:spPr>
            <a:xfrm>
              <a:off x="3358283" y="2219933"/>
              <a:ext cx="73700" cy="36832"/>
            </a:xfrm>
            <a:custGeom>
              <a:avLst/>
              <a:gdLst/>
              <a:ahLst/>
              <a:cxnLst/>
              <a:rect l="l" t="t" r="r" b="b"/>
              <a:pathLst>
                <a:path w="2003" h="1001" extrusionOk="0">
                  <a:moveTo>
                    <a:pt x="1" y="0"/>
                  </a:moveTo>
                  <a:lnTo>
                    <a:pt x="1" y="1001"/>
                  </a:lnTo>
                  <a:lnTo>
                    <a:pt x="2002" y="1001"/>
                  </a:lnTo>
                  <a:lnTo>
                    <a:pt x="2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38"/>
            <p:cNvSpPr/>
            <p:nvPr/>
          </p:nvSpPr>
          <p:spPr>
            <a:xfrm>
              <a:off x="3431946" y="2256728"/>
              <a:ext cx="36832" cy="36869"/>
            </a:xfrm>
            <a:custGeom>
              <a:avLst/>
              <a:gdLst/>
              <a:ahLst/>
              <a:cxnLst/>
              <a:rect l="l" t="t" r="r" b="b"/>
              <a:pathLst>
                <a:path w="1001" h="1002" extrusionOk="0">
                  <a:moveTo>
                    <a:pt x="0" y="1"/>
                  </a:moveTo>
                  <a:lnTo>
                    <a:pt x="0"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38"/>
            <p:cNvSpPr/>
            <p:nvPr/>
          </p:nvSpPr>
          <p:spPr>
            <a:xfrm>
              <a:off x="3468741" y="2293559"/>
              <a:ext cx="36869" cy="259037"/>
            </a:xfrm>
            <a:custGeom>
              <a:avLst/>
              <a:gdLst/>
              <a:ahLst/>
              <a:cxnLst/>
              <a:rect l="l" t="t" r="r" b="b"/>
              <a:pathLst>
                <a:path w="1002" h="7040" extrusionOk="0">
                  <a:moveTo>
                    <a:pt x="1" y="1"/>
                  </a:moveTo>
                  <a:lnTo>
                    <a:pt x="1" y="7039"/>
                  </a:lnTo>
                  <a:lnTo>
                    <a:pt x="1002" y="7039"/>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38"/>
            <p:cNvSpPr/>
            <p:nvPr/>
          </p:nvSpPr>
          <p:spPr>
            <a:xfrm>
              <a:off x="3431946" y="2552559"/>
              <a:ext cx="36832" cy="110495"/>
            </a:xfrm>
            <a:custGeom>
              <a:avLst/>
              <a:gdLst/>
              <a:ahLst/>
              <a:cxnLst/>
              <a:rect l="l" t="t" r="r" b="b"/>
              <a:pathLst>
                <a:path w="1001" h="3003" extrusionOk="0">
                  <a:moveTo>
                    <a:pt x="0" y="0"/>
                  </a:moveTo>
                  <a:lnTo>
                    <a:pt x="0" y="3002"/>
                  </a:lnTo>
                  <a:lnTo>
                    <a:pt x="1001" y="3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38"/>
            <p:cNvSpPr/>
            <p:nvPr/>
          </p:nvSpPr>
          <p:spPr>
            <a:xfrm>
              <a:off x="3395114" y="2663017"/>
              <a:ext cx="36869" cy="110495"/>
            </a:xfrm>
            <a:custGeom>
              <a:avLst/>
              <a:gdLst/>
              <a:ahLst/>
              <a:cxnLst/>
              <a:rect l="l" t="t" r="r" b="b"/>
              <a:pathLst>
                <a:path w="1002" h="3003" extrusionOk="0">
                  <a:moveTo>
                    <a:pt x="0" y="0"/>
                  </a:moveTo>
                  <a:lnTo>
                    <a:pt x="0" y="3002"/>
                  </a:lnTo>
                  <a:lnTo>
                    <a:pt x="1001" y="3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38"/>
            <p:cNvSpPr/>
            <p:nvPr/>
          </p:nvSpPr>
          <p:spPr>
            <a:xfrm>
              <a:off x="3062488" y="2739109"/>
              <a:ext cx="332664" cy="36869"/>
            </a:xfrm>
            <a:custGeom>
              <a:avLst/>
              <a:gdLst/>
              <a:ahLst/>
              <a:cxnLst/>
              <a:rect l="l" t="t" r="r" b="b"/>
              <a:pathLst>
                <a:path w="9041" h="1002" extrusionOk="0">
                  <a:moveTo>
                    <a:pt x="1" y="0"/>
                  </a:moveTo>
                  <a:lnTo>
                    <a:pt x="1" y="1001"/>
                  </a:lnTo>
                  <a:lnTo>
                    <a:pt x="9040" y="1001"/>
                  </a:lnTo>
                  <a:lnTo>
                    <a:pt x="90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38"/>
            <p:cNvSpPr/>
            <p:nvPr/>
          </p:nvSpPr>
          <p:spPr>
            <a:xfrm>
              <a:off x="2986396" y="2330391"/>
              <a:ext cx="36869" cy="36869"/>
            </a:xfrm>
            <a:custGeom>
              <a:avLst/>
              <a:gdLst/>
              <a:ahLst/>
              <a:cxnLst/>
              <a:rect l="l" t="t" r="r" b="b"/>
              <a:pathLst>
                <a:path w="1002" h="1002"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38"/>
            <p:cNvSpPr/>
            <p:nvPr/>
          </p:nvSpPr>
          <p:spPr>
            <a:xfrm>
              <a:off x="2875937" y="2293559"/>
              <a:ext cx="110495" cy="36869"/>
            </a:xfrm>
            <a:custGeom>
              <a:avLst/>
              <a:gdLst/>
              <a:ahLst/>
              <a:cxnLst/>
              <a:rect l="l" t="t" r="r" b="b"/>
              <a:pathLst>
                <a:path w="3003" h="1002" extrusionOk="0">
                  <a:moveTo>
                    <a:pt x="0" y="1"/>
                  </a:moveTo>
                  <a:lnTo>
                    <a:pt x="0" y="1001"/>
                  </a:lnTo>
                  <a:lnTo>
                    <a:pt x="3002" y="1001"/>
                  </a:lnTo>
                  <a:lnTo>
                    <a:pt x="3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38"/>
            <p:cNvSpPr/>
            <p:nvPr/>
          </p:nvSpPr>
          <p:spPr>
            <a:xfrm>
              <a:off x="2875937" y="2330391"/>
              <a:ext cx="36869" cy="73664"/>
            </a:xfrm>
            <a:custGeom>
              <a:avLst/>
              <a:gdLst/>
              <a:ahLst/>
              <a:cxnLst/>
              <a:rect l="l" t="t" r="r" b="b"/>
              <a:pathLst>
                <a:path w="1002" h="2002" extrusionOk="0">
                  <a:moveTo>
                    <a:pt x="0" y="0"/>
                  </a:moveTo>
                  <a:lnTo>
                    <a:pt x="0"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38"/>
            <p:cNvSpPr/>
            <p:nvPr/>
          </p:nvSpPr>
          <p:spPr>
            <a:xfrm>
              <a:off x="2912769" y="2405269"/>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38"/>
            <p:cNvSpPr/>
            <p:nvPr/>
          </p:nvSpPr>
          <p:spPr>
            <a:xfrm>
              <a:off x="2950815" y="2442064"/>
              <a:ext cx="36832" cy="73700"/>
            </a:xfrm>
            <a:custGeom>
              <a:avLst/>
              <a:gdLst/>
              <a:ahLst/>
              <a:cxnLst/>
              <a:rect l="l" t="t" r="r" b="b"/>
              <a:pathLst>
                <a:path w="1001" h="2003" extrusionOk="0">
                  <a:moveTo>
                    <a:pt x="0" y="1"/>
                  </a:moveTo>
                  <a:lnTo>
                    <a:pt x="0" y="2002"/>
                  </a:lnTo>
                  <a:lnTo>
                    <a:pt x="1001" y="2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38"/>
            <p:cNvSpPr/>
            <p:nvPr/>
          </p:nvSpPr>
          <p:spPr>
            <a:xfrm>
              <a:off x="2986396" y="2515727"/>
              <a:ext cx="36869" cy="73664"/>
            </a:xfrm>
            <a:custGeom>
              <a:avLst/>
              <a:gdLst/>
              <a:ahLst/>
              <a:cxnLst/>
              <a:rect l="l" t="t" r="r" b="b"/>
              <a:pathLst>
                <a:path w="1002" h="2002" extrusionOk="0">
                  <a:moveTo>
                    <a:pt x="0" y="0"/>
                  </a:moveTo>
                  <a:lnTo>
                    <a:pt x="0"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38"/>
            <p:cNvSpPr/>
            <p:nvPr/>
          </p:nvSpPr>
          <p:spPr>
            <a:xfrm>
              <a:off x="3024442" y="2589354"/>
              <a:ext cx="36869" cy="73700"/>
            </a:xfrm>
            <a:custGeom>
              <a:avLst/>
              <a:gdLst/>
              <a:ahLst/>
              <a:cxnLst/>
              <a:rect l="l" t="t" r="r" b="b"/>
              <a:pathLst>
                <a:path w="1002" h="2003" extrusionOk="0">
                  <a:moveTo>
                    <a:pt x="1" y="1"/>
                  </a:moveTo>
                  <a:lnTo>
                    <a:pt x="1" y="2002"/>
                  </a:lnTo>
                  <a:lnTo>
                    <a:pt x="1001" y="2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38"/>
            <p:cNvSpPr/>
            <p:nvPr/>
          </p:nvSpPr>
          <p:spPr>
            <a:xfrm>
              <a:off x="3062488" y="2663017"/>
              <a:ext cx="36869" cy="73664"/>
            </a:xfrm>
            <a:custGeom>
              <a:avLst/>
              <a:gdLst/>
              <a:ahLst/>
              <a:cxnLst/>
              <a:rect l="l" t="t" r="r" b="b"/>
              <a:pathLst>
                <a:path w="1002" h="2002" extrusionOk="0">
                  <a:moveTo>
                    <a:pt x="1" y="0"/>
                  </a:moveTo>
                  <a:lnTo>
                    <a:pt x="1"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Subtitle 2">
            <a:extLst>
              <a:ext uri="{FF2B5EF4-FFF2-40B4-BE49-F238E27FC236}">
                <a16:creationId xmlns:a16="http://schemas.microsoft.com/office/drawing/2014/main" id="{F0223961-F69B-4405-BBC4-7E193779F4C9}"/>
              </a:ext>
            </a:extLst>
          </p:cNvPr>
          <p:cNvSpPr>
            <a:spLocks noGrp="1"/>
          </p:cNvSpPr>
          <p:nvPr>
            <p:ph type="subTitle" idx="1"/>
          </p:nvPr>
        </p:nvSpPr>
        <p:spPr/>
        <p:txBody>
          <a:bodyPr/>
          <a:lstStyle/>
          <a:p>
            <a:r>
              <a:rPr lang="fr-FR" sz="1400" dirty="0"/>
              <a:t>Définition, Objectifs, Principes techniques</a:t>
            </a:r>
          </a:p>
        </p:txBody>
      </p:sp>
      <p:sp>
        <p:nvSpPr>
          <p:cNvPr id="5" name="Subtitle 4">
            <a:extLst>
              <a:ext uri="{FF2B5EF4-FFF2-40B4-BE49-F238E27FC236}">
                <a16:creationId xmlns:a16="http://schemas.microsoft.com/office/drawing/2014/main" id="{44ACECC9-265E-B2C8-D964-C7CA85C499B2}"/>
              </a:ext>
            </a:extLst>
          </p:cNvPr>
          <p:cNvSpPr>
            <a:spLocks noGrp="1"/>
          </p:cNvSpPr>
          <p:nvPr>
            <p:ph type="subTitle" idx="17"/>
          </p:nvPr>
        </p:nvSpPr>
        <p:spPr>
          <a:xfrm>
            <a:off x="725560" y="3900153"/>
            <a:ext cx="7945104" cy="395889"/>
          </a:xfrm>
        </p:spPr>
        <p:txBody>
          <a:bodyPr/>
          <a:lstStyle/>
          <a:p>
            <a:r>
              <a:rPr lang="fr-FR" sz="1400" dirty="0"/>
              <a:t>Télécommunication, Santé et sciences de la vie, Automobile</a:t>
            </a:r>
          </a:p>
        </p:txBody>
      </p:sp>
      <p:sp>
        <p:nvSpPr>
          <p:cNvPr id="2" name="Google Shape;714;p38">
            <a:extLst>
              <a:ext uri="{FF2B5EF4-FFF2-40B4-BE49-F238E27FC236}">
                <a16:creationId xmlns:a16="http://schemas.microsoft.com/office/drawing/2014/main" id="{96EC600B-7E35-6ECE-ED2C-D16CA4A0F71C}"/>
              </a:ext>
            </a:extLst>
          </p:cNvPr>
          <p:cNvSpPr txBox="1">
            <a:spLocks/>
          </p:cNvSpPr>
          <p:nvPr/>
        </p:nvSpPr>
        <p:spPr>
          <a:xfrm>
            <a:off x="1403750" y="2068431"/>
            <a:ext cx="5283756" cy="314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Chakra Petch Medium"/>
              <a:buNone/>
              <a:defRPr sz="2400" b="0" i="0" u="none" strike="noStrike" cap="none">
                <a:solidFill>
                  <a:schemeClr val="dk1"/>
                </a:solidFill>
                <a:latin typeface="Chakra Petch Medium"/>
                <a:ea typeface="Chakra Petch Medium"/>
                <a:cs typeface="Chakra Petch Medium"/>
                <a:sym typeface="Chakra Petch Medium"/>
              </a:defRPr>
            </a:lvl1pPr>
            <a:lvl2pPr marR="0" lvl="1" algn="ctr" rtl="0">
              <a:lnSpc>
                <a:spcPct val="100000"/>
              </a:lnSpc>
              <a:spcBef>
                <a:spcPts val="0"/>
              </a:spcBef>
              <a:spcAft>
                <a:spcPts val="0"/>
              </a:spcAft>
              <a:buClr>
                <a:schemeClr val="dk1"/>
              </a:buClr>
              <a:buSzPts val="2600"/>
              <a:buFont typeface="Chakra Petch Medium"/>
              <a:buNone/>
              <a:defRPr sz="2600" b="0" i="0" u="none" strike="noStrike" cap="none">
                <a:solidFill>
                  <a:schemeClr val="dk1"/>
                </a:solidFill>
                <a:latin typeface="Chakra Petch Medium"/>
                <a:ea typeface="Chakra Petch Medium"/>
                <a:cs typeface="Chakra Petch Medium"/>
                <a:sym typeface="Chakra Petch Medium"/>
              </a:defRPr>
            </a:lvl2pPr>
            <a:lvl3pPr marR="0" lvl="2" algn="ctr" rtl="0">
              <a:lnSpc>
                <a:spcPct val="100000"/>
              </a:lnSpc>
              <a:spcBef>
                <a:spcPts val="0"/>
              </a:spcBef>
              <a:spcAft>
                <a:spcPts val="0"/>
              </a:spcAft>
              <a:buClr>
                <a:schemeClr val="dk1"/>
              </a:buClr>
              <a:buSzPts val="2600"/>
              <a:buFont typeface="Chakra Petch Medium"/>
              <a:buNone/>
              <a:defRPr sz="2600" b="0" i="0" u="none" strike="noStrike" cap="none">
                <a:solidFill>
                  <a:schemeClr val="dk1"/>
                </a:solidFill>
                <a:latin typeface="Chakra Petch Medium"/>
                <a:ea typeface="Chakra Petch Medium"/>
                <a:cs typeface="Chakra Petch Medium"/>
                <a:sym typeface="Chakra Petch Medium"/>
              </a:defRPr>
            </a:lvl3pPr>
            <a:lvl4pPr marR="0" lvl="3" algn="ctr" rtl="0">
              <a:lnSpc>
                <a:spcPct val="100000"/>
              </a:lnSpc>
              <a:spcBef>
                <a:spcPts val="0"/>
              </a:spcBef>
              <a:spcAft>
                <a:spcPts val="0"/>
              </a:spcAft>
              <a:buClr>
                <a:schemeClr val="dk1"/>
              </a:buClr>
              <a:buSzPts val="2600"/>
              <a:buFont typeface="Chakra Petch Medium"/>
              <a:buNone/>
              <a:defRPr sz="2600" b="0" i="0" u="none" strike="noStrike" cap="none">
                <a:solidFill>
                  <a:schemeClr val="dk1"/>
                </a:solidFill>
                <a:latin typeface="Chakra Petch Medium"/>
                <a:ea typeface="Chakra Petch Medium"/>
                <a:cs typeface="Chakra Petch Medium"/>
                <a:sym typeface="Chakra Petch Medium"/>
              </a:defRPr>
            </a:lvl4pPr>
            <a:lvl5pPr marR="0" lvl="4" algn="ctr" rtl="0">
              <a:lnSpc>
                <a:spcPct val="100000"/>
              </a:lnSpc>
              <a:spcBef>
                <a:spcPts val="0"/>
              </a:spcBef>
              <a:spcAft>
                <a:spcPts val="0"/>
              </a:spcAft>
              <a:buClr>
                <a:schemeClr val="dk1"/>
              </a:buClr>
              <a:buSzPts val="2600"/>
              <a:buFont typeface="Chakra Petch Medium"/>
              <a:buNone/>
              <a:defRPr sz="2600" b="0" i="0" u="none" strike="noStrike" cap="none">
                <a:solidFill>
                  <a:schemeClr val="dk1"/>
                </a:solidFill>
                <a:latin typeface="Chakra Petch Medium"/>
                <a:ea typeface="Chakra Petch Medium"/>
                <a:cs typeface="Chakra Petch Medium"/>
                <a:sym typeface="Chakra Petch Medium"/>
              </a:defRPr>
            </a:lvl5pPr>
            <a:lvl6pPr marR="0" lvl="5" algn="ctr" rtl="0">
              <a:lnSpc>
                <a:spcPct val="100000"/>
              </a:lnSpc>
              <a:spcBef>
                <a:spcPts val="0"/>
              </a:spcBef>
              <a:spcAft>
                <a:spcPts val="0"/>
              </a:spcAft>
              <a:buClr>
                <a:schemeClr val="dk1"/>
              </a:buClr>
              <a:buSzPts val="2600"/>
              <a:buFont typeface="Chakra Petch Medium"/>
              <a:buNone/>
              <a:defRPr sz="2600" b="0" i="0" u="none" strike="noStrike" cap="none">
                <a:solidFill>
                  <a:schemeClr val="dk1"/>
                </a:solidFill>
                <a:latin typeface="Chakra Petch Medium"/>
                <a:ea typeface="Chakra Petch Medium"/>
                <a:cs typeface="Chakra Petch Medium"/>
                <a:sym typeface="Chakra Petch Medium"/>
              </a:defRPr>
            </a:lvl6pPr>
            <a:lvl7pPr marR="0" lvl="6" algn="ctr" rtl="0">
              <a:lnSpc>
                <a:spcPct val="100000"/>
              </a:lnSpc>
              <a:spcBef>
                <a:spcPts val="0"/>
              </a:spcBef>
              <a:spcAft>
                <a:spcPts val="0"/>
              </a:spcAft>
              <a:buClr>
                <a:schemeClr val="dk1"/>
              </a:buClr>
              <a:buSzPts val="2600"/>
              <a:buFont typeface="Chakra Petch Medium"/>
              <a:buNone/>
              <a:defRPr sz="2600" b="0" i="0" u="none" strike="noStrike" cap="none">
                <a:solidFill>
                  <a:schemeClr val="dk1"/>
                </a:solidFill>
                <a:latin typeface="Chakra Petch Medium"/>
                <a:ea typeface="Chakra Petch Medium"/>
                <a:cs typeface="Chakra Petch Medium"/>
                <a:sym typeface="Chakra Petch Medium"/>
              </a:defRPr>
            </a:lvl7pPr>
            <a:lvl8pPr marR="0" lvl="7" algn="ctr" rtl="0">
              <a:lnSpc>
                <a:spcPct val="100000"/>
              </a:lnSpc>
              <a:spcBef>
                <a:spcPts val="0"/>
              </a:spcBef>
              <a:spcAft>
                <a:spcPts val="0"/>
              </a:spcAft>
              <a:buClr>
                <a:schemeClr val="dk1"/>
              </a:buClr>
              <a:buSzPts val="2600"/>
              <a:buFont typeface="Chakra Petch Medium"/>
              <a:buNone/>
              <a:defRPr sz="2600" b="0" i="0" u="none" strike="noStrike" cap="none">
                <a:solidFill>
                  <a:schemeClr val="dk1"/>
                </a:solidFill>
                <a:latin typeface="Chakra Petch Medium"/>
                <a:ea typeface="Chakra Petch Medium"/>
                <a:cs typeface="Chakra Petch Medium"/>
                <a:sym typeface="Chakra Petch Medium"/>
              </a:defRPr>
            </a:lvl8pPr>
            <a:lvl9pPr marR="0" lvl="8" algn="ctr" rtl="0">
              <a:lnSpc>
                <a:spcPct val="100000"/>
              </a:lnSpc>
              <a:spcBef>
                <a:spcPts val="0"/>
              </a:spcBef>
              <a:spcAft>
                <a:spcPts val="0"/>
              </a:spcAft>
              <a:buClr>
                <a:schemeClr val="dk1"/>
              </a:buClr>
              <a:buSzPts val="2600"/>
              <a:buFont typeface="Chakra Petch Medium"/>
              <a:buNone/>
              <a:defRPr sz="2600" b="0" i="0" u="none" strike="noStrike" cap="none">
                <a:solidFill>
                  <a:schemeClr val="dk1"/>
                </a:solidFill>
                <a:latin typeface="Chakra Petch Medium"/>
                <a:ea typeface="Chakra Petch Medium"/>
                <a:cs typeface="Chakra Petch Medium"/>
                <a:sym typeface="Chakra Petch Medium"/>
              </a:defRPr>
            </a:lvl9pPr>
          </a:lstStyle>
          <a:p>
            <a:r>
              <a:rPr lang="fr-FR" sz="2200" dirty="0"/>
              <a:t>Quelle est l’architecture de Teradata ?</a:t>
            </a:r>
          </a:p>
        </p:txBody>
      </p:sp>
      <p:sp>
        <p:nvSpPr>
          <p:cNvPr id="4" name="Google Shape;715;p38">
            <a:extLst>
              <a:ext uri="{FF2B5EF4-FFF2-40B4-BE49-F238E27FC236}">
                <a16:creationId xmlns:a16="http://schemas.microsoft.com/office/drawing/2014/main" id="{BC252D5B-1FBE-248A-028D-8B71EAE65595}"/>
              </a:ext>
            </a:extLst>
          </p:cNvPr>
          <p:cNvSpPr txBox="1">
            <a:spLocks/>
          </p:cNvSpPr>
          <p:nvPr/>
        </p:nvSpPr>
        <p:spPr>
          <a:xfrm>
            <a:off x="715100" y="2068431"/>
            <a:ext cx="692400" cy="314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Chakra Petch Medium"/>
              <a:buNone/>
              <a:defRPr sz="3000" b="0" i="0" u="none" strike="noStrike" cap="none">
                <a:solidFill>
                  <a:schemeClr val="dk1"/>
                </a:solidFill>
                <a:latin typeface="Chakra Petch Medium"/>
                <a:ea typeface="Chakra Petch Medium"/>
                <a:cs typeface="Chakra Petch Medium"/>
                <a:sym typeface="Chakra Petch Medium"/>
              </a:defRPr>
            </a:lvl1pPr>
            <a:lvl2pPr marR="0" lvl="1" algn="ctr" rtl="0">
              <a:lnSpc>
                <a:spcPct val="100000"/>
              </a:lnSpc>
              <a:spcBef>
                <a:spcPts val="0"/>
              </a:spcBef>
              <a:spcAft>
                <a:spcPts val="0"/>
              </a:spcAft>
              <a:buClr>
                <a:schemeClr val="dk1"/>
              </a:buClr>
              <a:buSzPts val="3000"/>
              <a:buFont typeface="Chakra Petch Medium"/>
              <a:buNone/>
              <a:defRPr sz="3000" b="0" i="0" u="none" strike="noStrike" cap="none">
                <a:solidFill>
                  <a:schemeClr val="dk1"/>
                </a:solidFill>
                <a:latin typeface="Chakra Petch Medium"/>
                <a:ea typeface="Chakra Petch Medium"/>
                <a:cs typeface="Chakra Petch Medium"/>
                <a:sym typeface="Chakra Petch Medium"/>
              </a:defRPr>
            </a:lvl2pPr>
            <a:lvl3pPr marR="0" lvl="2" algn="ctr" rtl="0">
              <a:lnSpc>
                <a:spcPct val="100000"/>
              </a:lnSpc>
              <a:spcBef>
                <a:spcPts val="0"/>
              </a:spcBef>
              <a:spcAft>
                <a:spcPts val="0"/>
              </a:spcAft>
              <a:buClr>
                <a:schemeClr val="dk1"/>
              </a:buClr>
              <a:buSzPts val="3000"/>
              <a:buFont typeface="Chakra Petch Medium"/>
              <a:buNone/>
              <a:defRPr sz="3000" b="0" i="0" u="none" strike="noStrike" cap="none">
                <a:solidFill>
                  <a:schemeClr val="dk1"/>
                </a:solidFill>
                <a:latin typeface="Chakra Petch Medium"/>
                <a:ea typeface="Chakra Petch Medium"/>
                <a:cs typeface="Chakra Petch Medium"/>
                <a:sym typeface="Chakra Petch Medium"/>
              </a:defRPr>
            </a:lvl3pPr>
            <a:lvl4pPr marR="0" lvl="3" algn="ctr" rtl="0">
              <a:lnSpc>
                <a:spcPct val="100000"/>
              </a:lnSpc>
              <a:spcBef>
                <a:spcPts val="0"/>
              </a:spcBef>
              <a:spcAft>
                <a:spcPts val="0"/>
              </a:spcAft>
              <a:buClr>
                <a:schemeClr val="dk1"/>
              </a:buClr>
              <a:buSzPts val="3000"/>
              <a:buFont typeface="Chakra Petch Medium"/>
              <a:buNone/>
              <a:defRPr sz="3000" b="0" i="0" u="none" strike="noStrike" cap="none">
                <a:solidFill>
                  <a:schemeClr val="dk1"/>
                </a:solidFill>
                <a:latin typeface="Chakra Petch Medium"/>
                <a:ea typeface="Chakra Petch Medium"/>
                <a:cs typeface="Chakra Petch Medium"/>
                <a:sym typeface="Chakra Petch Medium"/>
              </a:defRPr>
            </a:lvl4pPr>
            <a:lvl5pPr marR="0" lvl="4" algn="ctr" rtl="0">
              <a:lnSpc>
                <a:spcPct val="100000"/>
              </a:lnSpc>
              <a:spcBef>
                <a:spcPts val="0"/>
              </a:spcBef>
              <a:spcAft>
                <a:spcPts val="0"/>
              </a:spcAft>
              <a:buClr>
                <a:schemeClr val="dk1"/>
              </a:buClr>
              <a:buSzPts val="3000"/>
              <a:buFont typeface="Chakra Petch Medium"/>
              <a:buNone/>
              <a:defRPr sz="3000" b="0" i="0" u="none" strike="noStrike" cap="none">
                <a:solidFill>
                  <a:schemeClr val="dk1"/>
                </a:solidFill>
                <a:latin typeface="Chakra Petch Medium"/>
                <a:ea typeface="Chakra Petch Medium"/>
                <a:cs typeface="Chakra Petch Medium"/>
                <a:sym typeface="Chakra Petch Medium"/>
              </a:defRPr>
            </a:lvl5pPr>
            <a:lvl6pPr marR="0" lvl="5" algn="ctr" rtl="0">
              <a:lnSpc>
                <a:spcPct val="100000"/>
              </a:lnSpc>
              <a:spcBef>
                <a:spcPts val="0"/>
              </a:spcBef>
              <a:spcAft>
                <a:spcPts val="0"/>
              </a:spcAft>
              <a:buClr>
                <a:schemeClr val="dk1"/>
              </a:buClr>
              <a:buSzPts val="3000"/>
              <a:buFont typeface="Chakra Petch Medium"/>
              <a:buNone/>
              <a:defRPr sz="3000" b="0" i="0" u="none" strike="noStrike" cap="none">
                <a:solidFill>
                  <a:schemeClr val="dk1"/>
                </a:solidFill>
                <a:latin typeface="Chakra Petch Medium"/>
                <a:ea typeface="Chakra Petch Medium"/>
                <a:cs typeface="Chakra Petch Medium"/>
                <a:sym typeface="Chakra Petch Medium"/>
              </a:defRPr>
            </a:lvl6pPr>
            <a:lvl7pPr marR="0" lvl="6" algn="ctr" rtl="0">
              <a:lnSpc>
                <a:spcPct val="100000"/>
              </a:lnSpc>
              <a:spcBef>
                <a:spcPts val="0"/>
              </a:spcBef>
              <a:spcAft>
                <a:spcPts val="0"/>
              </a:spcAft>
              <a:buClr>
                <a:schemeClr val="dk1"/>
              </a:buClr>
              <a:buSzPts val="3000"/>
              <a:buFont typeface="Chakra Petch Medium"/>
              <a:buNone/>
              <a:defRPr sz="3000" b="0" i="0" u="none" strike="noStrike" cap="none">
                <a:solidFill>
                  <a:schemeClr val="dk1"/>
                </a:solidFill>
                <a:latin typeface="Chakra Petch Medium"/>
                <a:ea typeface="Chakra Petch Medium"/>
                <a:cs typeface="Chakra Petch Medium"/>
                <a:sym typeface="Chakra Petch Medium"/>
              </a:defRPr>
            </a:lvl7pPr>
            <a:lvl8pPr marR="0" lvl="7" algn="ctr" rtl="0">
              <a:lnSpc>
                <a:spcPct val="100000"/>
              </a:lnSpc>
              <a:spcBef>
                <a:spcPts val="0"/>
              </a:spcBef>
              <a:spcAft>
                <a:spcPts val="0"/>
              </a:spcAft>
              <a:buClr>
                <a:schemeClr val="dk1"/>
              </a:buClr>
              <a:buSzPts val="3000"/>
              <a:buFont typeface="Chakra Petch Medium"/>
              <a:buNone/>
              <a:defRPr sz="3000" b="0" i="0" u="none" strike="noStrike" cap="none">
                <a:solidFill>
                  <a:schemeClr val="dk1"/>
                </a:solidFill>
                <a:latin typeface="Chakra Petch Medium"/>
                <a:ea typeface="Chakra Petch Medium"/>
                <a:cs typeface="Chakra Petch Medium"/>
                <a:sym typeface="Chakra Petch Medium"/>
              </a:defRPr>
            </a:lvl8pPr>
            <a:lvl9pPr marR="0" lvl="8" algn="ctr" rtl="0">
              <a:lnSpc>
                <a:spcPct val="100000"/>
              </a:lnSpc>
              <a:spcBef>
                <a:spcPts val="0"/>
              </a:spcBef>
              <a:spcAft>
                <a:spcPts val="0"/>
              </a:spcAft>
              <a:buClr>
                <a:schemeClr val="dk1"/>
              </a:buClr>
              <a:buSzPts val="3000"/>
              <a:buFont typeface="Chakra Petch Medium"/>
              <a:buNone/>
              <a:defRPr sz="3000" b="0" i="0" u="none" strike="noStrike" cap="none">
                <a:solidFill>
                  <a:schemeClr val="dk1"/>
                </a:solidFill>
                <a:latin typeface="Chakra Petch Medium"/>
                <a:ea typeface="Chakra Petch Medium"/>
                <a:cs typeface="Chakra Petch Medium"/>
                <a:sym typeface="Chakra Petch Medium"/>
              </a:defRPr>
            </a:lvl9pPr>
          </a:lstStyle>
          <a:p>
            <a:r>
              <a:rPr lang="en" sz="2400" dirty="0"/>
              <a:t>03</a:t>
            </a:r>
          </a:p>
        </p:txBody>
      </p:sp>
      <p:sp>
        <p:nvSpPr>
          <p:cNvPr id="10" name="Google Shape;714;p38">
            <a:extLst>
              <a:ext uri="{FF2B5EF4-FFF2-40B4-BE49-F238E27FC236}">
                <a16:creationId xmlns:a16="http://schemas.microsoft.com/office/drawing/2014/main" id="{2FDD5D10-EC51-88AF-857E-5001A5764ACF}"/>
              </a:ext>
            </a:extLst>
          </p:cNvPr>
          <p:cNvSpPr txBox="1">
            <a:spLocks/>
          </p:cNvSpPr>
          <p:nvPr/>
        </p:nvSpPr>
        <p:spPr>
          <a:xfrm>
            <a:off x="1411250" y="4330089"/>
            <a:ext cx="5283756" cy="314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Chakra Petch Medium"/>
              <a:buNone/>
              <a:defRPr sz="2400" b="0" i="0" u="none" strike="noStrike" cap="none">
                <a:solidFill>
                  <a:schemeClr val="dk1"/>
                </a:solidFill>
                <a:latin typeface="Chakra Petch Medium"/>
                <a:ea typeface="Chakra Petch Medium"/>
                <a:cs typeface="Chakra Petch Medium"/>
                <a:sym typeface="Chakra Petch Medium"/>
              </a:defRPr>
            </a:lvl1pPr>
            <a:lvl2pPr marR="0" lvl="1" algn="ctr" rtl="0">
              <a:lnSpc>
                <a:spcPct val="100000"/>
              </a:lnSpc>
              <a:spcBef>
                <a:spcPts val="0"/>
              </a:spcBef>
              <a:spcAft>
                <a:spcPts val="0"/>
              </a:spcAft>
              <a:buClr>
                <a:schemeClr val="dk1"/>
              </a:buClr>
              <a:buSzPts val="2600"/>
              <a:buFont typeface="Chakra Petch Medium"/>
              <a:buNone/>
              <a:defRPr sz="2600" b="0" i="0" u="none" strike="noStrike" cap="none">
                <a:solidFill>
                  <a:schemeClr val="dk1"/>
                </a:solidFill>
                <a:latin typeface="Chakra Petch Medium"/>
                <a:ea typeface="Chakra Petch Medium"/>
                <a:cs typeface="Chakra Petch Medium"/>
                <a:sym typeface="Chakra Petch Medium"/>
              </a:defRPr>
            </a:lvl2pPr>
            <a:lvl3pPr marR="0" lvl="2" algn="ctr" rtl="0">
              <a:lnSpc>
                <a:spcPct val="100000"/>
              </a:lnSpc>
              <a:spcBef>
                <a:spcPts val="0"/>
              </a:spcBef>
              <a:spcAft>
                <a:spcPts val="0"/>
              </a:spcAft>
              <a:buClr>
                <a:schemeClr val="dk1"/>
              </a:buClr>
              <a:buSzPts val="2600"/>
              <a:buFont typeface="Chakra Petch Medium"/>
              <a:buNone/>
              <a:defRPr sz="2600" b="0" i="0" u="none" strike="noStrike" cap="none">
                <a:solidFill>
                  <a:schemeClr val="dk1"/>
                </a:solidFill>
                <a:latin typeface="Chakra Petch Medium"/>
                <a:ea typeface="Chakra Petch Medium"/>
                <a:cs typeface="Chakra Petch Medium"/>
                <a:sym typeface="Chakra Petch Medium"/>
              </a:defRPr>
            </a:lvl3pPr>
            <a:lvl4pPr marR="0" lvl="3" algn="ctr" rtl="0">
              <a:lnSpc>
                <a:spcPct val="100000"/>
              </a:lnSpc>
              <a:spcBef>
                <a:spcPts val="0"/>
              </a:spcBef>
              <a:spcAft>
                <a:spcPts val="0"/>
              </a:spcAft>
              <a:buClr>
                <a:schemeClr val="dk1"/>
              </a:buClr>
              <a:buSzPts val="2600"/>
              <a:buFont typeface="Chakra Petch Medium"/>
              <a:buNone/>
              <a:defRPr sz="2600" b="0" i="0" u="none" strike="noStrike" cap="none">
                <a:solidFill>
                  <a:schemeClr val="dk1"/>
                </a:solidFill>
                <a:latin typeface="Chakra Petch Medium"/>
                <a:ea typeface="Chakra Petch Medium"/>
                <a:cs typeface="Chakra Petch Medium"/>
                <a:sym typeface="Chakra Petch Medium"/>
              </a:defRPr>
            </a:lvl4pPr>
            <a:lvl5pPr marR="0" lvl="4" algn="ctr" rtl="0">
              <a:lnSpc>
                <a:spcPct val="100000"/>
              </a:lnSpc>
              <a:spcBef>
                <a:spcPts val="0"/>
              </a:spcBef>
              <a:spcAft>
                <a:spcPts val="0"/>
              </a:spcAft>
              <a:buClr>
                <a:schemeClr val="dk1"/>
              </a:buClr>
              <a:buSzPts val="2600"/>
              <a:buFont typeface="Chakra Petch Medium"/>
              <a:buNone/>
              <a:defRPr sz="2600" b="0" i="0" u="none" strike="noStrike" cap="none">
                <a:solidFill>
                  <a:schemeClr val="dk1"/>
                </a:solidFill>
                <a:latin typeface="Chakra Petch Medium"/>
                <a:ea typeface="Chakra Petch Medium"/>
                <a:cs typeface="Chakra Petch Medium"/>
                <a:sym typeface="Chakra Petch Medium"/>
              </a:defRPr>
            </a:lvl5pPr>
            <a:lvl6pPr marR="0" lvl="5" algn="ctr" rtl="0">
              <a:lnSpc>
                <a:spcPct val="100000"/>
              </a:lnSpc>
              <a:spcBef>
                <a:spcPts val="0"/>
              </a:spcBef>
              <a:spcAft>
                <a:spcPts val="0"/>
              </a:spcAft>
              <a:buClr>
                <a:schemeClr val="dk1"/>
              </a:buClr>
              <a:buSzPts val="2600"/>
              <a:buFont typeface="Chakra Petch Medium"/>
              <a:buNone/>
              <a:defRPr sz="2600" b="0" i="0" u="none" strike="noStrike" cap="none">
                <a:solidFill>
                  <a:schemeClr val="dk1"/>
                </a:solidFill>
                <a:latin typeface="Chakra Petch Medium"/>
                <a:ea typeface="Chakra Petch Medium"/>
                <a:cs typeface="Chakra Petch Medium"/>
                <a:sym typeface="Chakra Petch Medium"/>
              </a:defRPr>
            </a:lvl6pPr>
            <a:lvl7pPr marR="0" lvl="6" algn="ctr" rtl="0">
              <a:lnSpc>
                <a:spcPct val="100000"/>
              </a:lnSpc>
              <a:spcBef>
                <a:spcPts val="0"/>
              </a:spcBef>
              <a:spcAft>
                <a:spcPts val="0"/>
              </a:spcAft>
              <a:buClr>
                <a:schemeClr val="dk1"/>
              </a:buClr>
              <a:buSzPts val="2600"/>
              <a:buFont typeface="Chakra Petch Medium"/>
              <a:buNone/>
              <a:defRPr sz="2600" b="0" i="0" u="none" strike="noStrike" cap="none">
                <a:solidFill>
                  <a:schemeClr val="dk1"/>
                </a:solidFill>
                <a:latin typeface="Chakra Petch Medium"/>
                <a:ea typeface="Chakra Petch Medium"/>
                <a:cs typeface="Chakra Petch Medium"/>
                <a:sym typeface="Chakra Petch Medium"/>
              </a:defRPr>
            </a:lvl7pPr>
            <a:lvl8pPr marR="0" lvl="7" algn="ctr" rtl="0">
              <a:lnSpc>
                <a:spcPct val="100000"/>
              </a:lnSpc>
              <a:spcBef>
                <a:spcPts val="0"/>
              </a:spcBef>
              <a:spcAft>
                <a:spcPts val="0"/>
              </a:spcAft>
              <a:buClr>
                <a:schemeClr val="dk1"/>
              </a:buClr>
              <a:buSzPts val="2600"/>
              <a:buFont typeface="Chakra Petch Medium"/>
              <a:buNone/>
              <a:defRPr sz="2600" b="0" i="0" u="none" strike="noStrike" cap="none">
                <a:solidFill>
                  <a:schemeClr val="dk1"/>
                </a:solidFill>
                <a:latin typeface="Chakra Petch Medium"/>
                <a:ea typeface="Chakra Petch Medium"/>
                <a:cs typeface="Chakra Petch Medium"/>
                <a:sym typeface="Chakra Petch Medium"/>
              </a:defRPr>
            </a:lvl8pPr>
            <a:lvl9pPr marR="0" lvl="8" algn="ctr" rtl="0">
              <a:lnSpc>
                <a:spcPct val="100000"/>
              </a:lnSpc>
              <a:spcBef>
                <a:spcPts val="0"/>
              </a:spcBef>
              <a:spcAft>
                <a:spcPts val="0"/>
              </a:spcAft>
              <a:buClr>
                <a:schemeClr val="dk1"/>
              </a:buClr>
              <a:buSzPts val="2600"/>
              <a:buFont typeface="Chakra Petch Medium"/>
              <a:buNone/>
              <a:defRPr sz="2600" b="0" i="0" u="none" strike="noStrike" cap="none">
                <a:solidFill>
                  <a:schemeClr val="dk1"/>
                </a:solidFill>
                <a:latin typeface="Chakra Petch Medium"/>
                <a:ea typeface="Chakra Petch Medium"/>
                <a:cs typeface="Chakra Petch Medium"/>
                <a:sym typeface="Chakra Petch Medium"/>
              </a:defRPr>
            </a:lvl9pPr>
          </a:lstStyle>
          <a:p>
            <a:r>
              <a:rPr lang="fr-FR" sz="2200" dirty="0"/>
              <a:t>Interfaces de Teradata</a:t>
            </a:r>
          </a:p>
        </p:txBody>
      </p:sp>
      <p:sp>
        <p:nvSpPr>
          <p:cNvPr id="11" name="Google Shape;715;p38">
            <a:extLst>
              <a:ext uri="{FF2B5EF4-FFF2-40B4-BE49-F238E27FC236}">
                <a16:creationId xmlns:a16="http://schemas.microsoft.com/office/drawing/2014/main" id="{EAD554BF-6B2D-AA48-8E05-E8AE7A5B4694}"/>
              </a:ext>
            </a:extLst>
          </p:cNvPr>
          <p:cNvSpPr txBox="1">
            <a:spLocks/>
          </p:cNvSpPr>
          <p:nvPr/>
        </p:nvSpPr>
        <p:spPr>
          <a:xfrm>
            <a:off x="722600" y="4330089"/>
            <a:ext cx="692400" cy="314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Chakra Petch Medium"/>
              <a:buNone/>
              <a:defRPr sz="3000" b="0" i="0" u="none" strike="noStrike" cap="none">
                <a:solidFill>
                  <a:schemeClr val="dk1"/>
                </a:solidFill>
                <a:latin typeface="Chakra Petch Medium"/>
                <a:ea typeface="Chakra Petch Medium"/>
                <a:cs typeface="Chakra Petch Medium"/>
                <a:sym typeface="Chakra Petch Medium"/>
              </a:defRPr>
            </a:lvl1pPr>
            <a:lvl2pPr marR="0" lvl="1" algn="ctr" rtl="0">
              <a:lnSpc>
                <a:spcPct val="100000"/>
              </a:lnSpc>
              <a:spcBef>
                <a:spcPts val="0"/>
              </a:spcBef>
              <a:spcAft>
                <a:spcPts val="0"/>
              </a:spcAft>
              <a:buClr>
                <a:schemeClr val="dk1"/>
              </a:buClr>
              <a:buSzPts val="3000"/>
              <a:buFont typeface="Chakra Petch Medium"/>
              <a:buNone/>
              <a:defRPr sz="3000" b="0" i="0" u="none" strike="noStrike" cap="none">
                <a:solidFill>
                  <a:schemeClr val="dk1"/>
                </a:solidFill>
                <a:latin typeface="Chakra Petch Medium"/>
                <a:ea typeface="Chakra Petch Medium"/>
                <a:cs typeface="Chakra Petch Medium"/>
                <a:sym typeface="Chakra Petch Medium"/>
              </a:defRPr>
            </a:lvl2pPr>
            <a:lvl3pPr marR="0" lvl="2" algn="ctr" rtl="0">
              <a:lnSpc>
                <a:spcPct val="100000"/>
              </a:lnSpc>
              <a:spcBef>
                <a:spcPts val="0"/>
              </a:spcBef>
              <a:spcAft>
                <a:spcPts val="0"/>
              </a:spcAft>
              <a:buClr>
                <a:schemeClr val="dk1"/>
              </a:buClr>
              <a:buSzPts val="3000"/>
              <a:buFont typeface="Chakra Petch Medium"/>
              <a:buNone/>
              <a:defRPr sz="3000" b="0" i="0" u="none" strike="noStrike" cap="none">
                <a:solidFill>
                  <a:schemeClr val="dk1"/>
                </a:solidFill>
                <a:latin typeface="Chakra Petch Medium"/>
                <a:ea typeface="Chakra Petch Medium"/>
                <a:cs typeface="Chakra Petch Medium"/>
                <a:sym typeface="Chakra Petch Medium"/>
              </a:defRPr>
            </a:lvl3pPr>
            <a:lvl4pPr marR="0" lvl="3" algn="ctr" rtl="0">
              <a:lnSpc>
                <a:spcPct val="100000"/>
              </a:lnSpc>
              <a:spcBef>
                <a:spcPts val="0"/>
              </a:spcBef>
              <a:spcAft>
                <a:spcPts val="0"/>
              </a:spcAft>
              <a:buClr>
                <a:schemeClr val="dk1"/>
              </a:buClr>
              <a:buSzPts val="3000"/>
              <a:buFont typeface="Chakra Petch Medium"/>
              <a:buNone/>
              <a:defRPr sz="3000" b="0" i="0" u="none" strike="noStrike" cap="none">
                <a:solidFill>
                  <a:schemeClr val="dk1"/>
                </a:solidFill>
                <a:latin typeface="Chakra Petch Medium"/>
                <a:ea typeface="Chakra Petch Medium"/>
                <a:cs typeface="Chakra Petch Medium"/>
                <a:sym typeface="Chakra Petch Medium"/>
              </a:defRPr>
            </a:lvl4pPr>
            <a:lvl5pPr marR="0" lvl="4" algn="ctr" rtl="0">
              <a:lnSpc>
                <a:spcPct val="100000"/>
              </a:lnSpc>
              <a:spcBef>
                <a:spcPts val="0"/>
              </a:spcBef>
              <a:spcAft>
                <a:spcPts val="0"/>
              </a:spcAft>
              <a:buClr>
                <a:schemeClr val="dk1"/>
              </a:buClr>
              <a:buSzPts val="3000"/>
              <a:buFont typeface="Chakra Petch Medium"/>
              <a:buNone/>
              <a:defRPr sz="3000" b="0" i="0" u="none" strike="noStrike" cap="none">
                <a:solidFill>
                  <a:schemeClr val="dk1"/>
                </a:solidFill>
                <a:latin typeface="Chakra Petch Medium"/>
                <a:ea typeface="Chakra Petch Medium"/>
                <a:cs typeface="Chakra Petch Medium"/>
                <a:sym typeface="Chakra Petch Medium"/>
              </a:defRPr>
            </a:lvl5pPr>
            <a:lvl6pPr marR="0" lvl="5" algn="ctr" rtl="0">
              <a:lnSpc>
                <a:spcPct val="100000"/>
              </a:lnSpc>
              <a:spcBef>
                <a:spcPts val="0"/>
              </a:spcBef>
              <a:spcAft>
                <a:spcPts val="0"/>
              </a:spcAft>
              <a:buClr>
                <a:schemeClr val="dk1"/>
              </a:buClr>
              <a:buSzPts val="3000"/>
              <a:buFont typeface="Chakra Petch Medium"/>
              <a:buNone/>
              <a:defRPr sz="3000" b="0" i="0" u="none" strike="noStrike" cap="none">
                <a:solidFill>
                  <a:schemeClr val="dk1"/>
                </a:solidFill>
                <a:latin typeface="Chakra Petch Medium"/>
                <a:ea typeface="Chakra Petch Medium"/>
                <a:cs typeface="Chakra Petch Medium"/>
                <a:sym typeface="Chakra Petch Medium"/>
              </a:defRPr>
            </a:lvl6pPr>
            <a:lvl7pPr marR="0" lvl="6" algn="ctr" rtl="0">
              <a:lnSpc>
                <a:spcPct val="100000"/>
              </a:lnSpc>
              <a:spcBef>
                <a:spcPts val="0"/>
              </a:spcBef>
              <a:spcAft>
                <a:spcPts val="0"/>
              </a:spcAft>
              <a:buClr>
                <a:schemeClr val="dk1"/>
              </a:buClr>
              <a:buSzPts val="3000"/>
              <a:buFont typeface="Chakra Petch Medium"/>
              <a:buNone/>
              <a:defRPr sz="3000" b="0" i="0" u="none" strike="noStrike" cap="none">
                <a:solidFill>
                  <a:schemeClr val="dk1"/>
                </a:solidFill>
                <a:latin typeface="Chakra Petch Medium"/>
                <a:ea typeface="Chakra Petch Medium"/>
                <a:cs typeface="Chakra Petch Medium"/>
                <a:sym typeface="Chakra Petch Medium"/>
              </a:defRPr>
            </a:lvl7pPr>
            <a:lvl8pPr marR="0" lvl="7" algn="ctr" rtl="0">
              <a:lnSpc>
                <a:spcPct val="100000"/>
              </a:lnSpc>
              <a:spcBef>
                <a:spcPts val="0"/>
              </a:spcBef>
              <a:spcAft>
                <a:spcPts val="0"/>
              </a:spcAft>
              <a:buClr>
                <a:schemeClr val="dk1"/>
              </a:buClr>
              <a:buSzPts val="3000"/>
              <a:buFont typeface="Chakra Petch Medium"/>
              <a:buNone/>
              <a:defRPr sz="3000" b="0" i="0" u="none" strike="noStrike" cap="none">
                <a:solidFill>
                  <a:schemeClr val="dk1"/>
                </a:solidFill>
                <a:latin typeface="Chakra Petch Medium"/>
                <a:ea typeface="Chakra Petch Medium"/>
                <a:cs typeface="Chakra Petch Medium"/>
                <a:sym typeface="Chakra Petch Medium"/>
              </a:defRPr>
            </a:lvl8pPr>
            <a:lvl9pPr marR="0" lvl="8" algn="ctr" rtl="0">
              <a:lnSpc>
                <a:spcPct val="100000"/>
              </a:lnSpc>
              <a:spcBef>
                <a:spcPts val="0"/>
              </a:spcBef>
              <a:spcAft>
                <a:spcPts val="0"/>
              </a:spcAft>
              <a:buClr>
                <a:schemeClr val="dk1"/>
              </a:buClr>
              <a:buSzPts val="3000"/>
              <a:buFont typeface="Chakra Petch Medium"/>
              <a:buNone/>
              <a:defRPr sz="3000" b="0" i="0" u="none" strike="noStrike" cap="none">
                <a:solidFill>
                  <a:schemeClr val="dk1"/>
                </a:solidFill>
                <a:latin typeface="Chakra Petch Medium"/>
                <a:ea typeface="Chakra Petch Medium"/>
                <a:cs typeface="Chakra Petch Medium"/>
                <a:sym typeface="Chakra Petch Medium"/>
              </a:defRPr>
            </a:lvl9pPr>
          </a:lstStyle>
          <a:p>
            <a:r>
              <a:rPr lang="en" sz="2400" dirty="0"/>
              <a:t>06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1">
          <a:extLst>
            <a:ext uri="{FF2B5EF4-FFF2-40B4-BE49-F238E27FC236}">
              <a16:creationId xmlns:a16="http://schemas.microsoft.com/office/drawing/2014/main" id="{65ABDFD3-773E-7A0C-2716-3EC33CD04631}"/>
            </a:ext>
          </a:extLst>
        </p:cNvPr>
        <p:cNvGrpSpPr/>
        <p:nvPr/>
      </p:nvGrpSpPr>
      <p:grpSpPr>
        <a:xfrm>
          <a:off x="0" y="0"/>
          <a:ext cx="0" cy="0"/>
          <a:chOff x="0" y="0"/>
          <a:chExt cx="0" cy="0"/>
        </a:xfrm>
      </p:grpSpPr>
      <p:sp>
        <p:nvSpPr>
          <p:cNvPr id="702" name="Google Shape;702;p38">
            <a:extLst>
              <a:ext uri="{FF2B5EF4-FFF2-40B4-BE49-F238E27FC236}">
                <a16:creationId xmlns:a16="http://schemas.microsoft.com/office/drawing/2014/main" id="{6CC562B7-4352-67BE-BA59-6B3BC6B54B58}"/>
              </a:ext>
            </a:extLst>
          </p:cNvPr>
          <p:cNvSpPr txBox="1">
            <a:spLocks noGrp="1"/>
          </p:cNvSpPr>
          <p:nvPr>
            <p:ph type="title"/>
          </p:nvPr>
        </p:nvSpPr>
        <p:spPr>
          <a:xfrm>
            <a:off x="1407500" y="637150"/>
            <a:ext cx="4959000" cy="314700"/>
          </a:xfrm>
          <a:prstGeom prst="rect">
            <a:avLst/>
          </a:prstGeom>
        </p:spPr>
        <p:txBody>
          <a:bodyPr spcFirstLastPara="1" wrap="square" lIns="91425" tIns="91425" rIns="91425" bIns="91425" anchor="ctr" anchorCtr="0">
            <a:noAutofit/>
          </a:bodyPr>
          <a:lstStyle/>
          <a:p>
            <a:pPr lvl="0"/>
            <a:r>
              <a:rPr lang="fr-FR" sz="2200" dirty="0"/>
              <a:t>Conclusion</a:t>
            </a:r>
          </a:p>
        </p:txBody>
      </p:sp>
      <p:sp>
        <p:nvSpPr>
          <p:cNvPr id="703" name="Google Shape;703;p38">
            <a:extLst>
              <a:ext uri="{FF2B5EF4-FFF2-40B4-BE49-F238E27FC236}">
                <a16:creationId xmlns:a16="http://schemas.microsoft.com/office/drawing/2014/main" id="{F6BDBB2C-6CA0-D6B7-F279-4648569E8B3E}"/>
              </a:ext>
            </a:extLst>
          </p:cNvPr>
          <p:cNvSpPr txBox="1">
            <a:spLocks noGrp="1"/>
          </p:cNvSpPr>
          <p:nvPr>
            <p:ph type="title" idx="2"/>
          </p:nvPr>
        </p:nvSpPr>
        <p:spPr>
          <a:xfrm>
            <a:off x="715100" y="637150"/>
            <a:ext cx="692400" cy="314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400" dirty="0"/>
              <a:t>07</a:t>
            </a:r>
            <a:endParaRPr sz="2400" dirty="0"/>
          </a:p>
        </p:txBody>
      </p:sp>
      <p:grpSp>
        <p:nvGrpSpPr>
          <p:cNvPr id="717" name="Google Shape;717;p38">
            <a:extLst>
              <a:ext uri="{FF2B5EF4-FFF2-40B4-BE49-F238E27FC236}">
                <a16:creationId xmlns:a16="http://schemas.microsoft.com/office/drawing/2014/main" id="{8B6DD53A-D5E7-D973-7CDB-659ED5E362C7}"/>
              </a:ext>
            </a:extLst>
          </p:cNvPr>
          <p:cNvGrpSpPr/>
          <p:nvPr/>
        </p:nvGrpSpPr>
        <p:grpSpPr>
          <a:xfrm>
            <a:off x="7569329" y="186943"/>
            <a:ext cx="534466" cy="691809"/>
            <a:chOff x="2875937" y="1960933"/>
            <a:chExt cx="629673" cy="815044"/>
          </a:xfrm>
        </p:grpSpPr>
        <p:sp>
          <p:nvSpPr>
            <p:cNvPr id="718" name="Google Shape;718;p38">
              <a:extLst>
                <a:ext uri="{FF2B5EF4-FFF2-40B4-BE49-F238E27FC236}">
                  <a16:creationId xmlns:a16="http://schemas.microsoft.com/office/drawing/2014/main" id="{BF78EEE6-35A5-FFE4-518A-367ECE2DA27A}"/>
                </a:ext>
              </a:extLst>
            </p:cNvPr>
            <p:cNvSpPr/>
            <p:nvPr/>
          </p:nvSpPr>
          <p:spPr>
            <a:xfrm>
              <a:off x="2879617" y="1962184"/>
              <a:ext cx="625993" cy="811330"/>
            </a:xfrm>
            <a:custGeom>
              <a:avLst/>
              <a:gdLst/>
              <a:ahLst/>
              <a:cxnLst/>
              <a:rect l="l" t="t" r="r" b="b"/>
              <a:pathLst>
                <a:path w="17013" h="22050" extrusionOk="0">
                  <a:moveTo>
                    <a:pt x="5004" y="0"/>
                  </a:moveTo>
                  <a:lnTo>
                    <a:pt x="5004" y="1001"/>
                  </a:lnTo>
                  <a:lnTo>
                    <a:pt x="4003" y="1001"/>
                  </a:lnTo>
                  <a:lnTo>
                    <a:pt x="4003" y="10041"/>
                  </a:lnTo>
                  <a:lnTo>
                    <a:pt x="3003" y="10041"/>
                  </a:lnTo>
                  <a:lnTo>
                    <a:pt x="3003" y="9040"/>
                  </a:lnTo>
                  <a:lnTo>
                    <a:pt x="0" y="9040"/>
                  </a:lnTo>
                  <a:lnTo>
                    <a:pt x="0" y="10041"/>
                  </a:lnTo>
                  <a:lnTo>
                    <a:pt x="0" y="10541"/>
                  </a:lnTo>
                  <a:lnTo>
                    <a:pt x="0" y="12042"/>
                  </a:lnTo>
                  <a:lnTo>
                    <a:pt x="1001" y="12042"/>
                  </a:lnTo>
                  <a:lnTo>
                    <a:pt x="1001" y="13043"/>
                  </a:lnTo>
                  <a:lnTo>
                    <a:pt x="2002" y="13043"/>
                  </a:lnTo>
                  <a:lnTo>
                    <a:pt x="2002" y="15044"/>
                  </a:lnTo>
                  <a:lnTo>
                    <a:pt x="3003" y="15044"/>
                  </a:lnTo>
                  <a:lnTo>
                    <a:pt x="3003" y="17046"/>
                  </a:lnTo>
                  <a:lnTo>
                    <a:pt x="4003" y="17046"/>
                  </a:lnTo>
                  <a:lnTo>
                    <a:pt x="4003" y="19047"/>
                  </a:lnTo>
                  <a:lnTo>
                    <a:pt x="5004" y="19047"/>
                  </a:lnTo>
                  <a:lnTo>
                    <a:pt x="5004" y="21049"/>
                  </a:lnTo>
                  <a:lnTo>
                    <a:pt x="5004" y="22049"/>
                  </a:lnTo>
                  <a:lnTo>
                    <a:pt x="15011" y="22049"/>
                  </a:lnTo>
                  <a:lnTo>
                    <a:pt x="15011" y="19047"/>
                  </a:lnTo>
                  <a:lnTo>
                    <a:pt x="16012" y="19047"/>
                  </a:lnTo>
                  <a:lnTo>
                    <a:pt x="16012" y="16045"/>
                  </a:lnTo>
                  <a:lnTo>
                    <a:pt x="17013" y="16045"/>
                  </a:lnTo>
                  <a:lnTo>
                    <a:pt x="17013" y="9007"/>
                  </a:lnTo>
                  <a:lnTo>
                    <a:pt x="16012" y="9007"/>
                  </a:lnTo>
                  <a:lnTo>
                    <a:pt x="16012" y="8006"/>
                  </a:lnTo>
                  <a:lnTo>
                    <a:pt x="15011" y="8006"/>
                  </a:lnTo>
                  <a:lnTo>
                    <a:pt x="15011" y="7005"/>
                  </a:lnTo>
                  <a:lnTo>
                    <a:pt x="13010" y="7005"/>
                  </a:lnTo>
                  <a:lnTo>
                    <a:pt x="13010" y="6005"/>
                  </a:lnTo>
                  <a:lnTo>
                    <a:pt x="10008" y="6005"/>
                  </a:lnTo>
                  <a:lnTo>
                    <a:pt x="10008" y="5004"/>
                  </a:lnTo>
                  <a:lnTo>
                    <a:pt x="8006" y="5004"/>
                  </a:lnTo>
                  <a:lnTo>
                    <a:pt x="8006" y="1001"/>
                  </a:lnTo>
                  <a:lnTo>
                    <a:pt x="7005" y="1001"/>
                  </a:lnTo>
                  <a:lnTo>
                    <a:pt x="700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38">
              <a:extLst>
                <a:ext uri="{FF2B5EF4-FFF2-40B4-BE49-F238E27FC236}">
                  <a16:creationId xmlns:a16="http://schemas.microsoft.com/office/drawing/2014/main" id="{CD9D343D-7623-AB40-6739-A0A30B836236}"/>
                </a:ext>
              </a:extLst>
            </p:cNvPr>
            <p:cNvSpPr/>
            <p:nvPr/>
          </p:nvSpPr>
          <p:spPr>
            <a:xfrm>
              <a:off x="3024442" y="1997765"/>
              <a:ext cx="36869" cy="443122"/>
            </a:xfrm>
            <a:custGeom>
              <a:avLst/>
              <a:gdLst/>
              <a:ahLst/>
              <a:cxnLst/>
              <a:rect l="l" t="t" r="r" b="b"/>
              <a:pathLst>
                <a:path w="1002" h="12043" extrusionOk="0">
                  <a:moveTo>
                    <a:pt x="1" y="1"/>
                  </a:moveTo>
                  <a:lnTo>
                    <a:pt x="1" y="12043"/>
                  </a:lnTo>
                  <a:lnTo>
                    <a:pt x="1001" y="12043"/>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38">
              <a:extLst>
                <a:ext uri="{FF2B5EF4-FFF2-40B4-BE49-F238E27FC236}">
                  <a16:creationId xmlns:a16="http://schemas.microsoft.com/office/drawing/2014/main" id="{540AD4F3-1C80-D568-B0E8-FF0CC3C879FC}"/>
                </a:ext>
              </a:extLst>
            </p:cNvPr>
            <p:cNvSpPr/>
            <p:nvPr/>
          </p:nvSpPr>
          <p:spPr>
            <a:xfrm>
              <a:off x="3062488" y="1960933"/>
              <a:ext cx="73700" cy="36869"/>
            </a:xfrm>
            <a:custGeom>
              <a:avLst/>
              <a:gdLst/>
              <a:ahLst/>
              <a:cxnLst/>
              <a:rect l="l" t="t" r="r" b="b"/>
              <a:pathLst>
                <a:path w="2003" h="1002" extrusionOk="0">
                  <a:moveTo>
                    <a:pt x="1" y="1"/>
                  </a:moveTo>
                  <a:lnTo>
                    <a:pt x="1" y="1002"/>
                  </a:lnTo>
                  <a:lnTo>
                    <a:pt x="2002" y="1002"/>
                  </a:lnTo>
                  <a:lnTo>
                    <a:pt x="2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8">
              <a:extLst>
                <a:ext uri="{FF2B5EF4-FFF2-40B4-BE49-F238E27FC236}">
                  <a16:creationId xmlns:a16="http://schemas.microsoft.com/office/drawing/2014/main" id="{DE2F2DF4-FEFA-CBF9-392D-F14FE38AA5C8}"/>
                </a:ext>
              </a:extLst>
            </p:cNvPr>
            <p:cNvSpPr/>
            <p:nvPr/>
          </p:nvSpPr>
          <p:spPr>
            <a:xfrm>
              <a:off x="3136151" y="1997765"/>
              <a:ext cx="36832" cy="332664"/>
            </a:xfrm>
            <a:custGeom>
              <a:avLst/>
              <a:gdLst/>
              <a:ahLst/>
              <a:cxnLst/>
              <a:rect l="l" t="t" r="r" b="b"/>
              <a:pathLst>
                <a:path w="1001" h="9041" extrusionOk="0">
                  <a:moveTo>
                    <a:pt x="0" y="1"/>
                  </a:moveTo>
                  <a:lnTo>
                    <a:pt x="0" y="9040"/>
                  </a:lnTo>
                  <a:lnTo>
                    <a:pt x="1001" y="9040"/>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8">
              <a:extLst>
                <a:ext uri="{FF2B5EF4-FFF2-40B4-BE49-F238E27FC236}">
                  <a16:creationId xmlns:a16="http://schemas.microsoft.com/office/drawing/2014/main" id="{963633A7-3056-3C47-7EA7-8FC02D5260E7}"/>
                </a:ext>
              </a:extLst>
            </p:cNvPr>
            <p:cNvSpPr/>
            <p:nvPr/>
          </p:nvSpPr>
          <p:spPr>
            <a:xfrm>
              <a:off x="3172946" y="2146269"/>
              <a:ext cx="73700" cy="36869"/>
            </a:xfrm>
            <a:custGeom>
              <a:avLst/>
              <a:gdLst/>
              <a:ahLst/>
              <a:cxnLst/>
              <a:rect l="l" t="t" r="r" b="b"/>
              <a:pathLst>
                <a:path w="2003" h="1002" extrusionOk="0">
                  <a:moveTo>
                    <a:pt x="1" y="1"/>
                  </a:moveTo>
                  <a:lnTo>
                    <a:pt x="1" y="1002"/>
                  </a:lnTo>
                  <a:lnTo>
                    <a:pt x="2002" y="1002"/>
                  </a:lnTo>
                  <a:lnTo>
                    <a:pt x="2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8">
              <a:extLst>
                <a:ext uri="{FF2B5EF4-FFF2-40B4-BE49-F238E27FC236}">
                  <a16:creationId xmlns:a16="http://schemas.microsoft.com/office/drawing/2014/main" id="{9CE44A69-ACAA-86F4-7013-8D108B317C9E}"/>
                </a:ext>
              </a:extLst>
            </p:cNvPr>
            <p:cNvSpPr/>
            <p:nvPr/>
          </p:nvSpPr>
          <p:spPr>
            <a:xfrm>
              <a:off x="3246610" y="2219933"/>
              <a:ext cx="36832" cy="110495"/>
            </a:xfrm>
            <a:custGeom>
              <a:avLst/>
              <a:gdLst/>
              <a:ahLst/>
              <a:cxnLst/>
              <a:rect l="l" t="t" r="r" b="b"/>
              <a:pathLst>
                <a:path w="1001" h="3003" extrusionOk="0">
                  <a:moveTo>
                    <a:pt x="0" y="0"/>
                  </a:moveTo>
                  <a:lnTo>
                    <a:pt x="0" y="3002"/>
                  </a:lnTo>
                  <a:lnTo>
                    <a:pt x="1001" y="3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8">
              <a:extLst>
                <a:ext uri="{FF2B5EF4-FFF2-40B4-BE49-F238E27FC236}">
                  <a16:creationId xmlns:a16="http://schemas.microsoft.com/office/drawing/2014/main" id="{B6C63D9C-40D3-A1E6-7ED8-1B8E6E0373EB}"/>
                </a:ext>
              </a:extLst>
            </p:cNvPr>
            <p:cNvSpPr/>
            <p:nvPr/>
          </p:nvSpPr>
          <p:spPr>
            <a:xfrm>
              <a:off x="3246610" y="2183101"/>
              <a:ext cx="110495" cy="36869"/>
            </a:xfrm>
            <a:custGeom>
              <a:avLst/>
              <a:gdLst/>
              <a:ahLst/>
              <a:cxnLst/>
              <a:rect l="l" t="t" r="r" b="b"/>
              <a:pathLst>
                <a:path w="3003" h="1002" extrusionOk="0">
                  <a:moveTo>
                    <a:pt x="0" y="1"/>
                  </a:moveTo>
                  <a:lnTo>
                    <a:pt x="0" y="1001"/>
                  </a:lnTo>
                  <a:lnTo>
                    <a:pt x="3002" y="1001"/>
                  </a:lnTo>
                  <a:lnTo>
                    <a:pt x="3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38">
              <a:extLst>
                <a:ext uri="{FF2B5EF4-FFF2-40B4-BE49-F238E27FC236}">
                  <a16:creationId xmlns:a16="http://schemas.microsoft.com/office/drawing/2014/main" id="{74E41986-A43D-C966-2E11-BAC2321B9EAE}"/>
                </a:ext>
              </a:extLst>
            </p:cNvPr>
            <p:cNvSpPr/>
            <p:nvPr/>
          </p:nvSpPr>
          <p:spPr>
            <a:xfrm>
              <a:off x="3358283" y="2256728"/>
              <a:ext cx="36869" cy="110532"/>
            </a:xfrm>
            <a:custGeom>
              <a:avLst/>
              <a:gdLst/>
              <a:ahLst/>
              <a:cxnLst/>
              <a:rect l="l" t="t" r="r" b="b"/>
              <a:pathLst>
                <a:path w="1002" h="3004" extrusionOk="0">
                  <a:moveTo>
                    <a:pt x="1" y="1"/>
                  </a:moveTo>
                  <a:lnTo>
                    <a:pt x="1" y="3003"/>
                  </a:lnTo>
                  <a:lnTo>
                    <a:pt x="1001" y="3003"/>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38">
              <a:extLst>
                <a:ext uri="{FF2B5EF4-FFF2-40B4-BE49-F238E27FC236}">
                  <a16:creationId xmlns:a16="http://schemas.microsoft.com/office/drawing/2014/main" id="{182CA990-BDDD-5404-417B-0751ABA5D7C3}"/>
                </a:ext>
              </a:extLst>
            </p:cNvPr>
            <p:cNvSpPr/>
            <p:nvPr/>
          </p:nvSpPr>
          <p:spPr>
            <a:xfrm>
              <a:off x="3358283" y="2219933"/>
              <a:ext cx="73700" cy="36832"/>
            </a:xfrm>
            <a:custGeom>
              <a:avLst/>
              <a:gdLst/>
              <a:ahLst/>
              <a:cxnLst/>
              <a:rect l="l" t="t" r="r" b="b"/>
              <a:pathLst>
                <a:path w="2003" h="1001" extrusionOk="0">
                  <a:moveTo>
                    <a:pt x="1" y="0"/>
                  </a:moveTo>
                  <a:lnTo>
                    <a:pt x="1" y="1001"/>
                  </a:lnTo>
                  <a:lnTo>
                    <a:pt x="2002" y="1001"/>
                  </a:lnTo>
                  <a:lnTo>
                    <a:pt x="2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38">
              <a:extLst>
                <a:ext uri="{FF2B5EF4-FFF2-40B4-BE49-F238E27FC236}">
                  <a16:creationId xmlns:a16="http://schemas.microsoft.com/office/drawing/2014/main" id="{2D4B0A1A-8439-C903-21F7-C9226211C1F7}"/>
                </a:ext>
              </a:extLst>
            </p:cNvPr>
            <p:cNvSpPr/>
            <p:nvPr/>
          </p:nvSpPr>
          <p:spPr>
            <a:xfrm>
              <a:off x="3431946" y="2256728"/>
              <a:ext cx="36832" cy="36869"/>
            </a:xfrm>
            <a:custGeom>
              <a:avLst/>
              <a:gdLst/>
              <a:ahLst/>
              <a:cxnLst/>
              <a:rect l="l" t="t" r="r" b="b"/>
              <a:pathLst>
                <a:path w="1001" h="1002" extrusionOk="0">
                  <a:moveTo>
                    <a:pt x="0" y="1"/>
                  </a:moveTo>
                  <a:lnTo>
                    <a:pt x="0"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38">
              <a:extLst>
                <a:ext uri="{FF2B5EF4-FFF2-40B4-BE49-F238E27FC236}">
                  <a16:creationId xmlns:a16="http://schemas.microsoft.com/office/drawing/2014/main" id="{834B987E-C883-0D3C-E77C-B80A6B6B9338}"/>
                </a:ext>
              </a:extLst>
            </p:cNvPr>
            <p:cNvSpPr/>
            <p:nvPr/>
          </p:nvSpPr>
          <p:spPr>
            <a:xfrm>
              <a:off x="3468741" y="2293559"/>
              <a:ext cx="36869" cy="259037"/>
            </a:xfrm>
            <a:custGeom>
              <a:avLst/>
              <a:gdLst/>
              <a:ahLst/>
              <a:cxnLst/>
              <a:rect l="l" t="t" r="r" b="b"/>
              <a:pathLst>
                <a:path w="1002" h="7040" extrusionOk="0">
                  <a:moveTo>
                    <a:pt x="1" y="1"/>
                  </a:moveTo>
                  <a:lnTo>
                    <a:pt x="1" y="7039"/>
                  </a:lnTo>
                  <a:lnTo>
                    <a:pt x="1002" y="7039"/>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38">
              <a:extLst>
                <a:ext uri="{FF2B5EF4-FFF2-40B4-BE49-F238E27FC236}">
                  <a16:creationId xmlns:a16="http://schemas.microsoft.com/office/drawing/2014/main" id="{9E6305B5-F6A1-8A10-9265-E84CAC425B67}"/>
                </a:ext>
              </a:extLst>
            </p:cNvPr>
            <p:cNvSpPr/>
            <p:nvPr/>
          </p:nvSpPr>
          <p:spPr>
            <a:xfrm>
              <a:off x="3431946" y="2552559"/>
              <a:ext cx="36832" cy="110495"/>
            </a:xfrm>
            <a:custGeom>
              <a:avLst/>
              <a:gdLst/>
              <a:ahLst/>
              <a:cxnLst/>
              <a:rect l="l" t="t" r="r" b="b"/>
              <a:pathLst>
                <a:path w="1001" h="3003" extrusionOk="0">
                  <a:moveTo>
                    <a:pt x="0" y="0"/>
                  </a:moveTo>
                  <a:lnTo>
                    <a:pt x="0" y="3002"/>
                  </a:lnTo>
                  <a:lnTo>
                    <a:pt x="1001" y="3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38">
              <a:extLst>
                <a:ext uri="{FF2B5EF4-FFF2-40B4-BE49-F238E27FC236}">
                  <a16:creationId xmlns:a16="http://schemas.microsoft.com/office/drawing/2014/main" id="{9E814BCC-2A6F-C495-04C2-A688C8221E99}"/>
                </a:ext>
              </a:extLst>
            </p:cNvPr>
            <p:cNvSpPr/>
            <p:nvPr/>
          </p:nvSpPr>
          <p:spPr>
            <a:xfrm>
              <a:off x="3395114" y="2663017"/>
              <a:ext cx="36869" cy="110495"/>
            </a:xfrm>
            <a:custGeom>
              <a:avLst/>
              <a:gdLst/>
              <a:ahLst/>
              <a:cxnLst/>
              <a:rect l="l" t="t" r="r" b="b"/>
              <a:pathLst>
                <a:path w="1002" h="3003" extrusionOk="0">
                  <a:moveTo>
                    <a:pt x="0" y="0"/>
                  </a:moveTo>
                  <a:lnTo>
                    <a:pt x="0" y="3002"/>
                  </a:lnTo>
                  <a:lnTo>
                    <a:pt x="1001" y="3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38">
              <a:extLst>
                <a:ext uri="{FF2B5EF4-FFF2-40B4-BE49-F238E27FC236}">
                  <a16:creationId xmlns:a16="http://schemas.microsoft.com/office/drawing/2014/main" id="{75EA671D-6E6D-19BB-0FEC-A362292BF24D}"/>
                </a:ext>
              </a:extLst>
            </p:cNvPr>
            <p:cNvSpPr/>
            <p:nvPr/>
          </p:nvSpPr>
          <p:spPr>
            <a:xfrm>
              <a:off x="3062488" y="2739109"/>
              <a:ext cx="332664" cy="36869"/>
            </a:xfrm>
            <a:custGeom>
              <a:avLst/>
              <a:gdLst/>
              <a:ahLst/>
              <a:cxnLst/>
              <a:rect l="l" t="t" r="r" b="b"/>
              <a:pathLst>
                <a:path w="9041" h="1002" extrusionOk="0">
                  <a:moveTo>
                    <a:pt x="1" y="0"/>
                  </a:moveTo>
                  <a:lnTo>
                    <a:pt x="1" y="1001"/>
                  </a:lnTo>
                  <a:lnTo>
                    <a:pt x="9040" y="1001"/>
                  </a:lnTo>
                  <a:lnTo>
                    <a:pt x="904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38">
              <a:extLst>
                <a:ext uri="{FF2B5EF4-FFF2-40B4-BE49-F238E27FC236}">
                  <a16:creationId xmlns:a16="http://schemas.microsoft.com/office/drawing/2014/main" id="{CC9D85AF-01C5-0FB0-2B67-B5CBBFAFAC51}"/>
                </a:ext>
              </a:extLst>
            </p:cNvPr>
            <p:cNvSpPr/>
            <p:nvPr/>
          </p:nvSpPr>
          <p:spPr>
            <a:xfrm>
              <a:off x="2986396" y="2330391"/>
              <a:ext cx="36869" cy="36869"/>
            </a:xfrm>
            <a:custGeom>
              <a:avLst/>
              <a:gdLst/>
              <a:ahLst/>
              <a:cxnLst/>
              <a:rect l="l" t="t" r="r" b="b"/>
              <a:pathLst>
                <a:path w="1002" h="1002"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38">
              <a:extLst>
                <a:ext uri="{FF2B5EF4-FFF2-40B4-BE49-F238E27FC236}">
                  <a16:creationId xmlns:a16="http://schemas.microsoft.com/office/drawing/2014/main" id="{71044CC3-1EB4-0B28-E4CF-D8A9BBC2D78E}"/>
                </a:ext>
              </a:extLst>
            </p:cNvPr>
            <p:cNvSpPr/>
            <p:nvPr/>
          </p:nvSpPr>
          <p:spPr>
            <a:xfrm>
              <a:off x="2875937" y="2293559"/>
              <a:ext cx="110495" cy="36869"/>
            </a:xfrm>
            <a:custGeom>
              <a:avLst/>
              <a:gdLst/>
              <a:ahLst/>
              <a:cxnLst/>
              <a:rect l="l" t="t" r="r" b="b"/>
              <a:pathLst>
                <a:path w="3003" h="1002" extrusionOk="0">
                  <a:moveTo>
                    <a:pt x="0" y="1"/>
                  </a:moveTo>
                  <a:lnTo>
                    <a:pt x="0" y="1001"/>
                  </a:lnTo>
                  <a:lnTo>
                    <a:pt x="3002" y="1001"/>
                  </a:lnTo>
                  <a:lnTo>
                    <a:pt x="3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38">
              <a:extLst>
                <a:ext uri="{FF2B5EF4-FFF2-40B4-BE49-F238E27FC236}">
                  <a16:creationId xmlns:a16="http://schemas.microsoft.com/office/drawing/2014/main" id="{31CC5166-692A-7C19-09D9-95381F78B49D}"/>
                </a:ext>
              </a:extLst>
            </p:cNvPr>
            <p:cNvSpPr/>
            <p:nvPr/>
          </p:nvSpPr>
          <p:spPr>
            <a:xfrm>
              <a:off x="2875937" y="2330391"/>
              <a:ext cx="36869" cy="73664"/>
            </a:xfrm>
            <a:custGeom>
              <a:avLst/>
              <a:gdLst/>
              <a:ahLst/>
              <a:cxnLst/>
              <a:rect l="l" t="t" r="r" b="b"/>
              <a:pathLst>
                <a:path w="1002" h="2002" extrusionOk="0">
                  <a:moveTo>
                    <a:pt x="0" y="0"/>
                  </a:moveTo>
                  <a:lnTo>
                    <a:pt x="0"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38">
              <a:extLst>
                <a:ext uri="{FF2B5EF4-FFF2-40B4-BE49-F238E27FC236}">
                  <a16:creationId xmlns:a16="http://schemas.microsoft.com/office/drawing/2014/main" id="{6543EFDD-9E98-8581-A802-5F7286DD748A}"/>
                </a:ext>
              </a:extLst>
            </p:cNvPr>
            <p:cNvSpPr/>
            <p:nvPr/>
          </p:nvSpPr>
          <p:spPr>
            <a:xfrm>
              <a:off x="2912769" y="2405269"/>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38">
              <a:extLst>
                <a:ext uri="{FF2B5EF4-FFF2-40B4-BE49-F238E27FC236}">
                  <a16:creationId xmlns:a16="http://schemas.microsoft.com/office/drawing/2014/main" id="{D0BF6BB3-B6ED-6E3F-6598-FD9027606D38}"/>
                </a:ext>
              </a:extLst>
            </p:cNvPr>
            <p:cNvSpPr/>
            <p:nvPr/>
          </p:nvSpPr>
          <p:spPr>
            <a:xfrm>
              <a:off x="2950815" y="2442064"/>
              <a:ext cx="36832" cy="73700"/>
            </a:xfrm>
            <a:custGeom>
              <a:avLst/>
              <a:gdLst/>
              <a:ahLst/>
              <a:cxnLst/>
              <a:rect l="l" t="t" r="r" b="b"/>
              <a:pathLst>
                <a:path w="1001" h="2003" extrusionOk="0">
                  <a:moveTo>
                    <a:pt x="0" y="1"/>
                  </a:moveTo>
                  <a:lnTo>
                    <a:pt x="0" y="2002"/>
                  </a:lnTo>
                  <a:lnTo>
                    <a:pt x="1001" y="2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38">
              <a:extLst>
                <a:ext uri="{FF2B5EF4-FFF2-40B4-BE49-F238E27FC236}">
                  <a16:creationId xmlns:a16="http://schemas.microsoft.com/office/drawing/2014/main" id="{3E99AE39-51D7-26A1-CC5E-551D3627A141}"/>
                </a:ext>
              </a:extLst>
            </p:cNvPr>
            <p:cNvSpPr/>
            <p:nvPr/>
          </p:nvSpPr>
          <p:spPr>
            <a:xfrm>
              <a:off x="2986396" y="2515727"/>
              <a:ext cx="36869" cy="73664"/>
            </a:xfrm>
            <a:custGeom>
              <a:avLst/>
              <a:gdLst/>
              <a:ahLst/>
              <a:cxnLst/>
              <a:rect l="l" t="t" r="r" b="b"/>
              <a:pathLst>
                <a:path w="1002" h="2002" extrusionOk="0">
                  <a:moveTo>
                    <a:pt x="0" y="0"/>
                  </a:moveTo>
                  <a:lnTo>
                    <a:pt x="0"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38">
              <a:extLst>
                <a:ext uri="{FF2B5EF4-FFF2-40B4-BE49-F238E27FC236}">
                  <a16:creationId xmlns:a16="http://schemas.microsoft.com/office/drawing/2014/main" id="{0546194E-601F-E864-0C15-A69D0893C58E}"/>
                </a:ext>
              </a:extLst>
            </p:cNvPr>
            <p:cNvSpPr/>
            <p:nvPr/>
          </p:nvSpPr>
          <p:spPr>
            <a:xfrm>
              <a:off x="3024442" y="2589354"/>
              <a:ext cx="36869" cy="73700"/>
            </a:xfrm>
            <a:custGeom>
              <a:avLst/>
              <a:gdLst/>
              <a:ahLst/>
              <a:cxnLst/>
              <a:rect l="l" t="t" r="r" b="b"/>
              <a:pathLst>
                <a:path w="1002" h="2003" extrusionOk="0">
                  <a:moveTo>
                    <a:pt x="1" y="1"/>
                  </a:moveTo>
                  <a:lnTo>
                    <a:pt x="1" y="2002"/>
                  </a:lnTo>
                  <a:lnTo>
                    <a:pt x="1001" y="2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38">
              <a:extLst>
                <a:ext uri="{FF2B5EF4-FFF2-40B4-BE49-F238E27FC236}">
                  <a16:creationId xmlns:a16="http://schemas.microsoft.com/office/drawing/2014/main" id="{160F7C9F-3C48-B896-51AB-DBD4B054DFC2}"/>
                </a:ext>
              </a:extLst>
            </p:cNvPr>
            <p:cNvSpPr/>
            <p:nvPr/>
          </p:nvSpPr>
          <p:spPr>
            <a:xfrm>
              <a:off x="3062488" y="2663017"/>
              <a:ext cx="36869" cy="73664"/>
            </a:xfrm>
            <a:custGeom>
              <a:avLst/>
              <a:gdLst/>
              <a:ahLst/>
              <a:cxnLst/>
              <a:rect l="l" t="t" r="r" b="b"/>
              <a:pathLst>
                <a:path w="1002" h="2002" extrusionOk="0">
                  <a:moveTo>
                    <a:pt x="1" y="0"/>
                  </a:moveTo>
                  <a:lnTo>
                    <a:pt x="1"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776943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3"/>
        <p:cNvGrpSpPr/>
        <p:nvPr/>
      </p:nvGrpSpPr>
      <p:grpSpPr>
        <a:xfrm>
          <a:off x="0" y="0"/>
          <a:ext cx="0" cy="0"/>
          <a:chOff x="0" y="0"/>
          <a:chExt cx="0" cy="0"/>
        </a:xfrm>
      </p:grpSpPr>
      <p:sp>
        <p:nvSpPr>
          <p:cNvPr id="744" name="Google Shape;744;p39"/>
          <p:cNvSpPr txBox="1">
            <a:spLocks noGrp="1"/>
          </p:cNvSpPr>
          <p:nvPr>
            <p:ph type="title"/>
          </p:nvPr>
        </p:nvSpPr>
        <p:spPr>
          <a:xfrm>
            <a:off x="715100" y="568622"/>
            <a:ext cx="4661100" cy="648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Introduction</a:t>
            </a:r>
            <a:endParaRPr dirty="0"/>
          </a:p>
        </p:txBody>
      </p:sp>
      <p:sp>
        <p:nvSpPr>
          <p:cNvPr id="745" name="Google Shape;745;p39"/>
          <p:cNvSpPr txBox="1">
            <a:spLocks noGrp="1"/>
          </p:cNvSpPr>
          <p:nvPr>
            <p:ph type="subTitle" idx="1"/>
          </p:nvPr>
        </p:nvSpPr>
        <p:spPr>
          <a:xfrm>
            <a:off x="715100" y="1506071"/>
            <a:ext cx="6847526" cy="1914861"/>
          </a:xfrm>
          <a:prstGeom prst="rect">
            <a:avLst/>
          </a:prstGeom>
        </p:spPr>
        <p:txBody>
          <a:bodyPr spcFirstLastPara="1" wrap="square" lIns="91425" tIns="91425" rIns="91425" bIns="91425" anchor="ctr" anchorCtr="0">
            <a:noAutofit/>
          </a:bodyPr>
          <a:lstStyle/>
          <a:p>
            <a:pPr marL="0" lvl="0" indent="0"/>
            <a:r>
              <a:rPr lang="fr-FR" dirty="0"/>
              <a:t>De nos jours, nous sommes entourés d’une quantité immense de données : données générées par les réseaux sociaux, les entreprises, les transactions en ligne ou encore les objets connectés. Cette masse d’informations, souvent appelée </a:t>
            </a:r>
            <a:r>
              <a:rPr lang="fr-FR" b="1" i="1" dirty="0"/>
              <a:t>big data</a:t>
            </a:r>
            <a:r>
              <a:rPr lang="fr-FR" dirty="0"/>
              <a:t>, grandit chaque jour à une vitesse impressionnante. </a:t>
            </a:r>
            <a:endParaRPr dirty="0"/>
          </a:p>
        </p:txBody>
      </p:sp>
      <p:grpSp>
        <p:nvGrpSpPr>
          <p:cNvPr id="746" name="Google Shape;746;p39"/>
          <p:cNvGrpSpPr/>
          <p:nvPr/>
        </p:nvGrpSpPr>
        <p:grpSpPr>
          <a:xfrm>
            <a:off x="7705847" y="4010466"/>
            <a:ext cx="723042" cy="598023"/>
            <a:chOff x="1654675" y="4256126"/>
            <a:chExt cx="851841" cy="704551"/>
          </a:xfrm>
        </p:grpSpPr>
        <p:grpSp>
          <p:nvGrpSpPr>
            <p:cNvPr id="747" name="Google Shape;747;p39"/>
            <p:cNvGrpSpPr/>
            <p:nvPr/>
          </p:nvGrpSpPr>
          <p:grpSpPr>
            <a:xfrm>
              <a:off x="1654675" y="4256126"/>
              <a:ext cx="445587" cy="704551"/>
              <a:chOff x="1654675" y="4256126"/>
              <a:chExt cx="445587" cy="704551"/>
            </a:xfrm>
          </p:grpSpPr>
          <p:sp>
            <p:nvSpPr>
              <p:cNvPr id="748" name="Google Shape;748;p39"/>
              <p:cNvSpPr/>
              <p:nvPr/>
            </p:nvSpPr>
            <p:spPr>
              <a:xfrm>
                <a:off x="1655926" y="4257377"/>
                <a:ext cx="440657" cy="703300"/>
              </a:xfrm>
              <a:custGeom>
                <a:avLst/>
                <a:gdLst/>
                <a:ahLst/>
                <a:cxnLst/>
                <a:rect l="l" t="t" r="r" b="b"/>
                <a:pathLst>
                  <a:path w="11976" h="19114" extrusionOk="0">
                    <a:moveTo>
                      <a:pt x="0" y="0"/>
                    </a:moveTo>
                    <a:lnTo>
                      <a:pt x="0" y="17112"/>
                    </a:lnTo>
                    <a:lnTo>
                      <a:pt x="2002" y="17112"/>
                    </a:lnTo>
                    <a:lnTo>
                      <a:pt x="2002" y="16112"/>
                    </a:lnTo>
                    <a:lnTo>
                      <a:pt x="3002" y="16112"/>
                    </a:lnTo>
                    <a:lnTo>
                      <a:pt x="3002" y="15111"/>
                    </a:lnTo>
                    <a:lnTo>
                      <a:pt x="4003" y="15111"/>
                    </a:lnTo>
                    <a:lnTo>
                      <a:pt x="4003" y="14110"/>
                    </a:lnTo>
                    <a:lnTo>
                      <a:pt x="4971" y="14110"/>
                    </a:lnTo>
                    <a:lnTo>
                      <a:pt x="4971" y="16112"/>
                    </a:lnTo>
                    <a:lnTo>
                      <a:pt x="5971" y="16112"/>
                    </a:lnTo>
                    <a:lnTo>
                      <a:pt x="5971" y="18113"/>
                    </a:lnTo>
                    <a:lnTo>
                      <a:pt x="6972" y="18113"/>
                    </a:lnTo>
                    <a:lnTo>
                      <a:pt x="6972" y="19114"/>
                    </a:lnTo>
                    <a:lnTo>
                      <a:pt x="8973" y="19114"/>
                    </a:lnTo>
                    <a:lnTo>
                      <a:pt x="8973" y="18113"/>
                    </a:lnTo>
                    <a:lnTo>
                      <a:pt x="9974" y="18113"/>
                    </a:lnTo>
                    <a:lnTo>
                      <a:pt x="9974" y="16112"/>
                    </a:lnTo>
                    <a:lnTo>
                      <a:pt x="8973" y="16112"/>
                    </a:lnTo>
                    <a:lnTo>
                      <a:pt x="8973" y="14110"/>
                    </a:lnTo>
                    <a:lnTo>
                      <a:pt x="7973" y="14110"/>
                    </a:lnTo>
                    <a:lnTo>
                      <a:pt x="7973" y="13110"/>
                    </a:lnTo>
                    <a:lnTo>
                      <a:pt x="11976" y="13110"/>
                    </a:lnTo>
                    <a:lnTo>
                      <a:pt x="11976" y="12009"/>
                    </a:lnTo>
                    <a:lnTo>
                      <a:pt x="11976" y="11008"/>
                    </a:lnTo>
                    <a:lnTo>
                      <a:pt x="11042" y="11008"/>
                    </a:lnTo>
                    <a:lnTo>
                      <a:pt x="11042" y="10007"/>
                    </a:lnTo>
                    <a:lnTo>
                      <a:pt x="10041" y="10007"/>
                    </a:lnTo>
                    <a:lnTo>
                      <a:pt x="10041" y="9007"/>
                    </a:lnTo>
                    <a:lnTo>
                      <a:pt x="9040" y="9007"/>
                    </a:lnTo>
                    <a:lnTo>
                      <a:pt x="9040" y="8006"/>
                    </a:lnTo>
                    <a:lnTo>
                      <a:pt x="8039" y="8006"/>
                    </a:lnTo>
                    <a:lnTo>
                      <a:pt x="8039" y="7005"/>
                    </a:lnTo>
                    <a:lnTo>
                      <a:pt x="7039" y="7005"/>
                    </a:lnTo>
                    <a:lnTo>
                      <a:pt x="7039" y="6005"/>
                    </a:lnTo>
                    <a:lnTo>
                      <a:pt x="6038" y="6005"/>
                    </a:lnTo>
                    <a:lnTo>
                      <a:pt x="6038" y="5004"/>
                    </a:lnTo>
                    <a:lnTo>
                      <a:pt x="5037" y="5004"/>
                    </a:lnTo>
                    <a:lnTo>
                      <a:pt x="5037" y="4003"/>
                    </a:lnTo>
                    <a:lnTo>
                      <a:pt x="4037" y="4003"/>
                    </a:lnTo>
                    <a:lnTo>
                      <a:pt x="4037" y="3002"/>
                    </a:lnTo>
                    <a:lnTo>
                      <a:pt x="3036" y="3002"/>
                    </a:lnTo>
                    <a:lnTo>
                      <a:pt x="3036" y="2002"/>
                    </a:lnTo>
                    <a:lnTo>
                      <a:pt x="2035" y="2002"/>
                    </a:lnTo>
                    <a:lnTo>
                      <a:pt x="2035" y="1001"/>
                    </a:lnTo>
                    <a:lnTo>
                      <a:pt x="1001" y="1001"/>
                    </a:lnTo>
                    <a:lnTo>
                      <a:pt x="100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9"/>
              <p:cNvSpPr/>
              <p:nvPr/>
            </p:nvSpPr>
            <p:spPr>
              <a:xfrm>
                <a:off x="1654675" y="4256126"/>
                <a:ext cx="36869" cy="628459"/>
              </a:xfrm>
              <a:custGeom>
                <a:avLst/>
                <a:gdLst/>
                <a:ahLst/>
                <a:cxnLst/>
                <a:rect l="l" t="t" r="r" b="b"/>
                <a:pathLst>
                  <a:path w="1002" h="17080" extrusionOk="0">
                    <a:moveTo>
                      <a:pt x="1" y="1"/>
                    </a:moveTo>
                    <a:lnTo>
                      <a:pt x="1" y="17080"/>
                    </a:lnTo>
                    <a:lnTo>
                      <a:pt x="1002" y="17080"/>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9"/>
              <p:cNvSpPr/>
              <p:nvPr/>
            </p:nvSpPr>
            <p:spPr>
              <a:xfrm>
                <a:off x="1692758" y="4292958"/>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9"/>
              <p:cNvSpPr/>
              <p:nvPr/>
            </p:nvSpPr>
            <p:spPr>
              <a:xfrm>
                <a:off x="1729553" y="4329790"/>
                <a:ext cx="36869" cy="36832"/>
              </a:xfrm>
              <a:custGeom>
                <a:avLst/>
                <a:gdLst/>
                <a:ahLst/>
                <a:cxnLst/>
                <a:rect l="l" t="t" r="r" b="b"/>
                <a:pathLst>
                  <a:path w="1002" h="1001"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9"/>
              <p:cNvSpPr/>
              <p:nvPr/>
            </p:nvSpPr>
            <p:spPr>
              <a:xfrm>
                <a:off x="1765170" y="4366621"/>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9"/>
              <p:cNvSpPr/>
              <p:nvPr/>
            </p:nvSpPr>
            <p:spPr>
              <a:xfrm>
                <a:off x="1803216" y="4403416"/>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9"/>
              <p:cNvSpPr/>
              <p:nvPr/>
            </p:nvSpPr>
            <p:spPr>
              <a:xfrm>
                <a:off x="1841262" y="4440248"/>
                <a:ext cx="36832" cy="36869"/>
              </a:xfrm>
              <a:custGeom>
                <a:avLst/>
                <a:gdLst/>
                <a:ahLst/>
                <a:cxnLst/>
                <a:rect l="l" t="t" r="r" b="b"/>
                <a:pathLst>
                  <a:path w="1001" h="1002"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9"/>
              <p:cNvSpPr/>
              <p:nvPr/>
            </p:nvSpPr>
            <p:spPr>
              <a:xfrm>
                <a:off x="1878057" y="4477080"/>
                <a:ext cx="36869" cy="36832"/>
              </a:xfrm>
              <a:custGeom>
                <a:avLst/>
                <a:gdLst/>
                <a:ahLst/>
                <a:cxnLst/>
                <a:rect l="l" t="t" r="r" b="b"/>
                <a:pathLst>
                  <a:path w="1002" h="1001"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9"/>
              <p:cNvSpPr/>
              <p:nvPr/>
            </p:nvSpPr>
            <p:spPr>
              <a:xfrm>
                <a:off x="1914889" y="4515125"/>
                <a:ext cx="36869" cy="36832"/>
              </a:xfrm>
              <a:custGeom>
                <a:avLst/>
                <a:gdLst/>
                <a:ahLst/>
                <a:cxnLst/>
                <a:rect l="l" t="t" r="r" b="b"/>
                <a:pathLst>
                  <a:path w="1002" h="1001"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9"/>
              <p:cNvSpPr/>
              <p:nvPr/>
            </p:nvSpPr>
            <p:spPr>
              <a:xfrm>
                <a:off x="1951721" y="4551920"/>
                <a:ext cx="36869" cy="36869"/>
              </a:xfrm>
              <a:custGeom>
                <a:avLst/>
                <a:gdLst/>
                <a:ahLst/>
                <a:cxnLst/>
                <a:rect l="l" t="t" r="r" b="b"/>
                <a:pathLst>
                  <a:path w="1002" h="1002" extrusionOk="0">
                    <a:moveTo>
                      <a:pt x="0" y="1"/>
                    </a:moveTo>
                    <a:lnTo>
                      <a:pt x="0"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9"/>
              <p:cNvSpPr/>
              <p:nvPr/>
            </p:nvSpPr>
            <p:spPr>
              <a:xfrm>
                <a:off x="1988553" y="4588752"/>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9"/>
              <p:cNvSpPr/>
              <p:nvPr/>
            </p:nvSpPr>
            <p:spPr>
              <a:xfrm>
                <a:off x="2025348" y="4625584"/>
                <a:ext cx="36869" cy="36869"/>
              </a:xfrm>
              <a:custGeom>
                <a:avLst/>
                <a:gdLst/>
                <a:ahLst/>
                <a:cxnLst/>
                <a:rect l="l" t="t" r="r" b="b"/>
                <a:pathLst>
                  <a:path w="1002" h="1002"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9"/>
              <p:cNvSpPr/>
              <p:nvPr/>
            </p:nvSpPr>
            <p:spPr>
              <a:xfrm>
                <a:off x="2062179" y="4662415"/>
                <a:ext cx="36869" cy="36832"/>
              </a:xfrm>
              <a:custGeom>
                <a:avLst/>
                <a:gdLst/>
                <a:ahLst/>
                <a:cxnLst/>
                <a:rect l="l" t="t" r="r" b="b"/>
                <a:pathLst>
                  <a:path w="1002" h="1001" extrusionOk="0">
                    <a:moveTo>
                      <a:pt x="1" y="0"/>
                    </a:moveTo>
                    <a:lnTo>
                      <a:pt x="1" y="1001"/>
                    </a:lnTo>
                    <a:lnTo>
                      <a:pt x="1001" y="1001"/>
                    </a:lnTo>
                    <a:lnTo>
                      <a:pt x="100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9"/>
              <p:cNvSpPr/>
              <p:nvPr/>
            </p:nvSpPr>
            <p:spPr>
              <a:xfrm>
                <a:off x="1914889" y="4699210"/>
                <a:ext cx="185373" cy="36869"/>
              </a:xfrm>
              <a:custGeom>
                <a:avLst/>
                <a:gdLst/>
                <a:ahLst/>
                <a:cxnLst/>
                <a:rect l="l" t="t" r="r" b="b"/>
                <a:pathLst>
                  <a:path w="5038" h="1002" extrusionOk="0">
                    <a:moveTo>
                      <a:pt x="1" y="1"/>
                    </a:moveTo>
                    <a:lnTo>
                      <a:pt x="1" y="1002"/>
                    </a:lnTo>
                    <a:lnTo>
                      <a:pt x="5038" y="1002"/>
                    </a:lnTo>
                    <a:lnTo>
                      <a:pt x="50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9"/>
              <p:cNvSpPr/>
              <p:nvPr/>
            </p:nvSpPr>
            <p:spPr>
              <a:xfrm>
                <a:off x="1914889" y="4736042"/>
                <a:ext cx="36869" cy="36869"/>
              </a:xfrm>
              <a:custGeom>
                <a:avLst/>
                <a:gdLst/>
                <a:ahLst/>
                <a:cxnLst/>
                <a:rect l="l" t="t" r="r" b="b"/>
                <a:pathLst>
                  <a:path w="1002" h="1002" extrusionOk="0">
                    <a:moveTo>
                      <a:pt x="1" y="1"/>
                    </a:moveTo>
                    <a:lnTo>
                      <a:pt x="1"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9"/>
              <p:cNvSpPr/>
              <p:nvPr/>
            </p:nvSpPr>
            <p:spPr>
              <a:xfrm>
                <a:off x="1803216" y="4736042"/>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9"/>
              <p:cNvSpPr/>
              <p:nvPr/>
            </p:nvSpPr>
            <p:spPr>
              <a:xfrm>
                <a:off x="1841262" y="4772874"/>
                <a:ext cx="36832" cy="73664"/>
              </a:xfrm>
              <a:custGeom>
                <a:avLst/>
                <a:gdLst/>
                <a:ahLst/>
                <a:cxnLst/>
                <a:rect l="l" t="t" r="r" b="b"/>
                <a:pathLst>
                  <a:path w="1001" h="2002" extrusionOk="0">
                    <a:moveTo>
                      <a:pt x="0" y="0"/>
                    </a:moveTo>
                    <a:lnTo>
                      <a:pt x="0"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9"/>
              <p:cNvSpPr/>
              <p:nvPr/>
            </p:nvSpPr>
            <p:spPr>
              <a:xfrm>
                <a:off x="1878057" y="4847751"/>
                <a:ext cx="36869" cy="73664"/>
              </a:xfrm>
              <a:custGeom>
                <a:avLst/>
                <a:gdLst/>
                <a:ahLst/>
                <a:cxnLst/>
                <a:rect l="l" t="t" r="r" b="b"/>
                <a:pathLst>
                  <a:path w="1002" h="2002" extrusionOk="0">
                    <a:moveTo>
                      <a:pt x="1" y="0"/>
                    </a:moveTo>
                    <a:lnTo>
                      <a:pt x="1" y="2001"/>
                    </a:lnTo>
                    <a:lnTo>
                      <a:pt x="1002" y="2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9"/>
              <p:cNvSpPr/>
              <p:nvPr/>
            </p:nvSpPr>
            <p:spPr>
              <a:xfrm>
                <a:off x="1914889" y="4921378"/>
                <a:ext cx="73700" cy="36869"/>
              </a:xfrm>
              <a:custGeom>
                <a:avLst/>
                <a:gdLst/>
                <a:ahLst/>
                <a:cxnLst/>
                <a:rect l="l" t="t" r="r" b="b"/>
                <a:pathLst>
                  <a:path w="2003" h="1002" extrusionOk="0">
                    <a:moveTo>
                      <a:pt x="1" y="0"/>
                    </a:moveTo>
                    <a:lnTo>
                      <a:pt x="1" y="1001"/>
                    </a:lnTo>
                    <a:lnTo>
                      <a:pt x="2002" y="1001"/>
                    </a:lnTo>
                    <a:lnTo>
                      <a:pt x="2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9"/>
              <p:cNvSpPr/>
              <p:nvPr/>
            </p:nvSpPr>
            <p:spPr>
              <a:xfrm>
                <a:off x="1951721" y="4772874"/>
                <a:ext cx="36869" cy="73664"/>
              </a:xfrm>
              <a:custGeom>
                <a:avLst/>
                <a:gdLst/>
                <a:ahLst/>
                <a:cxnLst/>
                <a:rect l="l" t="t" r="r" b="b"/>
                <a:pathLst>
                  <a:path w="1002" h="2002" extrusionOk="0">
                    <a:moveTo>
                      <a:pt x="0" y="0"/>
                    </a:moveTo>
                    <a:lnTo>
                      <a:pt x="0"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9"/>
              <p:cNvSpPr/>
              <p:nvPr/>
            </p:nvSpPr>
            <p:spPr>
              <a:xfrm>
                <a:off x="1988553" y="4847751"/>
                <a:ext cx="36832" cy="73664"/>
              </a:xfrm>
              <a:custGeom>
                <a:avLst/>
                <a:gdLst/>
                <a:ahLst/>
                <a:cxnLst/>
                <a:rect l="l" t="t" r="r" b="b"/>
                <a:pathLst>
                  <a:path w="1001" h="2002" extrusionOk="0">
                    <a:moveTo>
                      <a:pt x="0" y="0"/>
                    </a:moveTo>
                    <a:lnTo>
                      <a:pt x="0" y="2001"/>
                    </a:lnTo>
                    <a:lnTo>
                      <a:pt x="1001" y="2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9"/>
              <p:cNvSpPr/>
              <p:nvPr/>
            </p:nvSpPr>
            <p:spPr>
              <a:xfrm>
                <a:off x="1765170" y="4772874"/>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9"/>
              <p:cNvSpPr/>
              <p:nvPr/>
            </p:nvSpPr>
            <p:spPr>
              <a:xfrm>
                <a:off x="1729553" y="4810920"/>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9"/>
              <p:cNvSpPr/>
              <p:nvPr/>
            </p:nvSpPr>
            <p:spPr>
              <a:xfrm>
                <a:off x="1692758" y="4847751"/>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2" name="Google Shape;772;p39"/>
            <p:cNvGrpSpPr/>
            <p:nvPr/>
          </p:nvGrpSpPr>
          <p:grpSpPr>
            <a:xfrm>
              <a:off x="2099011" y="4329790"/>
              <a:ext cx="407505" cy="517999"/>
              <a:chOff x="2099011" y="4329790"/>
              <a:chExt cx="407505" cy="517999"/>
            </a:xfrm>
          </p:grpSpPr>
          <p:sp>
            <p:nvSpPr>
              <p:cNvPr id="773" name="Google Shape;773;p39"/>
              <p:cNvSpPr/>
              <p:nvPr/>
            </p:nvSpPr>
            <p:spPr>
              <a:xfrm>
                <a:off x="2100225" y="4331004"/>
                <a:ext cx="405076" cy="515535"/>
              </a:xfrm>
              <a:custGeom>
                <a:avLst/>
                <a:gdLst/>
                <a:ahLst/>
                <a:cxnLst/>
                <a:rect l="l" t="t" r="r" b="b"/>
                <a:pathLst>
                  <a:path w="11009" h="14011" extrusionOk="0">
                    <a:moveTo>
                      <a:pt x="1" y="1"/>
                    </a:moveTo>
                    <a:lnTo>
                      <a:pt x="1" y="1001"/>
                    </a:lnTo>
                    <a:lnTo>
                      <a:pt x="1001" y="1001"/>
                    </a:lnTo>
                    <a:lnTo>
                      <a:pt x="1001" y="2002"/>
                    </a:lnTo>
                    <a:lnTo>
                      <a:pt x="1001" y="3003"/>
                    </a:lnTo>
                    <a:lnTo>
                      <a:pt x="1001" y="4004"/>
                    </a:lnTo>
                    <a:lnTo>
                      <a:pt x="2002" y="4004"/>
                    </a:lnTo>
                    <a:lnTo>
                      <a:pt x="2002" y="5004"/>
                    </a:lnTo>
                    <a:lnTo>
                      <a:pt x="3003" y="5004"/>
                    </a:lnTo>
                    <a:lnTo>
                      <a:pt x="3003" y="6005"/>
                    </a:lnTo>
                    <a:lnTo>
                      <a:pt x="4003" y="6005"/>
                    </a:lnTo>
                    <a:lnTo>
                      <a:pt x="4003" y="7006"/>
                    </a:lnTo>
                    <a:lnTo>
                      <a:pt x="4003" y="8006"/>
                    </a:lnTo>
                    <a:lnTo>
                      <a:pt x="3003" y="8006"/>
                    </a:lnTo>
                    <a:lnTo>
                      <a:pt x="3003" y="9007"/>
                    </a:lnTo>
                    <a:lnTo>
                      <a:pt x="2002" y="9007"/>
                    </a:lnTo>
                    <a:lnTo>
                      <a:pt x="2002" y="10008"/>
                    </a:lnTo>
                    <a:lnTo>
                      <a:pt x="1001" y="10008"/>
                    </a:lnTo>
                    <a:lnTo>
                      <a:pt x="1001" y="11009"/>
                    </a:lnTo>
                    <a:lnTo>
                      <a:pt x="1001" y="12009"/>
                    </a:lnTo>
                    <a:lnTo>
                      <a:pt x="1001" y="13010"/>
                    </a:lnTo>
                    <a:lnTo>
                      <a:pt x="1" y="13010"/>
                    </a:lnTo>
                    <a:lnTo>
                      <a:pt x="1" y="14011"/>
                    </a:lnTo>
                    <a:lnTo>
                      <a:pt x="11008" y="14011"/>
                    </a:lnTo>
                    <a:lnTo>
                      <a:pt x="11008" y="13010"/>
                    </a:lnTo>
                    <a:lnTo>
                      <a:pt x="10008" y="13010"/>
                    </a:lnTo>
                    <a:lnTo>
                      <a:pt x="10008" y="12009"/>
                    </a:lnTo>
                    <a:lnTo>
                      <a:pt x="10008" y="11009"/>
                    </a:lnTo>
                    <a:lnTo>
                      <a:pt x="10008" y="10008"/>
                    </a:lnTo>
                    <a:lnTo>
                      <a:pt x="9007" y="10008"/>
                    </a:lnTo>
                    <a:lnTo>
                      <a:pt x="9007" y="9007"/>
                    </a:lnTo>
                    <a:lnTo>
                      <a:pt x="8006" y="9007"/>
                    </a:lnTo>
                    <a:lnTo>
                      <a:pt x="8006" y="8006"/>
                    </a:lnTo>
                    <a:lnTo>
                      <a:pt x="7006" y="8006"/>
                    </a:lnTo>
                    <a:lnTo>
                      <a:pt x="7006" y="7006"/>
                    </a:lnTo>
                    <a:lnTo>
                      <a:pt x="7006" y="6005"/>
                    </a:lnTo>
                    <a:lnTo>
                      <a:pt x="8006" y="6005"/>
                    </a:lnTo>
                    <a:lnTo>
                      <a:pt x="8006" y="5004"/>
                    </a:lnTo>
                    <a:lnTo>
                      <a:pt x="9007" y="5004"/>
                    </a:lnTo>
                    <a:lnTo>
                      <a:pt x="9007" y="4004"/>
                    </a:lnTo>
                    <a:lnTo>
                      <a:pt x="10008" y="4004"/>
                    </a:lnTo>
                    <a:lnTo>
                      <a:pt x="10008" y="3003"/>
                    </a:lnTo>
                    <a:lnTo>
                      <a:pt x="10008" y="2002"/>
                    </a:lnTo>
                    <a:lnTo>
                      <a:pt x="10008" y="1001"/>
                    </a:lnTo>
                    <a:lnTo>
                      <a:pt x="11008" y="1001"/>
                    </a:lnTo>
                    <a:lnTo>
                      <a:pt x="1100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9"/>
              <p:cNvSpPr/>
              <p:nvPr/>
            </p:nvSpPr>
            <p:spPr>
              <a:xfrm>
                <a:off x="2173889" y="4477080"/>
                <a:ext cx="73664" cy="74878"/>
              </a:xfrm>
              <a:custGeom>
                <a:avLst/>
                <a:gdLst/>
                <a:ahLst/>
                <a:cxnLst/>
                <a:rect l="l" t="t" r="r" b="b"/>
                <a:pathLst>
                  <a:path w="2002" h="2035" extrusionOk="0">
                    <a:moveTo>
                      <a:pt x="0" y="0"/>
                    </a:moveTo>
                    <a:lnTo>
                      <a:pt x="0" y="1034"/>
                    </a:lnTo>
                    <a:lnTo>
                      <a:pt x="1001" y="1034"/>
                    </a:lnTo>
                    <a:lnTo>
                      <a:pt x="1001" y="0"/>
                    </a:lnTo>
                    <a:close/>
                    <a:moveTo>
                      <a:pt x="1001" y="1034"/>
                    </a:moveTo>
                    <a:lnTo>
                      <a:pt x="1001" y="2035"/>
                    </a:lnTo>
                    <a:lnTo>
                      <a:pt x="2001" y="2035"/>
                    </a:lnTo>
                    <a:lnTo>
                      <a:pt x="2001" y="103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9"/>
              <p:cNvSpPr/>
              <p:nvPr/>
            </p:nvSpPr>
            <p:spPr>
              <a:xfrm>
                <a:off x="2284348" y="4477080"/>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9"/>
              <p:cNvSpPr/>
              <p:nvPr/>
            </p:nvSpPr>
            <p:spPr>
              <a:xfrm>
                <a:off x="2247516" y="4440248"/>
                <a:ext cx="36869" cy="36869"/>
              </a:xfrm>
              <a:custGeom>
                <a:avLst/>
                <a:gdLst/>
                <a:ahLst/>
                <a:cxnLst/>
                <a:rect l="l" t="t" r="r" b="b"/>
                <a:pathLst>
                  <a:path w="1002" h="1002"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9"/>
              <p:cNvSpPr/>
              <p:nvPr/>
            </p:nvSpPr>
            <p:spPr>
              <a:xfrm>
                <a:off x="2321143" y="4440248"/>
                <a:ext cx="36869" cy="36869"/>
              </a:xfrm>
              <a:custGeom>
                <a:avLst/>
                <a:gdLst/>
                <a:ahLst/>
                <a:cxnLst/>
                <a:rect l="l" t="t" r="r" b="b"/>
                <a:pathLst>
                  <a:path w="1002" h="1002"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9"/>
              <p:cNvSpPr/>
              <p:nvPr/>
            </p:nvSpPr>
            <p:spPr>
              <a:xfrm>
                <a:off x="2247516" y="4551920"/>
                <a:ext cx="36869" cy="73700"/>
              </a:xfrm>
              <a:custGeom>
                <a:avLst/>
                <a:gdLst/>
                <a:ahLst/>
                <a:cxnLst/>
                <a:rect l="l" t="t" r="r" b="b"/>
                <a:pathLst>
                  <a:path w="1002" h="2003" extrusionOk="0">
                    <a:moveTo>
                      <a:pt x="0" y="1"/>
                    </a:moveTo>
                    <a:lnTo>
                      <a:pt x="0" y="1002"/>
                    </a:lnTo>
                    <a:lnTo>
                      <a:pt x="0" y="2002"/>
                    </a:lnTo>
                    <a:lnTo>
                      <a:pt x="1001" y="2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9"/>
              <p:cNvSpPr/>
              <p:nvPr/>
            </p:nvSpPr>
            <p:spPr>
              <a:xfrm>
                <a:off x="2210684" y="4625584"/>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9"/>
              <p:cNvSpPr/>
              <p:nvPr/>
            </p:nvSpPr>
            <p:spPr>
              <a:xfrm>
                <a:off x="2173889" y="4662415"/>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9"/>
              <p:cNvSpPr/>
              <p:nvPr/>
            </p:nvSpPr>
            <p:spPr>
              <a:xfrm>
                <a:off x="2321143" y="4736042"/>
                <a:ext cx="36869" cy="36869"/>
              </a:xfrm>
              <a:custGeom>
                <a:avLst/>
                <a:gdLst/>
                <a:ahLst/>
                <a:cxnLst/>
                <a:rect l="l" t="t" r="r" b="b"/>
                <a:pathLst>
                  <a:path w="1002" h="1002" extrusionOk="0">
                    <a:moveTo>
                      <a:pt x="1" y="1"/>
                    </a:moveTo>
                    <a:lnTo>
                      <a:pt x="1" y="1001"/>
                    </a:lnTo>
                    <a:lnTo>
                      <a:pt x="1002" y="1001"/>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9"/>
              <p:cNvSpPr/>
              <p:nvPr/>
            </p:nvSpPr>
            <p:spPr>
              <a:xfrm>
                <a:off x="2247516" y="4736042"/>
                <a:ext cx="36869" cy="36869"/>
              </a:xfrm>
              <a:custGeom>
                <a:avLst/>
                <a:gdLst/>
                <a:ahLst/>
                <a:cxnLst/>
                <a:rect l="l" t="t" r="r" b="b"/>
                <a:pathLst>
                  <a:path w="1002"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39"/>
              <p:cNvSpPr/>
              <p:nvPr/>
            </p:nvSpPr>
            <p:spPr>
              <a:xfrm>
                <a:off x="2284348" y="4699210"/>
                <a:ext cx="36832" cy="36869"/>
              </a:xfrm>
              <a:custGeom>
                <a:avLst/>
                <a:gdLst/>
                <a:ahLst/>
                <a:cxnLst/>
                <a:rect l="l" t="t" r="r" b="b"/>
                <a:pathLst>
                  <a:path w="1001" h="1002" extrusionOk="0">
                    <a:moveTo>
                      <a:pt x="0" y="1"/>
                    </a:moveTo>
                    <a:lnTo>
                      <a:pt x="0"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9"/>
              <p:cNvSpPr/>
              <p:nvPr/>
            </p:nvSpPr>
            <p:spPr>
              <a:xfrm>
                <a:off x="2099011" y="4329790"/>
                <a:ext cx="407505" cy="147327"/>
              </a:xfrm>
              <a:custGeom>
                <a:avLst/>
                <a:gdLst/>
                <a:ahLst/>
                <a:cxnLst/>
                <a:rect l="l" t="t" r="r" b="b"/>
                <a:pathLst>
                  <a:path w="11075" h="4004" extrusionOk="0">
                    <a:moveTo>
                      <a:pt x="0" y="0"/>
                    </a:moveTo>
                    <a:lnTo>
                      <a:pt x="0" y="1001"/>
                    </a:lnTo>
                    <a:lnTo>
                      <a:pt x="1001" y="1001"/>
                    </a:lnTo>
                    <a:lnTo>
                      <a:pt x="1001" y="2002"/>
                    </a:lnTo>
                    <a:lnTo>
                      <a:pt x="1001" y="3002"/>
                    </a:lnTo>
                    <a:lnTo>
                      <a:pt x="1001" y="4003"/>
                    </a:lnTo>
                    <a:lnTo>
                      <a:pt x="2035" y="4003"/>
                    </a:lnTo>
                    <a:lnTo>
                      <a:pt x="2035" y="3002"/>
                    </a:lnTo>
                    <a:lnTo>
                      <a:pt x="2035" y="2002"/>
                    </a:lnTo>
                    <a:lnTo>
                      <a:pt x="2035" y="1001"/>
                    </a:lnTo>
                    <a:lnTo>
                      <a:pt x="9040" y="1001"/>
                    </a:lnTo>
                    <a:lnTo>
                      <a:pt x="9040" y="2002"/>
                    </a:lnTo>
                    <a:lnTo>
                      <a:pt x="9040" y="3002"/>
                    </a:lnTo>
                    <a:lnTo>
                      <a:pt x="9040" y="4003"/>
                    </a:lnTo>
                    <a:lnTo>
                      <a:pt x="10074" y="4003"/>
                    </a:lnTo>
                    <a:lnTo>
                      <a:pt x="10074" y="3002"/>
                    </a:lnTo>
                    <a:lnTo>
                      <a:pt x="10074" y="2002"/>
                    </a:lnTo>
                    <a:lnTo>
                      <a:pt x="10074" y="1001"/>
                    </a:lnTo>
                    <a:lnTo>
                      <a:pt x="11075" y="1001"/>
                    </a:lnTo>
                    <a:lnTo>
                      <a:pt x="110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9"/>
              <p:cNvSpPr/>
              <p:nvPr/>
            </p:nvSpPr>
            <p:spPr>
              <a:xfrm>
                <a:off x="2357974" y="4477080"/>
                <a:ext cx="73700" cy="74878"/>
              </a:xfrm>
              <a:custGeom>
                <a:avLst/>
                <a:gdLst/>
                <a:ahLst/>
                <a:cxnLst/>
                <a:rect l="l" t="t" r="r" b="b"/>
                <a:pathLst>
                  <a:path w="2003" h="2035" extrusionOk="0">
                    <a:moveTo>
                      <a:pt x="1001" y="0"/>
                    </a:moveTo>
                    <a:lnTo>
                      <a:pt x="1001" y="1034"/>
                    </a:lnTo>
                    <a:lnTo>
                      <a:pt x="2002" y="1034"/>
                    </a:lnTo>
                    <a:lnTo>
                      <a:pt x="2002" y="0"/>
                    </a:lnTo>
                    <a:close/>
                    <a:moveTo>
                      <a:pt x="1" y="1034"/>
                    </a:moveTo>
                    <a:lnTo>
                      <a:pt x="1" y="2035"/>
                    </a:lnTo>
                    <a:lnTo>
                      <a:pt x="1001" y="2035"/>
                    </a:lnTo>
                    <a:lnTo>
                      <a:pt x="1001" y="103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9"/>
              <p:cNvSpPr/>
              <p:nvPr/>
            </p:nvSpPr>
            <p:spPr>
              <a:xfrm>
                <a:off x="2321143" y="4551920"/>
                <a:ext cx="36869" cy="73700"/>
              </a:xfrm>
              <a:custGeom>
                <a:avLst/>
                <a:gdLst/>
                <a:ahLst/>
                <a:cxnLst/>
                <a:rect l="l" t="t" r="r" b="b"/>
                <a:pathLst>
                  <a:path w="1002" h="2003" extrusionOk="0">
                    <a:moveTo>
                      <a:pt x="1" y="1"/>
                    </a:moveTo>
                    <a:lnTo>
                      <a:pt x="1" y="1002"/>
                    </a:lnTo>
                    <a:lnTo>
                      <a:pt x="1" y="2002"/>
                    </a:lnTo>
                    <a:lnTo>
                      <a:pt x="1002" y="2002"/>
                    </a:lnTo>
                    <a:lnTo>
                      <a:pt x="1002" y="1002"/>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9"/>
              <p:cNvSpPr/>
              <p:nvPr/>
            </p:nvSpPr>
            <p:spPr>
              <a:xfrm>
                <a:off x="2357974" y="4625584"/>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9"/>
              <p:cNvSpPr/>
              <p:nvPr/>
            </p:nvSpPr>
            <p:spPr>
              <a:xfrm>
                <a:off x="2394806" y="4662415"/>
                <a:ext cx="36869" cy="36832"/>
              </a:xfrm>
              <a:custGeom>
                <a:avLst/>
                <a:gdLst/>
                <a:ahLst/>
                <a:cxnLst/>
                <a:rect l="l" t="t" r="r" b="b"/>
                <a:pathLst>
                  <a:path w="1002"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9"/>
              <p:cNvSpPr/>
              <p:nvPr/>
            </p:nvSpPr>
            <p:spPr>
              <a:xfrm>
                <a:off x="2099011" y="4699210"/>
                <a:ext cx="407505" cy="148578"/>
              </a:xfrm>
              <a:custGeom>
                <a:avLst/>
                <a:gdLst/>
                <a:ahLst/>
                <a:cxnLst/>
                <a:rect l="l" t="t" r="r" b="b"/>
                <a:pathLst>
                  <a:path w="11075" h="4038" extrusionOk="0">
                    <a:moveTo>
                      <a:pt x="1001" y="1"/>
                    </a:moveTo>
                    <a:lnTo>
                      <a:pt x="1001" y="1002"/>
                    </a:lnTo>
                    <a:lnTo>
                      <a:pt x="1001" y="2002"/>
                    </a:lnTo>
                    <a:lnTo>
                      <a:pt x="1001" y="3036"/>
                    </a:lnTo>
                    <a:lnTo>
                      <a:pt x="0" y="3036"/>
                    </a:lnTo>
                    <a:lnTo>
                      <a:pt x="0" y="4037"/>
                    </a:lnTo>
                    <a:lnTo>
                      <a:pt x="11075" y="4037"/>
                    </a:lnTo>
                    <a:lnTo>
                      <a:pt x="11075" y="3036"/>
                    </a:lnTo>
                    <a:lnTo>
                      <a:pt x="10074" y="3036"/>
                    </a:lnTo>
                    <a:lnTo>
                      <a:pt x="10074" y="2002"/>
                    </a:lnTo>
                    <a:lnTo>
                      <a:pt x="10074" y="1002"/>
                    </a:lnTo>
                    <a:lnTo>
                      <a:pt x="10074" y="1"/>
                    </a:lnTo>
                    <a:lnTo>
                      <a:pt x="9040" y="1"/>
                    </a:lnTo>
                    <a:lnTo>
                      <a:pt x="9040" y="1002"/>
                    </a:lnTo>
                    <a:lnTo>
                      <a:pt x="9040" y="2002"/>
                    </a:lnTo>
                    <a:lnTo>
                      <a:pt x="9040" y="3036"/>
                    </a:lnTo>
                    <a:lnTo>
                      <a:pt x="8039" y="3036"/>
                    </a:lnTo>
                    <a:lnTo>
                      <a:pt x="8039" y="2002"/>
                    </a:lnTo>
                    <a:lnTo>
                      <a:pt x="7039" y="2002"/>
                    </a:lnTo>
                    <a:lnTo>
                      <a:pt x="7039" y="3036"/>
                    </a:lnTo>
                    <a:lnTo>
                      <a:pt x="6038" y="3036"/>
                    </a:lnTo>
                    <a:lnTo>
                      <a:pt x="6038" y="2002"/>
                    </a:lnTo>
                    <a:lnTo>
                      <a:pt x="5037" y="2002"/>
                    </a:lnTo>
                    <a:lnTo>
                      <a:pt x="5037" y="3036"/>
                    </a:lnTo>
                    <a:lnTo>
                      <a:pt x="4036" y="3036"/>
                    </a:lnTo>
                    <a:lnTo>
                      <a:pt x="4036" y="2002"/>
                    </a:lnTo>
                    <a:lnTo>
                      <a:pt x="3036" y="2002"/>
                    </a:lnTo>
                    <a:lnTo>
                      <a:pt x="3036" y="3036"/>
                    </a:lnTo>
                    <a:lnTo>
                      <a:pt x="2035" y="3036"/>
                    </a:lnTo>
                    <a:lnTo>
                      <a:pt x="2035" y="2002"/>
                    </a:lnTo>
                    <a:lnTo>
                      <a:pt x="2035" y="1002"/>
                    </a:lnTo>
                    <a:lnTo>
                      <a:pt x="20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3">
          <a:extLst>
            <a:ext uri="{FF2B5EF4-FFF2-40B4-BE49-F238E27FC236}">
              <a16:creationId xmlns:a16="http://schemas.microsoft.com/office/drawing/2014/main" id="{292430B7-9BC5-0EF7-21A1-29F609820AEB}"/>
            </a:ext>
          </a:extLst>
        </p:cNvPr>
        <p:cNvGrpSpPr/>
        <p:nvPr/>
      </p:nvGrpSpPr>
      <p:grpSpPr>
        <a:xfrm>
          <a:off x="0" y="0"/>
          <a:ext cx="0" cy="0"/>
          <a:chOff x="0" y="0"/>
          <a:chExt cx="0" cy="0"/>
        </a:xfrm>
      </p:grpSpPr>
      <p:sp>
        <p:nvSpPr>
          <p:cNvPr id="744" name="Google Shape;744;p39">
            <a:extLst>
              <a:ext uri="{FF2B5EF4-FFF2-40B4-BE49-F238E27FC236}">
                <a16:creationId xmlns:a16="http://schemas.microsoft.com/office/drawing/2014/main" id="{E3D9B6B3-8D14-038B-AAAA-B288817609A9}"/>
              </a:ext>
            </a:extLst>
          </p:cNvPr>
          <p:cNvSpPr txBox="1">
            <a:spLocks noGrp="1"/>
          </p:cNvSpPr>
          <p:nvPr>
            <p:ph type="title"/>
          </p:nvPr>
        </p:nvSpPr>
        <p:spPr>
          <a:xfrm>
            <a:off x="715100" y="568622"/>
            <a:ext cx="4661100" cy="648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Introduction</a:t>
            </a:r>
            <a:endParaRPr dirty="0"/>
          </a:p>
        </p:txBody>
      </p:sp>
      <p:sp>
        <p:nvSpPr>
          <p:cNvPr id="745" name="Google Shape;745;p39">
            <a:extLst>
              <a:ext uri="{FF2B5EF4-FFF2-40B4-BE49-F238E27FC236}">
                <a16:creationId xmlns:a16="http://schemas.microsoft.com/office/drawing/2014/main" id="{FED7316E-BBAE-394E-A3AF-37B6E0D9BF75}"/>
              </a:ext>
            </a:extLst>
          </p:cNvPr>
          <p:cNvSpPr txBox="1">
            <a:spLocks noGrp="1"/>
          </p:cNvSpPr>
          <p:nvPr>
            <p:ph type="subTitle" idx="1"/>
          </p:nvPr>
        </p:nvSpPr>
        <p:spPr>
          <a:xfrm>
            <a:off x="715100" y="1484555"/>
            <a:ext cx="6847526" cy="3314334"/>
          </a:xfrm>
          <a:prstGeom prst="rect">
            <a:avLst/>
          </a:prstGeom>
        </p:spPr>
        <p:txBody>
          <a:bodyPr spcFirstLastPara="1" wrap="square" lIns="91425" tIns="91425" rIns="91425" bIns="91425" anchor="ctr" anchorCtr="0">
            <a:noAutofit/>
          </a:bodyPr>
          <a:lstStyle/>
          <a:p>
            <a:pPr marL="0" lvl="0" indent="0"/>
            <a:r>
              <a:rPr lang="fr-FR" dirty="0"/>
              <a:t>Le véritable défi n’est plus seulement de collecter ces données, mais surtout de </a:t>
            </a:r>
            <a:r>
              <a:rPr lang="fr-FR" b="1" dirty="0"/>
              <a:t>pouvoir les comprendre et en tirer des connaissances utiles</a:t>
            </a:r>
            <a:r>
              <a:rPr lang="fr-FR" dirty="0"/>
              <a:t>. Les entreprises comme les institutions doivent identifier des tendances, anticiper les comportements, ou encore détecter des anomalies, afin de prendre de meilleures décisions.</a:t>
            </a:r>
          </a:p>
          <a:p>
            <a:pPr marL="0" lvl="0" indent="0"/>
            <a:endParaRPr lang="fr-FR" dirty="0"/>
          </a:p>
          <a:p>
            <a:pPr marL="0" lvl="0" indent="0"/>
            <a:r>
              <a:rPr lang="fr-FR" dirty="0"/>
              <a:t>Face à ce défi, une solution s’est imposée au fil des années : </a:t>
            </a:r>
            <a:r>
              <a:rPr lang="fr-FR" b="1" dirty="0"/>
              <a:t>le Data Mining</a:t>
            </a:r>
            <a:r>
              <a:rPr lang="fr-FR" dirty="0"/>
              <a:t>, qui permet d’explorer et d’analyser les données pour révéler leur véritable valeur.</a:t>
            </a:r>
            <a:endParaRPr dirty="0"/>
          </a:p>
        </p:txBody>
      </p:sp>
      <p:grpSp>
        <p:nvGrpSpPr>
          <p:cNvPr id="746" name="Google Shape;746;p39">
            <a:extLst>
              <a:ext uri="{FF2B5EF4-FFF2-40B4-BE49-F238E27FC236}">
                <a16:creationId xmlns:a16="http://schemas.microsoft.com/office/drawing/2014/main" id="{3204F53A-5C12-2CC7-B153-A2717C7A8D58}"/>
              </a:ext>
            </a:extLst>
          </p:cNvPr>
          <p:cNvGrpSpPr/>
          <p:nvPr/>
        </p:nvGrpSpPr>
        <p:grpSpPr>
          <a:xfrm>
            <a:off x="7705847" y="4010466"/>
            <a:ext cx="723042" cy="598023"/>
            <a:chOff x="1654675" y="4256126"/>
            <a:chExt cx="851841" cy="704551"/>
          </a:xfrm>
        </p:grpSpPr>
        <p:grpSp>
          <p:nvGrpSpPr>
            <p:cNvPr id="747" name="Google Shape;747;p39">
              <a:extLst>
                <a:ext uri="{FF2B5EF4-FFF2-40B4-BE49-F238E27FC236}">
                  <a16:creationId xmlns:a16="http://schemas.microsoft.com/office/drawing/2014/main" id="{60B81FF8-371B-BC41-2D0C-C67D4CB936F5}"/>
                </a:ext>
              </a:extLst>
            </p:cNvPr>
            <p:cNvGrpSpPr/>
            <p:nvPr/>
          </p:nvGrpSpPr>
          <p:grpSpPr>
            <a:xfrm>
              <a:off x="1654675" y="4256126"/>
              <a:ext cx="445587" cy="704551"/>
              <a:chOff x="1654675" y="4256126"/>
              <a:chExt cx="445587" cy="704551"/>
            </a:xfrm>
          </p:grpSpPr>
          <p:sp>
            <p:nvSpPr>
              <p:cNvPr id="748" name="Google Shape;748;p39">
                <a:extLst>
                  <a:ext uri="{FF2B5EF4-FFF2-40B4-BE49-F238E27FC236}">
                    <a16:creationId xmlns:a16="http://schemas.microsoft.com/office/drawing/2014/main" id="{D49C6031-0967-113E-0C6E-0CEA548ED766}"/>
                  </a:ext>
                </a:extLst>
              </p:cNvPr>
              <p:cNvSpPr/>
              <p:nvPr/>
            </p:nvSpPr>
            <p:spPr>
              <a:xfrm>
                <a:off x="1655926" y="4257377"/>
                <a:ext cx="440657" cy="703300"/>
              </a:xfrm>
              <a:custGeom>
                <a:avLst/>
                <a:gdLst/>
                <a:ahLst/>
                <a:cxnLst/>
                <a:rect l="l" t="t" r="r" b="b"/>
                <a:pathLst>
                  <a:path w="11976" h="19114" extrusionOk="0">
                    <a:moveTo>
                      <a:pt x="0" y="0"/>
                    </a:moveTo>
                    <a:lnTo>
                      <a:pt x="0" y="17112"/>
                    </a:lnTo>
                    <a:lnTo>
                      <a:pt x="2002" y="17112"/>
                    </a:lnTo>
                    <a:lnTo>
                      <a:pt x="2002" y="16112"/>
                    </a:lnTo>
                    <a:lnTo>
                      <a:pt x="3002" y="16112"/>
                    </a:lnTo>
                    <a:lnTo>
                      <a:pt x="3002" y="15111"/>
                    </a:lnTo>
                    <a:lnTo>
                      <a:pt x="4003" y="15111"/>
                    </a:lnTo>
                    <a:lnTo>
                      <a:pt x="4003" y="14110"/>
                    </a:lnTo>
                    <a:lnTo>
                      <a:pt x="4971" y="14110"/>
                    </a:lnTo>
                    <a:lnTo>
                      <a:pt x="4971" y="16112"/>
                    </a:lnTo>
                    <a:lnTo>
                      <a:pt x="5971" y="16112"/>
                    </a:lnTo>
                    <a:lnTo>
                      <a:pt x="5971" y="18113"/>
                    </a:lnTo>
                    <a:lnTo>
                      <a:pt x="6972" y="18113"/>
                    </a:lnTo>
                    <a:lnTo>
                      <a:pt x="6972" y="19114"/>
                    </a:lnTo>
                    <a:lnTo>
                      <a:pt x="8973" y="19114"/>
                    </a:lnTo>
                    <a:lnTo>
                      <a:pt x="8973" y="18113"/>
                    </a:lnTo>
                    <a:lnTo>
                      <a:pt x="9974" y="18113"/>
                    </a:lnTo>
                    <a:lnTo>
                      <a:pt x="9974" y="16112"/>
                    </a:lnTo>
                    <a:lnTo>
                      <a:pt x="8973" y="16112"/>
                    </a:lnTo>
                    <a:lnTo>
                      <a:pt x="8973" y="14110"/>
                    </a:lnTo>
                    <a:lnTo>
                      <a:pt x="7973" y="14110"/>
                    </a:lnTo>
                    <a:lnTo>
                      <a:pt x="7973" y="13110"/>
                    </a:lnTo>
                    <a:lnTo>
                      <a:pt x="11976" y="13110"/>
                    </a:lnTo>
                    <a:lnTo>
                      <a:pt x="11976" y="12009"/>
                    </a:lnTo>
                    <a:lnTo>
                      <a:pt x="11976" y="11008"/>
                    </a:lnTo>
                    <a:lnTo>
                      <a:pt x="11042" y="11008"/>
                    </a:lnTo>
                    <a:lnTo>
                      <a:pt x="11042" y="10007"/>
                    </a:lnTo>
                    <a:lnTo>
                      <a:pt x="10041" y="10007"/>
                    </a:lnTo>
                    <a:lnTo>
                      <a:pt x="10041" y="9007"/>
                    </a:lnTo>
                    <a:lnTo>
                      <a:pt x="9040" y="9007"/>
                    </a:lnTo>
                    <a:lnTo>
                      <a:pt x="9040" y="8006"/>
                    </a:lnTo>
                    <a:lnTo>
                      <a:pt x="8039" y="8006"/>
                    </a:lnTo>
                    <a:lnTo>
                      <a:pt x="8039" y="7005"/>
                    </a:lnTo>
                    <a:lnTo>
                      <a:pt x="7039" y="7005"/>
                    </a:lnTo>
                    <a:lnTo>
                      <a:pt x="7039" y="6005"/>
                    </a:lnTo>
                    <a:lnTo>
                      <a:pt x="6038" y="6005"/>
                    </a:lnTo>
                    <a:lnTo>
                      <a:pt x="6038" y="5004"/>
                    </a:lnTo>
                    <a:lnTo>
                      <a:pt x="5037" y="5004"/>
                    </a:lnTo>
                    <a:lnTo>
                      <a:pt x="5037" y="4003"/>
                    </a:lnTo>
                    <a:lnTo>
                      <a:pt x="4037" y="4003"/>
                    </a:lnTo>
                    <a:lnTo>
                      <a:pt x="4037" y="3002"/>
                    </a:lnTo>
                    <a:lnTo>
                      <a:pt x="3036" y="3002"/>
                    </a:lnTo>
                    <a:lnTo>
                      <a:pt x="3036" y="2002"/>
                    </a:lnTo>
                    <a:lnTo>
                      <a:pt x="2035" y="2002"/>
                    </a:lnTo>
                    <a:lnTo>
                      <a:pt x="2035" y="1001"/>
                    </a:lnTo>
                    <a:lnTo>
                      <a:pt x="1001" y="1001"/>
                    </a:lnTo>
                    <a:lnTo>
                      <a:pt x="100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9">
                <a:extLst>
                  <a:ext uri="{FF2B5EF4-FFF2-40B4-BE49-F238E27FC236}">
                    <a16:creationId xmlns:a16="http://schemas.microsoft.com/office/drawing/2014/main" id="{A19C156A-C567-B87E-041E-F9493E5152A8}"/>
                  </a:ext>
                </a:extLst>
              </p:cNvPr>
              <p:cNvSpPr/>
              <p:nvPr/>
            </p:nvSpPr>
            <p:spPr>
              <a:xfrm>
                <a:off x="1654675" y="4256126"/>
                <a:ext cx="36869" cy="628459"/>
              </a:xfrm>
              <a:custGeom>
                <a:avLst/>
                <a:gdLst/>
                <a:ahLst/>
                <a:cxnLst/>
                <a:rect l="l" t="t" r="r" b="b"/>
                <a:pathLst>
                  <a:path w="1002" h="17080" extrusionOk="0">
                    <a:moveTo>
                      <a:pt x="1" y="1"/>
                    </a:moveTo>
                    <a:lnTo>
                      <a:pt x="1" y="17080"/>
                    </a:lnTo>
                    <a:lnTo>
                      <a:pt x="1002" y="17080"/>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9">
                <a:extLst>
                  <a:ext uri="{FF2B5EF4-FFF2-40B4-BE49-F238E27FC236}">
                    <a16:creationId xmlns:a16="http://schemas.microsoft.com/office/drawing/2014/main" id="{18EB6109-E074-502D-027E-6F59810FC97E}"/>
                  </a:ext>
                </a:extLst>
              </p:cNvPr>
              <p:cNvSpPr/>
              <p:nvPr/>
            </p:nvSpPr>
            <p:spPr>
              <a:xfrm>
                <a:off x="1692758" y="4292958"/>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9">
                <a:extLst>
                  <a:ext uri="{FF2B5EF4-FFF2-40B4-BE49-F238E27FC236}">
                    <a16:creationId xmlns:a16="http://schemas.microsoft.com/office/drawing/2014/main" id="{9ABE175D-7079-3968-7295-6203E7FA40CC}"/>
                  </a:ext>
                </a:extLst>
              </p:cNvPr>
              <p:cNvSpPr/>
              <p:nvPr/>
            </p:nvSpPr>
            <p:spPr>
              <a:xfrm>
                <a:off x="1729553" y="4329790"/>
                <a:ext cx="36869" cy="36832"/>
              </a:xfrm>
              <a:custGeom>
                <a:avLst/>
                <a:gdLst/>
                <a:ahLst/>
                <a:cxnLst/>
                <a:rect l="l" t="t" r="r" b="b"/>
                <a:pathLst>
                  <a:path w="1002" h="1001"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9">
                <a:extLst>
                  <a:ext uri="{FF2B5EF4-FFF2-40B4-BE49-F238E27FC236}">
                    <a16:creationId xmlns:a16="http://schemas.microsoft.com/office/drawing/2014/main" id="{D01EE0B1-793F-85E2-E732-EB14A0046A60}"/>
                  </a:ext>
                </a:extLst>
              </p:cNvPr>
              <p:cNvSpPr/>
              <p:nvPr/>
            </p:nvSpPr>
            <p:spPr>
              <a:xfrm>
                <a:off x="1765170" y="4366621"/>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9">
                <a:extLst>
                  <a:ext uri="{FF2B5EF4-FFF2-40B4-BE49-F238E27FC236}">
                    <a16:creationId xmlns:a16="http://schemas.microsoft.com/office/drawing/2014/main" id="{B47F44F3-BEF0-7FCA-3A8C-3B5CBC21C6CA}"/>
                  </a:ext>
                </a:extLst>
              </p:cNvPr>
              <p:cNvSpPr/>
              <p:nvPr/>
            </p:nvSpPr>
            <p:spPr>
              <a:xfrm>
                <a:off x="1803216" y="4403416"/>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9">
                <a:extLst>
                  <a:ext uri="{FF2B5EF4-FFF2-40B4-BE49-F238E27FC236}">
                    <a16:creationId xmlns:a16="http://schemas.microsoft.com/office/drawing/2014/main" id="{34FB6C4E-FF85-8260-B7EF-96FCF93C80DA}"/>
                  </a:ext>
                </a:extLst>
              </p:cNvPr>
              <p:cNvSpPr/>
              <p:nvPr/>
            </p:nvSpPr>
            <p:spPr>
              <a:xfrm>
                <a:off x="1841262" y="4440248"/>
                <a:ext cx="36832" cy="36869"/>
              </a:xfrm>
              <a:custGeom>
                <a:avLst/>
                <a:gdLst/>
                <a:ahLst/>
                <a:cxnLst/>
                <a:rect l="l" t="t" r="r" b="b"/>
                <a:pathLst>
                  <a:path w="1001" h="1002"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9">
                <a:extLst>
                  <a:ext uri="{FF2B5EF4-FFF2-40B4-BE49-F238E27FC236}">
                    <a16:creationId xmlns:a16="http://schemas.microsoft.com/office/drawing/2014/main" id="{EFB73B13-8555-5299-F4B9-4478C797307C}"/>
                  </a:ext>
                </a:extLst>
              </p:cNvPr>
              <p:cNvSpPr/>
              <p:nvPr/>
            </p:nvSpPr>
            <p:spPr>
              <a:xfrm>
                <a:off x="1878057" y="4477080"/>
                <a:ext cx="36869" cy="36832"/>
              </a:xfrm>
              <a:custGeom>
                <a:avLst/>
                <a:gdLst/>
                <a:ahLst/>
                <a:cxnLst/>
                <a:rect l="l" t="t" r="r" b="b"/>
                <a:pathLst>
                  <a:path w="1002" h="1001"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9">
                <a:extLst>
                  <a:ext uri="{FF2B5EF4-FFF2-40B4-BE49-F238E27FC236}">
                    <a16:creationId xmlns:a16="http://schemas.microsoft.com/office/drawing/2014/main" id="{2C5A827A-D446-F852-4402-738D20B1FB61}"/>
                  </a:ext>
                </a:extLst>
              </p:cNvPr>
              <p:cNvSpPr/>
              <p:nvPr/>
            </p:nvSpPr>
            <p:spPr>
              <a:xfrm>
                <a:off x="1914889" y="4515125"/>
                <a:ext cx="36869" cy="36832"/>
              </a:xfrm>
              <a:custGeom>
                <a:avLst/>
                <a:gdLst/>
                <a:ahLst/>
                <a:cxnLst/>
                <a:rect l="l" t="t" r="r" b="b"/>
                <a:pathLst>
                  <a:path w="1002" h="1001"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9">
                <a:extLst>
                  <a:ext uri="{FF2B5EF4-FFF2-40B4-BE49-F238E27FC236}">
                    <a16:creationId xmlns:a16="http://schemas.microsoft.com/office/drawing/2014/main" id="{DDF21049-6AE8-F905-F4DF-50E863A5B0A6}"/>
                  </a:ext>
                </a:extLst>
              </p:cNvPr>
              <p:cNvSpPr/>
              <p:nvPr/>
            </p:nvSpPr>
            <p:spPr>
              <a:xfrm>
                <a:off x="1951721" y="4551920"/>
                <a:ext cx="36869" cy="36869"/>
              </a:xfrm>
              <a:custGeom>
                <a:avLst/>
                <a:gdLst/>
                <a:ahLst/>
                <a:cxnLst/>
                <a:rect l="l" t="t" r="r" b="b"/>
                <a:pathLst>
                  <a:path w="1002" h="1002" extrusionOk="0">
                    <a:moveTo>
                      <a:pt x="0" y="1"/>
                    </a:moveTo>
                    <a:lnTo>
                      <a:pt x="0"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9">
                <a:extLst>
                  <a:ext uri="{FF2B5EF4-FFF2-40B4-BE49-F238E27FC236}">
                    <a16:creationId xmlns:a16="http://schemas.microsoft.com/office/drawing/2014/main" id="{1B7E88C1-E826-74A4-476D-D3E8DF10AC62}"/>
                  </a:ext>
                </a:extLst>
              </p:cNvPr>
              <p:cNvSpPr/>
              <p:nvPr/>
            </p:nvSpPr>
            <p:spPr>
              <a:xfrm>
                <a:off x="1988553" y="4588752"/>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9">
                <a:extLst>
                  <a:ext uri="{FF2B5EF4-FFF2-40B4-BE49-F238E27FC236}">
                    <a16:creationId xmlns:a16="http://schemas.microsoft.com/office/drawing/2014/main" id="{0FB6DE69-C482-6D60-3822-4779CA26091F}"/>
                  </a:ext>
                </a:extLst>
              </p:cNvPr>
              <p:cNvSpPr/>
              <p:nvPr/>
            </p:nvSpPr>
            <p:spPr>
              <a:xfrm>
                <a:off x="2025348" y="4625584"/>
                <a:ext cx="36869" cy="36869"/>
              </a:xfrm>
              <a:custGeom>
                <a:avLst/>
                <a:gdLst/>
                <a:ahLst/>
                <a:cxnLst/>
                <a:rect l="l" t="t" r="r" b="b"/>
                <a:pathLst>
                  <a:path w="1002" h="1002"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9">
                <a:extLst>
                  <a:ext uri="{FF2B5EF4-FFF2-40B4-BE49-F238E27FC236}">
                    <a16:creationId xmlns:a16="http://schemas.microsoft.com/office/drawing/2014/main" id="{BFD6BC6E-9649-0BC5-6515-BD2F8B507DA3}"/>
                  </a:ext>
                </a:extLst>
              </p:cNvPr>
              <p:cNvSpPr/>
              <p:nvPr/>
            </p:nvSpPr>
            <p:spPr>
              <a:xfrm>
                <a:off x="2062179" y="4662415"/>
                <a:ext cx="36869" cy="36832"/>
              </a:xfrm>
              <a:custGeom>
                <a:avLst/>
                <a:gdLst/>
                <a:ahLst/>
                <a:cxnLst/>
                <a:rect l="l" t="t" r="r" b="b"/>
                <a:pathLst>
                  <a:path w="1002" h="1001" extrusionOk="0">
                    <a:moveTo>
                      <a:pt x="1" y="0"/>
                    </a:moveTo>
                    <a:lnTo>
                      <a:pt x="1" y="1001"/>
                    </a:lnTo>
                    <a:lnTo>
                      <a:pt x="1001" y="1001"/>
                    </a:lnTo>
                    <a:lnTo>
                      <a:pt x="100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9">
                <a:extLst>
                  <a:ext uri="{FF2B5EF4-FFF2-40B4-BE49-F238E27FC236}">
                    <a16:creationId xmlns:a16="http://schemas.microsoft.com/office/drawing/2014/main" id="{F1BA0A6E-0757-0218-F4D8-9B030D942F74}"/>
                  </a:ext>
                </a:extLst>
              </p:cNvPr>
              <p:cNvSpPr/>
              <p:nvPr/>
            </p:nvSpPr>
            <p:spPr>
              <a:xfrm>
                <a:off x="1914889" y="4699210"/>
                <a:ext cx="185373" cy="36869"/>
              </a:xfrm>
              <a:custGeom>
                <a:avLst/>
                <a:gdLst/>
                <a:ahLst/>
                <a:cxnLst/>
                <a:rect l="l" t="t" r="r" b="b"/>
                <a:pathLst>
                  <a:path w="5038" h="1002" extrusionOk="0">
                    <a:moveTo>
                      <a:pt x="1" y="1"/>
                    </a:moveTo>
                    <a:lnTo>
                      <a:pt x="1" y="1002"/>
                    </a:lnTo>
                    <a:lnTo>
                      <a:pt x="5038" y="1002"/>
                    </a:lnTo>
                    <a:lnTo>
                      <a:pt x="50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9">
                <a:extLst>
                  <a:ext uri="{FF2B5EF4-FFF2-40B4-BE49-F238E27FC236}">
                    <a16:creationId xmlns:a16="http://schemas.microsoft.com/office/drawing/2014/main" id="{6027C73D-162B-2C94-133A-4AC2B782E82A}"/>
                  </a:ext>
                </a:extLst>
              </p:cNvPr>
              <p:cNvSpPr/>
              <p:nvPr/>
            </p:nvSpPr>
            <p:spPr>
              <a:xfrm>
                <a:off x="1914889" y="4736042"/>
                <a:ext cx="36869" cy="36869"/>
              </a:xfrm>
              <a:custGeom>
                <a:avLst/>
                <a:gdLst/>
                <a:ahLst/>
                <a:cxnLst/>
                <a:rect l="l" t="t" r="r" b="b"/>
                <a:pathLst>
                  <a:path w="1002" h="1002" extrusionOk="0">
                    <a:moveTo>
                      <a:pt x="1" y="1"/>
                    </a:moveTo>
                    <a:lnTo>
                      <a:pt x="1"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9">
                <a:extLst>
                  <a:ext uri="{FF2B5EF4-FFF2-40B4-BE49-F238E27FC236}">
                    <a16:creationId xmlns:a16="http://schemas.microsoft.com/office/drawing/2014/main" id="{E3449E79-52DA-CCBB-0632-B57386594D79}"/>
                  </a:ext>
                </a:extLst>
              </p:cNvPr>
              <p:cNvSpPr/>
              <p:nvPr/>
            </p:nvSpPr>
            <p:spPr>
              <a:xfrm>
                <a:off x="1803216" y="4736042"/>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9">
                <a:extLst>
                  <a:ext uri="{FF2B5EF4-FFF2-40B4-BE49-F238E27FC236}">
                    <a16:creationId xmlns:a16="http://schemas.microsoft.com/office/drawing/2014/main" id="{E5D96F98-628B-33F1-108B-0D04BAB0D36D}"/>
                  </a:ext>
                </a:extLst>
              </p:cNvPr>
              <p:cNvSpPr/>
              <p:nvPr/>
            </p:nvSpPr>
            <p:spPr>
              <a:xfrm>
                <a:off x="1841262" y="4772874"/>
                <a:ext cx="36832" cy="73664"/>
              </a:xfrm>
              <a:custGeom>
                <a:avLst/>
                <a:gdLst/>
                <a:ahLst/>
                <a:cxnLst/>
                <a:rect l="l" t="t" r="r" b="b"/>
                <a:pathLst>
                  <a:path w="1001" h="2002" extrusionOk="0">
                    <a:moveTo>
                      <a:pt x="0" y="0"/>
                    </a:moveTo>
                    <a:lnTo>
                      <a:pt x="0"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9">
                <a:extLst>
                  <a:ext uri="{FF2B5EF4-FFF2-40B4-BE49-F238E27FC236}">
                    <a16:creationId xmlns:a16="http://schemas.microsoft.com/office/drawing/2014/main" id="{E8506529-BDC3-C60C-FA3F-DA9E10B16C57}"/>
                  </a:ext>
                </a:extLst>
              </p:cNvPr>
              <p:cNvSpPr/>
              <p:nvPr/>
            </p:nvSpPr>
            <p:spPr>
              <a:xfrm>
                <a:off x="1878057" y="4847751"/>
                <a:ext cx="36869" cy="73664"/>
              </a:xfrm>
              <a:custGeom>
                <a:avLst/>
                <a:gdLst/>
                <a:ahLst/>
                <a:cxnLst/>
                <a:rect l="l" t="t" r="r" b="b"/>
                <a:pathLst>
                  <a:path w="1002" h="2002" extrusionOk="0">
                    <a:moveTo>
                      <a:pt x="1" y="0"/>
                    </a:moveTo>
                    <a:lnTo>
                      <a:pt x="1" y="2001"/>
                    </a:lnTo>
                    <a:lnTo>
                      <a:pt x="1002" y="2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9">
                <a:extLst>
                  <a:ext uri="{FF2B5EF4-FFF2-40B4-BE49-F238E27FC236}">
                    <a16:creationId xmlns:a16="http://schemas.microsoft.com/office/drawing/2014/main" id="{79A55EEE-504E-E80F-ADC0-C16F74DA9228}"/>
                  </a:ext>
                </a:extLst>
              </p:cNvPr>
              <p:cNvSpPr/>
              <p:nvPr/>
            </p:nvSpPr>
            <p:spPr>
              <a:xfrm>
                <a:off x="1914889" y="4921378"/>
                <a:ext cx="73700" cy="36869"/>
              </a:xfrm>
              <a:custGeom>
                <a:avLst/>
                <a:gdLst/>
                <a:ahLst/>
                <a:cxnLst/>
                <a:rect l="l" t="t" r="r" b="b"/>
                <a:pathLst>
                  <a:path w="2003" h="1002" extrusionOk="0">
                    <a:moveTo>
                      <a:pt x="1" y="0"/>
                    </a:moveTo>
                    <a:lnTo>
                      <a:pt x="1" y="1001"/>
                    </a:lnTo>
                    <a:lnTo>
                      <a:pt x="2002" y="1001"/>
                    </a:lnTo>
                    <a:lnTo>
                      <a:pt x="2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9">
                <a:extLst>
                  <a:ext uri="{FF2B5EF4-FFF2-40B4-BE49-F238E27FC236}">
                    <a16:creationId xmlns:a16="http://schemas.microsoft.com/office/drawing/2014/main" id="{34C1638A-A2BD-B14E-BBBC-CEE26D64B6FC}"/>
                  </a:ext>
                </a:extLst>
              </p:cNvPr>
              <p:cNvSpPr/>
              <p:nvPr/>
            </p:nvSpPr>
            <p:spPr>
              <a:xfrm>
                <a:off x="1951721" y="4772874"/>
                <a:ext cx="36869" cy="73664"/>
              </a:xfrm>
              <a:custGeom>
                <a:avLst/>
                <a:gdLst/>
                <a:ahLst/>
                <a:cxnLst/>
                <a:rect l="l" t="t" r="r" b="b"/>
                <a:pathLst>
                  <a:path w="1002" h="2002" extrusionOk="0">
                    <a:moveTo>
                      <a:pt x="0" y="0"/>
                    </a:moveTo>
                    <a:lnTo>
                      <a:pt x="0"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9">
                <a:extLst>
                  <a:ext uri="{FF2B5EF4-FFF2-40B4-BE49-F238E27FC236}">
                    <a16:creationId xmlns:a16="http://schemas.microsoft.com/office/drawing/2014/main" id="{9E18715E-D263-5896-FF4D-E8126C4B7097}"/>
                  </a:ext>
                </a:extLst>
              </p:cNvPr>
              <p:cNvSpPr/>
              <p:nvPr/>
            </p:nvSpPr>
            <p:spPr>
              <a:xfrm>
                <a:off x="1988553" y="4847751"/>
                <a:ext cx="36832" cy="73664"/>
              </a:xfrm>
              <a:custGeom>
                <a:avLst/>
                <a:gdLst/>
                <a:ahLst/>
                <a:cxnLst/>
                <a:rect l="l" t="t" r="r" b="b"/>
                <a:pathLst>
                  <a:path w="1001" h="2002" extrusionOk="0">
                    <a:moveTo>
                      <a:pt x="0" y="0"/>
                    </a:moveTo>
                    <a:lnTo>
                      <a:pt x="0" y="2001"/>
                    </a:lnTo>
                    <a:lnTo>
                      <a:pt x="1001" y="2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9">
                <a:extLst>
                  <a:ext uri="{FF2B5EF4-FFF2-40B4-BE49-F238E27FC236}">
                    <a16:creationId xmlns:a16="http://schemas.microsoft.com/office/drawing/2014/main" id="{5322F786-C821-7D8F-C47D-5EB1B815E697}"/>
                  </a:ext>
                </a:extLst>
              </p:cNvPr>
              <p:cNvSpPr/>
              <p:nvPr/>
            </p:nvSpPr>
            <p:spPr>
              <a:xfrm>
                <a:off x="1765170" y="4772874"/>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9">
                <a:extLst>
                  <a:ext uri="{FF2B5EF4-FFF2-40B4-BE49-F238E27FC236}">
                    <a16:creationId xmlns:a16="http://schemas.microsoft.com/office/drawing/2014/main" id="{66406E58-5669-ED61-B2FD-9954AC310FF3}"/>
                  </a:ext>
                </a:extLst>
              </p:cNvPr>
              <p:cNvSpPr/>
              <p:nvPr/>
            </p:nvSpPr>
            <p:spPr>
              <a:xfrm>
                <a:off x="1729553" y="4810920"/>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9">
                <a:extLst>
                  <a:ext uri="{FF2B5EF4-FFF2-40B4-BE49-F238E27FC236}">
                    <a16:creationId xmlns:a16="http://schemas.microsoft.com/office/drawing/2014/main" id="{9A85BFF3-5198-CE02-5143-8A5CB946E8E4}"/>
                  </a:ext>
                </a:extLst>
              </p:cNvPr>
              <p:cNvSpPr/>
              <p:nvPr/>
            </p:nvSpPr>
            <p:spPr>
              <a:xfrm>
                <a:off x="1692758" y="4847751"/>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2" name="Google Shape;772;p39">
              <a:extLst>
                <a:ext uri="{FF2B5EF4-FFF2-40B4-BE49-F238E27FC236}">
                  <a16:creationId xmlns:a16="http://schemas.microsoft.com/office/drawing/2014/main" id="{B84219F0-5D08-D3D0-8D9D-E72F1EC6829C}"/>
                </a:ext>
              </a:extLst>
            </p:cNvPr>
            <p:cNvGrpSpPr/>
            <p:nvPr/>
          </p:nvGrpSpPr>
          <p:grpSpPr>
            <a:xfrm>
              <a:off x="2099011" y="4329790"/>
              <a:ext cx="407505" cy="517999"/>
              <a:chOff x="2099011" y="4329790"/>
              <a:chExt cx="407505" cy="517999"/>
            </a:xfrm>
          </p:grpSpPr>
          <p:sp>
            <p:nvSpPr>
              <p:cNvPr id="773" name="Google Shape;773;p39">
                <a:extLst>
                  <a:ext uri="{FF2B5EF4-FFF2-40B4-BE49-F238E27FC236}">
                    <a16:creationId xmlns:a16="http://schemas.microsoft.com/office/drawing/2014/main" id="{7DDC460B-5120-476D-F7FE-31F80607777C}"/>
                  </a:ext>
                </a:extLst>
              </p:cNvPr>
              <p:cNvSpPr/>
              <p:nvPr/>
            </p:nvSpPr>
            <p:spPr>
              <a:xfrm>
                <a:off x="2100225" y="4331004"/>
                <a:ext cx="405076" cy="515535"/>
              </a:xfrm>
              <a:custGeom>
                <a:avLst/>
                <a:gdLst/>
                <a:ahLst/>
                <a:cxnLst/>
                <a:rect l="l" t="t" r="r" b="b"/>
                <a:pathLst>
                  <a:path w="11009" h="14011" extrusionOk="0">
                    <a:moveTo>
                      <a:pt x="1" y="1"/>
                    </a:moveTo>
                    <a:lnTo>
                      <a:pt x="1" y="1001"/>
                    </a:lnTo>
                    <a:lnTo>
                      <a:pt x="1001" y="1001"/>
                    </a:lnTo>
                    <a:lnTo>
                      <a:pt x="1001" y="2002"/>
                    </a:lnTo>
                    <a:lnTo>
                      <a:pt x="1001" y="3003"/>
                    </a:lnTo>
                    <a:lnTo>
                      <a:pt x="1001" y="4004"/>
                    </a:lnTo>
                    <a:lnTo>
                      <a:pt x="2002" y="4004"/>
                    </a:lnTo>
                    <a:lnTo>
                      <a:pt x="2002" y="5004"/>
                    </a:lnTo>
                    <a:lnTo>
                      <a:pt x="3003" y="5004"/>
                    </a:lnTo>
                    <a:lnTo>
                      <a:pt x="3003" y="6005"/>
                    </a:lnTo>
                    <a:lnTo>
                      <a:pt x="4003" y="6005"/>
                    </a:lnTo>
                    <a:lnTo>
                      <a:pt x="4003" y="7006"/>
                    </a:lnTo>
                    <a:lnTo>
                      <a:pt x="4003" y="8006"/>
                    </a:lnTo>
                    <a:lnTo>
                      <a:pt x="3003" y="8006"/>
                    </a:lnTo>
                    <a:lnTo>
                      <a:pt x="3003" y="9007"/>
                    </a:lnTo>
                    <a:lnTo>
                      <a:pt x="2002" y="9007"/>
                    </a:lnTo>
                    <a:lnTo>
                      <a:pt x="2002" y="10008"/>
                    </a:lnTo>
                    <a:lnTo>
                      <a:pt x="1001" y="10008"/>
                    </a:lnTo>
                    <a:lnTo>
                      <a:pt x="1001" y="11009"/>
                    </a:lnTo>
                    <a:lnTo>
                      <a:pt x="1001" y="12009"/>
                    </a:lnTo>
                    <a:lnTo>
                      <a:pt x="1001" y="13010"/>
                    </a:lnTo>
                    <a:lnTo>
                      <a:pt x="1" y="13010"/>
                    </a:lnTo>
                    <a:lnTo>
                      <a:pt x="1" y="14011"/>
                    </a:lnTo>
                    <a:lnTo>
                      <a:pt x="11008" y="14011"/>
                    </a:lnTo>
                    <a:lnTo>
                      <a:pt x="11008" y="13010"/>
                    </a:lnTo>
                    <a:lnTo>
                      <a:pt x="10008" y="13010"/>
                    </a:lnTo>
                    <a:lnTo>
                      <a:pt x="10008" y="12009"/>
                    </a:lnTo>
                    <a:lnTo>
                      <a:pt x="10008" y="11009"/>
                    </a:lnTo>
                    <a:lnTo>
                      <a:pt x="10008" y="10008"/>
                    </a:lnTo>
                    <a:lnTo>
                      <a:pt x="9007" y="10008"/>
                    </a:lnTo>
                    <a:lnTo>
                      <a:pt x="9007" y="9007"/>
                    </a:lnTo>
                    <a:lnTo>
                      <a:pt x="8006" y="9007"/>
                    </a:lnTo>
                    <a:lnTo>
                      <a:pt x="8006" y="8006"/>
                    </a:lnTo>
                    <a:lnTo>
                      <a:pt x="7006" y="8006"/>
                    </a:lnTo>
                    <a:lnTo>
                      <a:pt x="7006" y="7006"/>
                    </a:lnTo>
                    <a:lnTo>
                      <a:pt x="7006" y="6005"/>
                    </a:lnTo>
                    <a:lnTo>
                      <a:pt x="8006" y="6005"/>
                    </a:lnTo>
                    <a:lnTo>
                      <a:pt x="8006" y="5004"/>
                    </a:lnTo>
                    <a:lnTo>
                      <a:pt x="9007" y="5004"/>
                    </a:lnTo>
                    <a:lnTo>
                      <a:pt x="9007" y="4004"/>
                    </a:lnTo>
                    <a:lnTo>
                      <a:pt x="10008" y="4004"/>
                    </a:lnTo>
                    <a:lnTo>
                      <a:pt x="10008" y="3003"/>
                    </a:lnTo>
                    <a:lnTo>
                      <a:pt x="10008" y="2002"/>
                    </a:lnTo>
                    <a:lnTo>
                      <a:pt x="10008" y="1001"/>
                    </a:lnTo>
                    <a:lnTo>
                      <a:pt x="11008" y="1001"/>
                    </a:lnTo>
                    <a:lnTo>
                      <a:pt x="1100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9">
                <a:extLst>
                  <a:ext uri="{FF2B5EF4-FFF2-40B4-BE49-F238E27FC236}">
                    <a16:creationId xmlns:a16="http://schemas.microsoft.com/office/drawing/2014/main" id="{2FB96DC5-30FF-55D4-6F1A-6666953976C5}"/>
                  </a:ext>
                </a:extLst>
              </p:cNvPr>
              <p:cNvSpPr/>
              <p:nvPr/>
            </p:nvSpPr>
            <p:spPr>
              <a:xfrm>
                <a:off x="2173889" y="4477080"/>
                <a:ext cx="73664" cy="74878"/>
              </a:xfrm>
              <a:custGeom>
                <a:avLst/>
                <a:gdLst/>
                <a:ahLst/>
                <a:cxnLst/>
                <a:rect l="l" t="t" r="r" b="b"/>
                <a:pathLst>
                  <a:path w="2002" h="2035" extrusionOk="0">
                    <a:moveTo>
                      <a:pt x="0" y="0"/>
                    </a:moveTo>
                    <a:lnTo>
                      <a:pt x="0" y="1034"/>
                    </a:lnTo>
                    <a:lnTo>
                      <a:pt x="1001" y="1034"/>
                    </a:lnTo>
                    <a:lnTo>
                      <a:pt x="1001" y="0"/>
                    </a:lnTo>
                    <a:close/>
                    <a:moveTo>
                      <a:pt x="1001" y="1034"/>
                    </a:moveTo>
                    <a:lnTo>
                      <a:pt x="1001" y="2035"/>
                    </a:lnTo>
                    <a:lnTo>
                      <a:pt x="2001" y="2035"/>
                    </a:lnTo>
                    <a:lnTo>
                      <a:pt x="2001" y="103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9">
                <a:extLst>
                  <a:ext uri="{FF2B5EF4-FFF2-40B4-BE49-F238E27FC236}">
                    <a16:creationId xmlns:a16="http://schemas.microsoft.com/office/drawing/2014/main" id="{73210971-A8E1-437F-30C8-16598E709A3B}"/>
                  </a:ext>
                </a:extLst>
              </p:cNvPr>
              <p:cNvSpPr/>
              <p:nvPr/>
            </p:nvSpPr>
            <p:spPr>
              <a:xfrm>
                <a:off x="2284348" y="4477080"/>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9">
                <a:extLst>
                  <a:ext uri="{FF2B5EF4-FFF2-40B4-BE49-F238E27FC236}">
                    <a16:creationId xmlns:a16="http://schemas.microsoft.com/office/drawing/2014/main" id="{9D98B142-8811-E5CB-56FA-B11BC18C9BA8}"/>
                  </a:ext>
                </a:extLst>
              </p:cNvPr>
              <p:cNvSpPr/>
              <p:nvPr/>
            </p:nvSpPr>
            <p:spPr>
              <a:xfrm>
                <a:off x="2247516" y="4440248"/>
                <a:ext cx="36869" cy="36869"/>
              </a:xfrm>
              <a:custGeom>
                <a:avLst/>
                <a:gdLst/>
                <a:ahLst/>
                <a:cxnLst/>
                <a:rect l="l" t="t" r="r" b="b"/>
                <a:pathLst>
                  <a:path w="1002" h="1002"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9">
                <a:extLst>
                  <a:ext uri="{FF2B5EF4-FFF2-40B4-BE49-F238E27FC236}">
                    <a16:creationId xmlns:a16="http://schemas.microsoft.com/office/drawing/2014/main" id="{9E52A3FB-E91A-3E9E-2232-B494555190F0}"/>
                  </a:ext>
                </a:extLst>
              </p:cNvPr>
              <p:cNvSpPr/>
              <p:nvPr/>
            </p:nvSpPr>
            <p:spPr>
              <a:xfrm>
                <a:off x="2321143" y="4440248"/>
                <a:ext cx="36869" cy="36869"/>
              </a:xfrm>
              <a:custGeom>
                <a:avLst/>
                <a:gdLst/>
                <a:ahLst/>
                <a:cxnLst/>
                <a:rect l="l" t="t" r="r" b="b"/>
                <a:pathLst>
                  <a:path w="1002" h="1002"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9">
                <a:extLst>
                  <a:ext uri="{FF2B5EF4-FFF2-40B4-BE49-F238E27FC236}">
                    <a16:creationId xmlns:a16="http://schemas.microsoft.com/office/drawing/2014/main" id="{396BC8C7-7786-CA37-F723-264E3681894D}"/>
                  </a:ext>
                </a:extLst>
              </p:cNvPr>
              <p:cNvSpPr/>
              <p:nvPr/>
            </p:nvSpPr>
            <p:spPr>
              <a:xfrm>
                <a:off x="2247516" y="4551920"/>
                <a:ext cx="36869" cy="73700"/>
              </a:xfrm>
              <a:custGeom>
                <a:avLst/>
                <a:gdLst/>
                <a:ahLst/>
                <a:cxnLst/>
                <a:rect l="l" t="t" r="r" b="b"/>
                <a:pathLst>
                  <a:path w="1002" h="2003" extrusionOk="0">
                    <a:moveTo>
                      <a:pt x="0" y="1"/>
                    </a:moveTo>
                    <a:lnTo>
                      <a:pt x="0" y="1002"/>
                    </a:lnTo>
                    <a:lnTo>
                      <a:pt x="0" y="2002"/>
                    </a:lnTo>
                    <a:lnTo>
                      <a:pt x="1001" y="2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9">
                <a:extLst>
                  <a:ext uri="{FF2B5EF4-FFF2-40B4-BE49-F238E27FC236}">
                    <a16:creationId xmlns:a16="http://schemas.microsoft.com/office/drawing/2014/main" id="{7B91F995-079A-1B12-6EA6-212886F3CEA5}"/>
                  </a:ext>
                </a:extLst>
              </p:cNvPr>
              <p:cNvSpPr/>
              <p:nvPr/>
            </p:nvSpPr>
            <p:spPr>
              <a:xfrm>
                <a:off x="2210684" y="4625584"/>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9">
                <a:extLst>
                  <a:ext uri="{FF2B5EF4-FFF2-40B4-BE49-F238E27FC236}">
                    <a16:creationId xmlns:a16="http://schemas.microsoft.com/office/drawing/2014/main" id="{7CBDF25A-3138-4445-4789-92832422667E}"/>
                  </a:ext>
                </a:extLst>
              </p:cNvPr>
              <p:cNvSpPr/>
              <p:nvPr/>
            </p:nvSpPr>
            <p:spPr>
              <a:xfrm>
                <a:off x="2173889" y="4662415"/>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9">
                <a:extLst>
                  <a:ext uri="{FF2B5EF4-FFF2-40B4-BE49-F238E27FC236}">
                    <a16:creationId xmlns:a16="http://schemas.microsoft.com/office/drawing/2014/main" id="{0886B61A-38C7-F289-A443-69A4645C8235}"/>
                  </a:ext>
                </a:extLst>
              </p:cNvPr>
              <p:cNvSpPr/>
              <p:nvPr/>
            </p:nvSpPr>
            <p:spPr>
              <a:xfrm>
                <a:off x="2321143" y="4736042"/>
                <a:ext cx="36869" cy="36869"/>
              </a:xfrm>
              <a:custGeom>
                <a:avLst/>
                <a:gdLst/>
                <a:ahLst/>
                <a:cxnLst/>
                <a:rect l="l" t="t" r="r" b="b"/>
                <a:pathLst>
                  <a:path w="1002" h="1002" extrusionOk="0">
                    <a:moveTo>
                      <a:pt x="1" y="1"/>
                    </a:moveTo>
                    <a:lnTo>
                      <a:pt x="1" y="1001"/>
                    </a:lnTo>
                    <a:lnTo>
                      <a:pt x="1002" y="1001"/>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9">
                <a:extLst>
                  <a:ext uri="{FF2B5EF4-FFF2-40B4-BE49-F238E27FC236}">
                    <a16:creationId xmlns:a16="http://schemas.microsoft.com/office/drawing/2014/main" id="{BC1F93D8-A79C-0D7D-DACB-184A325517BA}"/>
                  </a:ext>
                </a:extLst>
              </p:cNvPr>
              <p:cNvSpPr/>
              <p:nvPr/>
            </p:nvSpPr>
            <p:spPr>
              <a:xfrm>
                <a:off x="2247516" y="4736042"/>
                <a:ext cx="36869" cy="36869"/>
              </a:xfrm>
              <a:custGeom>
                <a:avLst/>
                <a:gdLst/>
                <a:ahLst/>
                <a:cxnLst/>
                <a:rect l="l" t="t" r="r" b="b"/>
                <a:pathLst>
                  <a:path w="1002"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39">
                <a:extLst>
                  <a:ext uri="{FF2B5EF4-FFF2-40B4-BE49-F238E27FC236}">
                    <a16:creationId xmlns:a16="http://schemas.microsoft.com/office/drawing/2014/main" id="{1C30F455-83AF-6FDD-B25D-ED782241D814}"/>
                  </a:ext>
                </a:extLst>
              </p:cNvPr>
              <p:cNvSpPr/>
              <p:nvPr/>
            </p:nvSpPr>
            <p:spPr>
              <a:xfrm>
                <a:off x="2284348" y="4699210"/>
                <a:ext cx="36832" cy="36869"/>
              </a:xfrm>
              <a:custGeom>
                <a:avLst/>
                <a:gdLst/>
                <a:ahLst/>
                <a:cxnLst/>
                <a:rect l="l" t="t" r="r" b="b"/>
                <a:pathLst>
                  <a:path w="1001" h="1002" extrusionOk="0">
                    <a:moveTo>
                      <a:pt x="0" y="1"/>
                    </a:moveTo>
                    <a:lnTo>
                      <a:pt x="0"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9">
                <a:extLst>
                  <a:ext uri="{FF2B5EF4-FFF2-40B4-BE49-F238E27FC236}">
                    <a16:creationId xmlns:a16="http://schemas.microsoft.com/office/drawing/2014/main" id="{40D12F92-9D60-62C1-40E2-57457488136B}"/>
                  </a:ext>
                </a:extLst>
              </p:cNvPr>
              <p:cNvSpPr/>
              <p:nvPr/>
            </p:nvSpPr>
            <p:spPr>
              <a:xfrm>
                <a:off x="2099011" y="4329790"/>
                <a:ext cx="407505" cy="147327"/>
              </a:xfrm>
              <a:custGeom>
                <a:avLst/>
                <a:gdLst/>
                <a:ahLst/>
                <a:cxnLst/>
                <a:rect l="l" t="t" r="r" b="b"/>
                <a:pathLst>
                  <a:path w="11075" h="4004" extrusionOk="0">
                    <a:moveTo>
                      <a:pt x="0" y="0"/>
                    </a:moveTo>
                    <a:lnTo>
                      <a:pt x="0" y="1001"/>
                    </a:lnTo>
                    <a:lnTo>
                      <a:pt x="1001" y="1001"/>
                    </a:lnTo>
                    <a:lnTo>
                      <a:pt x="1001" y="2002"/>
                    </a:lnTo>
                    <a:lnTo>
                      <a:pt x="1001" y="3002"/>
                    </a:lnTo>
                    <a:lnTo>
                      <a:pt x="1001" y="4003"/>
                    </a:lnTo>
                    <a:lnTo>
                      <a:pt x="2035" y="4003"/>
                    </a:lnTo>
                    <a:lnTo>
                      <a:pt x="2035" y="3002"/>
                    </a:lnTo>
                    <a:lnTo>
                      <a:pt x="2035" y="2002"/>
                    </a:lnTo>
                    <a:lnTo>
                      <a:pt x="2035" y="1001"/>
                    </a:lnTo>
                    <a:lnTo>
                      <a:pt x="9040" y="1001"/>
                    </a:lnTo>
                    <a:lnTo>
                      <a:pt x="9040" y="2002"/>
                    </a:lnTo>
                    <a:lnTo>
                      <a:pt x="9040" y="3002"/>
                    </a:lnTo>
                    <a:lnTo>
                      <a:pt x="9040" y="4003"/>
                    </a:lnTo>
                    <a:lnTo>
                      <a:pt x="10074" y="4003"/>
                    </a:lnTo>
                    <a:lnTo>
                      <a:pt x="10074" y="3002"/>
                    </a:lnTo>
                    <a:lnTo>
                      <a:pt x="10074" y="2002"/>
                    </a:lnTo>
                    <a:lnTo>
                      <a:pt x="10074" y="1001"/>
                    </a:lnTo>
                    <a:lnTo>
                      <a:pt x="11075" y="1001"/>
                    </a:lnTo>
                    <a:lnTo>
                      <a:pt x="110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9">
                <a:extLst>
                  <a:ext uri="{FF2B5EF4-FFF2-40B4-BE49-F238E27FC236}">
                    <a16:creationId xmlns:a16="http://schemas.microsoft.com/office/drawing/2014/main" id="{13FD7CE8-7B24-1260-468C-D4B4C6309A5B}"/>
                  </a:ext>
                </a:extLst>
              </p:cNvPr>
              <p:cNvSpPr/>
              <p:nvPr/>
            </p:nvSpPr>
            <p:spPr>
              <a:xfrm>
                <a:off x="2357974" y="4477080"/>
                <a:ext cx="73700" cy="74878"/>
              </a:xfrm>
              <a:custGeom>
                <a:avLst/>
                <a:gdLst/>
                <a:ahLst/>
                <a:cxnLst/>
                <a:rect l="l" t="t" r="r" b="b"/>
                <a:pathLst>
                  <a:path w="2003" h="2035" extrusionOk="0">
                    <a:moveTo>
                      <a:pt x="1001" y="0"/>
                    </a:moveTo>
                    <a:lnTo>
                      <a:pt x="1001" y="1034"/>
                    </a:lnTo>
                    <a:lnTo>
                      <a:pt x="2002" y="1034"/>
                    </a:lnTo>
                    <a:lnTo>
                      <a:pt x="2002" y="0"/>
                    </a:lnTo>
                    <a:close/>
                    <a:moveTo>
                      <a:pt x="1" y="1034"/>
                    </a:moveTo>
                    <a:lnTo>
                      <a:pt x="1" y="2035"/>
                    </a:lnTo>
                    <a:lnTo>
                      <a:pt x="1001" y="2035"/>
                    </a:lnTo>
                    <a:lnTo>
                      <a:pt x="1001" y="103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9">
                <a:extLst>
                  <a:ext uri="{FF2B5EF4-FFF2-40B4-BE49-F238E27FC236}">
                    <a16:creationId xmlns:a16="http://schemas.microsoft.com/office/drawing/2014/main" id="{9C001F44-5149-7D1B-BB94-E80424A88EF0}"/>
                  </a:ext>
                </a:extLst>
              </p:cNvPr>
              <p:cNvSpPr/>
              <p:nvPr/>
            </p:nvSpPr>
            <p:spPr>
              <a:xfrm>
                <a:off x="2321143" y="4551920"/>
                <a:ext cx="36869" cy="73700"/>
              </a:xfrm>
              <a:custGeom>
                <a:avLst/>
                <a:gdLst/>
                <a:ahLst/>
                <a:cxnLst/>
                <a:rect l="l" t="t" r="r" b="b"/>
                <a:pathLst>
                  <a:path w="1002" h="2003" extrusionOk="0">
                    <a:moveTo>
                      <a:pt x="1" y="1"/>
                    </a:moveTo>
                    <a:lnTo>
                      <a:pt x="1" y="1002"/>
                    </a:lnTo>
                    <a:lnTo>
                      <a:pt x="1" y="2002"/>
                    </a:lnTo>
                    <a:lnTo>
                      <a:pt x="1002" y="2002"/>
                    </a:lnTo>
                    <a:lnTo>
                      <a:pt x="1002" y="1002"/>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9">
                <a:extLst>
                  <a:ext uri="{FF2B5EF4-FFF2-40B4-BE49-F238E27FC236}">
                    <a16:creationId xmlns:a16="http://schemas.microsoft.com/office/drawing/2014/main" id="{4321E3A0-970B-F96D-89CB-95D52F00ED0F}"/>
                  </a:ext>
                </a:extLst>
              </p:cNvPr>
              <p:cNvSpPr/>
              <p:nvPr/>
            </p:nvSpPr>
            <p:spPr>
              <a:xfrm>
                <a:off x="2357974" y="4625584"/>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9">
                <a:extLst>
                  <a:ext uri="{FF2B5EF4-FFF2-40B4-BE49-F238E27FC236}">
                    <a16:creationId xmlns:a16="http://schemas.microsoft.com/office/drawing/2014/main" id="{E9239C96-DDE6-E868-CFD5-48D49187B541}"/>
                  </a:ext>
                </a:extLst>
              </p:cNvPr>
              <p:cNvSpPr/>
              <p:nvPr/>
            </p:nvSpPr>
            <p:spPr>
              <a:xfrm>
                <a:off x="2394806" y="4662415"/>
                <a:ext cx="36869" cy="36832"/>
              </a:xfrm>
              <a:custGeom>
                <a:avLst/>
                <a:gdLst/>
                <a:ahLst/>
                <a:cxnLst/>
                <a:rect l="l" t="t" r="r" b="b"/>
                <a:pathLst>
                  <a:path w="1002"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9">
                <a:extLst>
                  <a:ext uri="{FF2B5EF4-FFF2-40B4-BE49-F238E27FC236}">
                    <a16:creationId xmlns:a16="http://schemas.microsoft.com/office/drawing/2014/main" id="{B6C2FC07-5CA8-9820-6AE8-C841FC333C30}"/>
                  </a:ext>
                </a:extLst>
              </p:cNvPr>
              <p:cNvSpPr/>
              <p:nvPr/>
            </p:nvSpPr>
            <p:spPr>
              <a:xfrm>
                <a:off x="2099011" y="4699210"/>
                <a:ext cx="407505" cy="148578"/>
              </a:xfrm>
              <a:custGeom>
                <a:avLst/>
                <a:gdLst/>
                <a:ahLst/>
                <a:cxnLst/>
                <a:rect l="l" t="t" r="r" b="b"/>
                <a:pathLst>
                  <a:path w="11075" h="4038" extrusionOk="0">
                    <a:moveTo>
                      <a:pt x="1001" y="1"/>
                    </a:moveTo>
                    <a:lnTo>
                      <a:pt x="1001" y="1002"/>
                    </a:lnTo>
                    <a:lnTo>
                      <a:pt x="1001" y="2002"/>
                    </a:lnTo>
                    <a:lnTo>
                      <a:pt x="1001" y="3036"/>
                    </a:lnTo>
                    <a:lnTo>
                      <a:pt x="0" y="3036"/>
                    </a:lnTo>
                    <a:lnTo>
                      <a:pt x="0" y="4037"/>
                    </a:lnTo>
                    <a:lnTo>
                      <a:pt x="11075" y="4037"/>
                    </a:lnTo>
                    <a:lnTo>
                      <a:pt x="11075" y="3036"/>
                    </a:lnTo>
                    <a:lnTo>
                      <a:pt x="10074" y="3036"/>
                    </a:lnTo>
                    <a:lnTo>
                      <a:pt x="10074" y="2002"/>
                    </a:lnTo>
                    <a:lnTo>
                      <a:pt x="10074" y="1002"/>
                    </a:lnTo>
                    <a:lnTo>
                      <a:pt x="10074" y="1"/>
                    </a:lnTo>
                    <a:lnTo>
                      <a:pt x="9040" y="1"/>
                    </a:lnTo>
                    <a:lnTo>
                      <a:pt x="9040" y="1002"/>
                    </a:lnTo>
                    <a:lnTo>
                      <a:pt x="9040" y="2002"/>
                    </a:lnTo>
                    <a:lnTo>
                      <a:pt x="9040" y="3036"/>
                    </a:lnTo>
                    <a:lnTo>
                      <a:pt x="8039" y="3036"/>
                    </a:lnTo>
                    <a:lnTo>
                      <a:pt x="8039" y="2002"/>
                    </a:lnTo>
                    <a:lnTo>
                      <a:pt x="7039" y="2002"/>
                    </a:lnTo>
                    <a:lnTo>
                      <a:pt x="7039" y="3036"/>
                    </a:lnTo>
                    <a:lnTo>
                      <a:pt x="6038" y="3036"/>
                    </a:lnTo>
                    <a:lnTo>
                      <a:pt x="6038" y="2002"/>
                    </a:lnTo>
                    <a:lnTo>
                      <a:pt x="5037" y="2002"/>
                    </a:lnTo>
                    <a:lnTo>
                      <a:pt x="5037" y="3036"/>
                    </a:lnTo>
                    <a:lnTo>
                      <a:pt x="4036" y="3036"/>
                    </a:lnTo>
                    <a:lnTo>
                      <a:pt x="4036" y="2002"/>
                    </a:lnTo>
                    <a:lnTo>
                      <a:pt x="3036" y="2002"/>
                    </a:lnTo>
                    <a:lnTo>
                      <a:pt x="3036" y="3036"/>
                    </a:lnTo>
                    <a:lnTo>
                      <a:pt x="2035" y="3036"/>
                    </a:lnTo>
                    <a:lnTo>
                      <a:pt x="2035" y="2002"/>
                    </a:lnTo>
                    <a:lnTo>
                      <a:pt x="2035" y="1002"/>
                    </a:lnTo>
                    <a:lnTo>
                      <a:pt x="20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1052259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p40"/>
          <p:cNvSpPr txBox="1">
            <a:spLocks noGrp="1"/>
          </p:cNvSpPr>
          <p:nvPr>
            <p:ph type="title"/>
          </p:nvPr>
        </p:nvSpPr>
        <p:spPr>
          <a:xfrm>
            <a:off x="1908675" y="2364788"/>
            <a:ext cx="5326500" cy="841800"/>
          </a:xfrm>
          <a:prstGeom prst="rect">
            <a:avLst/>
          </a:prstGeom>
        </p:spPr>
        <p:txBody>
          <a:bodyPr spcFirstLastPara="1" wrap="square" lIns="91425" tIns="91425" rIns="91425" bIns="91425" anchor="ctr" anchorCtr="0">
            <a:noAutofit/>
          </a:bodyPr>
          <a:lstStyle/>
          <a:p>
            <a:pPr lvl="0"/>
            <a:r>
              <a:rPr lang="fr-FR" dirty="0"/>
              <a:t>C’est quoi le Data Mining</a:t>
            </a:r>
            <a:endParaRPr dirty="0"/>
          </a:p>
        </p:txBody>
      </p:sp>
      <p:sp>
        <p:nvSpPr>
          <p:cNvPr id="795" name="Google Shape;795;p40"/>
          <p:cNvSpPr txBox="1">
            <a:spLocks noGrp="1"/>
          </p:cNvSpPr>
          <p:nvPr>
            <p:ph type="subTitle" idx="1"/>
          </p:nvPr>
        </p:nvSpPr>
        <p:spPr>
          <a:xfrm>
            <a:off x="1908825" y="3310913"/>
            <a:ext cx="5326500" cy="561840"/>
          </a:xfrm>
          <a:prstGeom prst="rect">
            <a:avLst/>
          </a:prstGeom>
        </p:spPr>
        <p:txBody>
          <a:bodyPr spcFirstLastPara="1" wrap="square" lIns="91425" tIns="91425" rIns="91425" bIns="91425" anchor="ctr" anchorCtr="0">
            <a:noAutofit/>
          </a:bodyPr>
          <a:lstStyle/>
          <a:p>
            <a:r>
              <a:rPr lang="fr-FR" dirty="0"/>
              <a:t>Définition, Objectifs, Principes techniques</a:t>
            </a:r>
          </a:p>
        </p:txBody>
      </p:sp>
      <p:sp>
        <p:nvSpPr>
          <p:cNvPr id="796" name="Google Shape;796;p40"/>
          <p:cNvSpPr txBox="1">
            <a:spLocks noGrp="1"/>
          </p:cNvSpPr>
          <p:nvPr>
            <p:ph type="title" idx="2"/>
          </p:nvPr>
        </p:nvSpPr>
        <p:spPr>
          <a:xfrm>
            <a:off x="2996625" y="1522988"/>
            <a:ext cx="31509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grpSp>
        <p:nvGrpSpPr>
          <p:cNvPr id="797" name="Google Shape;797;p40"/>
          <p:cNvGrpSpPr/>
          <p:nvPr/>
        </p:nvGrpSpPr>
        <p:grpSpPr>
          <a:xfrm>
            <a:off x="5454124" y="661324"/>
            <a:ext cx="2058986" cy="943002"/>
            <a:chOff x="5454124" y="661324"/>
            <a:chExt cx="2058986" cy="943002"/>
          </a:xfrm>
        </p:grpSpPr>
        <p:grpSp>
          <p:nvGrpSpPr>
            <p:cNvPr id="798" name="Google Shape;798;p40"/>
            <p:cNvGrpSpPr/>
            <p:nvPr/>
          </p:nvGrpSpPr>
          <p:grpSpPr>
            <a:xfrm>
              <a:off x="5454124" y="661324"/>
              <a:ext cx="2058986" cy="943002"/>
              <a:chOff x="5865009" y="2043415"/>
              <a:chExt cx="1098126" cy="639627"/>
            </a:xfrm>
          </p:grpSpPr>
          <p:sp>
            <p:nvSpPr>
              <p:cNvPr id="799" name="Google Shape;799;p40"/>
              <p:cNvSpPr/>
              <p:nvPr/>
            </p:nvSpPr>
            <p:spPr>
              <a:xfrm>
                <a:off x="6011266" y="2572732"/>
                <a:ext cx="22096" cy="89395"/>
              </a:xfrm>
              <a:custGeom>
                <a:avLst/>
                <a:gdLst/>
                <a:ahLst/>
                <a:cxnLst/>
                <a:rect l="l" t="t" r="r" b="b"/>
                <a:pathLst>
                  <a:path w="635" h="2569" extrusionOk="0">
                    <a:moveTo>
                      <a:pt x="0" y="0"/>
                    </a:moveTo>
                    <a:lnTo>
                      <a:pt x="0" y="2569"/>
                    </a:lnTo>
                    <a:lnTo>
                      <a:pt x="634" y="2569"/>
                    </a:lnTo>
                    <a:lnTo>
                      <a:pt x="63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0"/>
              <p:cNvSpPr/>
              <p:nvPr/>
            </p:nvSpPr>
            <p:spPr>
              <a:xfrm>
                <a:off x="6033328" y="2660945"/>
                <a:ext cx="20913" cy="22096"/>
              </a:xfrm>
              <a:custGeom>
                <a:avLst/>
                <a:gdLst/>
                <a:ahLst/>
                <a:cxnLst/>
                <a:rect l="l" t="t" r="r" b="b"/>
                <a:pathLst>
                  <a:path w="601" h="635" extrusionOk="0">
                    <a:moveTo>
                      <a:pt x="0" y="1"/>
                    </a:moveTo>
                    <a:lnTo>
                      <a:pt x="0" y="634"/>
                    </a:lnTo>
                    <a:lnTo>
                      <a:pt x="601" y="634"/>
                    </a:lnTo>
                    <a:lnTo>
                      <a:pt x="601"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0"/>
              <p:cNvSpPr/>
              <p:nvPr/>
            </p:nvSpPr>
            <p:spPr>
              <a:xfrm>
                <a:off x="6054207" y="2640066"/>
                <a:ext cx="22096" cy="20913"/>
              </a:xfrm>
              <a:custGeom>
                <a:avLst/>
                <a:gdLst/>
                <a:ahLst/>
                <a:cxnLst/>
                <a:rect l="l" t="t" r="r" b="b"/>
                <a:pathLst>
                  <a:path w="635" h="601" extrusionOk="0">
                    <a:moveTo>
                      <a:pt x="1" y="0"/>
                    </a:moveTo>
                    <a:lnTo>
                      <a:pt x="1" y="601"/>
                    </a:lnTo>
                    <a:lnTo>
                      <a:pt x="634" y="601"/>
                    </a:lnTo>
                    <a:lnTo>
                      <a:pt x="63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0"/>
              <p:cNvSpPr/>
              <p:nvPr/>
            </p:nvSpPr>
            <p:spPr>
              <a:xfrm>
                <a:off x="6078601" y="2615673"/>
                <a:ext cx="20913" cy="22096"/>
              </a:xfrm>
              <a:custGeom>
                <a:avLst/>
                <a:gdLst/>
                <a:ahLst/>
                <a:cxnLst/>
                <a:rect l="l" t="t" r="r" b="b"/>
                <a:pathLst>
                  <a:path w="601" h="635" extrusionOk="0">
                    <a:moveTo>
                      <a:pt x="0" y="1"/>
                    </a:moveTo>
                    <a:lnTo>
                      <a:pt x="0" y="634"/>
                    </a:lnTo>
                    <a:lnTo>
                      <a:pt x="600" y="634"/>
                    </a:lnTo>
                    <a:lnTo>
                      <a:pt x="60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0"/>
              <p:cNvSpPr/>
              <p:nvPr/>
            </p:nvSpPr>
            <p:spPr>
              <a:xfrm>
                <a:off x="6099480" y="2594794"/>
                <a:ext cx="22096" cy="20913"/>
              </a:xfrm>
              <a:custGeom>
                <a:avLst/>
                <a:gdLst/>
                <a:ahLst/>
                <a:cxnLst/>
                <a:rect l="l" t="t" r="r" b="b"/>
                <a:pathLst>
                  <a:path w="635" h="601" extrusionOk="0">
                    <a:moveTo>
                      <a:pt x="0" y="0"/>
                    </a:moveTo>
                    <a:lnTo>
                      <a:pt x="0" y="601"/>
                    </a:lnTo>
                    <a:lnTo>
                      <a:pt x="634" y="601"/>
                    </a:lnTo>
                    <a:lnTo>
                      <a:pt x="63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40"/>
              <p:cNvSpPr/>
              <p:nvPr/>
            </p:nvSpPr>
            <p:spPr>
              <a:xfrm>
                <a:off x="6122690" y="2572732"/>
                <a:ext cx="22096" cy="22096"/>
              </a:xfrm>
              <a:custGeom>
                <a:avLst/>
                <a:gdLst/>
                <a:ahLst/>
                <a:cxnLst/>
                <a:rect l="l" t="t" r="r" b="b"/>
                <a:pathLst>
                  <a:path w="635" h="635" extrusionOk="0">
                    <a:moveTo>
                      <a:pt x="1" y="0"/>
                    </a:moveTo>
                    <a:lnTo>
                      <a:pt x="1" y="634"/>
                    </a:lnTo>
                    <a:lnTo>
                      <a:pt x="634" y="634"/>
                    </a:lnTo>
                    <a:lnTo>
                      <a:pt x="63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40"/>
              <p:cNvSpPr/>
              <p:nvPr/>
            </p:nvSpPr>
            <p:spPr>
              <a:xfrm>
                <a:off x="6122690" y="2572732"/>
                <a:ext cx="774244" cy="22096"/>
              </a:xfrm>
              <a:custGeom>
                <a:avLst/>
                <a:gdLst/>
                <a:ahLst/>
                <a:cxnLst/>
                <a:rect l="l" t="t" r="r" b="b"/>
                <a:pathLst>
                  <a:path w="22250" h="635" extrusionOk="0">
                    <a:moveTo>
                      <a:pt x="1" y="0"/>
                    </a:moveTo>
                    <a:lnTo>
                      <a:pt x="1" y="634"/>
                    </a:lnTo>
                    <a:lnTo>
                      <a:pt x="22250" y="634"/>
                    </a:lnTo>
                    <a:lnTo>
                      <a:pt x="2225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0"/>
              <p:cNvSpPr/>
              <p:nvPr/>
            </p:nvSpPr>
            <p:spPr>
              <a:xfrm>
                <a:off x="5931161" y="2572732"/>
                <a:ext cx="102200" cy="22096"/>
              </a:xfrm>
              <a:custGeom>
                <a:avLst/>
                <a:gdLst/>
                <a:ahLst/>
                <a:cxnLst/>
                <a:rect l="l" t="t" r="r" b="b"/>
                <a:pathLst>
                  <a:path w="2937" h="635" extrusionOk="0">
                    <a:moveTo>
                      <a:pt x="1" y="0"/>
                    </a:moveTo>
                    <a:lnTo>
                      <a:pt x="1" y="634"/>
                    </a:lnTo>
                    <a:lnTo>
                      <a:pt x="2936" y="634"/>
                    </a:lnTo>
                    <a:lnTo>
                      <a:pt x="2936"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0"/>
              <p:cNvSpPr/>
              <p:nvPr/>
            </p:nvSpPr>
            <p:spPr>
              <a:xfrm>
                <a:off x="5931161" y="2043415"/>
                <a:ext cx="964621" cy="20913"/>
              </a:xfrm>
              <a:custGeom>
                <a:avLst/>
                <a:gdLst/>
                <a:ahLst/>
                <a:cxnLst/>
                <a:rect l="l" t="t" r="r" b="b"/>
                <a:pathLst>
                  <a:path w="27721" h="601" extrusionOk="0">
                    <a:moveTo>
                      <a:pt x="1" y="0"/>
                    </a:moveTo>
                    <a:lnTo>
                      <a:pt x="1" y="601"/>
                    </a:lnTo>
                    <a:lnTo>
                      <a:pt x="27721" y="601"/>
                    </a:lnTo>
                    <a:lnTo>
                      <a:pt x="2772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40"/>
              <p:cNvSpPr/>
              <p:nvPr/>
            </p:nvSpPr>
            <p:spPr>
              <a:xfrm>
                <a:off x="6941039" y="2109566"/>
                <a:ext cx="22096" cy="417918"/>
              </a:xfrm>
              <a:custGeom>
                <a:avLst/>
                <a:gdLst/>
                <a:ahLst/>
                <a:cxnLst/>
                <a:rect l="l" t="t" r="r" b="b"/>
                <a:pathLst>
                  <a:path w="635" h="12010" extrusionOk="0">
                    <a:moveTo>
                      <a:pt x="0" y="1"/>
                    </a:moveTo>
                    <a:lnTo>
                      <a:pt x="0" y="12009"/>
                    </a:lnTo>
                    <a:lnTo>
                      <a:pt x="634" y="12009"/>
                    </a:lnTo>
                    <a:lnTo>
                      <a:pt x="634"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40"/>
              <p:cNvSpPr/>
              <p:nvPr/>
            </p:nvSpPr>
            <p:spPr>
              <a:xfrm>
                <a:off x="6895766" y="2064294"/>
                <a:ext cx="22096" cy="22096"/>
              </a:xfrm>
              <a:custGeom>
                <a:avLst/>
                <a:gdLst/>
                <a:ahLst/>
                <a:cxnLst/>
                <a:rect l="l" t="t" r="r" b="b"/>
                <a:pathLst>
                  <a:path w="635" h="635" extrusionOk="0">
                    <a:moveTo>
                      <a:pt x="1" y="1"/>
                    </a:moveTo>
                    <a:lnTo>
                      <a:pt x="1" y="635"/>
                    </a:lnTo>
                    <a:lnTo>
                      <a:pt x="634" y="635"/>
                    </a:lnTo>
                    <a:lnTo>
                      <a:pt x="634"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0"/>
              <p:cNvSpPr/>
              <p:nvPr/>
            </p:nvSpPr>
            <p:spPr>
              <a:xfrm>
                <a:off x="6917828" y="2088687"/>
                <a:ext cx="22096" cy="20913"/>
              </a:xfrm>
              <a:custGeom>
                <a:avLst/>
                <a:gdLst/>
                <a:ahLst/>
                <a:cxnLst/>
                <a:rect l="l" t="t" r="r" b="b"/>
                <a:pathLst>
                  <a:path w="635" h="601" extrusionOk="0">
                    <a:moveTo>
                      <a:pt x="0" y="0"/>
                    </a:moveTo>
                    <a:lnTo>
                      <a:pt x="0" y="601"/>
                    </a:lnTo>
                    <a:lnTo>
                      <a:pt x="634" y="601"/>
                    </a:lnTo>
                    <a:lnTo>
                      <a:pt x="63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0"/>
              <p:cNvSpPr/>
              <p:nvPr/>
            </p:nvSpPr>
            <p:spPr>
              <a:xfrm>
                <a:off x="6895766" y="2549521"/>
                <a:ext cx="22096" cy="22096"/>
              </a:xfrm>
              <a:custGeom>
                <a:avLst/>
                <a:gdLst/>
                <a:ahLst/>
                <a:cxnLst/>
                <a:rect l="l" t="t" r="r" b="b"/>
                <a:pathLst>
                  <a:path w="635" h="635" extrusionOk="0">
                    <a:moveTo>
                      <a:pt x="1" y="0"/>
                    </a:moveTo>
                    <a:lnTo>
                      <a:pt x="1" y="634"/>
                    </a:lnTo>
                    <a:lnTo>
                      <a:pt x="634" y="634"/>
                    </a:lnTo>
                    <a:lnTo>
                      <a:pt x="63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40"/>
              <p:cNvSpPr/>
              <p:nvPr/>
            </p:nvSpPr>
            <p:spPr>
              <a:xfrm>
                <a:off x="6917828" y="2527459"/>
                <a:ext cx="22096" cy="22096"/>
              </a:xfrm>
              <a:custGeom>
                <a:avLst/>
                <a:gdLst/>
                <a:ahLst/>
                <a:cxnLst/>
                <a:rect l="l" t="t" r="r" b="b"/>
                <a:pathLst>
                  <a:path w="635" h="635" extrusionOk="0">
                    <a:moveTo>
                      <a:pt x="0" y="0"/>
                    </a:moveTo>
                    <a:lnTo>
                      <a:pt x="0" y="634"/>
                    </a:lnTo>
                    <a:lnTo>
                      <a:pt x="634" y="634"/>
                    </a:lnTo>
                    <a:lnTo>
                      <a:pt x="63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40"/>
              <p:cNvSpPr/>
              <p:nvPr/>
            </p:nvSpPr>
            <p:spPr>
              <a:xfrm>
                <a:off x="5865009" y="2109566"/>
                <a:ext cx="20913" cy="417918"/>
              </a:xfrm>
              <a:custGeom>
                <a:avLst/>
                <a:gdLst/>
                <a:ahLst/>
                <a:cxnLst/>
                <a:rect l="l" t="t" r="r" b="b"/>
                <a:pathLst>
                  <a:path w="601" h="12010" extrusionOk="0">
                    <a:moveTo>
                      <a:pt x="0" y="1"/>
                    </a:moveTo>
                    <a:lnTo>
                      <a:pt x="0" y="12009"/>
                    </a:lnTo>
                    <a:lnTo>
                      <a:pt x="601" y="12009"/>
                    </a:lnTo>
                    <a:lnTo>
                      <a:pt x="601"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0"/>
              <p:cNvSpPr/>
              <p:nvPr/>
            </p:nvSpPr>
            <p:spPr>
              <a:xfrm>
                <a:off x="5907950" y="2064294"/>
                <a:ext cx="22096" cy="22096"/>
              </a:xfrm>
              <a:custGeom>
                <a:avLst/>
                <a:gdLst/>
                <a:ahLst/>
                <a:cxnLst/>
                <a:rect l="l" t="t" r="r" b="b"/>
                <a:pathLst>
                  <a:path w="635" h="635" extrusionOk="0">
                    <a:moveTo>
                      <a:pt x="1" y="1"/>
                    </a:moveTo>
                    <a:lnTo>
                      <a:pt x="1" y="635"/>
                    </a:lnTo>
                    <a:lnTo>
                      <a:pt x="634" y="635"/>
                    </a:lnTo>
                    <a:lnTo>
                      <a:pt x="634"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0"/>
              <p:cNvSpPr/>
              <p:nvPr/>
            </p:nvSpPr>
            <p:spPr>
              <a:xfrm>
                <a:off x="5885888" y="2088687"/>
                <a:ext cx="22096" cy="20913"/>
              </a:xfrm>
              <a:custGeom>
                <a:avLst/>
                <a:gdLst/>
                <a:ahLst/>
                <a:cxnLst/>
                <a:rect l="l" t="t" r="r" b="b"/>
                <a:pathLst>
                  <a:path w="635" h="601" extrusionOk="0">
                    <a:moveTo>
                      <a:pt x="1" y="0"/>
                    </a:moveTo>
                    <a:lnTo>
                      <a:pt x="1" y="601"/>
                    </a:lnTo>
                    <a:lnTo>
                      <a:pt x="635" y="601"/>
                    </a:lnTo>
                    <a:lnTo>
                      <a:pt x="635"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40"/>
              <p:cNvSpPr/>
              <p:nvPr/>
            </p:nvSpPr>
            <p:spPr>
              <a:xfrm>
                <a:off x="5907950" y="2549521"/>
                <a:ext cx="22096" cy="22096"/>
              </a:xfrm>
              <a:custGeom>
                <a:avLst/>
                <a:gdLst/>
                <a:ahLst/>
                <a:cxnLst/>
                <a:rect l="l" t="t" r="r" b="b"/>
                <a:pathLst>
                  <a:path w="635" h="635" extrusionOk="0">
                    <a:moveTo>
                      <a:pt x="1" y="0"/>
                    </a:moveTo>
                    <a:lnTo>
                      <a:pt x="1" y="634"/>
                    </a:lnTo>
                    <a:lnTo>
                      <a:pt x="634" y="634"/>
                    </a:lnTo>
                    <a:lnTo>
                      <a:pt x="63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40"/>
              <p:cNvSpPr/>
              <p:nvPr/>
            </p:nvSpPr>
            <p:spPr>
              <a:xfrm>
                <a:off x="5885888" y="2527459"/>
                <a:ext cx="22096" cy="22096"/>
              </a:xfrm>
              <a:custGeom>
                <a:avLst/>
                <a:gdLst/>
                <a:ahLst/>
                <a:cxnLst/>
                <a:rect l="l" t="t" r="r" b="b"/>
                <a:pathLst>
                  <a:path w="635" h="635" extrusionOk="0">
                    <a:moveTo>
                      <a:pt x="1" y="0"/>
                    </a:moveTo>
                    <a:lnTo>
                      <a:pt x="1" y="634"/>
                    </a:lnTo>
                    <a:lnTo>
                      <a:pt x="635" y="634"/>
                    </a:lnTo>
                    <a:lnTo>
                      <a:pt x="635"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8" name="Google Shape;818;p40"/>
            <p:cNvGrpSpPr/>
            <p:nvPr/>
          </p:nvGrpSpPr>
          <p:grpSpPr>
            <a:xfrm>
              <a:off x="5901175" y="725600"/>
              <a:ext cx="1265025" cy="681500"/>
              <a:chOff x="5901175" y="725600"/>
              <a:chExt cx="1265025" cy="681500"/>
            </a:xfrm>
          </p:grpSpPr>
          <p:sp>
            <p:nvSpPr>
              <p:cNvPr id="819" name="Google Shape;819;p40"/>
              <p:cNvSpPr/>
              <p:nvPr/>
            </p:nvSpPr>
            <p:spPr>
              <a:xfrm>
                <a:off x="6147525" y="918250"/>
                <a:ext cx="783300" cy="309600"/>
              </a:xfrm>
              <a:prstGeom prst="rtTriangl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40"/>
              <p:cNvSpPr txBox="1"/>
              <p:nvPr/>
            </p:nvSpPr>
            <p:spPr>
              <a:xfrm>
                <a:off x="5901175" y="725600"/>
                <a:ext cx="3339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b="1">
                    <a:latin typeface="Fira Code"/>
                    <a:ea typeface="Fira Code"/>
                    <a:cs typeface="Fira Code"/>
                    <a:sym typeface="Fira Code"/>
                  </a:rPr>
                  <a:t>x</a:t>
                </a:r>
                <a:endParaRPr sz="1100" b="1">
                  <a:latin typeface="Fira Code"/>
                  <a:ea typeface="Fira Code"/>
                  <a:cs typeface="Fira Code"/>
                  <a:sym typeface="Fira Code"/>
                </a:endParaRPr>
              </a:p>
            </p:txBody>
          </p:sp>
          <p:sp>
            <p:nvSpPr>
              <p:cNvPr id="821" name="Google Shape;821;p40"/>
              <p:cNvSpPr txBox="1"/>
              <p:nvPr/>
            </p:nvSpPr>
            <p:spPr>
              <a:xfrm>
                <a:off x="6832300" y="1053100"/>
                <a:ext cx="333900" cy="354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latin typeface="Fira Code"/>
                    <a:ea typeface="Fira Code"/>
                    <a:cs typeface="Fira Code"/>
                    <a:sym typeface="Fira Code"/>
                  </a:rPr>
                  <a:t>y</a:t>
                </a:r>
                <a:endParaRPr sz="1100" b="1">
                  <a:latin typeface="Fira Code"/>
                  <a:ea typeface="Fira Code"/>
                  <a:cs typeface="Fira Code"/>
                  <a:sym typeface="Fira Code"/>
                </a:endParaRPr>
              </a:p>
            </p:txBody>
          </p:sp>
        </p:gr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43">
          <a:extLst>
            <a:ext uri="{FF2B5EF4-FFF2-40B4-BE49-F238E27FC236}">
              <a16:creationId xmlns:a16="http://schemas.microsoft.com/office/drawing/2014/main" id="{BA5BC661-1E0E-C446-247D-4CED5FAB5503}"/>
            </a:ext>
          </a:extLst>
        </p:cNvPr>
        <p:cNvGrpSpPr/>
        <p:nvPr/>
      </p:nvGrpSpPr>
      <p:grpSpPr>
        <a:xfrm>
          <a:off x="0" y="0"/>
          <a:ext cx="0" cy="0"/>
          <a:chOff x="0" y="0"/>
          <a:chExt cx="0" cy="0"/>
        </a:xfrm>
      </p:grpSpPr>
      <p:sp>
        <p:nvSpPr>
          <p:cNvPr id="744" name="Google Shape;744;p39">
            <a:extLst>
              <a:ext uri="{FF2B5EF4-FFF2-40B4-BE49-F238E27FC236}">
                <a16:creationId xmlns:a16="http://schemas.microsoft.com/office/drawing/2014/main" id="{A700059D-A52A-4C73-C821-840099A94214}"/>
              </a:ext>
            </a:extLst>
          </p:cNvPr>
          <p:cNvSpPr txBox="1">
            <a:spLocks noGrp="1"/>
          </p:cNvSpPr>
          <p:nvPr>
            <p:ph type="title"/>
          </p:nvPr>
        </p:nvSpPr>
        <p:spPr>
          <a:xfrm>
            <a:off x="715100" y="568622"/>
            <a:ext cx="4661100" cy="648600"/>
          </a:xfrm>
          <a:prstGeom prst="rect">
            <a:avLst/>
          </a:prstGeom>
        </p:spPr>
        <p:txBody>
          <a:bodyPr spcFirstLastPara="1" wrap="square" lIns="91425" tIns="91425" rIns="91425" bIns="91425" anchor="ctr" anchorCtr="0">
            <a:noAutofit/>
          </a:bodyPr>
          <a:lstStyle/>
          <a:p>
            <a:pPr lvl="0"/>
            <a:r>
              <a:rPr lang="fr-FR" dirty="0"/>
              <a:t>Définition</a:t>
            </a:r>
            <a:endParaRPr dirty="0"/>
          </a:p>
        </p:txBody>
      </p:sp>
      <p:sp>
        <p:nvSpPr>
          <p:cNvPr id="745" name="Google Shape;745;p39">
            <a:extLst>
              <a:ext uri="{FF2B5EF4-FFF2-40B4-BE49-F238E27FC236}">
                <a16:creationId xmlns:a16="http://schemas.microsoft.com/office/drawing/2014/main" id="{B7AD0136-4690-C46F-2859-3AFFBE25B53E}"/>
              </a:ext>
            </a:extLst>
          </p:cNvPr>
          <p:cNvSpPr txBox="1">
            <a:spLocks noGrp="1"/>
          </p:cNvSpPr>
          <p:nvPr>
            <p:ph type="subTitle" idx="1"/>
          </p:nvPr>
        </p:nvSpPr>
        <p:spPr>
          <a:xfrm>
            <a:off x="715100" y="1484555"/>
            <a:ext cx="6847526" cy="2682194"/>
          </a:xfrm>
          <a:prstGeom prst="rect">
            <a:avLst/>
          </a:prstGeom>
        </p:spPr>
        <p:txBody>
          <a:bodyPr spcFirstLastPara="1" wrap="square" lIns="91425" tIns="91425" rIns="91425" bIns="91425" anchor="ctr" anchorCtr="0">
            <a:noAutofit/>
          </a:bodyPr>
          <a:lstStyle/>
          <a:p>
            <a:pPr marL="0" lvl="0" indent="0"/>
            <a:r>
              <a:rPr lang="fr-FR" dirty="0"/>
              <a:t>Le </a:t>
            </a:r>
            <a:r>
              <a:rPr lang="fr-FR" b="1" dirty="0"/>
              <a:t>Data Mining</a:t>
            </a:r>
            <a:r>
              <a:rPr lang="fr-FR" dirty="0"/>
              <a:t> est un processus d’analyse avancée qui consiste à explorer de grands ensembles de données afin d’y découvrir des </a:t>
            </a:r>
            <a:r>
              <a:rPr lang="fr-FR" b="1" dirty="0"/>
              <a:t>modèles cachés, des relations significatives et des tendances utiles</a:t>
            </a:r>
            <a:r>
              <a:rPr lang="fr-FR" dirty="0"/>
              <a:t>. Il s’appuie sur des méthodes statistiques, des algorithmes d’apprentissage automatique et des techniques d’intelligence artificielle pour transformer les données brutes en </a:t>
            </a:r>
            <a:r>
              <a:rPr lang="fr-FR" b="1" dirty="0"/>
              <a:t>connaissances exploitables</a:t>
            </a:r>
            <a:r>
              <a:rPr lang="fr-FR" dirty="0"/>
              <a:t>.</a:t>
            </a:r>
            <a:endParaRPr dirty="0"/>
          </a:p>
        </p:txBody>
      </p:sp>
      <p:grpSp>
        <p:nvGrpSpPr>
          <p:cNvPr id="746" name="Google Shape;746;p39">
            <a:extLst>
              <a:ext uri="{FF2B5EF4-FFF2-40B4-BE49-F238E27FC236}">
                <a16:creationId xmlns:a16="http://schemas.microsoft.com/office/drawing/2014/main" id="{63ACAC06-1315-96BB-C6C2-5EF6110CBB58}"/>
              </a:ext>
            </a:extLst>
          </p:cNvPr>
          <p:cNvGrpSpPr/>
          <p:nvPr/>
        </p:nvGrpSpPr>
        <p:grpSpPr>
          <a:xfrm>
            <a:off x="7705847" y="4010466"/>
            <a:ext cx="723042" cy="598023"/>
            <a:chOff x="1654675" y="4256126"/>
            <a:chExt cx="851841" cy="704551"/>
          </a:xfrm>
        </p:grpSpPr>
        <p:grpSp>
          <p:nvGrpSpPr>
            <p:cNvPr id="747" name="Google Shape;747;p39">
              <a:extLst>
                <a:ext uri="{FF2B5EF4-FFF2-40B4-BE49-F238E27FC236}">
                  <a16:creationId xmlns:a16="http://schemas.microsoft.com/office/drawing/2014/main" id="{D4B4761F-E8CC-9E10-3C94-9A28CF341419}"/>
                </a:ext>
              </a:extLst>
            </p:cNvPr>
            <p:cNvGrpSpPr/>
            <p:nvPr/>
          </p:nvGrpSpPr>
          <p:grpSpPr>
            <a:xfrm>
              <a:off x="1654675" y="4256126"/>
              <a:ext cx="445587" cy="704551"/>
              <a:chOff x="1654675" y="4256126"/>
              <a:chExt cx="445587" cy="704551"/>
            </a:xfrm>
          </p:grpSpPr>
          <p:sp>
            <p:nvSpPr>
              <p:cNvPr id="748" name="Google Shape;748;p39">
                <a:extLst>
                  <a:ext uri="{FF2B5EF4-FFF2-40B4-BE49-F238E27FC236}">
                    <a16:creationId xmlns:a16="http://schemas.microsoft.com/office/drawing/2014/main" id="{D140A81E-E0EB-F0D2-2BD2-2700F7CA300A}"/>
                  </a:ext>
                </a:extLst>
              </p:cNvPr>
              <p:cNvSpPr/>
              <p:nvPr/>
            </p:nvSpPr>
            <p:spPr>
              <a:xfrm>
                <a:off x="1655926" y="4257377"/>
                <a:ext cx="440657" cy="703300"/>
              </a:xfrm>
              <a:custGeom>
                <a:avLst/>
                <a:gdLst/>
                <a:ahLst/>
                <a:cxnLst/>
                <a:rect l="l" t="t" r="r" b="b"/>
                <a:pathLst>
                  <a:path w="11976" h="19114" extrusionOk="0">
                    <a:moveTo>
                      <a:pt x="0" y="0"/>
                    </a:moveTo>
                    <a:lnTo>
                      <a:pt x="0" y="17112"/>
                    </a:lnTo>
                    <a:lnTo>
                      <a:pt x="2002" y="17112"/>
                    </a:lnTo>
                    <a:lnTo>
                      <a:pt x="2002" y="16112"/>
                    </a:lnTo>
                    <a:lnTo>
                      <a:pt x="3002" y="16112"/>
                    </a:lnTo>
                    <a:lnTo>
                      <a:pt x="3002" y="15111"/>
                    </a:lnTo>
                    <a:lnTo>
                      <a:pt x="4003" y="15111"/>
                    </a:lnTo>
                    <a:lnTo>
                      <a:pt x="4003" y="14110"/>
                    </a:lnTo>
                    <a:lnTo>
                      <a:pt x="4971" y="14110"/>
                    </a:lnTo>
                    <a:lnTo>
                      <a:pt x="4971" y="16112"/>
                    </a:lnTo>
                    <a:lnTo>
                      <a:pt x="5971" y="16112"/>
                    </a:lnTo>
                    <a:lnTo>
                      <a:pt x="5971" y="18113"/>
                    </a:lnTo>
                    <a:lnTo>
                      <a:pt x="6972" y="18113"/>
                    </a:lnTo>
                    <a:lnTo>
                      <a:pt x="6972" y="19114"/>
                    </a:lnTo>
                    <a:lnTo>
                      <a:pt x="8973" y="19114"/>
                    </a:lnTo>
                    <a:lnTo>
                      <a:pt x="8973" y="18113"/>
                    </a:lnTo>
                    <a:lnTo>
                      <a:pt x="9974" y="18113"/>
                    </a:lnTo>
                    <a:lnTo>
                      <a:pt x="9974" y="16112"/>
                    </a:lnTo>
                    <a:lnTo>
                      <a:pt x="8973" y="16112"/>
                    </a:lnTo>
                    <a:lnTo>
                      <a:pt x="8973" y="14110"/>
                    </a:lnTo>
                    <a:lnTo>
                      <a:pt x="7973" y="14110"/>
                    </a:lnTo>
                    <a:lnTo>
                      <a:pt x="7973" y="13110"/>
                    </a:lnTo>
                    <a:lnTo>
                      <a:pt x="11976" y="13110"/>
                    </a:lnTo>
                    <a:lnTo>
                      <a:pt x="11976" y="12009"/>
                    </a:lnTo>
                    <a:lnTo>
                      <a:pt x="11976" y="11008"/>
                    </a:lnTo>
                    <a:lnTo>
                      <a:pt x="11042" y="11008"/>
                    </a:lnTo>
                    <a:lnTo>
                      <a:pt x="11042" y="10007"/>
                    </a:lnTo>
                    <a:lnTo>
                      <a:pt x="10041" y="10007"/>
                    </a:lnTo>
                    <a:lnTo>
                      <a:pt x="10041" y="9007"/>
                    </a:lnTo>
                    <a:lnTo>
                      <a:pt x="9040" y="9007"/>
                    </a:lnTo>
                    <a:lnTo>
                      <a:pt x="9040" y="8006"/>
                    </a:lnTo>
                    <a:lnTo>
                      <a:pt x="8039" y="8006"/>
                    </a:lnTo>
                    <a:lnTo>
                      <a:pt x="8039" y="7005"/>
                    </a:lnTo>
                    <a:lnTo>
                      <a:pt x="7039" y="7005"/>
                    </a:lnTo>
                    <a:lnTo>
                      <a:pt x="7039" y="6005"/>
                    </a:lnTo>
                    <a:lnTo>
                      <a:pt x="6038" y="6005"/>
                    </a:lnTo>
                    <a:lnTo>
                      <a:pt x="6038" y="5004"/>
                    </a:lnTo>
                    <a:lnTo>
                      <a:pt x="5037" y="5004"/>
                    </a:lnTo>
                    <a:lnTo>
                      <a:pt x="5037" y="4003"/>
                    </a:lnTo>
                    <a:lnTo>
                      <a:pt x="4037" y="4003"/>
                    </a:lnTo>
                    <a:lnTo>
                      <a:pt x="4037" y="3002"/>
                    </a:lnTo>
                    <a:lnTo>
                      <a:pt x="3036" y="3002"/>
                    </a:lnTo>
                    <a:lnTo>
                      <a:pt x="3036" y="2002"/>
                    </a:lnTo>
                    <a:lnTo>
                      <a:pt x="2035" y="2002"/>
                    </a:lnTo>
                    <a:lnTo>
                      <a:pt x="2035" y="1001"/>
                    </a:lnTo>
                    <a:lnTo>
                      <a:pt x="1001" y="1001"/>
                    </a:lnTo>
                    <a:lnTo>
                      <a:pt x="100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9">
                <a:extLst>
                  <a:ext uri="{FF2B5EF4-FFF2-40B4-BE49-F238E27FC236}">
                    <a16:creationId xmlns:a16="http://schemas.microsoft.com/office/drawing/2014/main" id="{7733D286-35C4-CDA3-8640-C91A1E3F2F50}"/>
                  </a:ext>
                </a:extLst>
              </p:cNvPr>
              <p:cNvSpPr/>
              <p:nvPr/>
            </p:nvSpPr>
            <p:spPr>
              <a:xfrm>
                <a:off x="1654675" y="4256126"/>
                <a:ext cx="36869" cy="628459"/>
              </a:xfrm>
              <a:custGeom>
                <a:avLst/>
                <a:gdLst/>
                <a:ahLst/>
                <a:cxnLst/>
                <a:rect l="l" t="t" r="r" b="b"/>
                <a:pathLst>
                  <a:path w="1002" h="17080" extrusionOk="0">
                    <a:moveTo>
                      <a:pt x="1" y="1"/>
                    </a:moveTo>
                    <a:lnTo>
                      <a:pt x="1" y="17080"/>
                    </a:lnTo>
                    <a:lnTo>
                      <a:pt x="1002" y="17080"/>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9">
                <a:extLst>
                  <a:ext uri="{FF2B5EF4-FFF2-40B4-BE49-F238E27FC236}">
                    <a16:creationId xmlns:a16="http://schemas.microsoft.com/office/drawing/2014/main" id="{658E430E-EAE0-087E-322E-180D881ADB2B}"/>
                  </a:ext>
                </a:extLst>
              </p:cNvPr>
              <p:cNvSpPr/>
              <p:nvPr/>
            </p:nvSpPr>
            <p:spPr>
              <a:xfrm>
                <a:off x="1692758" y="4292958"/>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9">
                <a:extLst>
                  <a:ext uri="{FF2B5EF4-FFF2-40B4-BE49-F238E27FC236}">
                    <a16:creationId xmlns:a16="http://schemas.microsoft.com/office/drawing/2014/main" id="{405A38D7-A65F-0A30-C57E-0640CCE287AC}"/>
                  </a:ext>
                </a:extLst>
              </p:cNvPr>
              <p:cNvSpPr/>
              <p:nvPr/>
            </p:nvSpPr>
            <p:spPr>
              <a:xfrm>
                <a:off x="1729553" y="4329790"/>
                <a:ext cx="36869" cy="36832"/>
              </a:xfrm>
              <a:custGeom>
                <a:avLst/>
                <a:gdLst/>
                <a:ahLst/>
                <a:cxnLst/>
                <a:rect l="l" t="t" r="r" b="b"/>
                <a:pathLst>
                  <a:path w="1002" h="1001"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9">
                <a:extLst>
                  <a:ext uri="{FF2B5EF4-FFF2-40B4-BE49-F238E27FC236}">
                    <a16:creationId xmlns:a16="http://schemas.microsoft.com/office/drawing/2014/main" id="{872B0929-07F5-A15B-9316-A6D3375377A0}"/>
                  </a:ext>
                </a:extLst>
              </p:cNvPr>
              <p:cNvSpPr/>
              <p:nvPr/>
            </p:nvSpPr>
            <p:spPr>
              <a:xfrm>
                <a:off x="1765170" y="4366621"/>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9">
                <a:extLst>
                  <a:ext uri="{FF2B5EF4-FFF2-40B4-BE49-F238E27FC236}">
                    <a16:creationId xmlns:a16="http://schemas.microsoft.com/office/drawing/2014/main" id="{8F87C68F-DC59-1570-14E5-66F651F27F95}"/>
                  </a:ext>
                </a:extLst>
              </p:cNvPr>
              <p:cNvSpPr/>
              <p:nvPr/>
            </p:nvSpPr>
            <p:spPr>
              <a:xfrm>
                <a:off x="1803216" y="4403416"/>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9">
                <a:extLst>
                  <a:ext uri="{FF2B5EF4-FFF2-40B4-BE49-F238E27FC236}">
                    <a16:creationId xmlns:a16="http://schemas.microsoft.com/office/drawing/2014/main" id="{B07375EC-B9EC-938A-1F88-6BDC129F4AFC}"/>
                  </a:ext>
                </a:extLst>
              </p:cNvPr>
              <p:cNvSpPr/>
              <p:nvPr/>
            </p:nvSpPr>
            <p:spPr>
              <a:xfrm>
                <a:off x="1841262" y="4440248"/>
                <a:ext cx="36832" cy="36869"/>
              </a:xfrm>
              <a:custGeom>
                <a:avLst/>
                <a:gdLst/>
                <a:ahLst/>
                <a:cxnLst/>
                <a:rect l="l" t="t" r="r" b="b"/>
                <a:pathLst>
                  <a:path w="1001" h="1002"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9">
                <a:extLst>
                  <a:ext uri="{FF2B5EF4-FFF2-40B4-BE49-F238E27FC236}">
                    <a16:creationId xmlns:a16="http://schemas.microsoft.com/office/drawing/2014/main" id="{996737B9-9C91-5E94-D8FA-780B31D890A6}"/>
                  </a:ext>
                </a:extLst>
              </p:cNvPr>
              <p:cNvSpPr/>
              <p:nvPr/>
            </p:nvSpPr>
            <p:spPr>
              <a:xfrm>
                <a:off x="1878057" y="4477080"/>
                <a:ext cx="36869" cy="36832"/>
              </a:xfrm>
              <a:custGeom>
                <a:avLst/>
                <a:gdLst/>
                <a:ahLst/>
                <a:cxnLst/>
                <a:rect l="l" t="t" r="r" b="b"/>
                <a:pathLst>
                  <a:path w="1002" h="1001"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9">
                <a:extLst>
                  <a:ext uri="{FF2B5EF4-FFF2-40B4-BE49-F238E27FC236}">
                    <a16:creationId xmlns:a16="http://schemas.microsoft.com/office/drawing/2014/main" id="{9E9A0409-3E63-CBD2-C7F3-8E52A2C81ECE}"/>
                  </a:ext>
                </a:extLst>
              </p:cNvPr>
              <p:cNvSpPr/>
              <p:nvPr/>
            </p:nvSpPr>
            <p:spPr>
              <a:xfrm>
                <a:off x="1914889" y="4515125"/>
                <a:ext cx="36869" cy="36832"/>
              </a:xfrm>
              <a:custGeom>
                <a:avLst/>
                <a:gdLst/>
                <a:ahLst/>
                <a:cxnLst/>
                <a:rect l="l" t="t" r="r" b="b"/>
                <a:pathLst>
                  <a:path w="1002" h="1001"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9">
                <a:extLst>
                  <a:ext uri="{FF2B5EF4-FFF2-40B4-BE49-F238E27FC236}">
                    <a16:creationId xmlns:a16="http://schemas.microsoft.com/office/drawing/2014/main" id="{BEDD5666-716B-9B42-903C-65E27535A778}"/>
                  </a:ext>
                </a:extLst>
              </p:cNvPr>
              <p:cNvSpPr/>
              <p:nvPr/>
            </p:nvSpPr>
            <p:spPr>
              <a:xfrm>
                <a:off x="1951721" y="4551920"/>
                <a:ext cx="36869" cy="36869"/>
              </a:xfrm>
              <a:custGeom>
                <a:avLst/>
                <a:gdLst/>
                <a:ahLst/>
                <a:cxnLst/>
                <a:rect l="l" t="t" r="r" b="b"/>
                <a:pathLst>
                  <a:path w="1002" h="1002" extrusionOk="0">
                    <a:moveTo>
                      <a:pt x="0" y="1"/>
                    </a:moveTo>
                    <a:lnTo>
                      <a:pt x="0"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9">
                <a:extLst>
                  <a:ext uri="{FF2B5EF4-FFF2-40B4-BE49-F238E27FC236}">
                    <a16:creationId xmlns:a16="http://schemas.microsoft.com/office/drawing/2014/main" id="{71A41BB7-73EC-B109-00F0-8A6827139831}"/>
                  </a:ext>
                </a:extLst>
              </p:cNvPr>
              <p:cNvSpPr/>
              <p:nvPr/>
            </p:nvSpPr>
            <p:spPr>
              <a:xfrm>
                <a:off x="1988553" y="4588752"/>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9">
                <a:extLst>
                  <a:ext uri="{FF2B5EF4-FFF2-40B4-BE49-F238E27FC236}">
                    <a16:creationId xmlns:a16="http://schemas.microsoft.com/office/drawing/2014/main" id="{703859A0-5638-C5F3-7829-46EA79AF4FD8}"/>
                  </a:ext>
                </a:extLst>
              </p:cNvPr>
              <p:cNvSpPr/>
              <p:nvPr/>
            </p:nvSpPr>
            <p:spPr>
              <a:xfrm>
                <a:off x="2025348" y="4625584"/>
                <a:ext cx="36869" cy="36869"/>
              </a:xfrm>
              <a:custGeom>
                <a:avLst/>
                <a:gdLst/>
                <a:ahLst/>
                <a:cxnLst/>
                <a:rect l="l" t="t" r="r" b="b"/>
                <a:pathLst>
                  <a:path w="1002" h="1002"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9">
                <a:extLst>
                  <a:ext uri="{FF2B5EF4-FFF2-40B4-BE49-F238E27FC236}">
                    <a16:creationId xmlns:a16="http://schemas.microsoft.com/office/drawing/2014/main" id="{CFC1CBB2-36BE-3A8A-4075-75A25FABB779}"/>
                  </a:ext>
                </a:extLst>
              </p:cNvPr>
              <p:cNvSpPr/>
              <p:nvPr/>
            </p:nvSpPr>
            <p:spPr>
              <a:xfrm>
                <a:off x="2062179" y="4662415"/>
                <a:ext cx="36869" cy="36832"/>
              </a:xfrm>
              <a:custGeom>
                <a:avLst/>
                <a:gdLst/>
                <a:ahLst/>
                <a:cxnLst/>
                <a:rect l="l" t="t" r="r" b="b"/>
                <a:pathLst>
                  <a:path w="1002" h="1001" extrusionOk="0">
                    <a:moveTo>
                      <a:pt x="1" y="0"/>
                    </a:moveTo>
                    <a:lnTo>
                      <a:pt x="1" y="1001"/>
                    </a:lnTo>
                    <a:lnTo>
                      <a:pt x="1001" y="1001"/>
                    </a:lnTo>
                    <a:lnTo>
                      <a:pt x="100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9">
                <a:extLst>
                  <a:ext uri="{FF2B5EF4-FFF2-40B4-BE49-F238E27FC236}">
                    <a16:creationId xmlns:a16="http://schemas.microsoft.com/office/drawing/2014/main" id="{822E3B0E-0E6D-95F1-C78E-1EC4ED1C4706}"/>
                  </a:ext>
                </a:extLst>
              </p:cNvPr>
              <p:cNvSpPr/>
              <p:nvPr/>
            </p:nvSpPr>
            <p:spPr>
              <a:xfrm>
                <a:off x="1914889" y="4699210"/>
                <a:ext cx="185373" cy="36869"/>
              </a:xfrm>
              <a:custGeom>
                <a:avLst/>
                <a:gdLst/>
                <a:ahLst/>
                <a:cxnLst/>
                <a:rect l="l" t="t" r="r" b="b"/>
                <a:pathLst>
                  <a:path w="5038" h="1002" extrusionOk="0">
                    <a:moveTo>
                      <a:pt x="1" y="1"/>
                    </a:moveTo>
                    <a:lnTo>
                      <a:pt x="1" y="1002"/>
                    </a:lnTo>
                    <a:lnTo>
                      <a:pt x="5038" y="1002"/>
                    </a:lnTo>
                    <a:lnTo>
                      <a:pt x="50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9">
                <a:extLst>
                  <a:ext uri="{FF2B5EF4-FFF2-40B4-BE49-F238E27FC236}">
                    <a16:creationId xmlns:a16="http://schemas.microsoft.com/office/drawing/2014/main" id="{5333AE2F-9541-57F6-A993-107A9178835D}"/>
                  </a:ext>
                </a:extLst>
              </p:cNvPr>
              <p:cNvSpPr/>
              <p:nvPr/>
            </p:nvSpPr>
            <p:spPr>
              <a:xfrm>
                <a:off x="1914889" y="4736042"/>
                <a:ext cx="36869" cy="36869"/>
              </a:xfrm>
              <a:custGeom>
                <a:avLst/>
                <a:gdLst/>
                <a:ahLst/>
                <a:cxnLst/>
                <a:rect l="l" t="t" r="r" b="b"/>
                <a:pathLst>
                  <a:path w="1002" h="1002" extrusionOk="0">
                    <a:moveTo>
                      <a:pt x="1" y="1"/>
                    </a:moveTo>
                    <a:lnTo>
                      <a:pt x="1"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9">
                <a:extLst>
                  <a:ext uri="{FF2B5EF4-FFF2-40B4-BE49-F238E27FC236}">
                    <a16:creationId xmlns:a16="http://schemas.microsoft.com/office/drawing/2014/main" id="{60CD7FA0-97A2-43E7-29C3-09DCE77A6B6D}"/>
                  </a:ext>
                </a:extLst>
              </p:cNvPr>
              <p:cNvSpPr/>
              <p:nvPr/>
            </p:nvSpPr>
            <p:spPr>
              <a:xfrm>
                <a:off x="1803216" y="4736042"/>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9">
                <a:extLst>
                  <a:ext uri="{FF2B5EF4-FFF2-40B4-BE49-F238E27FC236}">
                    <a16:creationId xmlns:a16="http://schemas.microsoft.com/office/drawing/2014/main" id="{5FC825EF-D119-E510-4A20-086981BBCF3D}"/>
                  </a:ext>
                </a:extLst>
              </p:cNvPr>
              <p:cNvSpPr/>
              <p:nvPr/>
            </p:nvSpPr>
            <p:spPr>
              <a:xfrm>
                <a:off x="1841262" y="4772874"/>
                <a:ext cx="36832" cy="73664"/>
              </a:xfrm>
              <a:custGeom>
                <a:avLst/>
                <a:gdLst/>
                <a:ahLst/>
                <a:cxnLst/>
                <a:rect l="l" t="t" r="r" b="b"/>
                <a:pathLst>
                  <a:path w="1001" h="2002" extrusionOk="0">
                    <a:moveTo>
                      <a:pt x="0" y="0"/>
                    </a:moveTo>
                    <a:lnTo>
                      <a:pt x="0"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9">
                <a:extLst>
                  <a:ext uri="{FF2B5EF4-FFF2-40B4-BE49-F238E27FC236}">
                    <a16:creationId xmlns:a16="http://schemas.microsoft.com/office/drawing/2014/main" id="{C437D5BB-0533-A8D1-CF4A-4BA1D4D0579E}"/>
                  </a:ext>
                </a:extLst>
              </p:cNvPr>
              <p:cNvSpPr/>
              <p:nvPr/>
            </p:nvSpPr>
            <p:spPr>
              <a:xfrm>
                <a:off x="1878057" y="4847751"/>
                <a:ext cx="36869" cy="73664"/>
              </a:xfrm>
              <a:custGeom>
                <a:avLst/>
                <a:gdLst/>
                <a:ahLst/>
                <a:cxnLst/>
                <a:rect l="l" t="t" r="r" b="b"/>
                <a:pathLst>
                  <a:path w="1002" h="2002" extrusionOk="0">
                    <a:moveTo>
                      <a:pt x="1" y="0"/>
                    </a:moveTo>
                    <a:lnTo>
                      <a:pt x="1" y="2001"/>
                    </a:lnTo>
                    <a:lnTo>
                      <a:pt x="1002" y="2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9">
                <a:extLst>
                  <a:ext uri="{FF2B5EF4-FFF2-40B4-BE49-F238E27FC236}">
                    <a16:creationId xmlns:a16="http://schemas.microsoft.com/office/drawing/2014/main" id="{70874078-7069-CCDF-F6AF-C3D8EECBC9E4}"/>
                  </a:ext>
                </a:extLst>
              </p:cNvPr>
              <p:cNvSpPr/>
              <p:nvPr/>
            </p:nvSpPr>
            <p:spPr>
              <a:xfrm>
                <a:off x="1914889" y="4921378"/>
                <a:ext cx="73700" cy="36869"/>
              </a:xfrm>
              <a:custGeom>
                <a:avLst/>
                <a:gdLst/>
                <a:ahLst/>
                <a:cxnLst/>
                <a:rect l="l" t="t" r="r" b="b"/>
                <a:pathLst>
                  <a:path w="2003" h="1002" extrusionOk="0">
                    <a:moveTo>
                      <a:pt x="1" y="0"/>
                    </a:moveTo>
                    <a:lnTo>
                      <a:pt x="1" y="1001"/>
                    </a:lnTo>
                    <a:lnTo>
                      <a:pt x="2002" y="1001"/>
                    </a:lnTo>
                    <a:lnTo>
                      <a:pt x="2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9">
                <a:extLst>
                  <a:ext uri="{FF2B5EF4-FFF2-40B4-BE49-F238E27FC236}">
                    <a16:creationId xmlns:a16="http://schemas.microsoft.com/office/drawing/2014/main" id="{113922F1-6C25-DC30-11EF-3E7F39F292BC}"/>
                  </a:ext>
                </a:extLst>
              </p:cNvPr>
              <p:cNvSpPr/>
              <p:nvPr/>
            </p:nvSpPr>
            <p:spPr>
              <a:xfrm>
                <a:off x="1951721" y="4772874"/>
                <a:ext cx="36869" cy="73664"/>
              </a:xfrm>
              <a:custGeom>
                <a:avLst/>
                <a:gdLst/>
                <a:ahLst/>
                <a:cxnLst/>
                <a:rect l="l" t="t" r="r" b="b"/>
                <a:pathLst>
                  <a:path w="1002" h="2002" extrusionOk="0">
                    <a:moveTo>
                      <a:pt x="0" y="0"/>
                    </a:moveTo>
                    <a:lnTo>
                      <a:pt x="0"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9">
                <a:extLst>
                  <a:ext uri="{FF2B5EF4-FFF2-40B4-BE49-F238E27FC236}">
                    <a16:creationId xmlns:a16="http://schemas.microsoft.com/office/drawing/2014/main" id="{5CDB2CFF-F8D0-233A-6C82-F1DC4FC6F592}"/>
                  </a:ext>
                </a:extLst>
              </p:cNvPr>
              <p:cNvSpPr/>
              <p:nvPr/>
            </p:nvSpPr>
            <p:spPr>
              <a:xfrm>
                <a:off x="1988553" y="4847751"/>
                <a:ext cx="36832" cy="73664"/>
              </a:xfrm>
              <a:custGeom>
                <a:avLst/>
                <a:gdLst/>
                <a:ahLst/>
                <a:cxnLst/>
                <a:rect l="l" t="t" r="r" b="b"/>
                <a:pathLst>
                  <a:path w="1001" h="2002" extrusionOk="0">
                    <a:moveTo>
                      <a:pt x="0" y="0"/>
                    </a:moveTo>
                    <a:lnTo>
                      <a:pt x="0" y="2001"/>
                    </a:lnTo>
                    <a:lnTo>
                      <a:pt x="1001" y="2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9">
                <a:extLst>
                  <a:ext uri="{FF2B5EF4-FFF2-40B4-BE49-F238E27FC236}">
                    <a16:creationId xmlns:a16="http://schemas.microsoft.com/office/drawing/2014/main" id="{5B95C47D-6052-B667-35B5-CCD6077FD5BB}"/>
                  </a:ext>
                </a:extLst>
              </p:cNvPr>
              <p:cNvSpPr/>
              <p:nvPr/>
            </p:nvSpPr>
            <p:spPr>
              <a:xfrm>
                <a:off x="1765170" y="4772874"/>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9">
                <a:extLst>
                  <a:ext uri="{FF2B5EF4-FFF2-40B4-BE49-F238E27FC236}">
                    <a16:creationId xmlns:a16="http://schemas.microsoft.com/office/drawing/2014/main" id="{52F5866C-C116-D5B8-3BF5-F41DA2B1D640}"/>
                  </a:ext>
                </a:extLst>
              </p:cNvPr>
              <p:cNvSpPr/>
              <p:nvPr/>
            </p:nvSpPr>
            <p:spPr>
              <a:xfrm>
                <a:off x="1729553" y="4810920"/>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9">
                <a:extLst>
                  <a:ext uri="{FF2B5EF4-FFF2-40B4-BE49-F238E27FC236}">
                    <a16:creationId xmlns:a16="http://schemas.microsoft.com/office/drawing/2014/main" id="{88B62CB6-E4AC-B0C0-24EA-F5AFC96B5F4F}"/>
                  </a:ext>
                </a:extLst>
              </p:cNvPr>
              <p:cNvSpPr/>
              <p:nvPr/>
            </p:nvSpPr>
            <p:spPr>
              <a:xfrm>
                <a:off x="1692758" y="4847751"/>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2" name="Google Shape;772;p39">
              <a:extLst>
                <a:ext uri="{FF2B5EF4-FFF2-40B4-BE49-F238E27FC236}">
                  <a16:creationId xmlns:a16="http://schemas.microsoft.com/office/drawing/2014/main" id="{960DBCA6-DF09-EF35-596B-2ADBA6AE8960}"/>
                </a:ext>
              </a:extLst>
            </p:cNvPr>
            <p:cNvGrpSpPr/>
            <p:nvPr/>
          </p:nvGrpSpPr>
          <p:grpSpPr>
            <a:xfrm>
              <a:off x="2099011" y="4329790"/>
              <a:ext cx="407505" cy="517999"/>
              <a:chOff x="2099011" y="4329790"/>
              <a:chExt cx="407505" cy="517999"/>
            </a:xfrm>
          </p:grpSpPr>
          <p:sp>
            <p:nvSpPr>
              <p:cNvPr id="773" name="Google Shape;773;p39">
                <a:extLst>
                  <a:ext uri="{FF2B5EF4-FFF2-40B4-BE49-F238E27FC236}">
                    <a16:creationId xmlns:a16="http://schemas.microsoft.com/office/drawing/2014/main" id="{A2D089C9-F6A8-67B3-88D4-D2BEF12C55FA}"/>
                  </a:ext>
                </a:extLst>
              </p:cNvPr>
              <p:cNvSpPr/>
              <p:nvPr/>
            </p:nvSpPr>
            <p:spPr>
              <a:xfrm>
                <a:off x="2100225" y="4331004"/>
                <a:ext cx="405076" cy="515535"/>
              </a:xfrm>
              <a:custGeom>
                <a:avLst/>
                <a:gdLst/>
                <a:ahLst/>
                <a:cxnLst/>
                <a:rect l="l" t="t" r="r" b="b"/>
                <a:pathLst>
                  <a:path w="11009" h="14011" extrusionOk="0">
                    <a:moveTo>
                      <a:pt x="1" y="1"/>
                    </a:moveTo>
                    <a:lnTo>
                      <a:pt x="1" y="1001"/>
                    </a:lnTo>
                    <a:lnTo>
                      <a:pt x="1001" y="1001"/>
                    </a:lnTo>
                    <a:lnTo>
                      <a:pt x="1001" y="2002"/>
                    </a:lnTo>
                    <a:lnTo>
                      <a:pt x="1001" y="3003"/>
                    </a:lnTo>
                    <a:lnTo>
                      <a:pt x="1001" y="4004"/>
                    </a:lnTo>
                    <a:lnTo>
                      <a:pt x="2002" y="4004"/>
                    </a:lnTo>
                    <a:lnTo>
                      <a:pt x="2002" y="5004"/>
                    </a:lnTo>
                    <a:lnTo>
                      <a:pt x="3003" y="5004"/>
                    </a:lnTo>
                    <a:lnTo>
                      <a:pt x="3003" y="6005"/>
                    </a:lnTo>
                    <a:lnTo>
                      <a:pt x="4003" y="6005"/>
                    </a:lnTo>
                    <a:lnTo>
                      <a:pt x="4003" y="7006"/>
                    </a:lnTo>
                    <a:lnTo>
                      <a:pt x="4003" y="8006"/>
                    </a:lnTo>
                    <a:lnTo>
                      <a:pt x="3003" y="8006"/>
                    </a:lnTo>
                    <a:lnTo>
                      <a:pt x="3003" y="9007"/>
                    </a:lnTo>
                    <a:lnTo>
                      <a:pt x="2002" y="9007"/>
                    </a:lnTo>
                    <a:lnTo>
                      <a:pt x="2002" y="10008"/>
                    </a:lnTo>
                    <a:lnTo>
                      <a:pt x="1001" y="10008"/>
                    </a:lnTo>
                    <a:lnTo>
                      <a:pt x="1001" y="11009"/>
                    </a:lnTo>
                    <a:lnTo>
                      <a:pt x="1001" y="12009"/>
                    </a:lnTo>
                    <a:lnTo>
                      <a:pt x="1001" y="13010"/>
                    </a:lnTo>
                    <a:lnTo>
                      <a:pt x="1" y="13010"/>
                    </a:lnTo>
                    <a:lnTo>
                      <a:pt x="1" y="14011"/>
                    </a:lnTo>
                    <a:lnTo>
                      <a:pt x="11008" y="14011"/>
                    </a:lnTo>
                    <a:lnTo>
                      <a:pt x="11008" y="13010"/>
                    </a:lnTo>
                    <a:lnTo>
                      <a:pt x="10008" y="13010"/>
                    </a:lnTo>
                    <a:lnTo>
                      <a:pt x="10008" y="12009"/>
                    </a:lnTo>
                    <a:lnTo>
                      <a:pt x="10008" y="11009"/>
                    </a:lnTo>
                    <a:lnTo>
                      <a:pt x="10008" y="10008"/>
                    </a:lnTo>
                    <a:lnTo>
                      <a:pt x="9007" y="10008"/>
                    </a:lnTo>
                    <a:lnTo>
                      <a:pt x="9007" y="9007"/>
                    </a:lnTo>
                    <a:lnTo>
                      <a:pt x="8006" y="9007"/>
                    </a:lnTo>
                    <a:lnTo>
                      <a:pt x="8006" y="8006"/>
                    </a:lnTo>
                    <a:lnTo>
                      <a:pt x="7006" y="8006"/>
                    </a:lnTo>
                    <a:lnTo>
                      <a:pt x="7006" y="7006"/>
                    </a:lnTo>
                    <a:lnTo>
                      <a:pt x="7006" y="6005"/>
                    </a:lnTo>
                    <a:lnTo>
                      <a:pt x="8006" y="6005"/>
                    </a:lnTo>
                    <a:lnTo>
                      <a:pt x="8006" y="5004"/>
                    </a:lnTo>
                    <a:lnTo>
                      <a:pt x="9007" y="5004"/>
                    </a:lnTo>
                    <a:lnTo>
                      <a:pt x="9007" y="4004"/>
                    </a:lnTo>
                    <a:lnTo>
                      <a:pt x="10008" y="4004"/>
                    </a:lnTo>
                    <a:lnTo>
                      <a:pt x="10008" y="3003"/>
                    </a:lnTo>
                    <a:lnTo>
                      <a:pt x="10008" y="2002"/>
                    </a:lnTo>
                    <a:lnTo>
                      <a:pt x="10008" y="1001"/>
                    </a:lnTo>
                    <a:lnTo>
                      <a:pt x="11008" y="1001"/>
                    </a:lnTo>
                    <a:lnTo>
                      <a:pt x="1100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9">
                <a:extLst>
                  <a:ext uri="{FF2B5EF4-FFF2-40B4-BE49-F238E27FC236}">
                    <a16:creationId xmlns:a16="http://schemas.microsoft.com/office/drawing/2014/main" id="{9FC78712-561F-7229-1551-982101A33886}"/>
                  </a:ext>
                </a:extLst>
              </p:cNvPr>
              <p:cNvSpPr/>
              <p:nvPr/>
            </p:nvSpPr>
            <p:spPr>
              <a:xfrm>
                <a:off x="2173889" y="4477080"/>
                <a:ext cx="73664" cy="74878"/>
              </a:xfrm>
              <a:custGeom>
                <a:avLst/>
                <a:gdLst/>
                <a:ahLst/>
                <a:cxnLst/>
                <a:rect l="l" t="t" r="r" b="b"/>
                <a:pathLst>
                  <a:path w="2002" h="2035" extrusionOk="0">
                    <a:moveTo>
                      <a:pt x="0" y="0"/>
                    </a:moveTo>
                    <a:lnTo>
                      <a:pt x="0" y="1034"/>
                    </a:lnTo>
                    <a:lnTo>
                      <a:pt x="1001" y="1034"/>
                    </a:lnTo>
                    <a:lnTo>
                      <a:pt x="1001" y="0"/>
                    </a:lnTo>
                    <a:close/>
                    <a:moveTo>
                      <a:pt x="1001" y="1034"/>
                    </a:moveTo>
                    <a:lnTo>
                      <a:pt x="1001" y="2035"/>
                    </a:lnTo>
                    <a:lnTo>
                      <a:pt x="2001" y="2035"/>
                    </a:lnTo>
                    <a:lnTo>
                      <a:pt x="2001" y="103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9">
                <a:extLst>
                  <a:ext uri="{FF2B5EF4-FFF2-40B4-BE49-F238E27FC236}">
                    <a16:creationId xmlns:a16="http://schemas.microsoft.com/office/drawing/2014/main" id="{B0134FBB-7616-21A2-C108-34D509966596}"/>
                  </a:ext>
                </a:extLst>
              </p:cNvPr>
              <p:cNvSpPr/>
              <p:nvPr/>
            </p:nvSpPr>
            <p:spPr>
              <a:xfrm>
                <a:off x="2284348" y="4477080"/>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9">
                <a:extLst>
                  <a:ext uri="{FF2B5EF4-FFF2-40B4-BE49-F238E27FC236}">
                    <a16:creationId xmlns:a16="http://schemas.microsoft.com/office/drawing/2014/main" id="{6296DC73-5BD1-DEA7-30D7-85FB74BA6C18}"/>
                  </a:ext>
                </a:extLst>
              </p:cNvPr>
              <p:cNvSpPr/>
              <p:nvPr/>
            </p:nvSpPr>
            <p:spPr>
              <a:xfrm>
                <a:off x="2247516" y="4440248"/>
                <a:ext cx="36869" cy="36869"/>
              </a:xfrm>
              <a:custGeom>
                <a:avLst/>
                <a:gdLst/>
                <a:ahLst/>
                <a:cxnLst/>
                <a:rect l="l" t="t" r="r" b="b"/>
                <a:pathLst>
                  <a:path w="1002" h="1002"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9">
                <a:extLst>
                  <a:ext uri="{FF2B5EF4-FFF2-40B4-BE49-F238E27FC236}">
                    <a16:creationId xmlns:a16="http://schemas.microsoft.com/office/drawing/2014/main" id="{3D914D3D-292E-9C7A-A789-C9D2E5CEC125}"/>
                  </a:ext>
                </a:extLst>
              </p:cNvPr>
              <p:cNvSpPr/>
              <p:nvPr/>
            </p:nvSpPr>
            <p:spPr>
              <a:xfrm>
                <a:off x="2321143" y="4440248"/>
                <a:ext cx="36869" cy="36869"/>
              </a:xfrm>
              <a:custGeom>
                <a:avLst/>
                <a:gdLst/>
                <a:ahLst/>
                <a:cxnLst/>
                <a:rect l="l" t="t" r="r" b="b"/>
                <a:pathLst>
                  <a:path w="1002" h="1002"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9">
                <a:extLst>
                  <a:ext uri="{FF2B5EF4-FFF2-40B4-BE49-F238E27FC236}">
                    <a16:creationId xmlns:a16="http://schemas.microsoft.com/office/drawing/2014/main" id="{19DACA34-D069-F9D5-011F-67DDADE94249}"/>
                  </a:ext>
                </a:extLst>
              </p:cNvPr>
              <p:cNvSpPr/>
              <p:nvPr/>
            </p:nvSpPr>
            <p:spPr>
              <a:xfrm>
                <a:off x="2247516" y="4551920"/>
                <a:ext cx="36869" cy="73700"/>
              </a:xfrm>
              <a:custGeom>
                <a:avLst/>
                <a:gdLst/>
                <a:ahLst/>
                <a:cxnLst/>
                <a:rect l="l" t="t" r="r" b="b"/>
                <a:pathLst>
                  <a:path w="1002" h="2003" extrusionOk="0">
                    <a:moveTo>
                      <a:pt x="0" y="1"/>
                    </a:moveTo>
                    <a:lnTo>
                      <a:pt x="0" y="1002"/>
                    </a:lnTo>
                    <a:lnTo>
                      <a:pt x="0" y="2002"/>
                    </a:lnTo>
                    <a:lnTo>
                      <a:pt x="1001" y="2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9">
                <a:extLst>
                  <a:ext uri="{FF2B5EF4-FFF2-40B4-BE49-F238E27FC236}">
                    <a16:creationId xmlns:a16="http://schemas.microsoft.com/office/drawing/2014/main" id="{EE5E0A31-C269-F3A1-3F43-DFA33D655963}"/>
                  </a:ext>
                </a:extLst>
              </p:cNvPr>
              <p:cNvSpPr/>
              <p:nvPr/>
            </p:nvSpPr>
            <p:spPr>
              <a:xfrm>
                <a:off x="2210684" y="4625584"/>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9">
                <a:extLst>
                  <a:ext uri="{FF2B5EF4-FFF2-40B4-BE49-F238E27FC236}">
                    <a16:creationId xmlns:a16="http://schemas.microsoft.com/office/drawing/2014/main" id="{A27FC92F-0DCF-FDBA-0E1C-1FF79AE2BCF8}"/>
                  </a:ext>
                </a:extLst>
              </p:cNvPr>
              <p:cNvSpPr/>
              <p:nvPr/>
            </p:nvSpPr>
            <p:spPr>
              <a:xfrm>
                <a:off x="2173889" y="4662415"/>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9">
                <a:extLst>
                  <a:ext uri="{FF2B5EF4-FFF2-40B4-BE49-F238E27FC236}">
                    <a16:creationId xmlns:a16="http://schemas.microsoft.com/office/drawing/2014/main" id="{9076A42C-5565-CFAB-415F-FA22C6DA681F}"/>
                  </a:ext>
                </a:extLst>
              </p:cNvPr>
              <p:cNvSpPr/>
              <p:nvPr/>
            </p:nvSpPr>
            <p:spPr>
              <a:xfrm>
                <a:off x="2321143" y="4736042"/>
                <a:ext cx="36869" cy="36869"/>
              </a:xfrm>
              <a:custGeom>
                <a:avLst/>
                <a:gdLst/>
                <a:ahLst/>
                <a:cxnLst/>
                <a:rect l="l" t="t" r="r" b="b"/>
                <a:pathLst>
                  <a:path w="1002" h="1002" extrusionOk="0">
                    <a:moveTo>
                      <a:pt x="1" y="1"/>
                    </a:moveTo>
                    <a:lnTo>
                      <a:pt x="1" y="1001"/>
                    </a:lnTo>
                    <a:lnTo>
                      <a:pt x="1002" y="1001"/>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9">
                <a:extLst>
                  <a:ext uri="{FF2B5EF4-FFF2-40B4-BE49-F238E27FC236}">
                    <a16:creationId xmlns:a16="http://schemas.microsoft.com/office/drawing/2014/main" id="{17447191-6622-2083-317C-52816B4853E7}"/>
                  </a:ext>
                </a:extLst>
              </p:cNvPr>
              <p:cNvSpPr/>
              <p:nvPr/>
            </p:nvSpPr>
            <p:spPr>
              <a:xfrm>
                <a:off x="2247516" y="4736042"/>
                <a:ext cx="36869" cy="36869"/>
              </a:xfrm>
              <a:custGeom>
                <a:avLst/>
                <a:gdLst/>
                <a:ahLst/>
                <a:cxnLst/>
                <a:rect l="l" t="t" r="r" b="b"/>
                <a:pathLst>
                  <a:path w="1002"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39">
                <a:extLst>
                  <a:ext uri="{FF2B5EF4-FFF2-40B4-BE49-F238E27FC236}">
                    <a16:creationId xmlns:a16="http://schemas.microsoft.com/office/drawing/2014/main" id="{8F947266-BB8F-078E-4586-35B818C40CD9}"/>
                  </a:ext>
                </a:extLst>
              </p:cNvPr>
              <p:cNvSpPr/>
              <p:nvPr/>
            </p:nvSpPr>
            <p:spPr>
              <a:xfrm>
                <a:off x="2284348" y="4699210"/>
                <a:ext cx="36832" cy="36869"/>
              </a:xfrm>
              <a:custGeom>
                <a:avLst/>
                <a:gdLst/>
                <a:ahLst/>
                <a:cxnLst/>
                <a:rect l="l" t="t" r="r" b="b"/>
                <a:pathLst>
                  <a:path w="1001" h="1002" extrusionOk="0">
                    <a:moveTo>
                      <a:pt x="0" y="1"/>
                    </a:moveTo>
                    <a:lnTo>
                      <a:pt x="0"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9">
                <a:extLst>
                  <a:ext uri="{FF2B5EF4-FFF2-40B4-BE49-F238E27FC236}">
                    <a16:creationId xmlns:a16="http://schemas.microsoft.com/office/drawing/2014/main" id="{DCBF52DA-DC8E-CB1B-9382-CA5115F07986}"/>
                  </a:ext>
                </a:extLst>
              </p:cNvPr>
              <p:cNvSpPr/>
              <p:nvPr/>
            </p:nvSpPr>
            <p:spPr>
              <a:xfrm>
                <a:off x="2099011" y="4329790"/>
                <a:ext cx="407505" cy="147327"/>
              </a:xfrm>
              <a:custGeom>
                <a:avLst/>
                <a:gdLst/>
                <a:ahLst/>
                <a:cxnLst/>
                <a:rect l="l" t="t" r="r" b="b"/>
                <a:pathLst>
                  <a:path w="11075" h="4004" extrusionOk="0">
                    <a:moveTo>
                      <a:pt x="0" y="0"/>
                    </a:moveTo>
                    <a:lnTo>
                      <a:pt x="0" y="1001"/>
                    </a:lnTo>
                    <a:lnTo>
                      <a:pt x="1001" y="1001"/>
                    </a:lnTo>
                    <a:lnTo>
                      <a:pt x="1001" y="2002"/>
                    </a:lnTo>
                    <a:lnTo>
                      <a:pt x="1001" y="3002"/>
                    </a:lnTo>
                    <a:lnTo>
                      <a:pt x="1001" y="4003"/>
                    </a:lnTo>
                    <a:lnTo>
                      <a:pt x="2035" y="4003"/>
                    </a:lnTo>
                    <a:lnTo>
                      <a:pt x="2035" y="3002"/>
                    </a:lnTo>
                    <a:lnTo>
                      <a:pt x="2035" y="2002"/>
                    </a:lnTo>
                    <a:lnTo>
                      <a:pt x="2035" y="1001"/>
                    </a:lnTo>
                    <a:lnTo>
                      <a:pt x="9040" y="1001"/>
                    </a:lnTo>
                    <a:lnTo>
                      <a:pt x="9040" y="2002"/>
                    </a:lnTo>
                    <a:lnTo>
                      <a:pt x="9040" y="3002"/>
                    </a:lnTo>
                    <a:lnTo>
                      <a:pt x="9040" y="4003"/>
                    </a:lnTo>
                    <a:lnTo>
                      <a:pt x="10074" y="4003"/>
                    </a:lnTo>
                    <a:lnTo>
                      <a:pt x="10074" y="3002"/>
                    </a:lnTo>
                    <a:lnTo>
                      <a:pt x="10074" y="2002"/>
                    </a:lnTo>
                    <a:lnTo>
                      <a:pt x="10074" y="1001"/>
                    </a:lnTo>
                    <a:lnTo>
                      <a:pt x="11075" y="1001"/>
                    </a:lnTo>
                    <a:lnTo>
                      <a:pt x="110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9">
                <a:extLst>
                  <a:ext uri="{FF2B5EF4-FFF2-40B4-BE49-F238E27FC236}">
                    <a16:creationId xmlns:a16="http://schemas.microsoft.com/office/drawing/2014/main" id="{89B831BA-A753-703C-B850-236CCDE037EA}"/>
                  </a:ext>
                </a:extLst>
              </p:cNvPr>
              <p:cNvSpPr/>
              <p:nvPr/>
            </p:nvSpPr>
            <p:spPr>
              <a:xfrm>
                <a:off x="2357974" y="4477080"/>
                <a:ext cx="73700" cy="74878"/>
              </a:xfrm>
              <a:custGeom>
                <a:avLst/>
                <a:gdLst/>
                <a:ahLst/>
                <a:cxnLst/>
                <a:rect l="l" t="t" r="r" b="b"/>
                <a:pathLst>
                  <a:path w="2003" h="2035" extrusionOk="0">
                    <a:moveTo>
                      <a:pt x="1001" y="0"/>
                    </a:moveTo>
                    <a:lnTo>
                      <a:pt x="1001" y="1034"/>
                    </a:lnTo>
                    <a:lnTo>
                      <a:pt x="2002" y="1034"/>
                    </a:lnTo>
                    <a:lnTo>
                      <a:pt x="2002" y="0"/>
                    </a:lnTo>
                    <a:close/>
                    <a:moveTo>
                      <a:pt x="1" y="1034"/>
                    </a:moveTo>
                    <a:lnTo>
                      <a:pt x="1" y="2035"/>
                    </a:lnTo>
                    <a:lnTo>
                      <a:pt x="1001" y="2035"/>
                    </a:lnTo>
                    <a:lnTo>
                      <a:pt x="1001" y="103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9">
                <a:extLst>
                  <a:ext uri="{FF2B5EF4-FFF2-40B4-BE49-F238E27FC236}">
                    <a16:creationId xmlns:a16="http://schemas.microsoft.com/office/drawing/2014/main" id="{222A00DD-0647-BCB5-B6CB-93CF6C4E0F3C}"/>
                  </a:ext>
                </a:extLst>
              </p:cNvPr>
              <p:cNvSpPr/>
              <p:nvPr/>
            </p:nvSpPr>
            <p:spPr>
              <a:xfrm>
                <a:off x="2321143" y="4551920"/>
                <a:ext cx="36869" cy="73700"/>
              </a:xfrm>
              <a:custGeom>
                <a:avLst/>
                <a:gdLst/>
                <a:ahLst/>
                <a:cxnLst/>
                <a:rect l="l" t="t" r="r" b="b"/>
                <a:pathLst>
                  <a:path w="1002" h="2003" extrusionOk="0">
                    <a:moveTo>
                      <a:pt x="1" y="1"/>
                    </a:moveTo>
                    <a:lnTo>
                      <a:pt x="1" y="1002"/>
                    </a:lnTo>
                    <a:lnTo>
                      <a:pt x="1" y="2002"/>
                    </a:lnTo>
                    <a:lnTo>
                      <a:pt x="1002" y="2002"/>
                    </a:lnTo>
                    <a:lnTo>
                      <a:pt x="1002" y="1002"/>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9">
                <a:extLst>
                  <a:ext uri="{FF2B5EF4-FFF2-40B4-BE49-F238E27FC236}">
                    <a16:creationId xmlns:a16="http://schemas.microsoft.com/office/drawing/2014/main" id="{F8BA775E-38A5-FFCF-639D-907ED5FC6BB5}"/>
                  </a:ext>
                </a:extLst>
              </p:cNvPr>
              <p:cNvSpPr/>
              <p:nvPr/>
            </p:nvSpPr>
            <p:spPr>
              <a:xfrm>
                <a:off x="2357974" y="4625584"/>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9">
                <a:extLst>
                  <a:ext uri="{FF2B5EF4-FFF2-40B4-BE49-F238E27FC236}">
                    <a16:creationId xmlns:a16="http://schemas.microsoft.com/office/drawing/2014/main" id="{CCFC9F29-CFF9-54A1-B05C-4C6C4892AE6C}"/>
                  </a:ext>
                </a:extLst>
              </p:cNvPr>
              <p:cNvSpPr/>
              <p:nvPr/>
            </p:nvSpPr>
            <p:spPr>
              <a:xfrm>
                <a:off x="2394806" y="4662415"/>
                <a:ext cx="36869" cy="36832"/>
              </a:xfrm>
              <a:custGeom>
                <a:avLst/>
                <a:gdLst/>
                <a:ahLst/>
                <a:cxnLst/>
                <a:rect l="l" t="t" r="r" b="b"/>
                <a:pathLst>
                  <a:path w="1002"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9">
                <a:extLst>
                  <a:ext uri="{FF2B5EF4-FFF2-40B4-BE49-F238E27FC236}">
                    <a16:creationId xmlns:a16="http://schemas.microsoft.com/office/drawing/2014/main" id="{D6D08FF9-F77F-E1F2-021F-CCA0706E8AAF}"/>
                  </a:ext>
                </a:extLst>
              </p:cNvPr>
              <p:cNvSpPr/>
              <p:nvPr/>
            </p:nvSpPr>
            <p:spPr>
              <a:xfrm>
                <a:off x="2099011" y="4699210"/>
                <a:ext cx="407505" cy="148578"/>
              </a:xfrm>
              <a:custGeom>
                <a:avLst/>
                <a:gdLst/>
                <a:ahLst/>
                <a:cxnLst/>
                <a:rect l="l" t="t" r="r" b="b"/>
                <a:pathLst>
                  <a:path w="11075" h="4038" extrusionOk="0">
                    <a:moveTo>
                      <a:pt x="1001" y="1"/>
                    </a:moveTo>
                    <a:lnTo>
                      <a:pt x="1001" y="1002"/>
                    </a:lnTo>
                    <a:lnTo>
                      <a:pt x="1001" y="2002"/>
                    </a:lnTo>
                    <a:lnTo>
                      <a:pt x="1001" y="3036"/>
                    </a:lnTo>
                    <a:lnTo>
                      <a:pt x="0" y="3036"/>
                    </a:lnTo>
                    <a:lnTo>
                      <a:pt x="0" y="4037"/>
                    </a:lnTo>
                    <a:lnTo>
                      <a:pt x="11075" y="4037"/>
                    </a:lnTo>
                    <a:lnTo>
                      <a:pt x="11075" y="3036"/>
                    </a:lnTo>
                    <a:lnTo>
                      <a:pt x="10074" y="3036"/>
                    </a:lnTo>
                    <a:lnTo>
                      <a:pt x="10074" y="2002"/>
                    </a:lnTo>
                    <a:lnTo>
                      <a:pt x="10074" y="1002"/>
                    </a:lnTo>
                    <a:lnTo>
                      <a:pt x="10074" y="1"/>
                    </a:lnTo>
                    <a:lnTo>
                      <a:pt x="9040" y="1"/>
                    </a:lnTo>
                    <a:lnTo>
                      <a:pt x="9040" y="1002"/>
                    </a:lnTo>
                    <a:lnTo>
                      <a:pt x="9040" y="2002"/>
                    </a:lnTo>
                    <a:lnTo>
                      <a:pt x="9040" y="3036"/>
                    </a:lnTo>
                    <a:lnTo>
                      <a:pt x="8039" y="3036"/>
                    </a:lnTo>
                    <a:lnTo>
                      <a:pt x="8039" y="2002"/>
                    </a:lnTo>
                    <a:lnTo>
                      <a:pt x="7039" y="2002"/>
                    </a:lnTo>
                    <a:lnTo>
                      <a:pt x="7039" y="3036"/>
                    </a:lnTo>
                    <a:lnTo>
                      <a:pt x="6038" y="3036"/>
                    </a:lnTo>
                    <a:lnTo>
                      <a:pt x="6038" y="2002"/>
                    </a:lnTo>
                    <a:lnTo>
                      <a:pt x="5037" y="2002"/>
                    </a:lnTo>
                    <a:lnTo>
                      <a:pt x="5037" y="3036"/>
                    </a:lnTo>
                    <a:lnTo>
                      <a:pt x="4036" y="3036"/>
                    </a:lnTo>
                    <a:lnTo>
                      <a:pt x="4036" y="2002"/>
                    </a:lnTo>
                    <a:lnTo>
                      <a:pt x="3036" y="2002"/>
                    </a:lnTo>
                    <a:lnTo>
                      <a:pt x="3036" y="3036"/>
                    </a:lnTo>
                    <a:lnTo>
                      <a:pt x="2035" y="3036"/>
                    </a:lnTo>
                    <a:lnTo>
                      <a:pt x="2035" y="2002"/>
                    </a:lnTo>
                    <a:lnTo>
                      <a:pt x="2035" y="1002"/>
                    </a:lnTo>
                    <a:lnTo>
                      <a:pt x="20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1229407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43">
          <a:extLst>
            <a:ext uri="{FF2B5EF4-FFF2-40B4-BE49-F238E27FC236}">
              <a16:creationId xmlns:a16="http://schemas.microsoft.com/office/drawing/2014/main" id="{D99E152A-2212-E3F6-C677-A09FF7E7D54C}"/>
            </a:ext>
          </a:extLst>
        </p:cNvPr>
        <p:cNvGrpSpPr/>
        <p:nvPr/>
      </p:nvGrpSpPr>
      <p:grpSpPr>
        <a:xfrm>
          <a:off x="0" y="0"/>
          <a:ext cx="0" cy="0"/>
          <a:chOff x="0" y="0"/>
          <a:chExt cx="0" cy="0"/>
        </a:xfrm>
      </p:grpSpPr>
      <p:sp>
        <p:nvSpPr>
          <p:cNvPr id="744" name="Google Shape;744;p39">
            <a:extLst>
              <a:ext uri="{FF2B5EF4-FFF2-40B4-BE49-F238E27FC236}">
                <a16:creationId xmlns:a16="http://schemas.microsoft.com/office/drawing/2014/main" id="{4C355163-2DE9-F792-1530-9F68402DFD74}"/>
              </a:ext>
            </a:extLst>
          </p:cNvPr>
          <p:cNvSpPr txBox="1">
            <a:spLocks noGrp="1"/>
          </p:cNvSpPr>
          <p:nvPr>
            <p:ph type="title"/>
          </p:nvPr>
        </p:nvSpPr>
        <p:spPr>
          <a:xfrm>
            <a:off x="715100" y="568622"/>
            <a:ext cx="4661100" cy="648600"/>
          </a:xfrm>
          <a:prstGeom prst="rect">
            <a:avLst/>
          </a:prstGeom>
        </p:spPr>
        <p:txBody>
          <a:bodyPr spcFirstLastPara="1" wrap="square" lIns="91425" tIns="91425" rIns="91425" bIns="91425" anchor="ctr" anchorCtr="0">
            <a:noAutofit/>
          </a:bodyPr>
          <a:lstStyle/>
          <a:p>
            <a:pPr lvl="0"/>
            <a:r>
              <a:rPr lang="fr-FR" dirty="0"/>
              <a:t>Objectifs</a:t>
            </a:r>
            <a:endParaRPr dirty="0"/>
          </a:p>
        </p:txBody>
      </p:sp>
      <p:sp>
        <p:nvSpPr>
          <p:cNvPr id="745" name="Google Shape;745;p39">
            <a:extLst>
              <a:ext uri="{FF2B5EF4-FFF2-40B4-BE49-F238E27FC236}">
                <a16:creationId xmlns:a16="http://schemas.microsoft.com/office/drawing/2014/main" id="{6BB2D59D-5E87-C25D-920E-0FF96E8B98CA}"/>
              </a:ext>
            </a:extLst>
          </p:cNvPr>
          <p:cNvSpPr txBox="1">
            <a:spLocks noGrp="1"/>
          </p:cNvSpPr>
          <p:nvPr>
            <p:ph type="subTitle" idx="1"/>
          </p:nvPr>
        </p:nvSpPr>
        <p:spPr>
          <a:xfrm>
            <a:off x="715100" y="1484555"/>
            <a:ext cx="6847526" cy="2682194"/>
          </a:xfrm>
          <a:prstGeom prst="rect">
            <a:avLst/>
          </a:prstGeom>
        </p:spPr>
        <p:txBody>
          <a:bodyPr spcFirstLastPara="1" wrap="square" lIns="91425" tIns="91425" rIns="91425" bIns="91425" anchor="ctr" anchorCtr="0">
            <a:noAutofit/>
          </a:bodyPr>
          <a:lstStyle/>
          <a:p>
            <a:pPr marL="0" lvl="0" indent="0"/>
            <a:r>
              <a:rPr lang="fr-FR" dirty="0"/>
              <a:t>L’objectif principal du Data Mining est de </a:t>
            </a:r>
            <a:r>
              <a:rPr lang="fr-FR" b="1" dirty="0"/>
              <a:t>transformer la masse de données disponibles en informations utiles et en connaissances exploitables</a:t>
            </a:r>
            <a:r>
              <a:rPr lang="fr-FR" dirty="0"/>
              <a:t>. Il ne s’agit pas seulement de stocker ou d’organiser les données, mais d’en extraire de la valeur pour orienter les décisions.</a:t>
            </a:r>
            <a:endParaRPr dirty="0"/>
          </a:p>
        </p:txBody>
      </p:sp>
      <p:grpSp>
        <p:nvGrpSpPr>
          <p:cNvPr id="746" name="Google Shape;746;p39">
            <a:extLst>
              <a:ext uri="{FF2B5EF4-FFF2-40B4-BE49-F238E27FC236}">
                <a16:creationId xmlns:a16="http://schemas.microsoft.com/office/drawing/2014/main" id="{4DB5A729-5F58-D8E3-96F2-E7742C545C1B}"/>
              </a:ext>
            </a:extLst>
          </p:cNvPr>
          <p:cNvGrpSpPr/>
          <p:nvPr/>
        </p:nvGrpSpPr>
        <p:grpSpPr>
          <a:xfrm>
            <a:off x="7705847" y="4010466"/>
            <a:ext cx="723042" cy="598023"/>
            <a:chOff x="1654675" y="4256126"/>
            <a:chExt cx="851841" cy="704551"/>
          </a:xfrm>
        </p:grpSpPr>
        <p:grpSp>
          <p:nvGrpSpPr>
            <p:cNvPr id="747" name="Google Shape;747;p39">
              <a:extLst>
                <a:ext uri="{FF2B5EF4-FFF2-40B4-BE49-F238E27FC236}">
                  <a16:creationId xmlns:a16="http://schemas.microsoft.com/office/drawing/2014/main" id="{21A4C84D-CC9F-86E9-7FAB-8244923CDE62}"/>
                </a:ext>
              </a:extLst>
            </p:cNvPr>
            <p:cNvGrpSpPr/>
            <p:nvPr/>
          </p:nvGrpSpPr>
          <p:grpSpPr>
            <a:xfrm>
              <a:off x="1654675" y="4256126"/>
              <a:ext cx="445587" cy="704551"/>
              <a:chOff x="1654675" y="4256126"/>
              <a:chExt cx="445587" cy="704551"/>
            </a:xfrm>
          </p:grpSpPr>
          <p:sp>
            <p:nvSpPr>
              <p:cNvPr id="748" name="Google Shape;748;p39">
                <a:extLst>
                  <a:ext uri="{FF2B5EF4-FFF2-40B4-BE49-F238E27FC236}">
                    <a16:creationId xmlns:a16="http://schemas.microsoft.com/office/drawing/2014/main" id="{8D519AB1-D5BB-EAF2-0308-C4F2CB986CAE}"/>
                  </a:ext>
                </a:extLst>
              </p:cNvPr>
              <p:cNvSpPr/>
              <p:nvPr/>
            </p:nvSpPr>
            <p:spPr>
              <a:xfrm>
                <a:off x="1655926" y="4257377"/>
                <a:ext cx="440657" cy="703300"/>
              </a:xfrm>
              <a:custGeom>
                <a:avLst/>
                <a:gdLst/>
                <a:ahLst/>
                <a:cxnLst/>
                <a:rect l="l" t="t" r="r" b="b"/>
                <a:pathLst>
                  <a:path w="11976" h="19114" extrusionOk="0">
                    <a:moveTo>
                      <a:pt x="0" y="0"/>
                    </a:moveTo>
                    <a:lnTo>
                      <a:pt x="0" y="17112"/>
                    </a:lnTo>
                    <a:lnTo>
                      <a:pt x="2002" y="17112"/>
                    </a:lnTo>
                    <a:lnTo>
                      <a:pt x="2002" y="16112"/>
                    </a:lnTo>
                    <a:lnTo>
                      <a:pt x="3002" y="16112"/>
                    </a:lnTo>
                    <a:lnTo>
                      <a:pt x="3002" y="15111"/>
                    </a:lnTo>
                    <a:lnTo>
                      <a:pt x="4003" y="15111"/>
                    </a:lnTo>
                    <a:lnTo>
                      <a:pt x="4003" y="14110"/>
                    </a:lnTo>
                    <a:lnTo>
                      <a:pt x="4971" y="14110"/>
                    </a:lnTo>
                    <a:lnTo>
                      <a:pt x="4971" y="16112"/>
                    </a:lnTo>
                    <a:lnTo>
                      <a:pt x="5971" y="16112"/>
                    </a:lnTo>
                    <a:lnTo>
                      <a:pt x="5971" y="18113"/>
                    </a:lnTo>
                    <a:lnTo>
                      <a:pt x="6972" y="18113"/>
                    </a:lnTo>
                    <a:lnTo>
                      <a:pt x="6972" y="19114"/>
                    </a:lnTo>
                    <a:lnTo>
                      <a:pt x="8973" y="19114"/>
                    </a:lnTo>
                    <a:lnTo>
                      <a:pt x="8973" y="18113"/>
                    </a:lnTo>
                    <a:lnTo>
                      <a:pt x="9974" y="18113"/>
                    </a:lnTo>
                    <a:lnTo>
                      <a:pt x="9974" y="16112"/>
                    </a:lnTo>
                    <a:lnTo>
                      <a:pt x="8973" y="16112"/>
                    </a:lnTo>
                    <a:lnTo>
                      <a:pt x="8973" y="14110"/>
                    </a:lnTo>
                    <a:lnTo>
                      <a:pt x="7973" y="14110"/>
                    </a:lnTo>
                    <a:lnTo>
                      <a:pt x="7973" y="13110"/>
                    </a:lnTo>
                    <a:lnTo>
                      <a:pt x="11976" y="13110"/>
                    </a:lnTo>
                    <a:lnTo>
                      <a:pt x="11976" y="12009"/>
                    </a:lnTo>
                    <a:lnTo>
                      <a:pt x="11976" y="11008"/>
                    </a:lnTo>
                    <a:lnTo>
                      <a:pt x="11042" y="11008"/>
                    </a:lnTo>
                    <a:lnTo>
                      <a:pt x="11042" y="10007"/>
                    </a:lnTo>
                    <a:lnTo>
                      <a:pt x="10041" y="10007"/>
                    </a:lnTo>
                    <a:lnTo>
                      <a:pt x="10041" y="9007"/>
                    </a:lnTo>
                    <a:lnTo>
                      <a:pt x="9040" y="9007"/>
                    </a:lnTo>
                    <a:lnTo>
                      <a:pt x="9040" y="8006"/>
                    </a:lnTo>
                    <a:lnTo>
                      <a:pt x="8039" y="8006"/>
                    </a:lnTo>
                    <a:lnTo>
                      <a:pt x="8039" y="7005"/>
                    </a:lnTo>
                    <a:lnTo>
                      <a:pt x="7039" y="7005"/>
                    </a:lnTo>
                    <a:lnTo>
                      <a:pt x="7039" y="6005"/>
                    </a:lnTo>
                    <a:lnTo>
                      <a:pt x="6038" y="6005"/>
                    </a:lnTo>
                    <a:lnTo>
                      <a:pt x="6038" y="5004"/>
                    </a:lnTo>
                    <a:lnTo>
                      <a:pt x="5037" y="5004"/>
                    </a:lnTo>
                    <a:lnTo>
                      <a:pt x="5037" y="4003"/>
                    </a:lnTo>
                    <a:lnTo>
                      <a:pt x="4037" y="4003"/>
                    </a:lnTo>
                    <a:lnTo>
                      <a:pt x="4037" y="3002"/>
                    </a:lnTo>
                    <a:lnTo>
                      <a:pt x="3036" y="3002"/>
                    </a:lnTo>
                    <a:lnTo>
                      <a:pt x="3036" y="2002"/>
                    </a:lnTo>
                    <a:lnTo>
                      <a:pt x="2035" y="2002"/>
                    </a:lnTo>
                    <a:lnTo>
                      <a:pt x="2035" y="1001"/>
                    </a:lnTo>
                    <a:lnTo>
                      <a:pt x="1001" y="1001"/>
                    </a:lnTo>
                    <a:lnTo>
                      <a:pt x="100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9">
                <a:extLst>
                  <a:ext uri="{FF2B5EF4-FFF2-40B4-BE49-F238E27FC236}">
                    <a16:creationId xmlns:a16="http://schemas.microsoft.com/office/drawing/2014/main" id="{AA494EBA-D75C-CAC1-FE77-4CD32A796E7F}"/>
                  </a:ext>
                </a:extLst>
              </p:cNvPr>
              <p:cNvSpPr/>
              <p:nvPr/>
            </p:nvSpPr>
            <p:spPr>
              <a:xfrm>
                <a:off x="1654675" y="4256126"/>
                <a:ext cx="36869" cy="628459"/>
              </a:xfrm>
              <a:custGeom>
                <a:avLst/>
                <a:gdLst/>
                <a:ahLst/>
                <a:cxnLst/>
                <a:rect l="l" t="t" r="r" b="b"/>
                <a:pathLst>
                  <a:path w="1002" h="17080" extrusionOk="0">
                    <a:moveTo>
                      <a:pt x="1" y="1"/>
                    </a:moveTo>
                    <a:lnTo>
                      <a:pt x="1" y="17080"/>
                    </a:lnTo>
                    <a:lnTo>
                      <a:pt x="1002" y="17080"/>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9">
                <a:extLst>
                  <a:ext uri="{FF2B5EF4-FFF2-40B4-BE49-F238E27FC236}">
                    <a16:creationId xmlns:a16="http://schemas.microsoft.com/office/drawing/2014/main" id="{8CE2405C-608E-75C5-B7DA-1D7ADC70C6D2}"/>
                  </a:ext>
                </a:extLst>
              </p:cNvPr>
              <p:cNvSpPr/>
              <p:nvPr/>
            </p:nvSpPr>
            <p:spPr>
              <a:xfrm>
                <a:off x="1692758" y="4292958"/>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9">
                <a:extLst>
                  <a:ext uri="{FF2B5EF4-FFF2-40B4-BE49-F238E27FC236}">
                    <a16:creationId xmlns:a16="http://schemas.microsoft.com/office/drawing/2014/main" id="{36DC6378-DF57-09E2-C109-8F5DFAA70BD4}"/>
                  </a:ext>
                </a:extLst>
              </p:cNvPr>
              <p:cNvSpPr/>
              <p:nvPr/>
            </p:nvSpPr>
            <p:spPr>
              <a:xfrm>
                <a:off x="1729553" y="4329790"/>
                <a:ext cx="36869" cy="36832"/>
              </a:xfrm>
              <a:custGeom>
                <a:avLst/>
                <a:gdLst/>
                <a:ahLst/>
                <a:cxnLst/>
                <a:rect l="l" t="t" r="r" b="b"/>
                <a:pathLst>
                  <a:path w="1002" h="1001"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9">
                <a:extLst>
                  <a:ext uri="{FF2B5EF4-FFF2-40B4-BE49-F238E27FC236}">
                    <a16:creationId xmlns:a16="http://schemas.microsoft.com/office/drawing/2014/main" id="{1737AA0C-B202-AB4B-BBA2-13D193249BD7}"/>
                  </a:ext>
                </a:extLst>
              </p:cNvPr>
              <p:cNvSpPr/>
              <p:nvPr/>
            </p:nvSpPr>
            <p:spPr>
              <a:xfrm>
                <a:off x="1765170" y="4366621"/>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9">
                <a:extLst>
                  <a:ext uri="{FF2B5EF4-FFF2-40B4-BE49-F238E27FC236}">
                    <a16:creationId xmlns:a16="http://schemas.microsoft.com/office/drawing/2014/main" id="{1AD15046-D588-8229-1487-C1AC7024EA61}"/>
                  </a:ext>
                </a:extLst>
              </p:cNvPr>
              <p:cNvSpPr/>
              <p:nvPr/>
            </p:nvSpPr>
            <p:spPr>
              <a:xfrm>
                <a:off x="1803216" y="4403416"/>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9">
                <a:extLst>
                  <a:ext uri="{FF2B5EF4-FFF2-40B4-BE49-F238E27FC236}">
                    <a16:creationId xmlns:a16="http://schemas.microsoft.com/office/drawing/2014/main" id="{6DD370AD-C882-6D32-0A7D-EF9DA31A59C6}"/>
                  </a:ext>
                </a:extLst>
              </p:cNvPr>
              <p:cNvSpPr/>
              <p:nvPr/>
            </p:nvSpPr>
            <p:spPr>
              <a:xfrm>
                <a:off x="1841262" y="4440248"/>
                <a:ext cx="36832" cy="36869"/>
              </a:xfrm>
              <a:custGeom>
                <a:avLst/>
                <a:gdLst/>
                <a:ahLst/>
                <a:cxnLst/>
                <a:rect l="l" t="t" r="r" b="b"/>
                <a:pathLst>
                  <a:path w="1001" h="1002"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9">
                <a:extLst>
                  <a:ext uri="{FF2B5EF4-FFF2-40B4-BE49-F238E27FC236}">
                    <a16:creationId xmlns:a16="http://schemas.microsoft.com/office/drawing/2014/main" id="{00FD6824-E704-99C8-A53D-C0C9451FF5AD}"/>
                  </a:ext>
                </a:extLst>
              </p:cNvPr>
              <p:cNvSpPr/>
              <p:nvPr/>
            </p:nvSpPr>
            <p:spPr>
              <a:xfrm>
                <a:off x="1878057" y="4477080"/>
                <a:ext cx="36869" cy="36832"/>
              </a:xfrm>
              <a:custGeom>
                <a:avLst/>
                <a:gdLst/>
                <a:ahLst/>
                <a:cxnLst/>
                <a:rect l="l" t="t" r="r" b="b"/>
                <a:pathLst>
                  <a:path w="1002" h="1001"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9">
                <a:extLst>
                  <a:ext uri="{FF2B5EF4-FFF2-40B4-BE49-F238E27FC236}">
                    <a16:creationId xmlns:a16="http://schemas.microsoft.com/office/drawing/2014/main" id="{56CF879E-A25B-1468-E922-4961A58E5167}"/>
                  </a:ext>
                </a:extLst>
              </p:cNvPr>
              <p:cNvSpPr/>
              <p:nvPr/>
            </p:nvSpPr>
            <p:spPr>
              <a:xfrm>
                <a:off x="1914889" y="4515125"/>
                <a:ext cx="36869" cy="36832"/>
              </a:xfrm>
              <a:custGeom>
                <a:avLst/>
                <a:gdLst/>
                <a:ahLst/>
                <a:cxnLst/>
                <a:rect l="l" t="t" r="r" b="b"/>
                <a:pathLst>
                  <a:path w="1002" h="1001"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9">
                <a:extLst>
                  <a:ext uri="{FF2B5EF4-FFF2-40B4-BE49-F238E27FC236}">
                    <a16:creationId xmlns:a16="http://schemas.microsoft.com/office/drawing/2014/main" id="{8EC83BF6-C80E-AB71-87D8-8E906173E1AD}"/>
                  </a:ext>
                </a:extLst>
              </p:cNvPr>
              <p:cNvSpPr/>
              <p:nvPr/>
            </p:nvSpPr>
            <p:spPr>
              <a:xfrm>
                <a:off x="1951721" y="4551920"/>
                <a:ext cx="36869" cy="36869"/>
              </a:xfrm>
              <a:custGeom>
                <a:avLst/>
                <a:gdLst/>
                <a:ahLst/>
                <a:cxnLst/>
                <a:rect l="l" t="t" r="r" b="b"/>
                <a:pathLst>
                  <a:path w="1002" h="1002" extrusionOk="0">
                    <a:moveTo>
                      <a:pt x="0" y="1"/>
                    </a:moveTo>
                    <a:lnTo>
                      <a:pt x="0"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9">
                <a:extLst>
                  <a:ext uri="{FF2B5EF4-FFF2-40B4-BE49-F238E27FC236}">
                    <a16:creationId xmlns:a16="http://schemas.microsoft.com/office/drawing/2014/main" id="{CA49C673-56DC-F976-A6AE-35D7E1E95048}"/>
                  </a:ext>
                </a:extLst>
              </p:cNvPr>
              <p:cNvSpPr/>
              <p:nvPr/>
            </p:nvSpPr>
            <p:spPr>
              <a:xfrm>
                <a:off x="1988553" y="4588752"/>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9">
                <a:extLst>
                  <a:ext uri="{FF2B5EF4-FFF2-40B4-BE49-F238E27FC236}">
                    <a16:creationId xmlns:a16="http://schemas.microsoft.com/office/drawing/2014/main" id="{1EC01045-AA58-B626-EC2C-385C1519E961}"/>
                  </a:ext>
                </a:extLst>
              </p:cNvPr>
              <p:cNvSpPr/>
              <p:nvPr/>
            </p:nvSpPr>
            <p:spPr>
              <a:xfrm>
                <a:off x="2025348" y="4625584"/>
                <a:ext cx="36869" cy="36869"/>
              </a:xfrm>
              <a:custGeom>
                <a:avLst/>
                <a:gdLst/>
                <a:ahLst/>
                <a:cxnLst/>
                <a:rect l="l" t="t" r="r" b="b"/>
                <a:pathLst>
                  <a:path w="1002" h="1002"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9">
                <a:extLst>
                  <a:ext uri="{FF2B5EF4-FFF2-40B4-BE49-F238E27FC236}">
                    <a16:creationId xmlns:a16="http://schemas.microsoft.com/office/drawing/2014/main" id="{444BC8A7-64EC-146E-965F-45744A37DF66}"/>
                  </a:ext>
                </a:extLst>
              </p:cNvPr>
              <p:cNvSpPr/>
              <p:nvPr/>
            </p:nvSpPr>
            <p:spPr>
              <a:xfrm>
                <a:off x="2062179" y="4662415"/>
                <a:ext cx="36869" cy="36832"/>
              </a:xfrm>
              <a:custGeom>
                <a:avLst/>
                <a:gdLst/>
                <a:ahLst/>
                <a:cxnLst/>
                <a:rect l="l" t="t" r="r" b="b"/>
                <a:pathLst>
                  <a:path w="1002" h="1001" extrusionOk="0">
                    <a:moveTo>
                      <a:pt x="1" y="0"/>
                    </a:moveTo>
                    <a:lnTo>
                      <a:pt x="1" y="1001"/>
                    </a:lnTo>
                    <a:lnTo>
                      <a:pt x="1001" y="1001"/>
                    </a:lnTo>
                    <a:lnTo>
                      <a:pt x="100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9">
                <a:extLst>
                  <a:ext uri="{FF2B5EF4-FFF2-40B4-BE49-F238E27FC236}">
                    <a16:creationId xmlns:a16="http://schemas.microsoft.com/office/drawing/2014/main" id="{7F3A5C65-0C6E-81FB-B379-18AD1A3CED10}"/>
                  </a:ext>
                </a:extLst>
              </p:cNvPr>
              <p:cNvSpPr/>
              <p:nvPr/>
            </p:nvSpPr>
            <p:spPr>
              <a:xfrm>
                <a:off x="1914889" y="4699210"/>
                <a:ext cx="185373" cy="36869"/>
              </a:xfrm>
              <a:custGeom>
                <a:avLst/>
                <a:gdLst/>
                <a:ahLst/>
                <a:cxnLst/>
                <a:rect l="l" t="t" r="r" b="b"/>
                <a:pathLst>
                  <a:path w="5038" h="1002" extrusionOk="0">
                    <a:moveTo>
                      <a:pt x="1" y="1"/>
                    </a:moveTo>
                    <a:lnTo>
                      <a:pt x="1" y="1002"/>
                    </a:lnTo>
                    <a:lnTo>
                      <a:pt x="5038" y="1002"/>
                    </a:lnTo>
                    <a:lnTo>
                      <a:pt x="50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9">
                <a:extLst>
                  <a:ext uri="{FF2B5EF4-FFF2-40B4-BE49-F238E27FC236}">
                    <a16:creationId xmlns:a16="http://schemas.microsoft.com/office/drawing/2014/main" id="{DB9FEA16-2CC8-9F9F-5BB7-DD01C8F2BC8D}"/>
                  </a:ext>
                </a:extLst>
              </p:cNvPr>
              <p:cNvSpPr/>
              <p:nvPr/>
            </p:nvSpPr>
            <p:spPr>
              <a:xfrm>
                <a:off x="1914889" y="4736042"/>
                <a:ext cx="36869" cy="36869"/>
              </a:xfrm>
              <a:custGeom>
                <a:avLst/>
                <a:gdLst/>
                <a:ahLst/>
                <a:cxnLst/>
                <a:rect l="l" t="t" r="r" b="b"/>
                <a:pathLst>
                  <a:path w="1002" h="1002" extrusionOk="0">
                    <a:moveTo>
                      <a:pt x="1" y="1"/>
                    </a:moveTo>
                    <a:lnTo>
                      <a:pt x="1"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9">
                <a:extLst>
                  <a:ext uri="{FF2B5EF4-FFF2-40B4-BE49-F238E27FC236}">
                    <a16:creationId xmlns:a16="http://schemas.microsoft.com/office/drawing/2014/main" id="{1958C7E7-1EAB-5C1D-1D30-F87150D27656}"/>
                  </a:ext>
                </a:extLst>
              </p:cNvPr>
              <p:cNvSpPr/>
              <p:nvPr/>
            </p:nvSpPr>
            <p:spPr>
              <a:xfrm>
                <a:off x="1803216" y="4736042"/>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9">
                <a:extLst>
                  <a:ext uri="{FF2B5EF4-FFF2-40B4-BE49-F238E27FC236}">
                    <a16:creationId xmlns:a16="http://schemas.microsoft.com/office/drawing/2014/main" id="{FFBFD90B-5620-D524-0FBD-AB44985F5E92}"/>
                  </a:ext>
                </a:extLst>
              </p:cNvPr>
              <p:cNvSpPr/>
              <p:nvPr/>
            </p:nvSpPr>
            <p:spPr>
              <a:xfrm>
                <a:off x="1841262" y="4772874"/>
                <a:ext cx="36832" cy="73664"/>
              </a:xfrm>
              <a:custGeom>
                <a:avLst/>
                <a:gdLst/>
                <a:ahLst/>
                <a:cxnLst/>
                <a:rect l="l" t="t" r="r" b="b"/>
                <a:pathLst>
                  <a:path w="1001" h="2002" extrusionOk="0">
                    <a:moveTo>
                      <a:pt x="0" y="0"/>
                    </a:moveTo>
                    <a:lnTo>
                      <a:pt x="0"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9">
                <a:extLst>
                  <a:ext uri="{FF2B5EF4-FFF2-40B4-BE49-F238E27FC236}">
                    <a16:creationId xmlns:a16="http://schemas.microsoft.com/office/drawing/2014/main" id="{180FAA58-722E-CA9A-A8E0-1C1298202784}"/>
                  </a:ext>
                </a:extLst>
              </p:cNvPr>
              <p:cNvSpPr/>
              <p:nvPr/>
            </p:nvSpPr>
            <p:spPr>
              <a:xfrm>
                <a:off x="1878057" y="4847751"/>
                <a:ext cx="36869" cy="73664"/>
              </a:xfrm>
              <a:custGeom>
                <a:avLst/>
                <a:gdLst/>
                <a:ahLst/>
                <a:cxnLst/>
                <a:rect l="l" t="t" r="r" b="b"/>
                <a:pathLst>
                  <a:path w="1002" h="2002" extrusionOk="0">
                    <a:moveTo>
                      <a:pt x="1" y="0"/>
                    </a:moveTo>
                    <a:lnTo>
                      <a:pt x="1" y="2001"/>
                    </a:lnTo>
                    <a:lnTo>
                      <a:pt x="1002" y="2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9">
                <a:extLst>
                  <a:ext uri="{FF2B5EF4-FFF2-40B4-BE49-F238E27FC236}">
                    <a16:creationId xmlns:a16="http://schemas.microsoft.com/office/drawing/2014/main" id="{90EE10AF-7C66-3539-4294-9F3BA0711483}"/>
                  </a:ext>
                </a:extLst>
              </p:cNvPr>
              <p:cNvSpPr/>
              <p:nvPr/>
            </p:nvSpPr>
            <p:spPr>
              <a:xfrm>
                <a:off x="1914889" y="4921378"/>
                <a:ext cx="73700" cy="36869"/>
              </a:xfrm>
              <a:custGeom>
                <a:avLst/>
                <a:gdLst/>
                <a:ahLst/>
                <a:cxnLst/>
                <a:rect l="l" t="t" r="r" b="b"/>
                <a:pathLst>
                  <a:path w="2003" h="1002" extrusionOk="0">
                    <a:moveTo>
                      <a:pt x="1" y="0"/>
                    </a:moveTo>
                    <a:lnTo>
                      <a:pt x="1" y="1001"/>
                    </a:lnTo>
                    <a:lnTo>
                      <a:pt x="2002" y="1001"/>
                    </a:lnTo>
                    <a:lnTo>
                      <a:pt x="2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9">
                <a:extLst>
                  <a:ext uri="{FF2B5EF4-FFF2-40B4-BE49-F238E27FC236}">
                    <a16:creationId xmlns:a16="http://schemas.microsoft.com/office/drawing/2014/main" id="{DF481ABD-6B22-4B3E-9928-CA45EA6B0009}"/>
                  </a:ext>
                </a:extLst>
              </p:cNvPr>
              <p:cNvSpPr/>
              <p:nvPr/>
            </p:nvSpPr>
            <p:spPr>
              <a:xfrm>
                <a:off x="1951721" y="4772874"/>
                <a:ext cx="36869" cy="73664"/>
              </a:xfrm>
              <a:custGeom>
                <a:avLst/>
                <a:gdLst/>
                <a:ahLst/>
                <a:cxnLst/>
                <a:rect l="l" t="t" r="r" b="b"/>
                <a:pathLst>
                  <a:path w="1002" h="2002" extrusionOk="0">
                    <a:moveTo>
                      <a:pt x="0" y="0"/>
                    </a:moveTo>
                    <a:lnTo>
                      <a:pt x="0"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9">
                <a:extLst>
                  <a:ext uri="{FF2B5EF4-FFF2-40B4-BE49-F238E27FC236}">
                    <a16:creationId xmlns:a16="http://schemas.microsoft.com/office/drawing/2014/main" id="{8BFDF7C9-8556-DB40-8FEE-31C1994F6B91}"/>
                  </a:ext>
                </a:extLst>
              </p:cNvPr>
              <p:cNvSpPr/>
              <p:nvPr/>
            </p:nvSpPr>
            <p:spPr>
              <a:xfrm>
                <a:off x="1988553" y="4847751"/>
                <a:ext cx="36832" cy="73664"/>
              </a:xfrm>
              <a:custGeom>
                <a:avLst/>
                <a:gdLst/>
                <a:ahLst/>
                <a:cxnLst/>
                <a:rect l="l" t="t" r="r" b="b"/>
                <a:pathLst>
                  <a:path w="1001" h="2002" extrusionOk="0">
                    <a:moveTo>
                      <a:pt x="0" y="0"/>
                    </a:moveTo>
                    <a:lnTo>
                      <a:pt x="0" y="2001"/>
                    </a:lnTo>
                    <a:lnTo>
                      <a:pt x="1001" y="2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9">
                <a:extLst>
                  <a:ext uri="{FF2B5EF4-FFF2-40B4-BE49-F238E27FC236}">
                    <a16:creationId xmlns:a16="http://schemas.microsoft.com/office/drawing/2014/main" id="{9F5B8A9D-A43B-29B8-61F3-6E4D2B5282A5}"/>
                  </a:ext>
                </a:extLst>
              </p:cNvPr>
              <p:cNvSpPr/>
              <p:nvPr/>
            </p:nvSpPr>
            <p:spPr>
              <a:xfrm>
                <a:off x="1765170" y="4772874"/>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9">
                <a:extLst>
                  <a:ext uri="{FF2B5EF4-FFF2-40B4-BE49-F238E27FC236}">
                    <a16:creationId xmlns:a16="http://schemas.microsoft.com/office/drawing/2014/main" id="{34EDA9E0-A30F-7ADB-5556-39C9241F8704}"/>
                  </a:ext>
                </a:extLst>
              </p:cNvPr>
              <p:cNvSpPr/>
              <p:nvPr/>
            </p:nvSpPr>
            <p:spPr>
              <a:xfrm>
                <a:off x="1729553" y="4810920"/>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9">
                <a:extLst>
                  <a:ext uri="{FF2B5EF4-FFF2-40B4-BE49-F238E27FC236}">
                    <a16:creationId xmlns:a16="http://schemas.microsoft.com/office/drawing/2014/main" id="{C4DE76EE-B30C-5B8B-D7EA-70311113946D}"/>
                  </a:ext>
                </a:extLst>
              </p:cNvPr>
              <p:cNvSpPr/>
              <p:nvPr/>
            </p:nvSpPr>
            <p:spPr>
              <a:xfrm>
                <a:off x="1692758" y="4847751"/>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2" name="Google Shape;772;p39">
              <a:extLst>
                <a:ext uri="{FF2B5EF4-FFF2-40B4-BE49-F238E27FC236}">
                  <a16:creationId xmlns:a16="http://schemas.microsoft.com/office/drawing/2014/main" id="{D28E1EAA-DFCA-217F-BC9F-63CECEA84004}"/>
                </a:ext>
              </a:extLst>
            </p:cNvPr>
            <p:cNvGrpSpPr/>
            <p:nvPr/>
          </p:nvGrpSpPr>
          <p:grpSpPr>
            <a:xfrm>
              <a:off x="2099011" y="4329790"/>
              <a:ext cx="407505" cy="517999"/>
              <a:chOff x="2099011" y="4329790"/>
              <a:chExt cx="407505" cy="517999"/>
            </a:xfrm>
          </p:grpSpPr>
          <p:sp>
            <p:nvSpPr>
              <p:cNvPr id="773" name="Google Shape;773;p39">
                <a:extLst>
                  <a:ext uri="{FF2B5EF4-FFF2-40B4-BE49-F238E27FC236}">
                    <a16:creationId xmlns:a16="http://schemas.microsoft.com/office/drawing/2014/main" id="{BAE0B831-1590-8EDE-76D2-82C0EBBA4A53}"/>
                  </a:ext>
                </a:extLst>
              </p:cNvPr>
              <p:cNvSpPr/>
              <p:nvPr/>
            </p:nvSpPr>
            <p:spPr>
              <a:xfrm>
                <a:off x="2100225" y="4331004"/>
                <a:ext cx="405076" cy="515535"/>
              </a:xfrm>
              <a:custGeom>
                <a:avLst/>
                <a:gdLst/>
                <a:ahLst/>
                <a:cxnLst/>
                <a:rect l="l" t="t" r="r" b="b"/>
                <a:pathLst>
                  <a:path w="11009" h="14011" extrusionOk="0">
                    <a:moveTo>
                      <a:pt x="1" y="1"/>
                    </a:moveTo>
                    <a:lnTo>
                      <a:pt x="1" y="1001"/>
                    </a:lnTo>
                    <a:lnTo>
                      <a:pt x="1001" y="1001"/>
                    </a:lnTo>
                    <a:lnTo>
                      <a:pt x="1001" y="2002"/>
                    </a:lnTo>
                    <a:lnTo>
                      <a:pt x="1001" y="3003"/>
                    </a:lnTo>
                    <a:lnTo>
                      <a:pt x="1001" y="4004"/>
                    </a:lnTo>
                    <a:lnTo>
                      <a:pt x="2002" y="4004"/>
                    </a:lnTo>
                    <a:lnTo>
                      <a:pt x="2002" y="5004"/>
                    </a:lnTo>
                    <a:lnTo>
                      <a:pt x="3003" y="5004"/>
                    </a:lnTo>
                    <a:lnTo>
                      <a:pt x="3003" y="6005"/>
                    </a:lnTo>
                    <a:lnTo>
                      <a:pt x="4003" y="6005"/>
                    </a:lnTo>
                    <a:lnTo>
                      <a:pt x="4003" y="7006"/>
                    </a:lnTo>
                    <a:lnTo>
                      <a:pt x="4003" y="8006"/>
                    </a:lnTo>
                    <a:lnTo>
                      <a:pt x="3003" y="8006"/>
                    </a:lnTo>
                    <a:lnTo>
                      <a:pt x="3003" y="9007"/>
                    </a:lnTo>
                    <a:lnTo>
                      <a:pt x="2002" y="9007"/>
                    </a:lnTo>
                    <a:lnTo>
                      <a:pt x="2002" y="10008"/>
                    </a:lnTo>
                    <a:lnTo>
                      <a:pt x="1001" y="10008"/>
                    </a:lnTo>
                    <a:lnTo>
                      <a:pt x="1001" y="11009"/>
                    </a:lnTo>
                    <a:lnTo>
                      <a:pt x="1001" y="12009"/>
                    </a:lnTo>
                    <a:lnTo>
                      <a:pt x="1001" y="13010"/>
                    </a:lnTo>
                    <a:lnTo>
                      <a:pt x="1" y="13010"/>
                    </a:lnTo>
                    <a:lnTo>
                      <a:pt x="1" y="14011"/>
                    </a:lnTo>
                    <a:lnTo>
                      <a:pt x="11008" y="14011"/>
                    </a:lnTo>
                    <a:lnTo>
                      <a:pt x="11008" y="13010"/>
                    </a:lnTo>
                    <a:lnTo>
                      <a:pt x="10008" y="13010"/>
                    </a:lnTo>
                    <a:lnTo>
                      <a:pt x="10008" y="12009"/>
                    </a:lnTo>
                    <a:lnTo>
                      <a:pt x="10008" y="11009"/>
                    </a:lnTo>
                    <a:lnTo>
                      <a:pt x="10008" y="10008"/>
                    </a:lnTo>
                    <a:lnTo>
                      <a:pt x="9007" y="10008"/>
                    </a:lnTo>
                    <a:lnTo>
                      <a:pt x="9007" y="9007"/>
                    </a:lnTo>
                    <a:lnTo>
                      <a:pt x="8006" y="9007"/>
                    </a:lnTo>
                    <a:lnTo>
                      <a:pt x="8006" y="8006"/>
                    </a:lnTo>
                    <a:lnTo>
                      <a:pt x="7006" y="8006"/>
                    </a:lnTo>
                    <a:lnTo>
                      <a:pt x="7006" y="7006"/>
                    </a:lnTo>
                    <a:lnTo>
                      <a:pt x="7006" y="6005"/>
                    </a:lnTo>
                    <a:lnTo>
                      <a:pt x="8006" y="6005"/>
                    </a:lnTo>
                    <a:lnTo>
                      <a:pt x="8006" y="5004"/>
                    </a:lnTo>
                    <a:lnTo>
                      <a:pt x="9007" y="5004"/>
                    </a:lnTo>
                    <a:lnTo>
                      <a:pt x="9007" y="4004"/>
                    </a:lnTo>
                    <a:lnTo>
                      <a:pt x="10008" y="4004"/>
                    </a:lnTo>
                    <a:lnTo>
                      <a:pt x="10008" y="3003"/>
                    </a:lnTo>
                    <a:lnTo>
                      <a:pt x="10008" y="2002"/>
                    </a:lnTo>
                    <a:lnTo>
                      <a:pt x="10008" y="1001"/>
                    </a:lnTo>
                    <a:lnTo>
                      <a:pt x="11008" y="1001"/>
                    </a:lnTo>
                    <a:lnTo>
                      <a:pt x="1100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9">
                <a:extLst>
                  <a:ext uri="{FF2B5EF4-FFF2-40B4-BE49-F238E27FC236}">
                    <a16:creationId xmlns:a16="http://schemas.microsoft.com/office/drawing/2014/main" id="{23827972-D4D2-CA81-4159-883A9BB0E2AE}"/>
                  </a:ext>
                </a:extLst>
              </p:cNvPr>
              <p:cNvSpPr/>
              <p:nvPr/>
            </p:nvSpPr>
            <p:spPr>
              <a:xfrm>
                <a:off x="2173889" y="4477080"/>
                <a:ext cx="73664" cy="74878"/>
              </a:xfrm>
              <a:custGeom>
                <a:avLst/>
                <a:gdLst/>
                <a:ahLst/>
                <a:cxnLst/>
                <a:rect l="l" t="t" r="r" b="b"/>
                <a:pathLst>
                  <a:path w="2002" h="2035" extrusionOk="0">
                    <a:moveTo>
                      <a:pt x="0" y="0"/>
                    </a:moveTo>
                    <a:lnTo>
                      <a:pt x="0" y="1034"/>
                    </a:lnTo>
                    <a:lnTo>
                      <a:pt x="1001" y="1034"/>
                    </a:lnTo>
                    <a:lnTo>
                      <a:pt x="1001" y="0"/>
                    </a:lnTo>
                    <a:close/>
                    <a:moveTo>
                      <a:pt x="1001" y="1034"/>
                    </a:moveTo>
                    <a:lnTo>
                      <a:pt x="1001" y="2035"/>
                    </a:lnTo>
                    <a:lnTo>
                      <a:pt x="2001" y="2035"/>
                    </a:lnTo>
                    <a:lnTo>
                      <a:pt x="2001" y="103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9">
                <a:extLst>
                  <a:ext uri="{FF2B5EF4-FFF2-40B4-BE49-F238E27FC236}">
                    <a16:creationId xmlns:a16="http://schemas.microsoft.com/office/drawing/2014/main" id="{589FDAE9-9191-C621-2D42-E2213E492441}"/>
                  </a:ext>
                </a:extLst>
              </p:cNvPr>
              <p:cNvSpPr/>
              <p:nvPr/>
            </p:nvSpPr>
            <p:spPr>
              <a:xfrm>
                <a:off x="2284348" y="4477080"/>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9">
                <a:extLst>
                  <a:ext uri="{FF2B5EF4-FFF2-40B4-BE49-F238E27FC236}">
                    <a16:creationId xmlns:a16="http://schemas.microsoft.com/office/drawing/2014/main" id="{4F6D1D03-4F8D-57E9-EFF9-9C89CDDFEA58}"/>
                  </a:ext>
                </a:extLst>
              </p:cNvPr>
              <p:cNvSpPr/>
              <p:nvPr/>
            </p:nvSpPr>
            <p:spPr>
              <a:xfrm>
                <a:off x="2247516" y="4440248"/>
                <a:ext cx="36869" cy="36869"/>
              </a:xfrm>
              <a:custGeom>
                <a:avLst/>
                <a:gdLst/>
                <a:ahLst/>
                <a:cxnLst/>
                <a:rect l="l" t="t" r="r" b="b"/>
                <a:pathLst>
                  <a:path w="1002" h="1002"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9">
                <a:extLst>
                  <a:ext uri="{FF2B5EF4-FFF2-40B4-BE49-F238E27FC236}">
                    <a16:creationId xmlns:a16="http://schemas.microsoft.com/office/drawing/2014/main" id="{E9BE0DB0-3D5F-83C3-FD6C-ED67270F1AF3}"/>
                  </a:ext>
                </a:extLst>
              </p:cNvPr>
              <p:cNvSpPr/>
              <p:nvPr/>
            </p:nvSpPr>
            <p:spPr>
              <a:xfrm>
                <a:off x="2321143" y="4440248"/>
                <a:ext cx="36869" cy="36869"/>
              </a:xfrm>
              <a:custGeom>
                <a:avLst/>
                <a:gdLst/>
                <a:ahLst/>
                <a:cxnLst/>
                <a:rect l="l" t="t" r="r" b="b"/>
                <a:pathLst>
                  <a:path w="1002" h="1002"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9">
                <a:extLst>
                  <a:ext uri="{FF2B5EF4-FFF2-40B4-BE49-F238E27FC236}">
                    <a16:creationId xmlns:a16="http://schemas.microsoft.com/office/drawing/2014/main" id="{828BBB7C-7603-6E71-3269-1E32C9F298BA}"/>
                  </a:ext>
                </a:extLst>
              </p:cNvPr>
              <p:cNvSpPr/>
              <p:nvPr/>
            </p:nvSpPr>
            <p:spPr>
              <a:xfrm>
                <a:off x="2247516" y="4551920"/>
                <a:ext cx="36869" cy="73700"/>
              </a:xfrm>
              <a:custGeom>
                <a:avLst/>
                <a:gdLst/>
                <a:ahLst/>
                <a:cxnLst/>
                <a:rect l="l" t="t" r="r" b="b"/>
                <a:pathLst>
                  <a:path w="1002" h="2003" extrusionOk="0">
                    <a:moveTo>
                      <a:pt x="0" y="1"/>
                    </a:moveTo>
                    <a:lnTo>
                      <a:pt x="0" y="1002"/>
                    </a:lnTo>
                    <a:lnTo>
                      <a:pt x="0" y="2002"/>
                    </a:lnTo>
                    <a:lnTo>
                      <a:pt x="1001" y="2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9">
                <a:extLst>
                  <a:ext uri="{FF2B5EF4-FFF2-40B4-BE49-F238E27FC236}">
                    <a16:creationId xmlns:a16="http://schemas.microsoft.com/office/drawing/2014/main" id="{15E947C9-F840-1FDE-381C-470BD333352D}"/>
                  </a:ext>
                </a:extLst>
              </p:cNvPr>
              <p:cNvSpPr/>
              <p:nvPr/>
            </p:nvSpPr>
            <p:spPr>
              <a:xfrm>
                <a:off x="2210684" y="4625584"/>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9">
                <a:extLst>
                  <a:ext uri="{FF2B5EF4-FFF2-40B4-BE49-F238E27FC236}">
                    <a16:creationId xmlns:a16="http://schemas.microsoft.com/office/drawing/2014/main" id="{F9F294A2-234A-E0CD-4124-7B8FDD966372}"/>
                  </a:ext>
                </a:extLst>
              </p:cNvPr>
              <p:cNvSpPr/>
              <p:nvPr/>
            </p:nvSpPr>
            <p:spPr>
              <a:xfrm>
                <a:off x="2173889" y="4662415"/>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9">
                <a:extLst>
                  <a:ext uri="{FF2B5EF4-FFF2-40B4-BE49-F238E27FC236}">
                    <a16:creationId xmlns:a16="http://schemas.microsoft.com/office/drawing/2014/main" id="{D1D6C71E-0621-6F95-A644-4615CB685BBF}"/>
                  </a:ext>
                </a:extLst>
              </p:cNvPr>
              <p:cNvSpPr/>
              <p:nvPr/>
            </p:nvSpPr>
            <p:spPr>
              <a:xfrm>
                <a:off x="2321143" y="4736042"/>
                <a:ext cx="36869" cy="36869"/>
              </a:xfrm>
              <a:custGeom>
                <a:avLst/>
                <a:gdLst/>
                <a:ahLst/>
                <a:cxnLst/>
                <a:rect l="l" t="t" r="r" b="b"/>
                <a:pathLst>
                  <a:path w="1002" h="1002" extrusionOk="0">
                    <a:moveTo>
                      <a:pt x="1" y="1"/>
                    </a:moveTo>
                    <a:lnTo>
                      <a:pt x="1" y="1001"/>
                    </a:lnTo>
                    <a:lnTo>
                      <a:pt x="1002" y="1001"/>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9">
                <a:extLst>
                  <a:ext uri="{FF2B5EF4-FFF2-40B4-BE49-F238E27FC236}">
                    <a16:creationId xmlns:a16="http://schemas.microsoft.com/office/drawing/2014/main" id="{99FC92A9-EC7F-1DC6-E4D6-81E68D416D97}"/>
                  </a:ext>
                </a:extLst>
              </p:cNvPr>
              <p:cNvSpPr/>
              <p:nvPr/>
            </p:nvSpPr>
            <p:spPr>
              <a:xfrm>
                <a:off x="2247516" y="4736042"/>
                <a:ext cx="36869" cy="36869"/>
              </a:xfrm>
              <a:custGeom>
                <a:avLst/>
                <a:gdLst/>
                <a:ahLst/>
                <a:cxnLst/>
                <a:rect l="l" t="t" r="r" b="b"/>
                <a:pathLst>
                  <a:path w="1002"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39">
                <a:extLst>
                  <a:ext uri="{FF2B5EF4-FFF2-40B4-BE49-F238E27FC236}">
                    <a16:creationId xmlns:a16="http://schemas.microsoft.com/office/drawing/2014/main" id="{3A823543-AE06-A96A-A762-5EB0703FD585}"/>
                  </a:ext>
                </a:extLst>
              </p:cNvPr>
              <p:cNvSpPr/>
              <p:nvPr/>
            </p:nvSpPr>
            <p:spPr>
              <a:xfrm>
                <a:off x="2284348" y="4699210"/>
                <a:ext cx="36832" cy="36869"/>
              </a:xfrm>
              <a:custGeom>
                <a:avLst/>
                <a:gdLst/>
                <a:ahLst/>
                <a:cxnLst/>
                <a:rect l="l" t="t" r="r" b="b"/>
                <a:pathLst>
                  <a:path w="1001" h="1002" extrusionOk="0">
                    <a:moveTo>
                      <a:pt x="0" y="1"/>
                    </a:moveTo>
                    <a:lnTo>
                      <a:pt x="0"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9">
                <a:extLst>
                  <a:ext uri="{FF2B5EF4-FFF2-40B4-BE49-F238E27FC236}">
                    <a16:creationId xmlns:a16="http://schemas.microsoft.com/office/drawing/2014/main" id="{C70E8AB4-C86E-2B7E-2E7D-44C6E071D971}"/>
                  </a:ext>
                </a:extLst>
              </p:cNvPr>
              <p:cNvSpPr/>
              <p:nvPr/>
            </p:nvSpPr>
            <p:spPr>
              <a:xfrm>
                <a:off x="2099011" y="4329790"/>
                <a:ext cx="407505" cy="147327"/>
              </a:xfrm>
              <a:custGeom>
                <a:avLst/>
                <a:gdLst/>
                <a:ahLst/>
                <a:cxnLst/>
                <a:rect l="l" t="t" r="r" b="b"/>
                <a:pathLst>
                  <a:path w="11075" h="4004" extrusionOk="0">
                    <a:moveTo>
                      <a:pt x="0" y="0"/>
                    </a:moveTo>
                    <a:lnTo>
                      <a:pt x="0" y="1001"/>
                    </a:lnTo>
                    <a:lnTo>
                      <a:pt x="1001" y="1001"/>
                    </a:lnTo>
                    <a:lnTo>
                      <a:pt x="1001" y="2002"/>
                    </a:lnTo>
                    <a:lnTo>
                      <a:pt x="1001" y="3002"/>
                    </a:lnTo>
                    <a:lnTo>
                      <a:pt x="1001" y="4003"/>
                    </a:lnTo>
                    <a:lnTo>
                      <a:pt x="2035" y="4003"/>
                    </a:lnTo>
                    <a:lnTo>
                      <a:pt x="2035" y="3002"/>
                    </a:lnTo>
                    <a:lnTo>
                      <a:pt x="2035" y="2002"/>
                    </a:lnTo>
                    <a:lnTo>
                      <a:pt x="2035" y="1001"/>
                    </a:lnTo>
                    <a:lnTo>
                      <a:pt x="9040" y="1001"/>
                    </a:lnTo>
                    <a:lnTo>
                      <a:pt x="9040" y="2002"/>
                    </a:lnTo>
                    <a:lnTo>
                      <a:pt x="9040" y="3002"/>
                    </a:lnTo>
                    <a:lnTo>
                      <a:pt x="9040" y="4003"/>
                    </a:lnTo>
                    <a:lnTo>
                      <a:pt x="10074" y="4003"/>
                    </a:lnTo>
                    <a:lnTo>
                      <a:pt x="10074" y="3002"/>
                    </a:lnTo>
                    <a:lnTo>
                      <a:pt x="10074" y="2002"/>
                    </a:lnTo>
                    <a:lnTo>
                      <a:pt x="10074" y="1001"/>
                    </a:lnTo>
                    <a:lnTo>
                      <a:pt x="11075" y="1001"/>
                    </a:lnTo>
                    <a:lnTo>
                      <a:pt x="110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9">
                <a:extLst>
                  <a:ext uri="{FF2B5EF4-FFF2-40B4-BE49-F238E27FC236}">
                    <a16:creationId xmlns:a16="http://schemas.microsoft.com/office/drawing/2014/main" id="{8642474D-D0E0-693D-0BEF-246065840302}"/>
                  </a:ext>
                </a:extLst>
              </p:cNvPr>
              <p:cNvSpPr/>
              <p:nvPr/>
            </p:nvSpPr>
            <p:spPr>
              <a:xfrm>
                <a:off x="2357974" y="4477080"/>
                <a:ext cx="73700" cy="74878"/>
              </a:xfrm>
              <a:custGeom>
                <a:avLst/>
                <a:gdLst/>
                <a:ahLst/>
                <a:cxnLst/>
                <a:rect l="l" t="t" r="r" b="b"/>
                <a:pathLst>
                  <a:path w="2003" h="2035" extrusionOk="0">
                    <a:moveTo>
                      <a:pt x="1001" y="0"/>
                    </a:moveTo>
                    <a:lnTo>
                      <a:pt x="1001" y="1034"/>
                    </a:lnTo>
                    <a:lnTo>
                      <a:pt x="2002" y="1034"/>
                    </a:lnTo>
                    <a:lnTo>
                      <a:pt x="2002" y="0"/>
                    </a:lnTo>
                    <a:close/>
                    <a:moveTo>
                      <a:pt x="1" y="1034"/>
                    </a:moveTo>
                    <a:lnTo>
                      <a:pt x="1" y="2035"/>
                    </a:lnTo>
                    <a:lnTo>
                      <a:pt x="1001" y="2035"/>
                    </a:lnTo>
                    <a:lnTo>
                      <a:pt x="1001" y="103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9">
                <a:extLst>
                  <a:ext uri="{FF2B5EF4-FFF2-40B4-BE49-F238E27FC236}">
                    <a16:creationId xmlns:a16="http://schemas.microsoft.com/office/drawing/2014/main" id="{9A2A121E-028C-B652-264B-C2C7508B7A43}"/>
                  </a:ext>
                </a:extLst>
              </p:cNvPr>
              <p:cNvSpPr/>
              <p:nvPr/>
            </p:nvSpPr>
            <p:spPr>
              <a:xfrm>
                <a:off x="2321143" y="4551920"/>
                <a:ext cx="36869" cy="73700"/>
              </a:xfrm>
              <a:custGeom>
                <a:avLst/>
                <a:gdLst/>
                <a:ahLst/>
                <a:cxnLst/>
                <a:rect l="l" t="t" r="r" b="b"/>
                <a:pathLst>
                  <a:path w="1002" h="2003" extrusionOk="0">
                    <a:moveTo>
                      <a:pt x="1" y="1"/>
                    </a:moveTo>
                    <a:lnTo>
                      <a:pt x="1" y="1002"/>
                    </a:lnTo>
                    <a:lnTo>
                      <a:pt x="1" y="2002"/>
                    </a:lnTo>
                    <a:lnTo>
                      <a:pt x="1002" y="2002"/>
                    </a:lnTo>
                    <a:lnTo>
                      <a:pt x="1002" y="1002"/>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9">
                <a:extLst>
                  <a:ext uri="{FF2B5EF4-FFF2-40B4-BE49-F238E27FC236}">
                    <a16:creationId xmlns:a16="http://schemas.microsoft.com/office/drawing/2014/main" id="{5D2AF498-8081-5864-F781-B58687F7EF7A}"/>
                  </a:ext>
                </a:extLst>
              </p:cNvPr>
              <p:cNvSpPr/>
              <p:nvPr/>
            </p:nvSpPr>
            <p:spPr>
              <a:xfrm>
                <a:off x="2357974" y="4625584"/>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9">
                <a:extLst>
                  <a:ext uri="{FF2B5EF4-FFF2-40B4-BE49-F238E27FC236}">
                    <a16:creationId xmlns:a16="http://schemas.microsoft.com/office/drawing/2014/main" id="{D5F1378A-09CD-57AD-B6F6-B5E0191A6BD0}"/>
                  </a:ext>
                </a:extLst>
              </p:cNvPr>
              <p:cNvSpPr/>
              <p:nvPr/>
            </p:nvSpPr>
            <p:spPr>
              <a:xfrm>
                <a:off x="2394806" y="4662415"/>
                <a:ext cx="36869" cy="36832"/>
              </a:xfrm>
              <a:custGeom>
                <a:avLst/>
                <a:gdLst/>
                <a:ahLst/>
                <a:cxnLst/>
                <a:rect l="l" t="t" r="r" b="b"/>
                <a:pathLst>
                  <a:path w="1002"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9">
                <a:extLst>
                  <a:ext uri="{FF2B5EF4-FFF2-40B4-BE49-F238E27FC236}">
                    <a16:creationId xmlns:a16="http://schemas.microsoft.com/office/drawing/2014/main" id="{9F60A33F-9A76-5E60-6E74-E3D6A1E996A7}"/>
                  </a:ext>
                </a:extLst>
              </p:cNvPr>
              <p:cNvSpPr/>
              <p:nvPr/>
            </p:nvSpPr>
            <p:spPr>
              <a:xfrm>
                <a:off x="2099011" y="4699210"/>
                <a:ext cx="407505" cy="148578"/>
              </a:xfrm>
              <a:custGeom>
                <a:avLst/>
                <a:gdLst/>
                <a:ahLst/>
                <a:cxnLst/>
                <a:rect l="l" t="t" r="r" b="b"/>
                <a:pathLst>
                  <a:path w="11075" h="4038" extrusionOk="0">
                    <a:moveTo>
                      <a:pt x="1001" y="1"/>
                    </a:moveTo>
                    <a:lnTo>
                      <a:pt x="1001" y="1002"/>
                    </a:lnTo>
                    <a:lnTo>
                      <a:pt x="1001" y="2002"/>
                    </a:lnTo>
                    <a:lnTo>
                      <a:pt x="1001" y="3036"/>
                    </a:lnTo>
                    <a:lnTo>
                      <a:pt x="0" y="3036"/>
                    </a:lnTo>
                    <a:lnTo>
                      <a:pt x="0" y="4037"/>
                    </a:lnTo>
                    <a:lnTo>
                      <a:pt x="11075" y="4037"/>
                    </a:lnTo>
                    <a:lnTo>
                      <a:pt x="11075" y="3036"/>
                    </a:lnTo>
                    <a:lnTo>
                      <a:pt x="10074" y="3036"/>
                    </a:lnTo>
                    <a:lnTo>
                      <a:pt x="10074" y="2002"/>
                    </a:lnTo>
                    <a:lnTo>
                      <a:pt x="10074" y="1002"/>
                    </a:lnTo>
                    <a:lnTo>
                      <a:pt x="10074" y="1"/>
                    </a:lnTo>
                    <a:lnTo>
                      <a:pt x="9040" y="1"/>
                    </a:lnTo>
                    <a:lnTo>
                      <a:pt x="9040" y="1002"/>
                    </a:lnTo>
                    <a:lnTo>
                      <a:pt x="9040" y="2002"/>
                    </a:lnTo>
                    <a:lnTo>
                      <a:pt x="9040" y="3036"/>
                    </a:lnTo>
                    <a:lnTo>
                      <a:pt x="8039" y="3036"/>
                    </a:lnTo>
                    <a:lnTo>
                      <a:pt x="8039" y="2002"/>
                    </a:lnTo>
                    <a:lnTo>
                      <a:pt x="7039" y="2002"/>
                    </a:lnTo>
                    <a:lnTo>
                      <a:pt x="7039" y="3036"/>
                    </a:lnTo>
                    <a:lnTo>
                      <a:pt x="6038" y="3036"/>
                    </a:lnTo>
                    <a:lnTo>
                      <a:pt x="6038" y="2002"/>
                    </a:lnTo>
                    <a:lnTo>
                      <a:pt x="5037" y="2002"/>
                    </a:lnTo>
                    <a:lnTo>
                      <a:pt x="5037" y="3036"/>
                    </a:lnTo>
                    <a:lnTo>
                      <a:pt x="4036" y="3036"/>
                    </a:lnTo>
                    <a:lnTo>
                      <a:pt x="4036" y="2002"/>
                    </a:lnTo>
                    <a:lnTo>
                      <a:pt x="3036" y="2002"/>
                    </a:lnTo>
                    <a:lnTo>
                      <a:pt x="3036" y="3036"/>
                    </a:lnTo>
                    <a:lnTo>
                      <a:pt x="2035" y="3036"/>
                    </a:lnTo>
                    <a:lnTo>
                      <a:pt x="2035" y="2002"/>
                    </a:lnTo>
                    <a:lnTo>
                      <a:pt x="2035" y="1002"/>
                    </a:lnTo>
                    <a:lnTo>
                      <a:pt x="20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13174761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43">
          <a:extLst>
            <a:ext uri="{FF2B5EF4-FFF2-40B4-BE49-F238E27FC236}">
              <a16:creationId xmlns:a16="http://schemas.microsoft.com/office/drawing/2014/main" id="{4F6FC5D7-5659-6597-A60F-B00580103D0D}"/>
            </a:ext>
          </a:extLst>
        </p:cNvPr>
        <p:cNvGrpSpPr/>
        <p:nvPr/>
      </p:nvGrpSpPr>
      <p:grpSpPr>
        <a:xfrm>
          <a:off x="0" y="0"/>
          <a:ext cx="0" cy="0"/>
          <a:chOff x="0" y="0"/>
          <a:chExt cx="0" cy="0"/>
        </a:xfrm>
      </p:grpSpPr>
      <p:sp>
        <p:nvSpPr>
          <p:cNvPr id="744" name="Google Shape;744;p39">
            <a:extLst>
              <a:ext uri="{FF2B5EF4-FFF2-40B4-BE49-F238E27FC236}">
                <a16:creationId xmlns:a16="http://schemas.microsoft.com/office/drawing/2014/main" id="{3C398FFB-3B49-E643-CA1F-8B15310929CF}"/>
              </a:ext>
            </a:extLst>
          </p:cNvPr>
          <p:cNvSpPr txBox="1">
            <a:spLocks noGrp="1"/>
          </p:cNvSpPr>
          <p:nvPr>
            <p:ph type="title"/>
          </p:nvPr>
        </p:nvSpPr>
        <p:spPr>
          <a:xfrm>
            <a:off x="715100" y="568622"/>
            <a:ext cx="4661100" cy="648600"/>
          </a:xfrm>
          <a:prstGeom prst="rect">
            <a:avLst/>
          </a:prstGeom>
        </p:spPr>
        <p:txBody>
          <a:bodyPr spcFirstLastPara="1" wrap="square" lIns="91425" tIns="91425" rIns="91425" bIns="91425" anchor="ctr" anchorCtr="0">
            <a:noAutofit/>
          </a:bodyPr>
          <a:lstStyle/>
          <a:p>
            <a:pPr lvl="0"/>
            <a:r>
              <a:rPr lang="fr-FR" dirty="0"/>
              <a:t>Objectifs</a:t>
            </a:r>
            <a:endParaRPr dirty="0"/>
          </a:p>
        </p:txBody>
      </p:sp>
      <p:sp>
        <p:nvSpPr>
          <p:cNvPr id="745" name="Google Shape;745;p39">
            <a:extLst>
              <a:ext uri="{FF2B5EF4-FFF2-40B4-BE49-F238E27FC236}">
                <a16:creationId xmlns:a16="http://schemas.microsoft.com/office/drawing/2014/main" id="{6CD1CA3B-B86C-BCE1-A531-4853D95D0DBB}"/>
              </a:ext>
            </a:extLst>
          </p:cNvPr>
          <p:cNvSpPr txBox="1">
            <a:spLocks noGrp="1"/>
          </p:cNvSpPr>
          <p:nvPr>
            <p:ph type="subTitle" idx="1"/>
          </p:nvPr>
        </p:nvSpPr>
        <p:spPr>
          <a:xfrm>
            <a:off x="715100" y="1484555"/>
            <a:ext cx="6847526" cy="3325092"/>
          </a:xfrm>
          <a:prstGeom prst="rect">
            <a:avLst/>
          </a:prstGeom>
        </p:spPr>
        <p:txBody>
          <a:bodyPr spcFirstLastPara="1" wrap="square" lIns="91425" tIns="91425" rIns="91425" bIns="91425" anchor="ctr" anchorCtr="0">
            <a:noAutofit/>
          </a:bodyPr>
          <a:lstStyle/>
          <a:p>
            <a:r>
              <a:rPr lang="fr-FR" dirty="0"/>
              <a:t>Plus concrètement, le Data Mining poursuit</a:t>
            </a:r>
          </a:p>
          <a:p>
            <a:r>
              <a:rPr lang="fr-FR" dirty="0"/>
              <a:t>plusieurs buts :</a:t>
            </a:r>
          </a:p>
          <a:p>
            <a:endParaRPr lang="fr-FR" dirty="0"/>
          </a:p>
          <a:p>
            <a:pPr marL="482600" indent="-342900">
              <a:buFont typeface="+mj-lt"/>
              <a:buAutoNum type="arabicPeriod"/>
            </a:pPr>
            <a:r>
              <a:rPr lang="fr-FR" b="1" dirty="0"/>
              <a:t>Compréhension</a:t>
            </a:r>
            <a:r>
              <a:rPr lang="fr-FR" dirty="0"/>
              <a:t> : mieux connaître les données et les phénomènes qu’elles représentent.</a:t>
            </a:r>
          </a:p>
          <a:p>
            <a:pPr marL="482600" indent="-342900">
              <a:buFont typeface="+mj-lt"/>
              <a:buAutoNum type="arabicPeriod"/>
            </a:pPr>
            <a:r>
              <a:rPr lang="fr-FR" b="1" dirty="0"/>
              <a:t>Prédiction</a:t>
            </a:r>
            <a:r>
              <a:rPr lang="fr-FR" dirty="0"/>
              <a:t> : anticiper un comportement futur à partir des données passées (ex. prévoir si un client risque de résilier son abonnement).</a:t>
            </a:r>
          </a:p>
          <a:p>
            <a:pPr marL="482600" indent="-342900">
              <a:buFont typeface="+mj-lt"/>
              <a:buAutoNum type="arabicPeriod"/>
            </a:pPr>
            <a:r>
              <a:rPr lang="fr-FR" b="1" dirty="0"/>
              <a:t>Segmentation</a:t>
            </a:r>
            <a:r>
              <a:rPr lang="fr-FR" dirty="0"/>
              <a:t> : regrouper les données en catégories ou profils homogènes (ex. créer des segments de clients selon leurs habitudes).</a:t>
            </a:r>
          </a:p>
        </p:txBody>
      </p:sp>
      <p:grpSp>
        <p:nvGrpSpPr>
          <p:cNvPr id="746" name="Google Shape;746;p39">
            <a:extLst>
              <a:ext uri="{FF2B5EF4-FFF2-40B4-BE49-F238E27FC236}">
                <a16:creationId xmlns:a16="http://schemas.microsoft.com/office/drawing/2014/main" id="{548B97BD-40AE-C818-FDF7-5A2B309613C5}"/>
              </a:ext>
            </a:extLst>
          </p:cNvPr>
          <p:cNvGrpSpPr/>
          <p:nvPr/>
        </p:nvGrpSpPr>
        <p:grpSpPr>
          <a:xfrm>
            <a:off x="7705847" y="4010466"/>
            <a:ext cx="723042" cy="598023"/>
            <a:chOff x="1654675" y="4256126"/>
            <a:chExt cx="851841" cy="704551"/>
          </a:xfrm>
        </p:grpSpPr>
        <p:grpSp>
          <p:nvGrpSpPr>
            <p:cNvPr id="747" name="Google Shape;747;p39">
              <a:extLst>
                <a:ext uri="{FF2B5EF4-FFF2-40B4-BE49-F238E27FC236}">
                  <a16:creationId xmlns:a16="http://schemas.microsoft.com/office/drawing/2014/main" id="{303B1563-D051-28A3-59BF-7656262FE7E8}"/>
                </a:ext>
              </a:extLst>
            </p:cNvPr>
            <p:cNvGrpSpPr/>
            <p:nvPr/>
          </p:nvGrpSpPr>
          <p:grpSpPr>
            <a:xfrm>
              <a:off x="1654675" y="4256126"/>
              <a:ext cx="445587" cy="704551"/>
              <a:chOff x="1654675" y="4256126"/>
              <a:chExt cx="445587" cy="704551"/>
            </a:xfrm>
          </p:grpSpPr>
          <p:sp>
            <p:nvSpPr>
              <p:cNvPr id="748" name="Google Shape;748;p39">
                <a:extLst>
                  <a:ext uri="{FF2B5EF4-FFF2-40B4-BE49-F238E27FC236}">
                    <a16:creationId xmlns:a16="http://schemas.microsoft.com/office/drawing/2014/main" id="{7397DF5E-A3B4-7531-F759-D93A4DDD7935}"/>
                  </a:ext>
                </a:extLst>
              </p:cNvPr>
              <p:cNvSpPr/>
              <p:nvPr/>
            </p:nvSpPr>
            <p:spPr>
              <a:xfrm>
                <a:off x="1655926" y="4257377"/>
                <a:ext cx="440657" cy="703300"/>
              </a:xfrm>
              <a:custGeom>
                <a:avLst/>
                <a:gdLst/>
                <a:ahLst/>
                <a:cxnLst/>
                <a:rect l="l" t="t" r="r" b="b"/>
                <a:pathLst>
                  <a:path w="11976" h="19114" extrusionOk="0">
                    <a:moveTo>
                      <a:pt x="0" y="0"/>
                    </a:moveTo>
                    <a:lnTo>
                      <a:pt x="0" y="17112"/>
                    </a:lnTo>
                    <a:lnTo>
                      <a:pt x="2002" y="17112"/>
                    </a:lnTo>
                    <a:lnTo>
                      <a:pt x="2002" y="16112"/>
                    </a:lnTo>
                    <a:lnTo>
                      <a:pt x="3002" y="16112"/>
                    </a:lnTo>
                    <a:lnTo>
                      <a:pt x="3002" y="15111"/>
                    </a:lnTo>
                    <a:lnTo>
                      <a:pt x="4003" y="15111"/>
                    </a:lnTo>
                    <a:lnTo>
                      <a:pt x="4003" y="14110"/>
                    </a:lnTo>
                    <a:lnTo>
                      <a:pt x="4971" y="14110"/>
                    </a:lnTo>
                    <a:lnTo>
                      <a:pt x="4971" y="16112"/>
                    </a:lnTo>
                    <a:lnTo>
                      <a:pt x="5971" y="16112"/>
                    </a:lnTo>
                    <a:lnTo>
                      <a:pt x="5971" y="18113"/>
                    </a:lnTo>
                    <a:lnTo>
                      <a:pt x="6972" y="18113"/>
                    </a:lnTo>
                    <a:lnTo>
                      <a:pt x="6972" y="19114"/>
                    </a:lnTo>
                    <a:lnTo>
                      <a:pt x="8973" y="19114"/>
                    </a:lnTo>
                    <a:lnTo>
                      <a:pt x="8973" y="18113"/>
                    </a:lnTo>
                    <a:lnTo>
                      <a:pt x="9974" y="18113"/>
                    </a:lnTo>
                    <a:lnTo>
                      <a:pt x="9974" y="16112"/>
                    </a:lnTo>
                    <a:lnTo>
                      <a:pt x="8973" y="16112"/>
                    </a:lnTo>
                    <a:lnTo>
                      <a:pt x="8973" y="14110"/>
                    </a:lnTo>
                    <a:lnTo>
                      <a:pt x="7973" y="14110"/>
                    </a:lnTo>
                    <a:lnTo>
                      <a:pt x="7973" y="13110"/>
                    </a:lnTo>
                    <a:lnTo>
                      <a:pt x="11976" y="13110"/>
                    </a:lnTo>
                    <a:lnTo>
                      <a:pt x="11976" y="12009"/>
                    </a:lnTo>
                    <a:lnTo>
                      <a:pt x="11976" y="11008"/>
                    </a:lnTo>
                    <a:lnTo>
                      <a:pt x="11042" y="11008"/>
                    </a:lnTo>
                    <a:lnTo>
                      <a:pt x="11042" y="10007"/>
                    </a:lnTo>
                    <a:lnTo>
                      <a:pt x="10041" y="10007"/>
                    </a:lnTo>
                    <a:lnTo>
                      <a:pt x="10041" y="9007"/>
                    </a:lnTo>
                    <a:lnTo>
                      <a:pt x="9040" y="9007"/>
                    </a:lnTo>
                    <a:lnTo>
                      <a:pt x="9040" y="8006"/>
                    </a:lnTo>
                    <a:lnTo>
                      <a:pt x="8039" y="8006"/>
                    </a:lnTo>
                    <a:lnTo>
                      <a:pt x="8039" y="7005"/>
                    </a:lnTo>
                    <a:lnTo>
                      <a:pt x="7039" y="7005"/>
                    </a:lnTo>
                    <a:lnTo>
                      <a:pt x="7039" y="6005"/>
                    </a:lnTo>
                    <a:lnTo>
                      <a:pt x="6038" y="6005"/>
                    </a:lnTo>
                    <a:lnTo>
                      <a:pt x="6038" y="5004"/>
                    </a:lnTo>
                    <a:lnTo>
                      <a:pt x="5037" y="5004"/>
                    </a:lnTo>
                    <a:lnTo>
                      <a:pt x="5037" y="4003"/>
                    </a:lnTo>
                    <a:lnTo>
                      <a:pt x="4037" y="4003"/>
                    </a:lnTo>
                    <a:lnTo>
                      <a:pt x="4037" y="3002"/>
                    </a:lnTo>
                    <a:lnTo>
                      <a:pt x="3036" y="3002"/>
                    </a:lnTo>
                    <a:lnTo>
                      <a:pt x="3036" y="2002"/>
                    </a:lnTo>
                    <a:lnTo>
                      <a:pt x="2035" y="2002"/>
                    </a:lnTo>
                    <a:lnTo>
                      <a:pt x="2035" y="1001"/>
                    </a:lnTo>
                    <a:lnTo>
                      <a:pt x="1001" y="1001"/>
                    </a:lnTo>
                    <a:lnTo>
                      <a:pt x="100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9">
                <a:extLst>
                  <a:ext uri="{FF2B5EF4-FFF2-40B4-BE49-F238E27FC236}">
                    <a16:creationId xmlns:a16="http://schemas.microsoft.com/office/drawing/2014/main" id="{7382E025-1BEB-B318-800D-7CBEBD02A70D}"/>
                  </a:ext>
                </a:extLst>
              </p:cNvPr>
              <p:cNvSpPr/>
              <p:nvPr/>
            </p:nvSpPr>
            <p:spPr>
              <a:xfrm>
                <a:off x="1654675" y="4256126"/>
                <a:ext cx="36869" cy="628459"/>
              </a:xfrm>
              <a:custGeom>
                <a:avLst/>
                <a:gdLst/>
                <a:ahLst/>
                <a:cxnLst/>
                <a:rect l="l" t="t" r="r" b="b"/>
                <a:pathLst>
                  <a:path w="1002" h="17080" extrusionOk="0">
                    <a:moveTo>
                      <a:pt x="1" y="1"/>
                    </a:moveTo>
                    <a:lnTo>
                      <a:pt x="1" y="17080"/>
                    </a:lnTo>
                    <a:lnTo>
                      <a:pt x="1002" y="17080"/>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9">
                <a:extLst>
                  <a:ext uri="{FF2B5EF4-FFF2-40B4-BE49-F238E27FC236}">
                    <a16:creationId xmlns:a16="http://schemas.microsoft.com/office/drawing/2014/main" id="{B18999D2-C7C2-2F34-228A-E8657AFDAE23}"/>
                  </a:ext>
                </a:extLst>
              </p:cNvPr>
              <p:cNvSpPr/>
              <p:nvPr/>
            </p:nvSpPr>
            <p:spPr>
              <a:xfrm>
                <a:off x="1692758" y="4292958"/>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9">
                <a:extLst>
                  <a:ext uri="{FF2B5EF4-FFF2-40B4-BE49-F238E27FC236}">
                    <a16:creationId xmlns:a16="http://schemas.microsoft.com/office/drawing/2014/main" id="{D2F7F45C-AC39-4DCB-F9D6-ACDF668940D8}"/>
                  </a:ext>
                </a:extLst>
              </p:cNvPr>
              <p:cNvSpPr/>
              <p:nvPr/>
            </p:nvSpPr>
            <p:spPr>
              <a:xfrm>
                <a:off x="1729553" y="4329790"/>
                <a:ext cx="36869" cy="36832"/>
              </a:xfrm>
              <a:custGeom>
                <a:avLst/>
                <a:gdLst/>
                <a:ahLst/>
                <a:cxnLst/>
                <a:rect l="l" t="t" r="r" b="b"/>
                <a:pathLst>
                  <a:path w="1002" h="1001"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9">
                <a:extLst>
                  <a:ext uri="{FF2B5EF4-FFF2-40B4-BE49-F238E27FC236}">
                    <a16:creationId xmlns:a16="http://schemas.microsoft.com/office/drawing/2014/main" id="{96CC202A-AE36-D9E3-1E67-B4EAF668B12B}"/>
                  </a:ext>
                </a:extLst>
              </p:cNvPr>
              <p:cNvSpPr/>
              <p:nvPr/>
            </p:nvSpPr>
            <p:spPr>
              <a:xfrm>
                <a:off x="1765170" y="4366621"/>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9">
                <a:extLst>
                  <a:ext uri="{FF2B5EF4-FFF2-40B4-BE49-F238E27FC236}">
                    <a16:creationId xmlns:a16="http://schemas.microsoft.com/office/drawing/2014/main" id="{946E1BFE-BCE5-EA3C-D02E-B2A1AA6AA36E}"/>
                  </a:ext>
                </a:extLst>
              </p:cNvPr>
              <p:cNvSpPr/>
              <p:nvPr/>
            </p:nvSpPr>
            <p:spPr>
              <a:xfrm>
                <a:off x="1803216" y="4403416"/>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9">
                <a:extLst>
                  <a:ext uri="{FF2B5EF4-FFF2-40B4-BE49-F238E27FC236}">
                    <a16:creationId xmlns:a16="http://schemas.microsoft.com/office/drawing/2014/main" id="{F67C9B1F-550F-0424-F61B-59A1872CA80E}"/>
                  </a:ext>
                </a:extLst>
              </p:cNvPr>
              <p:cNvSpPr/>
              <p:nvPr/>
            </p:nvSpPr>
            <p:spPr>
              <a:xfrm>
                <a:off x="1841262" y="4440248"/>
                <a:ext cx="36832" cy="36869"/>
              </a:xfrm>
              <a:custGeom>
                <a:avLst/>
                <a:gdLst/>
                <a:ahLst/>
                <a:cxnLst/>
                <a:rect l="l" t="t" r="r" b="b"/>
                <a:pathLst>
                  <a:path w="1001" h="1002"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9">
                <a:extLst>
                  <a:ext uri="{FF2B5EF4-FFF2-40B4-BE49-F238E27FC236}">
                    <a16:creationId xmlns:a16="http://schemas.microsoft.com/office/drawing/2014/main" id="{27B7D17D-91AA-2D6D-477D-697AAE62D946}"/>
                  </a:ext>
                </a:extLst>
              </p:cNvPr>
              <p:cNvSpPr/>
              <p:nvPr/>
            </p:nvSpPr>
            <p:spPr>
              <a:xfrm>
                <a:off x="1878057" y="4477080"/>
                <a:ext cx="36869" cy="36832"/>
              </a:xfrm>
              <a:custGeom>
                <a:avLst/>
                <a:gdLst/>
                <a:ahLst/>
                <a:cxnLst/>
                <a:rect l="l" t="t" r="r" b="b"/>
                <a:pathLst>
                  <a:path w="1002" h="1001"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9">
                <a:extLst>
                  <a:ext uri="{FF2B5EF4-FFF2-40B4-BE49-F238E27FC236}">
                    <a16:creationId xmlns:a16="http://schemas.microsoft.com/office/drawing/2014/main" id="{F846DFB1-6221-74E6-6132-63920F9D52AB}"/>
                  </a:ext>
                </a:extLst>
              </p:cNvPr>
              <p:cNvSpPr/>
              <p:nvPr/>
            </p:nvSpPr>
            <p:spPr>
              <a:xfrm>
                <a:off x="1914889" y="4515125"/>
                <a:ext cx="36869" cy="36832"/>
              </a:xfrm>
              <a:custGeom>
                <a:avLst/>
                <a:gdLst/>
                <a:ahLst/>
                <a:cxnLst/>
                <a:rect l="l" t="t" r="r" b="b"/>
                <a:pathLst>
                  <a:path w="1002" h="1001"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9">
                <a:extLst>
                  <a:ext uri="{FF2B5EF4-FFF2-40B4-BE49-F238E27FC236}">
                    <a16:creationId xmlns:a16="http://schemas.microsoft.com/office/drawing/2014/main" id="{BCBE70F7-1360-DF71-6F01-ACA0A43C2509}"/>
                  </a:ext>
                </a:extLst>
              </p:cNvPr>
              <p:cNvSpPr/>
              <p:nvPr/>
            </p:nvSpPr>
            <p:spPr>
              <a:xfrm>
                <a:off x="1951721" y="4551920"/>
                <a:ext cx="36869" cy="36869"/>
              </a:xfrm>
              <a:custGeom>
                <a:avLst/>
                <a:gdLst/>
                <a:ahLst/>
                <a:cxnLst/>
                <a:rect l="l" t="t" r="r" b="b"/>
                <a:pathLst>
                  <a:path w="1002" h="1002" extrusionOk="0">
                    <a:moveTo>
                      <a:pt x="0" y="1"/>
                    </a:moveTo>
                    <a:lnTo>
                      <a:pt x="0"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9">
                <a:extLst>
                  <a:ext uri="{FF2B5EF4-FFF2-40B4-BE49-F238E27FC236}">
                    <a16:creationId xmlns:a16="http://schemas.microsoft.com/office/drawing/2014/main" id="{38168E4B-D4BC-E001-F8D8-13B75AB8E662}"/>
                  </a:ext>
                </a:extLst>
              </p:cNvPr>
              <p:cNvSpPr/>
              <p:nvPr/>
            </p:nvSpPr>
            <p:spPr>
              <a:xfrm>
                <a:off x="1988553" y="4588752"/>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9">
                <a:extLst>
                  <a:ext uri="{FF2B5EF4-FFF2-40B4-BE49-F238E27FC236}">
                    <a16:creationId xmlns:a16="http://schemas.microsoft.com/office/drawing/2014/main" id="{AE9A1DA0-8988-C775-4A15-A8C746A101A3}"/>
                  </a:ext>
                </a:extLst>
              </p:cNvPr>
              <p:cNvSpPr/>
              <p:nvPr/>
            </p:nvSpPr>
            <p:spPr>
              <a:xfrm>
                <a:off x="2025348" y="4625584"/>
                <a:ext cx="36869" cy="36869"/>
              </a:xfrm>
              <a:custGeom>
                <a:avLst/>
                <a:gdLst/>
                <a:ahLst/>
                <a:cxnLst/>
                <a:rect l="l" t="t" r="r" b="b"/>
                <a:pathLst>
                  <a:path w="1002" h="1002"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9">
                <a:extLst>
                  <a:ext uri="{FF2B5EF4-FFF2-40B4-BE49-F238E27FC236}">
                    <a16:creationId xmlns:a16="http://schemas.microsoft.com/office/drawing/2014/main" id="{FD362B0C-64B0-8FA0-0828-ED99107DCBF3}"/>
                  </a:ext>
                </a:extLst>
              </p:cNvPr>
              <p:cNvSpPr/>
              <p:nvPr/>
            </p:nvSpPr>
            <p:spPr>
              <a:xfrm>
                <a:off x="2062179" y="4662415"/>
                <a:ext cx="36869" cy="36832"/>
              </a:xfrm>
              <a:custGeom>
                <a:avLst/>
                <a:gdLst/>
                <a:ahLst/>
                <a:cxnLst/>
                <a:rect l="l" t="t" r="r" b="b"/>
                <a:pathLst>
                  <a:path w="1002" h="1001" extrusionOk="0">
                    <a:moveTo>
                      <a:pt x="1" y="0"/>
                    </a:moveTo>
                    <a:lnTo>
                      <a:pt x="1" y="1001"/>
                    </a:lnTo>
                    <a:lnTo>
                      <a:pt x="1001" y="1001"/>
                    </a:lnTo>
                    <a:lnTo>
                      <a:pt x="100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9">
                <a:extLst>
                  <a:ext uri="{FF2B5EF4-FFF2-40B4-BE49-F238E27FC236}">
                    <a16:creationId xmlns:a16="http://schemas.microsoft.com/office/drawing/2014/main" id="{EADCDDE9-6E20-F4CA-A79F-8BDC1D1C251A}"/>
                  </a:ext>
                </a:extLst>
              </p:cNvPr>
              <p:cNvSpPr/>
              <p:nvPr/>
            </p:nvSpPr>
            <p:spPr>
              <a:xfrm>
                <a:off x="1914889" y="4699210"/>
                <a:ext cx="185373" cy="36869"/>
              </a:xfrm>
              <a:custGeom>
                <a:avLst/>
                <a:gdLst/>
                <a:ahLst/>
                <a:cxnLst/>
                <a:rect l="l" t="t" r="r" b="b"/>
                <a:pathLst>
                  <a:path w="5038" h="1002" extrusionOk="0">
                    <a:moveTo>
                      <a:pt x="1" y="1"/>
                    </a:moveTo>
                    <a:lnTo>
                      <a:pt x="1" y="1002"/>
                    </a:lnTo>
                    <a:lnTo>
                      <a:pt x="5038" y="1002"/>
                    </a:lnTo>
                    <a:lnTo>
                      <a:pt x="50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9">
                <a:extLst>
                  <a:ext uri="{FF2B5EF4-FFF2-40B4-BE49-F238E27FC236}">
                    <a16:creationId xmlns:a16="http://schemas.microsoft.com/office/drawing/2014/main" id="{1E295E68-F8F1-8D90-E3C7-F87C3242A5B8}"/>
                  </a:ext>
                </a:extLst>
              </p:cNvPr>
              <p:cNvSpPr/>
              <p:nvPr/>
            </p:nvSpPr>
            <p:spPr>
              <a:xfrm>
                <a:off x="1914889" y="4736042"/>
                <a:ext cx="36869" cy="36869"/>
              </a:xfrm>
              <a:custGeom>
                <a:avLst/>
                <a:gdLst/>
                <a:ahLst/>
                <a:cxnLst/>
                <a:rect l="l" t="t" r="r" b="b"/>
                <a:pathLst>
                  <a:path w="1002" h="1002" extrusionOk="0">
                    <a:moveTo>
                      <a:pt x="1" y="1"/>
                    </a:moveTo>
                    <a:lnTo>
                      <a:pt x="1"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9">
                <a:extLst>
                  <a:ext uri="{FF2B5EF4-FFF2-40B4-BE49-F238E27FC236}">
                    <a16:creationId xmlns:a16="http://schemas.microsoft.com/office/drawing/2014/main" id="{249DFE2B-4942-E4AD-650E-5CF811E5AFAF}"/>
                  </a:ext>
                </a:extLst>
              </p:cNvPr>
              <p:cNvSpPr/>
              <p:nvPr/>
            </p:nvSpPr>
            <p:spPr>
              <a:xfrm>
                <a:off x="1803216" y="4736042"/>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9">
                <a:extLst>
                  <a:ext uri="{FF2B5EF4-FFF2-40B4-BE49-F238E27FC236}">
                    <a16:creationId xmlns:a16="http://schemas.microsoft.com/office/drawing/2014/main" id="{160B6A85-EC8C-BC68-9C6C-CBC002879AF8}"/>
                  </a:ext>
                </a:extLst>
              </p:cNvPr>
              <p:cNvSpPr/>
              <p:nvPr/>
            </p:nvSpPr>
            <p:spPr>
              <a:xfrm>
                <a:off x="1841262" y="4772874"/>
                <a:ext cx="36832" cy="73664"/>
              </a:xfrm>
              <a:custGeom>
                <a:avLst/>
                <a:gdLst/>
                <a:ahLst/>
                <a:cxnLst/>
                <a:rect l="l" t="t" r="r" b="b"/>
                <a:pathLst>
                  <a:path w="1001" h="2002" extrusionOk="0">
                    <a:moveTo>
                      <a:pt x="0" y="0"/>
                    </a:moveTo>
                    <a:lnTo>
                      <a:pt x="0"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9">
                <a:extLst>
                  <a:ext uri="{FF2B5EF4-FFF2-40B4-BE49-F238E27FC236}">
                    <a16:creationId xmlns:a16="http://schemas.microsoft.com/office/drawing/2014/main" id="{072392B4-2B87-22A0-D6B6-57F79B740AD2}"/>
                  </a:ext>
                </a:extLst>
              </p:cNvPr>
              <p:cNvSpPr/>
              <p:nvPr/>
            </p:nvSpPr>
            <p:spPr>
              <a:xfrm>
                <a:off x="1878057" y="4847751"/>
                <a:ext cx="36869" cy="73664"/>
              </a:xfrm>
              <a:custGeom>
                <a:avLst/>
                <a:gdLst/>
                <a:ahLst/>
                <a:cxnLst/>
                <a:rect l="l" t="t" r="r" b="b"/>
                <a:pathLst>
                  <a:path w="1002" h="2002" extrusionOk="0">
                    <a:moveTo>
                      <a:pt x="1" y="0"/>
                    </a:moveTo>
                    <a:lnTo>
                      <a:pt x="1" y="2001"/>
                    </a:lnTo>
                    <a:lnTo>
                      <a:pt x="1002" y="2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9">
                <a:extLst>
                  <a:ext uri="{FF2B5EF4-FFF2-40B4-BE49-F238E27FC236}">
                    <a16:creationId xmlns:a16="http://schemas.microsoft.com/office/drawing/2014/main" id="{1294B29E-2839-0D8A-282E-8295825EC459}"/>
                  </a:ext>
                </a:extLst>
              </p:cNvPr>
              <p:cNvSpPr/>
              <p:nvPr/>
            </p:nvSpPr>
            <p:spPr>
              <a:xfrm>
                <a:off x="1914889" y="4921378"/>
                <a:ext cx="73700" cy="36869"/>
              </a:xfrm>
              <a:custGeom>
                <a:avLst/>
                <a:gdLst/>
                <a:ahLst/>
                <a:cxnLst/>
                <a:rect l="l" t="t" r="r" b="b"/>
                <a:pathLst>
                  <a:path w="2003" h="1002" extrusionOk="0">
                    <a:moveTo>
                      <a:pt x="1" y="0"/>
                    </a:moveTo>
                    <a:lnTo>
                      <a:pt x="1" y="1001"/>
                    </a:lnTo>
                    <a:lnTo>
                      <a:pt x="2002" y="1001"/>
                    </a:lnTo>
                    <a:lnTo>
                      <a:pt x="2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9">
                <a:extLst>
                  <a:ext uri="{FF2B5EF4-FFF2-40B4-BE49-F238E27FC236}">
                    <a16:creationId xmlns:a16="http://schemas.microsoft.com/office/drawing/2014/main" id="{D1EF1CC0-D3B4-A60A-005B-FA1C01596047}"/>
                  </a:ext>
                </a:extLst>
              </p:cNvPr>
              <p:cNvSpPr/>
              <p:nvPr/>
            </p:nvSpPr>
            <p:spPr>
              <a:xfrm>
                <a:off x="1951721" y="4772874"/>
                <a:ext cx="36869" cy="73664"/>
              </a:xfrm>
              <a:custGeom>
                <a:avLst/>
                <a:gdLst/>
                <a:ahLst/>
                <a:cxnLst/>
                <a:rect l="l" t="t" r="r" b="b"/>
                <a:pathLst>
                  <a:path w="1002" h="2002" extrusionOk="0">
                    <a:moveTo>
                      <a:pt x="0" y="0"/>
                    </a:moveTo>
                    <a:lnTo>
                      <a:pt x="0"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9">
                <a:extLst>
                  <a:ext uri="{FF2B5EF4-FFF2-40B4-BE49-F238E27FC236}">
                    <a16:creationId xmlns:a16="http://schemas.microsoft.com/office/drawing/2014/main" id="{0820A2EA-8EDC-5E6F-E71F-D4EA67115153}"/>
                  </a:ext>
                </a:extLst>
              </p:cNvPr>
              <p:cNvSpPr/>
              <p:nvPr/>
            </p:nvSpPr>
            <p:spPr>
              <a:xfrm>
                <a:off x="1988553" y="4847751"/>
                <a:ext cx="36832" cy="73664"/>
              </a:xfrm>
              <a:custGeom>
                <a:avLst/>
                <a:gdLst/>
                <a:ahLst/>
                <a:cxnLst/>
                <a:rect l="l" t="t" r="r" b="b"/>
                <a:pathLst>
                  <a:path w="1001" h="2002" extrusionOk="0">
                    <a:moveTo>
                      <a:pt x="0" y="0"/>
                    </a:moveTo>
                    <a:lnTo>
                      <a:pt x="0" y="2001"/>
                    </a:lnTo>
                    <a:lnTo>
                      <a:pt x="1001" y="2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9">
                <a:extLst>
                  <a:ext uri="{FF2B5EF4-FFF2-40B4-BE49-F238E27FC236}">
                    <a16:creationId xmlns:a16="http://schemas.microsoft.com/office/drawing/2014/main" id="{6B89CEE6-1B5D-4255-F5FF-89C042C37DA4}"/>
                  </a:ext>
                </a:extLst>
              </p:cNvPr>
              <p:cNvSpPr/>
              <p:nvPr/>
            </p:nvSpPr>
            <p:spPr>
              <a:xfrm>
                <a:off x="1765170" y="4772874"/>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9">
                <a:extLst>
                  <a:ext uri="{FF2B5EF4-FFF2-40B4-BE49-F238E27FC236}">
                    <a16:creationId xmlns:a16="http://schemas.microsoft.com/office/drawing/2014/main" id="{DE70FB18-C9EF-6EA1-89B5-6D91DEA0CBFA}"/>
                  </a:ext>
                </a:extLst>
              </p:cNvPr>
              <p:cNvSpPr/>
              <p:nvPr/>
            </p:nvSpPr>
            <p:spPr>
              <a:xfrm>
                <a:off x="1729553" y="4810920"/>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9">
                <a:extLst>
                  <a:ext uri="{FF2B5EF4-FFF2-40B4-BE49-F238E27FC236}">
                    <a16:creationId xmlns:a16="http://schemas.microsoft.com/office/drawing/2014/main" id="{1C0C9E99-103C-32CA-5E53-8747679BDA9F}"/>
                  </a:ext>
                </a:extLst>
              </p:cNvPr>
              <p:cNvSpPr/>
              <p:nvPr/>
            </p:nvSpPr>
            <p:spPr>
              <a:xfrm>
                <a:off x="1692758" y="4847751"/>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2" name="Google Shape;772;p39">
              <a:extLst>
                <a:ext uri="{FF2B5EF4-FFF2-40B4-BE49-F238E27FC236}">
                  <a16:creationId xmlns:a16="http://schemas.microsoft.com/office/drawing/2014/main" id="{566C1A8A-61AD-3B47-A4C2-6031D4A3F73B}"/>
                </a:ext>
              </a:extLst>
            </p:cNvPr>
            <p:cNvGrpSpPr/>
            <p:nvPr/>
          </p:nvGrpSpPr>
          <p:grpSpPr>
            <a:xfrm>
              <a:off x="2099011" y="4329790"/>
              <a:ext cx="407505" cy="517999"/>
              <a:chOff x="2099011" y="4329790"/>
              <a:chExt cx="407505" cy="517999"/>
            </a:xfrm>
          </p:grpSpPr>
          <p:sp>
            <p:nvSpPr>
              <p:cNvPr id="773" name="Google Shape;773;p39">
                <a:extLst>
                  <a:ext uri="{FF2B5EF4-FFF2-40B4-BE49-F238E27FC236}">
                    <a16:creationId xmlns:a16="http://schemas.microsoft.com/office/drawing/2014/main" id="{266CF6C5-45FA-6379-35ED-27EA4D826EA7}"/>
                  </a:ext>
                </a:extLst>
              </p:cNvPr>
              <p:cNvSpPr/>
              <p:nvPr/>
            </p:nvSpPr>
            <p:spPr>
              <a:xfrm>
                <a:off x="2100225" y="4331004"/>
                <a:ext cx="405076" cy="515535"/>
              </a:xfrm>
              <a:custGeom>
                <a:avLst/>
                <a:gdLst/>
                <a:ahLst/>
                <a:cxnLst/>
                <a:rect l="l" t="t" r="r" b="b"/>
                <a:pathLst>
                  <a:path w="11009" h="14011" extrusionOk="0">
                    <a:moveTo>
                      <a:pt x="1" y="1"/>
                    </a:moveTo>
                    <a:lnTo>
                      <a:pt x="1" y="1001"/>
                    </a:lnTo>
                    <a:lnTo>
                      <a:pt x="1001" y="1001"/>
                    </a:lnTo>
                    <a:lnTo>
                      <a:pt x="1001" y="2002"/>
                    </a:lnTo>
                    <a:lnTo>
                      <a:pt x="1001" y="3003"/>
                    </a:lnTo>
                    <a:lnTo>
                      <a:pt x="1001" y="4004"/>
                    </a:lnTo>
                    <a:lnTo>
                      <a:pt x="2002" y="4004"/>
                    </a:lnTo>
                    <a:lnTo>
                      <a:pt x="2002" y="5004"/>
                    </a:lnTo>
                    <a:lnTo>
                      <a:pt x="3003" y="5004"/>
                    </a:lnTo>
                    <a:lnTo>
                      <a:pt x="3003" y="6005"/>
                    </a:lnTo>
                    <a:lnTo>
                      <a:pt x="4003" y="6005"/>
                    </a:lnTo>
                    <a:lnTo>
                      <a:pt x="4003" y="7006"/>
                    </a:lnTo>
                    <a:lnTo>
                      <a:pt x="4003" y="8006"/>
                    </a:lnTo>
                    <a:lnTo>
                      <a:pt x="3003" y="8006"/>
                    </a:lnTo>
                    <a:lnTo>
                      <a:pt x="3003" y="9007"/>
                    </a:lnTo>
                    <a:lnTo>
                      <a:pt x="2002" y="9007"/>
                    </a:lnTo>
                    <a:lnTo>
                      <a:pt x="2002" y="10008"/>
                    </a:lnTo>
                    <a:lnTo>
                      <a:pt x="1001" y="10008"/>
                    </a:lnTo>
                    <a:lnTo>
                      <a:pt x="1001" y="11009"/>
                    </a:lnTo>
                    <a:lnTo>
                      <a:pt x="1001" y="12009"/>
                    </a:lnTo>
                    <a:lnTo>
                      <a:pt x="1001" y="13010"/>
                    </a:lnTo>
                    <a:lnTo>
                      <a:pt x="1" y="13010"/>
                    </a:lnTo>
                    <a:lnTo>
                      <a:pt x="1" y="14011"/>
                    </a:lnTo>
                    <a:lnTo>
                      <a:pt x="11008" y="14011"/>
                    </a:lnTo>
                    <a:lnTo>
                      <a:pt x="11008" y="13010"/>
                    </a:lnTo>
                    <a:lnTo>
                      <a:pt x="10008" y="13010"/>
                    </a:lnTo>
                    <a:lnTo>
                      <a:pt x="10008" y="12009"/>
                    </a:lnTo>
                    <a:lnTo>
                      <a:pt x="10008" y="11009"/>
                    </a:lnTo>
                    <a:lnTo>
                      <a:pt x="10008" y="10008"/>
                    </a:lnTo>
                    <a:lnTo>
                      <a:pt x="9007" y="10008"/>
                    </a:lnTo>
                    <a:lnTo>
                      <a:pt x="9007" y="9007"/>
                    </a:lnTo>
                    <a:lnTo>
                      <a:pt x="8006" y="9007"/>
                    </a:lnTo>
                    <a:lnTo>
                      <a:pt x="8006" y="8006"/>
                    </a:lnTo>
                    <a:lnTo>
                      <a:pt x="7006" y="8006"/>
                    </a:lnTo>
                    <a:lnTo>
                      <a:pt x="7006" y="7006"/>
                    </a:lnTo>
                    <a:lnTo>
                      <a:pt x="7006" y="6005"/>
                    </a:lnTo>
                    <a:lnTo>
                      <a:pt x="8006" y="6005"/>
                    </a:lnTo>
                    <a:lnTo>
                      <a:pt x="8006" y="5004"/>
                    </a:lnTo>
                    <a:lnTo>
                      <a:pt x="9007" y="5004"/>
                    </a:lnTo>
                    <a:lnTo>
                      <a:pt x="9007" y="4004"/>
                    </a:lnTo>
                    <a:lnTo>
                      <a:pt x="10008" y="4004"/>
                    </a:lnTo>
                    <a:lnTo>
                      <a:pt x="10008" y="3003"/>
                    </a:lnTo>
                    <a:lnTo>
                      <a:pt x="10008" y="2002"/>
                    </a:lnTo>
                    <a:lnTo>
                      <a:pt x="10008" y="1001"/>
                    </a:lnTo>
                    <a:lnTo>
                      <a:pt x="11008" y="1001"/>
                    </a:lnTo>
                    <a:lnTo>
                      <a:pt x="1100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9">
                <a:extLst>
                  <a:ext uri="{FF2B5EF4-FFF2-40B4-BE49-F238E27FC236}">
                    <a16:creationId xmlns:a16="http://schemas.microsoft.com/office/drawing/2014/main" id="{CA2B87B9-F314-A4BC-A7DB-5042E8495066}"/>
                  </a:ext>
                </a:extLst>
              </p:cNvPr>
              <p:cNvSpPr/>
              <p:nvPr/>
            </p:nvSpPr>
            <p:spPr>
              <a:xfrm>
                <a:off x="2173889" y="4477080"/>
                <a:ext cx="73664" cy="74878"/>
              </a:xfrm>
              <a:custGeom>
                <a:avLst/>
                <a:gdLst/>
                <a:ahLst/>
                <a:cxnLst/>
                <a:rect l="l" t="t" r="r" b="b"/>
                <a:pathLst>
                  <a:path w="2002" h="2035" extrusionOk="0">
                    <a:moveTo>
                      <a:pt x="0" y="0"/>
                    </a:moveTo>
                    <a:lnTo>
                      <a:pt x="0" y="1034"/>
                    </a:lnTo>
                    <a:lnTo>
                      <a:pt x="1001" y="1034"/>
                    </a:lnTo>
                    <a:lnTo>
                      <a:pt x="1001" y="0"/>
                    </a:lnTo>
                    <a:close/>
                    <a:moveTo>
                      <a:pt x="1001" y="1034"/>
                    </a:moveTo>
                    <a:lnTo>
                      <a:pt x="1001" y="2035"/>
                    </a:lnTo>
                    <a:lnTo>
                      <a:pt x="2001" y="2035"/>
                    </a:lnTo>
                    <a:lnTo>
                      <a:pt x="2001" y="103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9">
                <a:extLst>
                  <a:ext uri="{FF2B5EF4-FFF2-40B4-BE49-F238E27FC236}">
                    <a16:creationId xmlns:a16="http://schemas.microsoft.com/office/drawing/2014/main" id="{52896053-9F7C-3468-6FF4-FA8F759706DC}"/>
                  </a:ext>
                </a:extLst>
              </p:cNvPr>
              <p:cNvSpPr/>
              <p:nvPr/>
            </p:nvSpPr>
            <p:spPr>
              <a:xfrm>
                <a:off x="2284348" y="4477080"/>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9">
                <a:extLst>
                  <a:ext uri="{FF2B5EF4-FFF2-40B4-BE49-F238E27FC236}">
                    <a16:creationId xmlns:a16="http://schemas.microsoft.com/office/drawing/2014/main" id="{8891119F-77E0-D335-8A80-75BDE08003ED}"/>
                  </a:ext>
                </a:extLst>
              </p:cNvPr>
              <p:cNvSpPr/>
              <p:nvPr/>
            </p:nvSpPr>
            <p:spPr>
              <a:xfrm>
                <a:off x="2247516" y="4440248"/>
                <a:ext cx="36869" cy="36869"/>
              </a:xfrm>
              <a:custGeom>
                <a:avLst/>
                <a:gdLst/>
                <a:ahLst/>
                <a:cxnLst/>
                <a:rect l="l" t="t" r="r" b="b"/>
                <a:pathLst>
                  <a:path w="1002" h="1002"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9">
                <a:extLst>
                  <a:ext uri="{FF2B5EF4-FFF2-40B4-BE49-F238E27FC236}">
                    <a16:creationId xmlns:a16="http://schemas.microsoft.com/office/drawing/2014/main" id="{D9D15D4C-C5D0-0CAA-3123-291A4A3A4175}"/>
                  </a:ext>
                </a:extLst>
              </p:cNvPr>
              <p:cNvSpPr/>
              <p:nvPr/>
            </p:nvSpPr>
            <p:spPr>
              <a:xfrm>
                <a:off x="2321143" y="4440248"/>
                <a:ext cx="36869" cy="36869"/>
              </a:xfrm>
              <a:custGeom>
                <a:avLst/>
                <a:gdLst/>
                <a:ahLst/>
                <a:cxnLst/>
                <a:rect l="l" t="t" r="r" b="b"/>
                <a:pathLst>
                  <a:path w="1002" h="1002"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9">
                <a:extLst>
                  <a:ext uri="{FF2B5EF4-FFF2-40B4-BE49-F238E27FC236}">
                    <a16:creationId xmlns:a16="http://schemas.microsoft.com/office/drawing/2014/main" id="{C0581C95-4A44-CB8A-1736-1B2C86487799}"/>
                  </a:ext>
                </a:extLst>
              </p:cNvPr>
              <p:cNvSpPr/>
              <p:nvPr/>
            </p:nvSpPr>
            <p:spPr>
              <a:xfrm>
                <a:off x="2247516" y="4551920"/>
                <a:ext cx="36869" cy="73700"/>
              </a:xfrm>
              <a:custGeom>
                <a:avLst/>
                <a:gdLst/>
                <a:ahLst/>
                <a:cxnLst/>
                <a:rect l="l" t="t" r="r" b="b"/>
                <a:pathLst>
                  <a:path w="1002" h="2003" extrusionOk="0">
                    <a:moveTo>
                      <a:pt x="0" y="1"/>
                    </a:moveTo>
                    <a:lnTo>
                      <a:pt x="0" y="1002"/>
                    </a:lnTo>
                    <a:lnTo>
                      <a:pt x="0" y="2002"/>
                    </a:lnTo>
                    <a:lnTo>
                      <a:pt x="1001" y="2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9">
                <a:extLst>
                  <a:ext uri="{FF2B5EF4-FFF2-40B4-BE49-F238E27FC236}">
                    <a16:creationId xmlns:a16="http://schemas.microsoft.com/office/drawing/2014/main" id="{0DDE68FD-0AEF-0E83-1EC4-356E84AC42E2}"/>
                  </a:ext>
                </a:extLst>
              </p:cNvPr>
              <p:cNvSpPr/>
              <p:nvPr/>
            </p:nvSpPr>
            <p:spPr>
              <a:xfrm>
                <a:off x="2210684" y="4625584"/>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9">
                <a:extLst>
                  <a:ext uri="{FF2B5EF4-FFF2-40B4-BE49-F238E27FC236}">
                    <a16:creationId xmlns:a16="http://schemas.microsoft.com/office/drawing/2014/main" id="{F573D086-6C27-C5C8-72E4-AD4EDE556592}"/>
                  </a:ext>
                </a:extLst>
              </p:cNvPr>
              <p:cNvSpPr/>
              <p:nvPr/>
            </p:nvSpPr>
            <p:spPr>
              <a:xfrm>
                <a:off x="2173889" y="4662415"/>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9">
                <a:extLst>
                  <a:ext uri="{FF2B5EF4-FFF2-40B4-BE49-F238E27FC236}">
                    <a16:creationId xmlns:a16="http://schemas.microsoft.com/office/drawing/2014/main" id="{8FC07784-59F9-C88B-1544-6E4069ACD877}"/>
                  </a:ext>
                </a:extLst>
              </p:cNvPr>
              <p:cNvSpPr/>
              <p:nvPr/>
            </p:nvSpPr>
            <p:spPr>
              <a:xfrm>
                <a:off x="2321143" y="4736042"/>
                <a:ext cx="36869" cy="36869"/>
              </a:xfrm>
              <a:custGeom>
                <a:avLst/>
                <a:gdLst/>
                <a:ahLst/>
                <a:cxnLst/>
                <a:rect l="l" t="t" r="r" b="b"/>
                <a:pathLst>
                  <a:path w="1002" h="1002" extrusionOk="0">
                    <a:moveTo>
                      <a:pt x="1" y="1"/>
                    </a:moveTo>
                    <a:lnTo>
                      <a:pt x="1" y="1001"/>
                    </a:lnTo>
                    <a:lnTo>
                      <a:pt x="1002" y="1001"/>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9">
                <a:extLst>
                  <a:ext uri="{FF2B5EF4-FFF2-40B4-BE49-F238E27FC236}">
                    <a16:creationId xmlns:a16="http://schemas.microsoft.com/office/drawing/2014/main" id="{3689EE52-FCBF-D819-7746-BC5AA5386EC8}"/>
                  </a:ext>
                </a:extLst>
              </p:cNvPr>
              <p:cNvSpPr/>
              <p:nvPr/>
            </p:nvSpPr>
            <p:spPr>
              <a:xfrm>
                <a:off x="2247516" y="4736042"/>
                <a:ext cx="36869" cy="36869"/>
              </a:xfrm>
              <a:custGeom>
                <a:avLst/>
                <a:gdLst/>
                <a:ahLst/>
                <a:cxnLst/>
                <a:rect l="l" t="t" r="r" b="b"/>
                <a:pathLst>
                  <a:path w="1002"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39">
                <a:extLst>
                  <a:ext uri="{FF2B5EF4-FFF2-40B4-BE49-F238E27FC236}">
                    <a16:creationId xmlns:a16="http://schemas.microsoft.com/office/drawing/2014/main" id="{E7AE874D-E5C8-A359-D45F-B92A7166D707}"/>
                  </a:ext>
                </a:extLst>
              </p:cNvPr>
              <p:cNvSpPr/>
              <p:nvPr/>
            </p:nvSpPr>
            <p:spPr>
              <a:xfrm>
                <a:off x="2284348" y="4699210"/>
                <a:ext cx="36832" cy="36869"/>
              </a:xfrm>
              <a:custGeom>
                <a:avLst/>
                <a:gdLst/>
                <a:ahLst/>
                <a:cxnLst/>
                <a:rect l="l" t="t" r="r" b="b"/>
                <a:pathLst>
                  <a:path w="1001" h="1002" extrusionOk="0">
                    <a:moveTo>
                      <a:pt x="0" y="1"/>
                    </a:moveTo>
                    <a:lnTo>
                      <a:pt x="0"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9">
                <a:extLst>
                  <a:ext uri="{FF2B5EF4-FFF2-40B4-BE49-F238E27FC236}">
                    <a16:creationId xmlns:a16="http://schemas.microsoft.com/office/drawing/2014/main" id="{A372E5F8-A298-EFED-58F2-181D261F0A3D}"/>
                  </a:ext>
                </a:extLst>
              </p:cNvPr>
              <p:cNvSpPr/>
              <p:nvPr/>
            </p:nvSpPr>
            <p:spPr>
              <a:xfrm>
                <a:off x="2099011" y="4329790"/>
                <a:ext cx="407505" cy="147327"/>
              </a:xfrm>
              <a:custGeom>
                <a:avLst/>
                <a:gdLst/>
                <a:ahLst/>
                <a:cxnLst/>
                <a:rect l="l" t="t" r="r" b="b"/>
                <a:pathLst>
                  <a:path w="11075" h="4004" extrusionOk="0">
                    <a:moveTo>
                      <a:pt x="0" y="0"/>
                    </a:moveTo>
                    <a:lnTo>
                      <a:pt x="0" y="1001"/>
                    </a:lnTo>
                    <a:lnTo>
                      <a:pt x="1001" y="1001"/>
                    </a:lnTo>
                    <a:lnTo>
                      <a:pt x="1001" y="2002"/>
                    </a:lnTo>
                    <a:lnTo>
                      <a:pt x="1001" y="3002"/>
                    </a:lnTo>
                    <a:lnTo>
                      <a:pt x="1001" y="4003"/>
                    </a:lnTo>
                    <a:lnTo>
                      <a:pt x="2035" y="4003"/>
                    </a:lnTo>
                    <a:lnTo>
                      <a:pt x="2035" y="3002"/>
                    </a:lnTo>
                    <a:lnTo>
                      <a:pt x="2035" y="2002"/>
                    </a:lnTo>
                    <a:lnTo>
                      <a:pt x="2035" y="1001"/>
                    </a:lnTo>
                    <a:lnTo>
                      <a:pt x="9040" y="1001"/>
                    </a:lnTo>
                    <a:lnTo>
                      <a:pt x="9040" y="2002"/>
                    </a:lnTo>
                    <a:lnTo>
                      <a:pt x="9040" y="3002"/>
                    </a:lnTo>
                    <a:lnTo>
                      <a:pt x="9040" y="4003"/>
                    </a:lnTo>
                    <a:lnTo>
                      <a:pt x="10074" y="4003"/>
                    </a:lnTo>
                    <a:lnTo>
                      <a:pt x="10074" y="3002"/>
                    </a:lnTo>
                    <a:lnTo>
                      <a:pt x="10074" y="2002"/>
                    </a:lnTo>
                    <a:lnTo>
                      <a:pt x="10074" y="1001"/>
                    </a:lnTo>
                    <a:lnTo>
                      <a:pt x="11075" y="1001"/>
                    </a:lnTo>
                    <a:lnTo>
                      <a:pt x="110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9">
                <a:extLst>
                  <a:ext uri="{FF2B5EF4-FFF2-40B4-BE49-F238E27FC236}">
                    <a16:creationId xmlns:a16="http://schemas.microsoft.com/office/drawing/2014/main" id="{729CD72F-60AE-DE83-3894-3B625DA98C6B}"/>
                  </a:ext>
                </a:extLst>
              </p:cNvPr>
              <p:cNvSpPr/>
              <p:nvPr/>
            </p:nvSpPr>
            <p:spPr>
              <a:xfrm>
                <a:off x="2357974" y="4477080"/>
                <a:ext cx="73700" cy="74878"/>
              </a:xfrm>
              <a:custGeom>
                <a:avLst/>
                <a:gdLst/>
                <a:ahLst/>
                <a:cxnLst/>
                <a:rect l="l" t="t" r="r" b="b"/>
                <a:pathLst>
                  <a:path w="2003" h="2035" extrusionOk="0">
                    <a:moveTo>
                      <a:pt x="1001" y="0"/>
                    </a:moveTo>
                    <a:lnTo>
                      <a:pt x="1001" y="1034"/>
                    </a:lnTo>
                    <a:lnTo>
                      <a:pt x="2002" y="1034"/>
                    </a:lnTo>
                    <a:lnTo>
                      <a:pt x="2002" y="0"/>
                    </a:lnTo>
                    <a:close/>
                    <a:moveTo>
                      <a:pt x="1" y="1034"/>
                    </a:moveTo>
                    <a:lnTo>
                      <a:pt x="1" y="2035"/>
                    </a:lnTo>
                    <a:lnTo>
                      <a:pt x="1001" y="2035"/>
                    </a:lnTo>
                    <a:lnTo>
                      <a:pt x="1001" y="103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9">
                <a:extLst>
                  <a:ext uri="{FF2B5EF4-FFF2-40B4-BE49-F238E27FC236}">
                    <a16:creationId xmlns:a16="http://schemas.microsoft.com/office/drawing/2014/main" id="{B5F2E996-917D-70AD-8E39-43B6B908C061}"/>
                  </a:ext>
                </a:extLst>
              </p:cNvPr>
              <p:cNvSpPr/>
              <p:nvPr/>
            </p:nvSpPr>
            <p:spPr>
              <a:xfrm>
                <a:off x="2321143" y="4551920"/>
                <a:ext cx="36869" cy="73700"/>
              </a:xfrm>
              <a:custGeom>
                <a:avLst/>
                <a:gdLst/>
                <a:ahLst/>
                <a:cxnLst/>
                <a:rect l="l" t="t" r="r" b="b"/>
                <a:pathLst>
                  <a:path w="1002" h="2003" extrusionOk="0">
                    <a:moveTo>
                      <a:pt x="1" y="1"/>
                    </a:moveTo>
                    <a:lnTo>
                      <a:pt x="1" y="1002"/>
                    </a:lnTo>
                    <a:lnTo>
                      <a:pt x="1" y="2002"/>
                    </a:lnTo>
                    <a:lnTo>
                      <a:pt x="1002" y="2002"/>
                    </a:lnTo>
                    <a:lnTo>
                      <a:pt x="1002" y="1002"/>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9">
                <a:extLst>
                  <a:ext uri="{FF2B5EF4-FFF2-40B4-BE49-F238E27FC236}">
                    <a16:creationId xmlns:a16="http://schemas.microsoft.com/office/drawing/2014/main" id="{DF9B143A-4C4D-AE63-D9EB-2C67958994CE}"/>
                  </a:ext>
                </a:extLst>
              </p:cNvPr>
              <p:cNvSpPr/>
              <p:nvPr/>
            </p:nvSpPr>
            <p:spPr>
              <a:xfrm>
                <a:off x="2357974" y="4625584"/>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9">
                <a:extLst>
                  <a:ext uri="{FF2B5EF4-FFF2-40B4-BE49-F238E27FC236}">
                    <a16:creationId xmlns:a16="http://schemas.microsoft.com/office/drawing/2014/main" id="{55295BEA-2E09-AF1D-D794-F30EACAEDB0B}"/>
                  </a:ext>
                </a:extLst>
              </p:cNvPr>
              <p:cNvSpPr/>
              <p:nvPr/>
            </p:nvSpPr>
            <p:spPr>
              <a:xfrm>
                <a:off x="2394806" y="4662415"/>
                <a:ext cx="36869" cy="36832"/>
              </a:xfrm>
              <a:custGeom>
                <a:avLst/>
                <a:gdLst/>
                <a:ahLst/>
                <a:cxnLst/>
                <a:rect l="l" t="t" r="r" b="b"/>
                <a:pathLst>
                  <a:path w="1002"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9">
                <a:extLst>
                  <a:ext uri="{FF2B5EF4-FFF2-40B4-BE49-F238E27FC236}">
                    <a16:creationId xmlns:a16="http://schemas.microsoft.com/office/drawing/2014/main" id="{70046648-E1FC-71C6-689F-E71531F1F236}"/>
                  </a:ext>
                </a:extLst>
              </p:cNvPr>
              <p:cNvSpPr/>
              <p:nvPr/>
            </p:nvSpPr>
            <p:spPr>
              <a:xfrm>
                <a:off x="2099011" y="4699210"/>
                <a:ext cx="407505" cy="148578"/>
              </a:xfrm>
              <a:custGeom>
                <a:avLst/>
                <a:gdLst/>
                <a:ahLst/>
                <a:cxnLst/>
                <a:rect l="l" t="t" r="r" b="b"/>
                <a:pathLst>
                  <a:path w="11075" h="4038" extrusionOk="0">
                    <a:moveTo>
                      <a:pt x="1001" y="1"/>
                    </a:moveTo>
                    <a:lnTo>
                      <a:pt x="1001" y="1002"/>
                    </a:lnTo>
                    <a:lnTo>
                      <a:pt x="1001" y="2002"/>
                    </a:lnTo>
                    <a:lnTo>
                      <a:pt x="1001" y="3036"/>
                    </a:lnTo>
                    <a:lnTo>
                      <a:pt x="0" y="3036"/>
                    </a:lnTo>
                    <a:lnTo>
                      <a:pt x="0" y="4037"/>
                    </a:lnTo>
                    <a:lnTo>
                      <a:pt x="11075" y="4037"/>
                    </a:lnTo>
                    <a:lnTo>
                      <a:pt x="11075" y="3036"/>
                    </a:lnTo>
                    <a:lnTo>
                      <a:pt x="10074" y="3036"/>
                    </a:lnTo>
                    <a:lnTo>
                      <a:pt x="10074" y="2002"/>
                    </a:lnTo>
                    <a:lnTo>
                      <a:pt x="10074" y="1002"/>
                    </a:lnTo>
                    <a:lnTo>
                      <a:pt x="10074" y="1"/>
                    </a:lnTo>
                    <a:lnTo>
                      <a:pt x="9040" y="1"/>
                    </a:lnTo>
                    <a:lnTo>
                      <a:pt x="9040" y="1002"/>
                    </a:lnTo>
                    <a:lnTo>
                      <a:pt x="9040" y="2002"/>
                    </a:lnTo>
                    <a:lnTo>
                      <a:pt x="9040" y="3036"/>
                    </a:lnTo>
                    <a:lnTo>
                      <a:pt x="8039" y="3036"/>
                    </a:lnTo>
                    <a:lnTo>
                      <a:pt x="8039" y="2002"/>
                    </a:lnTo>
                    <a:lnTo>
                      <a:pt x="7039" y="2002"/>
                    </a:lnTo>
                    <a:lnTo>
                      <a:pt x="7039" y="3036"/>
                    </a:lnTo>
                    <a:lnTo>
                      <a:pt x="6038" y="3036"/>
                    </a:lnTo>
                    <a:lnTo>
                      <a:pt x="6038" y="2002"/>
                    </a:lnTo>
                    <a:lnTo>
                      <a:pt x="5037" y="2002"/>
                    </a:lnTo>
                    <a:lnTo>
                      <a:pt x="5037" y="3036"/>
                    </a:lnTo>
                    <a:lnTo>
                      <a:pt x="4036" y="3036"/>
                    </a:lnTo>
                    <a:lnTo>
                      <a:pt x="4036" y="2002"/>
                    </a:lnTo>
                    <a:lnTo>
                      <a:pt x="3036" y="2002"/>
                    </a:lnTo>
                    <a:lnTo>
                      <a:pt x="3036" y="3036"/>
                    </a:lnTo>
                    <a:lnTo>
                      <a:pt x="2035" y="3036"/>
                    </a:lnTo>
                    <a:lnTo>
                      <a:pt x="2035" y="2002"/>
                    </a:lnTo>
                    <a:lnTo>
                      <a:pt x="2035" y="1002"/>
                    </a:lnTo>
                    <a:lnTo>
                      <a:pt x="20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10439441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43">
          <a:extLst>
            <a:ext uri="{FF2B5EF4-FFF2-40B4-BE49-F238E27FC236}">
              <a16:creationId xmlns:a16="http://schemas.microsoft.com/office/drawing/2014/main" id="{02609625-182B-19D5-E64B-571D721EDD67}"/>
            </a:ext>
          </a:extLst>
        </p:cNvPr>
        <p:cNvGrpSpPr/>
        <p:nvPr/>
      </p:nvGrpSpPr>
      <p:grpSpPr>
        <a:xfrm>
          <a:off x="0" y="0"/>
          <a:ext cx="0" cy="0"/>
          <a:chOff x="0" y="0"/>
          <a:chExt cx="0" cy="0"/>
        </a:xfrm>
      </p:grpSpPr>
      <p:sp>
        <p:nvSpPr>
          <p:cNvPr id="744" name="Google Shape;744;p39">
            <a:extLst>
              <a:ext uri="{FF2B5EF4-FFF2-40B4-BE49-F238E27FC236}">
                <a16:creationId xmlns:a16="http://schemas.microsoft.com/office/drawing/2014/main" id="{006F2EF7-B223-B0DB-4AD1-F6FF50084D0A}"/>
              </a:ext>
            </a:extLst>
          </p:cNvPr>
          <p:cNvSpPr txBox="1">
            <a:spLocks noGrp="1"/>
          </p:cNvSpPr>
          <p:nvPr>
            <p:ph type="title"/>
          </p:nvPr>
        </p:nvSpPr>
        <p:spPr>
          <a:xfrm>
            <a:off x="715100" y="568622"/>
            <a:ext cx="4661100" cy="648600"/>
          </a:xfrm>
          <a:prstGeom prst="rect">
            <a:avLst/>
          </a:prstGeom>
        </p:spPr>
        <p:txBody>
          <a:bodyPr spcFirstLastPara="1" wrap="square" lIns="91425" tIns="91425" rIns="91425" bIns="91425" anchor="ctr" anchorCtr="0">
            <a:noAutofit/>
          </a:bodyPr>
          <a:lstStyle/>
          <a:p>
            <a:pPr lvl="0"/>
            <a:r>
              <a:rPr lang="fr-FR" dirty="0"/>
              <a:t>Objectifs</a:t>
            </a:r>
            <a:endParaRPr dirty="0"/>
          </a:p>
        </p:txBody>
      </p:sp>
      <p:sp>
        <p:nvSpPr>
          <p:cNvPr id="745" name="Google Shape;745;p39">
            <a:extLst>
              <a:ext uri="{FF2B5EF4-FFF2-40B4-BE49-F238E27FC236}">
                <a16:creationId xmlns:a16="http://schemas.microsoft.com/office/drawing/2014/main" id="{B400ED33-222D-2447-2C38-7814A42872B7}"/>
              </a:ext>
            </a:extLst>
          </p:cNvPr>
          <p:cNvSpPr txBox="1">
            <a:spLocks noGrp="1"/>
          </p:cNvSpPr>
          <p:nvPr>
            <p:ph type="subTitle" idx="1"/>
          </p:nvPr>
        </p:nvSpPr>
        <p:spPr>
          <a:xfrm>
            <a:off x="715100" y="1484555"/>
            <a:ext cx="6847526" cy="2398956"/>
          </a:xfrm>
          <a:prstGeom prst="rect">
            <a:avLst/>
          </a:prstGeom>
        </p:spPr>
        <p:txBody>
          <a:bodyPr spcFirstLastPara="1" wrap="square" lIns="91425" tIns="91425" rIns="91425" bIns="91425" anchor="ctr" anchorCtr="0">
            <a:noAutofit/>
          </a:bodyPr>
          <a:lstStyle/>
          <a:p>
            <a:pPr marL="482600" indent="-342900">
              <a:buFont typeface="+mj-lt"/>
              <a:buAutoNum type="arabicPeriod" startAt="4"/>
            </a:pPr>
            <a:r>
              <a:rPr lang="fr-FR" b="1" dirty="0"/>
              <a:t>Détection d’anomalies : </a:t>
            </a:r>
            <a:r>
              <a:rPr lang="fr-FR" dirty="0"/>
              <a:t>identifier des cas inhabituels ou suspects (ex. détection de fraude bancaire). </a:t>
            </a:r>
          </a:p>
          <a:p>
            <a:pPr marL="482600" indent="-342900">
              <a:buFont typeface="+mj-lt"/>
              <a:buAutoNum type="arabicPeriod" startAt="4"/>
            </a:pPr>
            <a:r>
              <a:rPr lang="fr-FR" b="1" dirty="0"/>
              <a:t>Aide à la décision : </a:t>
            </a:r>
            <a:r>
              <a:rPr lang="fr-FR" dirty="0"/>
              <a:t>fournir des bases solides pour améliorer les stratégies, optimiser les ressources et réduire les risques.</a:t>
            </a:r>
          </a:p>
        </p:txBody>
      </p:sp>
      <p:grpSp>
        <p:nvGrpSpPr>
          <p:cNvPr id="746" name="Google Shape;746;p39">
            <a:extLst>
              <a:ext uri="{FF2B5EF4-FFF2-40B4-BE49-F238E27FC236}">
                <a16:creationId xmlns:a16="http://schemas.microsoft.com/office/drawing/2014/main" id="{A643F7D7-7A69-360B-2BF0-41166EE38840}"/>
              </a:ext>
            </a:extLst>
          </p:cNvPr>
          <p:cNvGrpSpPr/>
          <p:nvPr/>
        </p:nvGrpSpPr>
        <p:grpSpPr>
          <a:xfrm>
            <a:off x="7705847" y="4010466"/>
            <a:ext cx="723042" cy="598023"/>
            <a:chOff x="1654675" y="4256126"/>
            <a:chExt cx="851841" cy="704551"/>
          </a:xfrm>
        </p:grpSpPr>
        <p:grpSp>
          <p:nvGrpSpPr>
            <p:cNvPr id="747" name="Google Shape;747;p39">
              <a:extLst>
                <a:ext uri="{FF2B5EF4-FFF2-40B4-BE49-F238E27FC236}">
                  <a16:creationId xmlns:a16="http://schemas.microsoft.com/office/drawing/2014/main" id="{F816B493-C0D7-5CC7-9F6C-FA8E799ACC76}"/>
                </a:ext>
              </a:extLst>
            </p:cNvPr>
            <p:cNvGrpSpPr/>
            <p:nvPr/>
          </p:nvGrpSpPr>
          <p:grpSpPr>
            <a:xfrm>
              <a:off x="1654675" y="4256126"/>
              <a:ext cx="445587" cy="704551"/>
              <a:chOff x="1654675" y="4256126"/>
              <a:chExt cx="445587" cy="704551"/>
            </a:xfrm>
          </p:grpSpPr>
          <p:sp>
            <p:nvSpPr>
              <p:cNvPr id="748" name="Google Shape;748;p39">
                <a:extLst>
                  <a:ext uri="{FF2B5EF4-FFF2-40B4-BE49-F238E27FC236}">
                    <a16:creationId xmlns:a16="http://schemas.microsoft.com/office/drawing/2014/main" id="{2115971B-6E48-AB42-1899-603E1E8BA989}"/>
                  </a:ext>
                </a:extLst>
              </p:cNvPr>
              <p:cNvSpPr/>
              <p:nvPr/>
            </p:nvSpPr>
            <p:spPr>
              <a:xfrm>
                <a:off x="1655926" y="4257377"/>
                <a:ext cx="440657" cy="703300"/>
              </a:xfrm>
              <a:custGeom>
                <a:avLst/>
                <a:gdLst/>
                <a:ahLst/>
                <a:cxnLst/>
                <a:rect l="l" t="t" r="r" b="b"/>
                <a:pathLst>
                  <a:path w="11976" h="19114" extrusionOk="0">
                    <a:moveTo>
                      <a:pt x="0" y="0"/>
                    </a:moveTo>
                    <a:lnTo>
                      <a:pt x="0" y="17112"/>
                    </a:lnTo>
                    <a:lnTo>
                      <a:pt x="2002" y="17112"/>
                    </a:lnTo>
                    <a:lnTo>
                      <a:pt x="2002" y="16112"/>
                    </a:lnTo>
                    <a:lnTo>
                      <a:pt x="3002" y="16112"/>
                    </a:lnTo>
                    <a:lnTo>
                      <a:pt x="3002" y="15111"/>
                    </a:lnTo>
                    <a:lnTo>
                      <a:pt x="4003" y="15111"/>
                    </a:lnTo>
                    <a:lnTo>
                      <a:pt x="4003" y="14110"/>
                    </a:lnTo>
                    <a:lnTo>
                      <a:pt x="4971" y="14110"/>
                    </a:lnTo>
                    <a:lnTo>
                      <a:pt x="4971" y="16112"/>
                    </a:lnTo>
                    <a:lnTo>
                      <a:pt x="5971" y="16112"/>
                    </a:lnTo>
                    <a:lnTo>
                      <a:pt x="5971" y="18113"/>
                    </a:lnTo>
                    <a:lnTo>
                      <a:pt x="6972" y="18113"/>
                    </a:lnTo>
                    <a:lnTo>
                      <a:pt x="6972" y="19114"/>
                    </a:lnTo>
                    <a:lnTo>
                      <a:pt x="8973" y="19114"/>
                    </a:lnTo>
                    <a:lnTo>
                      <a:pt x="8973" y="18113"/>
                    </a:lnTo>
                    <a:lnTo>
                      <a:pt x="9974" y="18113"/>
                    </a:lnTo>
                    <a:lnTo>
                      <a:pt x="9974" y="16112"/>
                    </a:lnTo>
                    <a:lnTo>
                      <a:pt x="8973" y="16112"/>
                    </a:lnTo>
                    <a:lnTo>
                      <a:pt x="8973" y="14110"/>
                    </a:lnTo>
                    <a:lnTo>
                      <a:pt x="7973" y="14110"/>
                    </a:lnTo>
                    <a:lnTo>
                      <a:pt x="7973" y="13110"/>
                    </a:lnTo>
                    <a:lnTo>
                      <a:pt x="11976" y="13110"/>
                    </a:lnTo>
                    <a:lnTo>
                      <a:pt x="11976" y="12009"/>
                    </a:lnTo>
                    <a:lnTo>
                      <a:pt x="11976" y="11008"/>
                    </a:lnTo>
                    <a:lnTo>
                      <a:pt x="11042" y="11008"/>
                    </a:lnTo>
                    <a:lnTo>
                      <a:pt x="11042" y="10007"/>
                    </a:lnTo>
                    <a:lnTo>
                      <a:pt x="10041" y="10007"/>
                    </a:lnTo>
                    <a:lnTo>
                      <a:pt x="10041" y="9007"/>
                    </a:lnTo>
                    <a:lnTo>
                      <a:pt x="9040" y="9007"/>
                    </a:lnTo>
                    <a:lnTo>
                      <a:pt x="9040" y="8006"/>
                    </a:lnTo>
                    <a:lnTo>
                      <a:pt x="8039" y="8006"/>
                    </a:lnTo>
                    <a:lnTo>
                      <a:pt x="8039" y="7005"/>
                    </a:lnTo>
                    <a:lnTo>
                      <a:pt x="7039" y="7005"/>
                    </a:lnTo>
                    <a:lnTo>
                      <a:pt x="7039" y="6005"/>
                    </a:lnTo>
                    <a:lnTo>
                      <a:pt x="6038" y="6005"/>
                    </a:lnTo>
                    <a:lnTo>
                      <a:pt x="6038" y="5004"/>
                    </a:lnTo>
                    <a:lnTo>
                      <a:pt x="5037" y="5004"/>
                    </a:lnTo>
                    <a:lnTo>
                      <a:pt x="5037" y="4003"/>
                    </a:lnTo>
                    <a:lnTo>
                      <a:pt x="4037" y="4003"/>
                    </a:lnTo>
                    <a:lnTo>
                      <a:pt x="4037" y="3002"/>
                    </a:lnTo>
                    <a:lnTo>
                      <a:pt x="3036" y="3002"/>
                    </a:lnTo>
                    <a:lnTo>
                      <a:pt x="3036" y="2002"/>
                    </a:lnTo>
                    <a:lnTo>
                      <a:pt x="2035" y="2002"/>
                    </a:lnTo>
                    <a:lnTo>
                      <a:pt x="2035" y="1001"/>
                    </a:lnTo>
                    <a:lnTo>
                      <a:pt x="1001" y="1001"/>
                    </a:lnTo>
                    <a:lnTo>
                      <a:pt x="100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9">
                <a:extLst>
                  <a:ext uri="{FF2B5EF4-FFF2-40B4-BE49-F238E27FC236}">
                    <a16:creationId xmlns:a16="http://schemas.microsoft.com/office/drawing/2014/main" id="{4013D579-ABA8-F3AF-0255-C2BC756EF65E}"/>
                  </a:ext>
                </a:extLst>
              </p:cNvPr>
              <p:cNvSpPr/>
              <p:nvPr/>
            </p:nvSpPr>
            <p:spPr>
              <a:xfrm>
                <a:off x="1654675" y="4256126"/>
                <a:ext cx="36869" cy="628459"/>
              </a:xfrm>
              <a:custGeom>
                <a:avLst/>
                <a:gdLst/>
                <a:ahLst/>
                <a:cxnLst/>
                <a:rect l="l" t="t" r="r" b="b"/>
                <a:pathLst>
                  <a:path w="1002" h="17080" extrusionOk="0">
                    <a:moveTo>
                      <a:pt x="1" y="1"/>
                    </a:moveTo>
                    <a:lnTo>
                      <a:pt x="1" y="17080"/>
                    </a:lnTo>
                    <a:lnTo>
                      <a:pt x="1002" y="17080"/>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9">
                <a:extLst>
                  <a:ext uri="{FF2B5EF4-FFF2-40B4-BE49-F238E27FC236}">
                    <a16:creationId xmlns:a16="http://schemas.microsoft.com/office/drawing/2014/main" id="{B756BD0F-CF05-DEC1-F2FD-559878541E43}"/>
                  </a:ext>
                </a:extLst>
              </p:cNvPr>
              <p:cNvSpPr/>
              <p:nvPr/>
            </p:nvSpPr>
            <p:spPr>
              <a:xfrm>
                <a:off x="1692758" y="4292958"/>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9">
                <a:extLst>
                  <a:ext uri="{FF2B5EF4-FFF2-40B4-BE49-F238E27FC236}">
                    <a16:creationId xmlns:a16="http://schemas.microsoft.com/office/drawing/2014/main" id="{F974A7F0-261D-913F-B397-7FCAE01C2CB7}"/>
                  </a:ext>
                </a:extLst>
              </p:cNvPr>
              <p:cNvSpPr/>
              <p:nvPr/>
            </p:nvSpPr>
            <p:spPr>
              <a:xfrm>
                <a:off x="1729553" y="4329790"/>
                <a:ext cx="36869" cy="36832"/>
              </a:xfrm>
              <a:custGeom>
                <a:avLst/>
                <a:gdLst/>
                <a:ahLst/>
                <a:cxnLst/>
                <a:rect l="l" t="t" r="r" b="b"/>
                <a:pathLst>
                  <a:path w="1002" h="1001"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9">
                <a:extLst>
                  <a:ext uri="{FF2B5EF4-FFF2-40B4-BE49-F238E27FC236}">
                    <a16:creationId xmlns:a16="http://schemas.microsoft.com/office/drawing/2014/main" id="{465C0423-3C73-2690-78F9-6B8771AAA5A4}"/>
                  </a:ext>
                </a:extLst>
              </p:cNvPr>
              <p:cNvSpPr/>
              <p:nvPr/>
            </p:nvSpPr>
            <p:spPr>
              <a:xfrm>
                <a:off x="1765170" y="4366621"/>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9">
                <a:extLst>
                  <a:ext uri="{FF2B5EF4-FFF2-40B4-BE49-F238E27FC236}">
                    <a16:creationId xmlns:a16="http://schemas.microsoft.com/office/drawing/2014/main" id="{DDCE47DA-4221-66E7-B9AC-94D474D8B2AD}"/>
                  </a:ext>
                </a:extLst>
              </p:cNvPr>
              <p:cNvSpPr/>
              <p:nvPr/>
            </p:nvSpPr>
            <p:spPr>
              <a:xfrm>
                <a:off x="1803216" y="4403416"/>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9">
                <a:extLst>
                  <a:ext uri="{FF2B5EF4-FFF2-40B4-BE49-F238E27FC236}">
                    <a16:creationId xmlns:a16="http://schemas.microsoft.com/office/drawing/2014/main" id="{42BBF468-33BC-FCBC-5598-D93B43D824D3}"/>
                  </a:ext>
                </a:extLst>
              </p:cNvPr>
              <p:cNvSpPr/>
              <p:nvPr/>
            </p:nvSpPr>
            <p:spPr>
              <a:xfrm>
                <a:off x="1841262" y="4440248"/>
                <a:ext cx="36832" cy="36869"/>
              </a:xfrm>
              <a:custGeom>
                <a:avLst/>
                <a:gdLst/>
                <a:ahLst/>
                <a:cxnLst/>
                <a:rect l="l" t="t" r="r" b="b"/>
                <a:pathLst>
                  <a:path w="1001" h="1002"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9">
                <a:extLst>
                  <a:ext uri="{FF2B5EF4-FFF2-40B4-BE49-F238E27FC236}">
                    <a16:creationId xmlns:a16="http://schemas.microsoft.com/office/drawing/2014/main" id="{053FA9B4-660C-F851-BBD3-ABB94CEBFC27}"/>
                  </a:ext>
                </a:extLst>
              </p:cNvPr>
              <p:cNvSpPr/>
              <p:nvPr/>
            </p:nvSpPr>
            <p:spPr>
              <a:xfrm>
                <a:off x="1878057" y="4477080"/>
                <a:ext cx="36869" cy="36832"/>
              </a:xfrm>
              <a:custGeom>
                <a:avLst/>
                <a:gdLst/>
                <a:ahLst/>
                <a:cxnLst/>
                <a:rect l="l" t="t" r="r" b="b"/>
                <a:pathLst>
                  <a:path w="1002" h="1001"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9">
                <a:extLst>
                  <a:ext uri="{FF2B5EF4-FFF2-40B4-BE49-F238E27FC236}">
                    <a16:creationId xmlns:a16="http://schemas.microsoft.com/office/drawing/2014/main" id="{F21CDE54-00FC-6096-7E40-1B7CF2FF10B2}"/>
                  </a:ext>
                </a:extLst>
              </p:cNvPr>
              <p:cNvSpPr/>
              <p:nvPr/>
            </p:nvSpPr>
            <p:spPr>
              <a:xfrm>
                <a:off x="1914889" y="4515125"/>
                <a:ext cx="36869" cy="36832"/>
              </a:xfrm>
              <a:custGeom>
                <a:avLst/>
                <a:gdLst/>
                <a:ahLst/>
                <a:cxnLst/>
                <a:rect l="l" t="t" r="r" b="b"/>
                <a:pathLst>
                  <a:path w="1002" h="1001"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9">
                <a:extLst>
                  <a:ext uri="{FF2B5EF4-FFF2-40B4-BE49-F238E27FC236}">
                    <a16:creationId xmlns:a16="http://schemas.microsoft.com/office/drawing/2014/main" id="{8C4A0801-1561-1C05-1846-74A7DE462B40}"/>
                  </a:ext>
                </a:extLst>
              </p:cNvPr>
              <p:cNvSpPr/>
              <p:nvPr/>
            </p:nvSpPr>
            <p:spPr>
              <a:xfrm>
                <a:off x="1951721" y="4551920"/>
                <a:ext cx="36869" cy="36869"/>
              </a:xfrm>
              <a:custGeom>
                <a:avLst/>
                <a:gdLst/>
                <a:ahLst/>
                <a:cxnLst/>
                <a:rect l="l" t="t" r="r" b="b"/>
                <a:pathLst>
                  <a:path w="1002" h="1002" extrusionOk="0">
                    <a:moveTo>
                      <a:pt x="0" y="1"/>
                    </a:moveTo>
                    <a:lnTo>
                      <a:pt x="0"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9">
                <a:extLst>
                  <a:ext uri="{FF2B5EF4-FFF2-40B4-BE49-F238E27FC236}">
                    <a16:creationId xmlns:a16="http://schemas.microsoft.com/office/drawing/2014/main" id="{14026655-44BE-7BF2-4612-E6016C7B5DB2}"/>
                  </a:ext>
                </a:extLst>
              </p:cNvPr>
              <p:cNvSpPr/>
              <p:nvPr/>
            </p:nvSpPr>
            <p:spPr>
              <a:xfrm>
                <a:off x="1988553" y="4588752"/>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9">
                <a:extLst>
                  <a:ext uri="{FF2B5EF4-FFF2-40B4-BE49-F238E27FC236}">
                    <a16:creationId xmlns:a16="http://schemas.microsoft.com/office/drawing/2014/main" id="{9EDC2D01-063F-F355-2E53-D209069B5B90}"/>
                  </a:ext>
                </a:extLst>
              </p:cNvPr>
              <p:cNvSpPr/>
              <p:nvPr/>
            </p:nvSpPr>
            <p:spPr>
              <a:xfrm>
                <a:off x="2025348" y="4625584"/>
                <a:ext cx="36869" cy="36869"/>
              </a:xfrm>
              <a:custGeom>
                <a:avLst/>
                <a:gdLst/>
                <a:ahLst/>
                <a:cxnLst/>
                <a:rect l="l" t="t" r="r" b="b"/>
                <a:pathLst>
                  <a:path w="1002" h="1002"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9">
                <a:extLst>
                  <a:ext uri="{FF2B5EF4-FFF2-40B4-BE49-F238E27FC236}">
                    <a16:creationId xmlns:a16="http://schemas.microsoft.com/office/drawing/2014/main" id="{06BDEACA-E099-B6B2-C6C3-0BDF8B6104FA}"/>
                  </a:ext>
                </a:extLst>
              </p:cNvPr>
              <p:cNvSpPr/>
              <p:nvPr/>
            </p:nvSpPr>
            <p:spPr>
              <a:xfrm>
                <a:off x="2062179" y="4662415"/>
                <a:ext cx="36869" cy="36832"/>
              </a:xfrm>
              <a:custGeom>
                <a:avLst/>
                <a:gdLst/>
                <a:ahLst/>
                <a:cxnLst/>
                <a:rect l="l" t="t" r="r" b="b"/>
                <a:pathLst>
                  <a:path w="1002" h="1001" extrusionOk="0">
                    <a:moveTo>
                      <a:pt x="1" y="0"/>
                    </a:moveTo>
                    <a:lnTo>
                      <a:pt x="1" y="1001"/>
                    </a:lnTo>
                    <a:lnTo>
                      <a:pt x="1001" y="1001"/>
                    </a:lnTo>
                    <a:lnTo>
                      <a:pt x="100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9">
                <a:extLst>
                  <a:ext uri="{FF2B5EF4-FFF2-40B4-BE49-F238E27FC236}">
                    <a16:creationId xmlns:a16="http://schemas.microsoft.com/office/drawing/2014/main" id="{15A65270-E840-A2BD-8FDC-727DEEFA0F0A}"/>
                  </a:ext>
                </a:extLst>
              </p:cNvPr>
              <p:cNvSpPr/>
              <p:nvPr/>
            </p:nvSpPr>
            <p:spPr>
              <a:xfrm>
                <a:off x="1914889" y="4699210"/>
                <a:ext cx="185373" cy="36869"/>
              </a:xfrm>
              <a:custGeom>
                <a:avLst/>
                <a:gdLst/>
                <a:ahLst/>
                <a:cxnLst/>
                <a:rect l="l" t="t" r="r" b="b"/>
                <a:pathLst>
                  <a:path w="5038" h="1002" extrusionOk="0">
                    <a:moveTo>
                      <a:pt x="1" y="1"/>
                    </a:moveTo>
                    <a:lnTo>
                      <a:pt x="1" y="1002"/>
                    </a:lnTo>
                    <a:lnTo>
                      <a:pt x="5038" y="1002"/>
                    </a:lnTo>
                    <a:lnTo>
                      <a:pt x="50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9">
                <a:extLst>
                  <a:ext uri="{FF2B5EF4-FFF2-40B4-BE49-F238E27FC236}">
                    <a16:creationId xmlns:a16="http://schemas.microsoft.com/office/drawing/2014/main" id="{8C57C80E-9558-1F08-4E75-44AFCA840A8B}"/>
                  </a:ext>
                </a:extLst>
              </p:cNvPr>
              <p:cNvSpPr/>
              <p:nvPr/>
            </p:nvSpPr>
            <p:spPr>
              <a:xfrm>
                <a:off x="1914889" y="4736042"/>
                <a:ext cx="36869" cy="36869"/>
              </a:xfrm>
              <a:custGeom>
                <a:avLst/>
                <a:gdLst/>
                <a:ahLst/>
                <a:cxnLst/>
                <a:rect l="l" t="t" r="r" b="b"/>
                <a:pathLst>
                  <a:path w="1002" h="1002" extrusionOk="0">
                    <a:moveTo>
                      <a:pt x="1" y="1"/>
                    </a:moveTo>
                    <a:lnTo>
                      <a:pt x="1"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9">
                <a:extLst>
                  <a:ext uri="{FF2B5EF4-FFF2-40B4-BE49-F238E27FC236}">
                    <a16:creationId xmlns:a16="http://schemas.microsoft.com/office/drawing/2014/main" id="{3793DCDE-0E04-30A6-64C6-8C0C69436FE1}"/>
                  </a:ext>
                </a:extLst>
              </p:cNvPr>
              <p:cNvSpPr/>
              <p:nvPr/>
            </p:nvSpPr>
            <p:spPr>
              <a:xfrm>
                <a:off x="1803216" y="4736042"/>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9">
                <a:extLst>
                  <a:ext uri="{FF2B5EF4-FFF2-40B4-BE49-F238E27FC236}">
                    <a16:creationId xmlns:a16="http://schemas.microsoft.com/office/drawing/2014/main" id="{2941CA89-FE19-A040-E246-BC9A9B7572EA}"/>
                  </a:ext>
                </a:extLst>
              </p:cNvPr>
              <p:cNvSpPr/>
              <p:nvPr/>
            </p:nvSpPr>
            <p:spPr>
              <a:xfrm>
                <a:off x="1841262" y="4772874"/>
                <a:ext cx="36832" cy="73664"/>
              </a:xfrm>
              <a:custGeom>
                <a:avLst/>
                <a:gdLst/>
                <a:ahLst/>
                <a:cxnLst/>
                <a:rect l="l" t="t" r="r" b="b"/>
                <a:pathLst>
                  <a:path w="1001" h="2002" extrusionOk="0">
                    <a:moveTo>
                      <a:pt x="0" y="0"/>
                    </a:moveTo>
                    <a:lnTo>
                      <a:pt x="0"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9">
                <a:extLst>
                  <a:ext uri="{FF2B5EF4-FFF2-40B4-BE49-F238E27FC236}">
                    <a16:creationId xmlns:a16="http://schemas.microsoft.com/office/drawing/2014/main" id="{5890EEB7-2BD2-D0D5-7D50-980965C9D808}"/>
                  </a:ext>
                </a:extLst>
              </p:cNvPr>
              <p:cNvSpPr/>
              <p:nvPr/>
            </p:nvSpPr>
            <p:spPr>
              <a:xfrm>
                <a:off x="1878057" y="4847751"/>
                <a:ext cx="36869" cy="73664"/>
              </a:xfrm>
              <a:custGeom>
                <a:avLst/>
                <a:gdLst/>
                <a:ahLst/>
                <a:cxnLst/>
                <a:rect l="l" t="t" r="r" b="b"/>
                <a:pathLst>
                  <a:path w="1002" h="2002" extrusionOk="0">
                    <a:moveTo>
                      <a:pt x="1" y="0"/>
                    </a:moveTo>
                    <a:lnTo>
                      <a:pt x="1" y="2001"/>
                    </a:lnTo>
                    <a:lnTo>
                      <a:pt x="1002" y="2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9">
                <a:extLst>
                  <a:ext uri="{FF2B5EF4-FFF2-40B4-BE49-F238E27FC236}">
                    <a16:creationId xmlns:a16="http://schemas.microsoft.com/office/drawing/2014/main" id="{C849D1AF-73F9-BB30-D064-6D29E4BEAAD1}"/>
                  </a:ext>
                </a:extLst>
              </p:cNvPr>
              <p:cNvSpPr/>
              <p:nvPr/>
            </p:nvSpPr>
            <p:spPr>
              <a:xfrm>
                <a:off x="1914889" y="4921378"/>
                <a:ext cx="73700" cy="36869"/>
              </a:xfrm>
              <a:custGeom>
                <a:avLst/>
                <a:gdLst/>
                <a:ahLst/>
                <a:cxnLst/>
                <a:rect l="l" t="t" r="r" b="b"/>
                <a:pathLst>
                  <a:path w="2003" h="1002" extrusionOk="0">
                    <a:moveTo>
                      <a:pt x="1" y="0"/>
                    </a:moveTo>
                    <a:lnTo>
                      <a:pt x="1" y="1001"/>
                    </a:lnTo>
                    <a:lnTo>
                      <a:pt x="2002" y="1001"/>
                    </a:lnTo>
                    <a:lnTo>
                      <a:pt x="2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9">
                <a:extLst>
                  <a:ext uri="{FF2B5EF4-FFF2-40B4-BE49-F238E27FC236}">
                    <a16:creationId xmlns:a16="http://schemas.microsoft.com/office/drawing/2014/main" id="{A308843A-2E1D-17E5-5D16-6DDE990CAB51}"/>
                  </a:ext>
                </a:extLst>
              </p:cNvPr>
              <p:cNvSpPr/>
              <p:nvPr/>
            </p:nvSpPr>
            <p:spPr>
              <a:xfrm>
                <a:off x="1951721" y="4772874"/>
                <a:ext cx="36869" cy="73664"/>
              </a:xfrm>
              <a:custGeom>
                <a:avLst/>
                <a:gdLst/>
                <a:ahLst/>
                <a:cxnLst/>
                <a:rect l="l" t="t" r="r" b="b"/>
                <a:pathLst>
                  <a:path w="1002" h="2002" extrusionOk="0">
                    <a:moveTo>
                      <a:pt x="0" y="0"/>
                    </a:moveTo>
                    <a:lnTo>
                      <a:pt x="0"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9">
                <a:extLst>
                  <a:ext uri="{FF2B5EF4-FFF2-40B4-BE49-F238E27FC236}">
                    <a16:creationId xmlns:a16="http://schemas.microsoft.com/office/drawing/2014/main" id="{5FB40BBC-8CD3-C189-0CD7-8DB86CB272FC}"/>
                  </a:ext>
                </a:extLst>
              </p:cNvPr>
              <p:cNvSpPr/>
              <p:nvPr/>
            </p:nvSpPr>
            <p:spPr>
              <a:xfrm>
                <a:off x="1988553" y="4847751"/>
                <a:ext cx="36832" cy="73664"/>
              </a:xfrm>
              <a:custGeom>
                <a:avLst/>
                <a:gdLst/>
                <a:ahLst/>
                <a:cxnLst/>
                <a:rect l="l" t="t" r="r" b="b"/>
                <a:pathLst>
                  <a:path w="1001" h="2002" extrusionOk="0">
                    <a:moveTo>
                      <a:pt x="0" y="0"/>
                    </a:moveTo>
                    <a:lnTo>
                      <a:pt x="0" y="2001"/>
                    </a:lnTo>
                    <a:lnTo>
                      <a:pt x="1001" y="2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9">
                <a:extLst>
                  <a:ext uri="{FF2B5EF4-FFF2-40B4-BE49-F238E27FC236}">
                    <a16:creationId xmlns:a16="http://schemas.microsoft.com/office/drawing/2014/main" id="{F6465BB7-0410-2D7F-C6C6-A9D078CD6392}"/>
                  </a:ext>
                </a:extLst>
              </p:cNvPr>
              <p:cNvSpPr/>
              <p:nvPr/>
            </p:nvSpPr>
            <p:spPr>
              <a:xfrm>
                <a:off x="1765170" y="4772874"/>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9">
                <a:extLst>
                  <a:ext uri="{FF2B5EF4-FFF2-40B4-BE49-F238E27FC236}">
                    <a16:creationId xmlns:a16="http://schemas.microsoft.com/office/drawing/2014/main" id="{5C2E9C11-96CC-F78E-BE89-1A6B294F5238}"/>
                  </a:ext>
                </a:extLst>
              </p:cNvPr>
              <p:cNvSpPr/>
              <p:nvPr/>
            </p:nvSpPr>
            <p:spPr>
              <a:xfrm>
                <a:off x="1729553" y="4810920"/>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9">
                <a:extLst>
                  <a:ext uri="{FF2B5EF4-FFF2-40B4-BE49-F238E27FC236}">
                    <a16:creationId xmlns:a16="http://schemas.microsoft.com/office/drawing/2014/main" id="{11235B7C-5853-0987-5684-6CA6017512B6}"/>
                  </a:ext>
                </a:extLst>
              </p:cNvPr>
              <p:cNvSpPr/>
              <p:nvPr/>
            </p:nvSpPr>
            <p:spPr>
              <a:xfrm>
                <a:off x="1692758" y="4847751"/>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2" name="Google Shape;772;p39">
              <a:extLst>
                <a:ext uri="{FF2B5EF4-FFF2-40B4-BE49-F238E27FC236}">
                  <a16:creationId xmlns:a16="http://schemas.microsoft.com/office/drawing/2014/main" id="{2A06F338-E9C2-B138-D10E-403C4B941A70}"/>
                </a:ext>
              </a:extLst>
            </p:cNvPr>
            <p:cNvGrpSpPr/>
            <p:nvPr/>
          </p:nvGrpSpPr>
          <p:grpSpPr>
            <a:xfrm>
              <a:off x="2099011" y="4329790"/>
              <a:ext cx="407505" cy="517999"/>
              <a:chOff x="2099011" y="4329790"/>
              <a:chExt cx="407505" cy="517999"/>
            </a:xfrm>
          </p:grpSpPr>
          <p:sp>
            <p:nvSpPr>
              <p:cNvPr id="773" name="Google Shape;773;p39">
                <a:extLst>
                  <a:ext uri="{FF2B5EF4-FFF2-40B4-BE49-F238E27FC236}">
                    <a16:creationId xmlns:a16="http://schemas.microsoft.com/office/drawing/2014/main" id="{C813BD6F-0E73-B8EF-7E6C-1DE355BE9A88}"/>
                  </a:ext>
                </a:extLst>
              </p:cNvPr>
              <p:cNvSpPr/>
              <p:nvPr/>
            </p:nvSpPr>
            <p:spPr>
              <a:xfrm>
                <a:off x="2100225" y="4331004"/>
                <a:ext cx="405076" cy="515535"/>
              </a:xfrm>
              <a:custGeom>
                <a:avLst/>
                <a:gdLst/>
                <a:ahLst/>
                <a:cxnLst/>
                <a:rect l="l" t="t" r="r" b="b"/>
                <a:pathLst>
                  <a:path w="11009" h="14011" extrusionOk="0">
                    <a:moveTo>
                      <a:pt x="1" y="1"/>
                    </a:moveTo>
                    <a:lnTo>
                      <a:pt x="1" y="1001"/>
                    </a:lnTo>
                    <a:lnTo>
                      <a:pt x="1001" y="1001"/>
                    </a:lnTo>
                    <a:lnTo>
                      <a:pt x="1001" y="2002"/>
                    </a:lnTo>
                    <a:lnTo>
                      <a:pt x="1001" y="3003"/>
                    </a:lnTo>
                    <a:lnTo>
                      <a:pt x="1001" y="4004"/>
                    </a:lnTo>
                    <a:lnTo>
                      <a:pt x="2002" y="4004"/>
                    </a:lnTo>
                    <a:lnTo>
                      <a:pt x="2002" y="5004"/>
                    </a:lnTo>
                    <a:lnTo>
                      <a:pt x="3003" y="5004"/>
                    </a:lnTo>
                    <a:lnTo>
                      <a:pt x="3003" y="6005"/>
                    </a:lnTo>
                    <a:lnTo>
                      <a:pt x="4003" y="6005"/>
                    </a:lnTo>
                    <a:lnTo>
                      <a:pt x="4003" y="7006"/>
                    </a:lnTo>
                    <a:lnTo>
                      <a:pt x="4003" y="8006"/>
                    </a:lnTo>
                    <a:lnTo>
                      <a:pt x="3003" y="8006"/>
                    </a:lnTo>
                    <a:lnTo>
                      <a:pt x="3003" y="9007"/>
                    </a:lnTo>
                    <a:lnTo>
                      <a:pt x="2002" y="9007"/>
                    </a:lnTo>
                    <a:lnTo>
                      <a:pt x="2002" y="10008"/>
                    </a:lnTo>
                    <a:lnTo>
                      <a:pt x="1001" y="10008"/>
                    </a:lnTo>
                    <a:lnTo>
                      <a:pt x="1001" y="11009"/>
                    </a:lnTo>
                    <a:lnTo>
                      <a:pt x="1001" y="12009"/>
                    </a:lnTo>
                    <a:lnTo>
                      <a:pt x="1001" y="13010"/>
                    </a:lnTo>
                    <a:lnTo>
                      <a:pt x="1" y="13010"/>
                    </a:lnTo>
                    <a:lnTo>
                      <a:pt x="1" y="14011"/>
                    </a:lnTo>
                    <a:lnTo>
                      <a:pt x="11008" y="14011"/>
                    </a:lnTo>
                    <a:lnTo>
                      <a:pt x="11008" y="13010"/>
                    </a:lnTo>
                    <a:lnTo>
                      <a:pt x="10008" y="13010"/>
                    </a:lnTo>
                    <a:lnTo>
                      <a:pt x="10008" y="12009"/>
                    </a:lnTo>
                    <a:lnTo>
                      <a:pt x="10008" y="11009"/>
                    </a:lnTo>
                    <a:lnTo>
                      <a:pt x="10008" y="10008"/>
                    </a:lnTo>
                    <a:lnTo>
                      <a:pt x="9007" y="10008"/>
                    </a:lnTo>
                    <a:lnTo>
                      <a:pt x="9007" y="9007"/>
                    </a:lnTo>
                    <a:lnTo>
                      <a:pt x="8006" y="9007"/>
                    </a:lnTo>
                    <a:lnTo>
                      <a:pt x="8006" y="8006"/>
                    </a:lnTo>
                    <a:lnTo>
                      <a:pt x="7006" y="8006"/>
                    </a:lnTo>
                    <a:lnTo>
                      <a:pt x="7006" y="7006"/>
                    </a:lnTo>
                    <a:lnTo>
                      <a:pt x="7006" y="6005"/>
                    </a:lnTo>
                    <a:lnTo>
                      <a:pt x="8006" y="6005"/>
                    </a:lnTo>
                    <a:lnTo>
                      <a:pt x="8006" y="5004"/>
                    </a:lnTo>
                    <a:lnTo>
                      <a:pt x="9007" y="5004"/>
                    </a:lnTo>
                    <a:lnTo>
                      <a:pt x="9007" y="4004"/>
                    </a:lnTo>
                    <a:lnTo>
                      <a:pt x="10008" y="4004"/>
                    </a:lnTo>
                    <a:lnTo>
                      <a:pt x="10008" y="3003"/>
                    </a:lnTo>
                    <a:lnTo>
                      <a:pt x="10008" y="2002"/>
                    </a:lnTo>
                    <a:lnTo>
                      <a:pt x="10008" y="1001"/>
                    </a:lnTo>
                    <a:lnTo>
                      <a:pt x="11008" y="1001"/>
                    </a:lnTo>
                    <a:lnTo>
                      <a:pt x="1100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9">
                <a:extLst>
                  <a:ext uri="{FF2B5EF4-FFF2-40B4-BE49-F238E27FC236}">
                    <a16:creationId xmlns:a16="http://schemas.microsoft.com/office/drawing/2014/main" id="{D8A32A35-7D9C-F767-110C-F12C765F6932}"/>
                  </a:ext>
                </a:extLst>
              </p:cNvPr>
              <p:cNvSpPr/>
              <p:nvPr/>
            </p:nvSpPr>
            <p:spPr>
              <a:xfrm>
                <a:off x="2173889" y="4477080"/>
                <a:ext cx="73664" cy="74878"/>
              </a:xfrm>
              <a:custGeom>
                <a:avLst/>
                <a:gdLst/>
                <a:ahLst/>
                <a:cxnLst/>
                <a:rect l="l" t="t" r="r" b="b"/>
                <a:pathLst>
                  <a:path w="2002" h="2035" extrusionOk="0">
                    <a:moveTo>
                      <a:pt x="0" y="0"/>
                    </a:moveTo>
                    <a:lnTo>
                      <a:pt x="0" y="1034"/>
                    </a:lnTo>
                    <a:lnTo>
                      <a:pt x="1001" y="1034"/>
                    </a:lnTo>
                    <a:lnTo>
                      <a:pt x="1001" y="0"/>
                    </a:lnTo>
                    <a:close/>
                    <a:moveTo>
                      <a:pt x="1001" y="1034"/>
                    </a:moveTo>
                    <a:lnTo>
                      <a:pt x="1001" y="2035"/>
                    </a:lnTo>
                    <a:lnTo>
                      <a:pt x="2001" y="2035"/>
                    </a:lnTo>
                    <a:lnTo>
                      <a:pt x="2001" y="103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9">
                <a:extLst>
                  <a:ext uri="{FF2B5EF4-FFF2-40B4-BE49-F238E27FC236}">
                    <a16:creationId xmlns:a16="http://schemas.microsoft.com/office/drawing/2014/main" id="{07F2B59A-F7DB-EBD8-ADE3-C1834E6F1215}"/>
                  </a:ext>
                </a:extLst>
              </p:cNvPr>
              <p:cNvSpPr/>
              <p:nvPr/>
            </p:nvSpPr>
            <p:spPr>
              <a:xfrm>
                <a:off x="2284348" y="4477080"/>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9">
                <a:extLst>
                  <a:ext uri="{FF2B5EF4-FFF2-40B4-BE49-F238E27FC236}">
                    <a16:creationId xmlns:a16="http://schemas.microsoft.com/office/drawing/2014/main" id="{A648D295-7C07-9B9B-1531-CB5BB8748927}"/>
                  </a:ext>
                </a:extLst>
              </p:cNvPr>
              <p:cNvSpPr/>
              <p:nvPr/>
            </p:nvSpPr>
            <p:spPr>
              <a:xfrm>
                <a:off x="2247516" y="4440248"/>
                <a:ext cx="36869" cy="36869"/>
              </a:xfrm>
              <a:custGeom>
                <a:avLst/>
                <a:gdLst/>
                <a:ahLst/>
                <a:cxnLst/>
                <a:rect l="l" t="t" r="r" b="b"/>
                <a:pathLst>
                  <a:path w="1002" h="1002"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9">
                <a:extLst>
                  <a:ext uri="{FF2B5EF4-FFF2-40B4-BE49-F238E27FC236}">
                    <a16:creationId xmlns:a16="http://schemas.microsoft.com/office/drawing/2014/main" id="{B194F7C2-2581-23B8-9A21-EF36AE02E0CD}"/>
                  </a:ext>
                </a:extLst>
              </p:cNvPr>
              <p:cNvSpPr/>
              <p:nvPr/>
            </p:nvSpPr>
            <p:spPr>
              <a:xfrm>
                <a:off x="2321143" y="4440248"/>
                <a:ext cx="36869" cy="36869"/>
              </a:xfrm>
              <a:custGeom>
                <a:avLst/>
                <a:gdLst/>
                <a:ahLst/>
                <a:cxnLst/>
                <a:rect l="l" t="t" r="r" b="b"/>
                <a:pathLst>
                  <a:path w="1002" h="1002"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9">
                <a:extLst>
                  <a:ext uri="{FF2B5EF4-FFF2-40B4-BE49-F238E27FC236}">
                    <a16:creationId xmlns:a16="http://schemas.microsoft.com/office/drawing/2014/main" id="{FF4E54E5-D72F-236D-846F-5BF7789C4141}"/>
                  </a:ext>
                </a:extLst>
              </p:cNvPr>
              <p:cNvSpPr/>
              <p:nvPr/>
            </p:nvSpPr>
            <p:spPr>
              <a:xfrm>
                <a:off x="2247516" y="4551920"/>
                <a:ext cx="36869" cy="73700"/>
              </a:xfrm>
              <a:custGeom>
                <a:avLst/>
                <a:gdLst/>
                <a:ahLst/>
                <a:cxnLst/>
                <a:rect l="l" t="t" r="r" b="b"/>
                <a:pathLst>
                  <a:path w="1002" h="2003" extrusionOk="0">
                    <a:moveTo>
                      <a:pt x="0" y="1"/>
                    </a:moveTo>
                    <a:lnTo>
                      <a:pt x="0" y="1002"/>
                    </a:lnTo>
                    <a:lnTo>
                      <a:pt x="0" y="2002"/>
                    </a:lnTo>
                    <a:lnTo>
                      <a:pt x="1001" y="2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9">
                <a:extLst>
                  <a:ext uri="{FF2B5EF4-FFF2-40B4-BE49-F238E27FC236}">
                    <a16:creationId xmlns:a16="http://schemas.microsoft.com/office/drawing/2014/main" id="{0ACBEAE2-304E-66A4-D762-A07F22222EB6}"/>
                  </a:ext>
                </a:extLst>
              </p:cNvPr>
              <p:cNvSpPr/>
              <p:nvPr/>
            </p:nvSpPr>
            <p:spPr>
              <a:xfrm>
                <a:off x="2210684" y="4625584"/>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9">
                <a:extLst>
                  <a:ext uri="{FF2B5EF4-FFF2-40B4-BE49-F238E27FC236}">
                    <a16:creationId xmlns:a16="http://schemas.microsoft.com/office/drawing/2014/main" id="{5F4611C6-BC26-7E35-0B39-C24D7115E0B9}"/>
                  </a:ext>
                </a:extLst>
              </p:cNvPr>
              <p:cNvSpPr/>
              <p:nvPr/>
            </p:nvSpPr>
            <p:spPr>
              <a:xfrm>
                <a:off x="2173889" y="4662415"/>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9">
                <a:extLst>
                  <a:ext uri="{FF2B5EF4-FFF2-40B4-BE49-F238E27FC236}">
                    <a16:creationId xmlns:a16="http://schemas.microsoft.com/office/drawing/2014/main" id="{DDE0C524-6D67-9C03-752A-3E0B26258DF3}"/>
                  </a:ext>
                </a:extLst>
              </p:cNvPr>
              <p:cNvSpPr/>
              <p:nvPr/>
            </p:nvSpPr>
            <p:spPr>
              <a:xfrm>
                <a:off x="2321143" y="4736042"/>
                <a:ext cx="36869" cy="36869"/>
              </a:xfrm>
              <a:custGeom>
                <a:avLst/>
                <a:gdLst/>
                <a:ahLst/>
                <a:cxnLst/>
                <a:rect l="l" t="t" r="r" b="b"/>
                <a:pathLst>
                  <a:path w="1002" h="1002" extrusionOk="0">
                    <a:moveTo>
                      <a:pt x="1" y="1"/>
                    </a:moveTo>
                    <a:lnTo>
                      <a:pt x="1" y="1001"/>
                    </a:lnTo>
                    <a:lnTo>
                      <a:pt x="1002" y="1001"/>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9">
                <a:extLst>
                  <a:ext uri="{FF2B5EF4-FFF2-40B4-BE49-F238E27FC236}">
                    <a16:creationId xmlns:a16="http://schemas.microsoft.com/office/drawing/2014/main" id="{E41D938C-020D-3F5F-6E51-8A8CEA755D26}"/>
                  </a:ext>
                </a:extLst>
              </p:cNvPr>
              <p:cNvSpPr/>
              <p:nvPr/>
            </p:nvSpPr>
            <p:spPr>
              <a:xfrm>
                <a:off x="2247516" y="4736042"/>
                <a:ext cx="36869" cy="36869"/>
              </a:xfrm>
              <a:custGeom>
                <a:avLst/>
                <a:gdLst/>
                <a:ahLst/>
                <a:cxnLst/>
                <a:rect l="l" t="t" r="r" b="b"/>
                <a:pathLst>
                  <a:path w="1002"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39">
                <a:extLst>
                  <a:ext uri="{FF2B5EF4-FFF2-40B4-BE49-F238E27FC236}">
                    <a16:creationId xmlns:a16="http://schemas.microsoft.com/office/drawing/2014/main" id="{52747A66-5458-3222-CFDF-BF3AC73B329B}"/>
                  </a:ext>
                </a:extLst>
              </p:cNvPr>
              <p:cNvSpPr/>
              <p:nvPr/>
            </p:nvSpPr>
            <p:spPr>
              <a:xfrm>
                <a:off x="2284348" y="4699210"/>
                <a:ext cx="36832" cy="36869"/>
              </a:xfrm>
              <a:custGeom>
                <a:avLst/>
                <a:gdLst/>
                <a:ahLst/>
                <a:cxnLst/>
                <a:rect l="l" t="t" r="r" b="b"/>
                <a:pathLst>
                  <a:path w="1001" h="1002" extrusionOk="0">
                    <a:moveTo>
                      <a:pt x="0" y="1"/>
                    </a:moveTo>
                    <a:lnTo>
                      <a:pt x="0"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9">
                <a:extLst>
                  <a:ext uri="{FF2B5EF4-FFF2-40B4-BE49-F238E27FC236}">
                    <a16:creationId xmlns:a16="http://schemas.microsoft.com/office/drawing/2014/main" id="{2D936495-DB50-70B3-3574-EB55B318BDE4}"/>
                  </a:ext>
                </a:extLst>
              </p:cNvPr>
              <p:cNvSpPr/>
              <p:nvPr/>
            </p:nvSpPr>
            <p:spPr>
              <a:xfrm>
                <a:off x="2099011" y="4329790"/>
                <a:ext cx="407505" cy="147327"/>
              </a:xfrm>
              <a:custGeom>
                <a:avLst/>
                <a:gdLst/>
                <a:ahLst/>
                <a:cxnLst/>
                <a:rect l="l" t="t" r="r" b="b"/>
                <a:pathLst>
                  <a:path w="11075" h="4004" extrusionOk="0">
                    <a:moveTo>
                      <a:pt x="0" y="0"/>
                    </a:moveTo>
                    <a:lnTo>
                      <a:pt x="0" y="1001"/>
                    </a:lnTo>
                    <a:lnTo>
                      <a:pt x="1001" y="1001"/>
                    </a:lnTo>
                    <a:lnTo>
                      <a:pt x="1001" y="2002"/>
                    </a:lnTo>
                    <a:lnTo>
                      <a:pt x="1001" y="3002"/>
                    </a:lnTo>
                    <a:lnTo>
                      <a:pt x="1001" y="4003"/>
                    </a:lnTo>
                    <a:lnTo>
                      <a:pt x="2035" y="4003"/>
                    </a:lnTo>
                    <a:lnTo>
                      <a:pt x="2035" y="3002"/>
                    </a:lnTo>
                    <a:lnTo>
                      <a:pt x="2035" y="2002"/>
                    </a:lnTo>
                    <a:lnTo>
                      <a:pt x="2035" y="1001"/>
                    </a:lnTo>
                    <a:lnTo>
                      <a:pt x="9040" y="1001"/>
                    </a:lnTo>
                    <a:lnTo>
                      <a:pt x="9040" y="2002"/>
                    </a:lnTo>
                    <a:lnTo>
                      <a:pt x="9040" y="3002"/>
                    </a:lnTo>
                    <a:lnTo>
                      <a:pt x="9040" y="4003"/>
                    </a:lnTo>
                    <a:lnTo>
                      <a:pt x="10074" y="4003"/>
                    </a:lnTo>
                    <a:lnTo>
                      <a:pt x="10074" y="3002"/>
                    </a:lnTo>
                    <a:lnTo>
                      <a:pt x="10074" y="2002"/>
                    </a:lnTo>
                    <a:lnTo>
                      <a:pt x="10074" y="1001"/>
                    </a:lnTo>
                    <a:lnTo>
                      <a:pt x="11075" y="1001"/>
                    </a:lnTo>
                    <a:lnTo>
                      <a:pt x="110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9">
                <a:extLst>
                  <a:ext uri="{FF2B5EF4-FFF2-40B4-BE49-F238E27FC236}">
                    <a16:creationId xmlns:a16="http://schemas.microsoft.com/office/drawing/2014/main" id="{5DED04EE-C4E4-344B-F4D2-CE6F0C7E511A}"/>
                  </a:ext>
                </a:extLst>
              </p:cNvPr>
              <p:cNvSpPr/>
              <p:nvPr/>
            </p:nvSpPr>
            <p:spPr>
              <a:xfrm>
                <a:off x="2357974" y="4477080"/>
                <a:ext cx="73700" cy="74878"/>
              </a:xfrm>
              <a:custGeom>
                <a:avLst/>
                <a:gdLst/>
                <a:ahLst/>
                <a:cxnLst/>
                <a:rect l="l" t="t" r="r" b="b"/>
                <a:pathLst>
                  <a:path w="2003" h="2035" extrusionOk="0">
                    <a:moveTo>
                      <a:pt x="1001" y="0"/>
                    </a:moveTo>
                    <a:lnTo>
                      <a:pt x="1001" y="1034"/>
                    </a:lnTo>
                    <a:lnTo>
                      <a:pt x="2002" y="1034"/>
                    </a:lnTo>
                    <a:lnTo>
                      <a:pt x="2002" y="0"/>
                    </a:lnTo>
                    <a:close/>
                    <a:moveTo>
                      <a:pt x="1" y="1034"/>
                    </a:moveTo>
                    <a:lnTo>
                      <a:pt x="1" y="2035"/>
                    </a:lnTo>
                    <a:lnTo>
                      <a:pt x="1001" y="2035"/>
                    </a:lnTo>
                    <a:lnTo>
                      <a:pt x="1001" y="103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9">
                <a:extLst>
                  <a:ext uri="{FF2B5EF4-FFF2-40B4-BE49-F238E27FC236}">
                    <a16:creationId xmlns:a16="http://schemas.microsoft.com/office/drawing/2014/main" id="{D254DE6C-21F3-EB6E-C680-8DE672AF2B33}"/>
                  </a:ext>
                </a:extLst>
              </p:cNvPr>
              <p:cNvSpPr/>
              <p:nvPr/>
            </p:nvSpPr>
            <p:spPr>
              <a:xfrm>
                <a:off x="2321143" y="4551920"/>
                <a:ext cx="36869" cy="73700"/>
              </a:xfrm>
              <a:custGeom>
                <a:avLst/>
                <a:gdLst/>
                <a:ahLst/>
                <a:cxnLst/>
                <a:rect l="l" t="t" r="r" b="b"/>
                <a:pathLst>
                  <a:path w="1002" h="2003" extrusionOk="0">
                    <a:moveTo>
                      <a:pt x="1" y="1"/>
                    </a:moveTo>
                    <a:lnTo>
                      <a:pt x="1" y="1002"/>
                    </a:lnTo>
                    <a:lnTo>
                      <a:pt x="1" y="2002"/>
                    </a:lnTo>
                    <a:lnTo>
                      <a:pt x="1002" y="2002"/>
                    </a:lnTo>
                    <a:lnTo>
                      <a:pt x="1002" y="1002"/>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9">
                <a:extLst>
                  <a:ext uri="{FF2B5EF4-FFF2-40B4-BE49-F238E27FC236}">
                    <a16:creationId xmlns:a16="http://schemas.microsoft.com/office/drawing/2014/main" id="{DBD01760-267B-5A81-7BF3-EA4597B7002D}"/>
                  </a:ext>
                </a:extLst>
              </p:cNvPr>
              <p:cNvSpPr/>
              <p:nvPr/>
            </p:nvSpPr>
            <p:spPr>
              <a:xfrm>
                <a:off x="2357974" y="4625584"/>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9">
                <a:extLst>
                  <a:ext uri="{FF2B5EF4-FFF2-40B4-BE49-F238E27FC236}">
                    <a16:creationId xmlns:a16="http://schemas.microsoft.com/office/drawing/2014/main" id="{401E569C-FBF7-3CA9-C11F-06B37941B237}"/>
                  </a:ext>
                </a:extLst>
              </p:cNvPr>
              <p:cNvSpPr/>
              <p:nvPr/>
            </p:nvSpPr>
            <p:spPr>
              <a:xfrm>
                <a:off x="2394806" y="4662415"/>
                <a:ext cx="36869" cy="36832"/>
              </a:xfrm>
              <a:custGeom>
                <a:avLst/>
                <a:gdLst/>
                <a:ahLst/>
                <a:cxnLst/>
                <a:rect l="l" t="t" r="r" b="b"/>
                <a:pathLst>
                  <a:path w="1002"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9">
                <a:extLst>
                  <a:ext uri="{FF2B5EF4-FFF2-40B4-BE49-F238E27FC236}">
                    <a16:creationId xmlns:a16="http://schemas.microsoft.com/office/drawing/2014/main" id="{5E0C2059-B1BD-5566-F9B6-8ECF41C9A5C4}"/>
                  </a:ext>
                </a:extLst>
              </p:cNvPr>
              <p:cNvSpPr/>
              <p:nvPr/>
            </p:nvSpPr>
            <p:spPr>
              <a:xfrm>
                <a:off x="2099011" y="4699210"/>
                <a:ext cx="407505" cy="148578"/>
              </a:xfrm>
              <a:custGeom>
                <a:avLst/>
                <a:gdLst/>
                <a:ahLst/>
                <a:cxnLst/>
                <a:rect l="l" t="t" r="r" b="b"/>
                <a:pathLst>
                  <a:path w="11075" h="4038" extrusionOk="0">
                    <a:moveTo>
                      <a:pt x="1001" y="1"/>
                    </a:moveTo>
                    <a:lnTo>
                      <a:pt x="1001" y="1002"/>
                    </a:lnTo>
                    <a:lnTo>
                      <a:pt x="1001" y="2002"/>
                    </a:lnTo>
                    <a:lnTo>
                      <a:pt x="1001" y="3036"/>
                    </a:lnTo>
                    <a:lnTo>
                      <a:pt x="0" y="3036"/>
                    </a:lnTo>
                    <a:lnTo>
                      <a:pt x="0" y="4037"/>
                    </a:lnTo>
                    <a:lnTo>
                      <a:pt x="11075" y="4037"/>
                    </a:lnTo>
                    <a:lnTo>
                      <a:pt x="11075" y="3036"/>
                    </a:lnTo>
                    <a:lnTo>
                      <a:pt x="10074" y="3036"/>
                    </a:lnTo>
                    <a:lnTo>
                      <a:pt x="10074" y="2002"/>
                    </a:lnTo>
                    <a:lnTo>
                      <a:pt x="10074" y="1002"/>
                    </a:lnTo>
                    <a:lnTo>
                      <a:pt x="10074" y="1"/>
                    </a:lnTo>
                    <a:lnTo>
                      <a:pt x="9040" y="1"/>
                    </a:lnTo>
                    <a:lnTo>
                      <a:pt x="9040" y="1002"/>
                    </a:lnTo>
                    <a:lnTo>
                      <a:pt x="9040" y="2002"/>
                    </a:lnTo>
                    <a:lnTo>
                      <a:pt x="9040" y="3036"/>
                    </a:lnTo>
                    <a:lnTo>
                      <a:pt x="8039" y="3036"/>
                    </a:lnTo>
                    <a:lnTo>
                      <a:pt x="8039" y="2002"/>
                    </a:lnTo>
                    <a:lnTo>
                      <a:pt x="7039" y="2002"/>
                    </a:lnTo>
                    <a:lnTo>
                      <a:pt x="7039" y="3036"/>
                    </a:lnTo>
                    <a:lnTo>
                      <a:pt x="6038" y="3036"/>
                    </a:lnTo>
                    <a:lnTo>
                      <a:pt x="6038" y="2002"/>
                    </a:lnTo>
                    <a:lnTo>
                      <a:pt x="5037" y="2002"/>
                    </a:lnTo>
                    <a:lnTo>
                      <a:pt x="5037" y="3036"/>
                    </a:lnTo>
                    <a:lnTo>
                      <a:pt x="4036" y="3036"/>
                    </a:lnTo>
                    <a:lnTo>
                      <a:pt x="4036" y="2002"/>
                    </a:lnTo>
                    <a:lnTo>
                      <a:pt x="3036" y="2002"/>
                    </a:lnTo>
                    <a:lnTo>
                      <a:pt x="3036" y="3036"/>
                    </a:lnTo>
                    <a:lnTo>
                      <a:pt x="2035" y="3036"/>
                    </a:lnTo>
                    <a:lnTo>
                      <a:pt x="2035" y="2002"/>
                    </a:lnTo>
                    <a:lnTo>
                      <a:pt x="2035" y="1002"/>
                    </a:lnTo>
                    <a:lnTo>
                      <a:pt x="20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19261831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43">
          <a:extLst>
            <a:ext uri="{FF2B5EF4-FFF2-40B4-BE49-F238E27FC236}">
              <a16:creationId xmlns:a16="http://schemas.microsoft.com/office/drawing/2014/main" id="{02320CCC-F5AE-DE43-6102-8D2736D5D51F}"/>
            </a:ext>
          </a:extLst>
        </p:cNvPr>
        <p:cNvGrpSpPr/>
        <p:nvPr/>
      </p:nvGrpSpPr>
      <p:grpSpPr>
        <a:xfrm>
          <a:off x="0" y="0"/>
          <a:ext cx="0" cy="0"/>
          <a:chOff x="0" y="0"/>
          <a:chExt cx="0" cy="0"/>
        </a:xfrm>
      </p:grpSpPr>
      <p:sp>
        <p:nvSpPr>
          <p:cNvPr id="744" name="Google Shape;744;p39">
            <a:extLst>
              <a:ext uri="{FF2B5EF4-FFF2-40B4-BE49-F238E27FC236}">
                <a16:creationId xmlns:a16="http://schemas.microsoft.com/office/drawing/2014/main" id="{75CEE7FF-2325-B7C3-C27E-4637B5242DBE}"/>
              </a:ext>
            </a:extLst>
          </p:cNvPr>
          <p:cNvSpPr txBox="1">
            <a:spLocks noGrp="1"/>
          </p:cNvSpPr>
          <p:nvPr>
            <p:ph type="title"/>
          </p:nvPr>
        </p:nvSpPr>
        <p:spPr>
          <a:xfrm>
            <a:off x="715099" y="568622"/>
            <a:ext cx="5782519" cy="648600"/>
          </a:xfrm>
          <a:prstGeom prst="rect">
            <a:avLst/>
          </a:prstGeom>
        </p:spPr>
        <p:txBody>
          <a:bodyPr spcFirstLastPara="1" wrap="square" lIns="91425" tIns="91425" rIns="91425" bIns="91425" anchor="ctr" anchorCtr="0">
            <a:noAutofit/>
          </a:bodyPr>
          <a:lstStyle/>
          <a:p>
            <a:pPr lvl="0"/>
            <a:r>
              <a:rPr lang="fr-FR" dirty="0"/>
              <a:t>Principes techniques</a:t>
            </a:r>
            <a:endParaRPr dirty="0"/>
          </a:p>
        </p:txBody>
      </p:sp>
      <p:sp>
        <p:nvSpPr>
          <p:cNvPr id="745" name="Google Shape;745;p39">
            <a:extLst>
              <a:ext uri="{FF2B5EF4-FFF2-40B4-BE49-F238E27FC236}">
                <a16:creationId xmlns:a16="http://schemas.microsoft.com/office/drawing/2014/main" id="{235F9681-2FA3-D76C-4F59-D312128A63E7}"/>
              </a:ext>
            </a:extLst>
          </p:cNvPr>
          <p:cNvSpPr txBox="1">
            <a:spLocks noGrp="1"/>
          </p:cNvSpPr>
          <p:nvPr>
            <p:ph type="subTitle" idx="1"/>
          </p:nvPr>
        </p:nvSpPr>
        <p:spPr>
          <a:xfrm>
            <a:off x="715100" y="1484555"/>
            <a:ext cx="6847526" cy="2398956"/>
          </a:xfrm>
          <a:prstGeom prst="rect">
            <a:avLst/>
          </a:prstGeom>
        </p:spPr>
        <p:txBody>
          <a:bodyPr spcFirstLastPara="1" wrap="square" lIns="91425" tIns="91425" rIns="91425" bIns="91425" anchor="ctr" anchorCtr="0">
            <a:noAutofit/>
          </a:bodyPr>
          <a:lstStyle/>
          <a:p>
            <a:pPr marL="139700" indent="0"/>
            <a:r>
              <a:rPr lang="fr-FR" dirty="0"/>
              <a:t>Le Data Mining repose sur un ensemble de techniques issues des statistiques, de l’informatique et de l’intelligence artificielle. Ces principes permettent de transformer des données brutes en modèles compréhensibles et exploitables.</a:t>
            </a:r>
          </a:p>
        </p:txBody>
      </p:sp>
      <p:grpSp>
        <p:nvGrpSpPr>
          <p:cNvPr id="746" name="Google Shape;746;p39">
            <a:extLst>
              <a:ext uri="{FF2B5EF4-FFF2-40B4-BE49-F238E27FC236}">
                <a16:creationId xmlns:a16="http://schemas.microsoft.com/office/drawing/2014/main" id="{C42F61BD-35D6-99C9-6890-CE00FAB7B17B}"/>
              </a:ext>
            </a:extLst>
          </p:cNvPr>
          <p:cNvGrpSpPr/>
          <p:nvPr/>
        </p:nvGrpSpPr>
        <p:grpSpPr>
          <a:xfrm>
            <a:off x="7705847" y="4010466"/>
            <a:ext cx="723042" cy="598023"/>
            <a:chOff x="1654675" y="4256126"/>
            <a:chExt cx="851841" cy="704551"/>
          </a:xfrm>
        </p:grpSpPr>
        <p:grpSp>
          <p:nvGrpSpPr>
            <p:cNvPr id="747" name="Google Shape;747;p39">
              <a:extLst>
                <a:ext uri="{FF2B5EF4-FFF2-40B4-BE49-F238E27FC236}">
                  <a16:creationId xmlns:a16="http://schemas.microsoft.com/office/drawing/2014/main" id="{1EBF8B1F-E736-6818-8D71-6AA446BA8DBA}"/>
                </a:ext>
              </a:extLst>
            </p:cNvPr>
            <p:cNvGrpSpPr/>
            <p:nvPr/>
          </p:nvGrpSpPr>
          <p:grpSpPr>
            <a:xfrm>
              <a:off x="1654675" y="4256126"/>
              <a:ext cx="445587" cy="704551"/>
              <a:chOff x="1654675" y="4256126"/>
              <a:chExt cx="445587" cy="704551"/>
            </a:xfrm>
          </p:grpSpPr>
          <p:sp>
            <p:nvSpPr>
              <p:cNvPr id="748" name="Google Shape;748;p39">
                <a:extLst>
                  <a:ext uri="{FF2B5EF4-FFF2-40B4-BE49-F238E27FC236}">
                    <a16:creationId xmlns:a16="http://schemas.microsoft.com/office/drawing/2014/main" id="{CFB9AE44-95B7-70A2-1272-D7E6A5B3870C}"/>
                  </a:ext>
                </a:extLst>
              </p:cNvPr>
              <p:cNvSpPr/>
              <p:nvPr/>
            </p:nvSpPr>
            <p:spPr>
              <a:xfrm>
                <a:off x="1655926" y="4257377"/>
                <a:ext cx="440657" cy="703300"/>
              </a:xfrm>
              <a:custGeom>
                <a:avLst/>
                <a:gdLst/>
                <a:ahLst/>
                <a:cxnLst/>
                <a:rect l="l" t="t" r="r" b="b"/>
                <a:pathLst>
                  <a:path w="11976" h="19114" extrusionOk="0">
                    <a:moveTo>
                      <a:pt x="0" y="0"/>
                    </a:moveTo>
                    <a:lnTo>
                      <a:pt x="0" y="17112"/>
                    </a:lnTo>
                    <a:lnTo>
                      <a:pt x="2002" y="17112"/>
                    </a:lnTo>
                    <a:lnTo>
                      <a:pt x="2002" y="16112"/>
                    </a:lnTo>
                    <a:lnTo>
                      <a:pt x="3002" y="16112"/>
                    </a:lnTo>
                    <a:lnTo>
                      <a:pt x="3002" y="15111"/>
                    </a:lnTo>
                    <a:lnTo>
                      <a:pt x="4003" y="15111"/>
                    </a:lnTo>
                    <a:lnTo>
                      <a:pt x="4003" y="14110"/>
                    </a:lnTo>
                    <a:lnTo>
                      <a:pt x="4971" y="14110"/>
                    </a:lnTo>
                    <a:lnTo>
                      <a:pt x="4971" y="16112"/>
                    </a:lnTo>
                    <a:lnTo>
                      <a:pt x="5971" y="16112"/>
                    </a:lnTo>
                    <a:lnTo>
                      <a:pt x="5971" y="18113"/>
                    </a:lnTo>
                    <a:lnTo>
                      <a:pt x="6972" y="18113"/>
                    </a:lnTo>
                    <a:lnTo>
                      <a:pt x="6972" y="19114"/>
                    </a:lnTo>
                    <a:lnTo>
                      <a:pt x="8973" y="19114"/>
                    </a:lnTo>
                    <a:lnTo>
                      <a:pt x="8973" y="18113"/>
                    </a:lnTo>
                    <a:lnTo>
                      <a:pt x="9974" y="18113"/>
                    </a:lnTo>
                    <a:lnTo>
                      <a:pt x="9974" y="16112"/>
                    </a:lnTo>
                    <a:lnTo>
                      <a:pt x="8973" y="16112"/>
                    </a:lnTo>
                    <a:lnTo>
                      <a:pt x="8973" y="14110"/>
                    </a:lnTo>
                    <a:lnTo>
                      <a:pt x="7973" y="14110"/>
                    </a:lnTo>
                    <a:lnTo>
                      <a:pt x="7973" y="13110"/>
                    </a:lnTo>
                    <a:lnTo>
                      <a:pt x="11976" y="13110"/>
                    </a:lnTo>
                    <a:lnTo>
                      <a:pt x="11976" y="12009"/>
                    </a:lnTo>
                    <a:lnTo>
                      <a:pt x="11976" y="11008"/>
                    </a:lnTo>
                    <a:lnTo>
                      <a:pt x="11042" y="11008"/>
                    </a:lnTo>
                    <a:lnTo>
                      <a:pt x="11042" y="10007"/>
                    </a:lnTo>
                    <a:lnTo>
                      <a:pt x="10041" y="10007"/>
                    </a:lnTo>
                    <a:lnTo>
                      <a:pt x="10041" y="9007"/>
                    </a:lnTo>
                    <a:lnTo>
                      <a:pt x="9040" y="9007"/>
                    </a:lnTo>
                    <a:lnTo>
                      <a:pt x="9040" y="8006"/>
                    </a:lnTo>
                    <a:lnTo>
                      <a:pt x="8039" y="8006"/>
                    </a:lnTo>
                    <a:lnTo>
                      <a:pt x="8039" y="7005"/>
                    </a:lnTo>
                    <a:lnTo>
                      <a:pt x="7039" y="7005"/>
                    </a:lnTo>
                    <a:lnTo>
                      <a:pt x="7039" y="6005"/>
                    </a:lnTo>
                    <a:lnTo>
                      <a:pt x="6038" y="6005"/>
                    </a:lnTo>
                    <a:lnTo>
                      <a:pt x="6038" y="5004"/>
                    </a:lnTo>
                    <a:lnTo>
                      <a:pt x="5037" y="5004"/>
                    </a:lnTo>
                    <a:lnTo>
                      <a:pt x="5037" y="4003"/>
                    </a:lnTo>
                    <a:lnTo>
                      <a:pt x="4037" y="4003"/>
                    </a:lnTo>
                    <a:lnTo>
                      <a:pt x="4037" y="3002"/>
                    </a:lnTo>
                    <a:lnTo>
                      <a:pt x="3036" y="3002"/>
                    </a:lnTo>
                    <a:lnTo>
                      <a:pt x="3036" y="2002"/>
                    </a:lnTo>
                    <a:lnTo>
                      <a:pt x="2035" y="2002"/>
                    </a:lnTo>
                    <a:lnTo>
                      <a:pt x="2035" y="1001"/>
                    </a:lnTo>
                    <a:lnTo>
                      <a:pt x="1001" y="1001"/>
                    </a:lnTo>
                    <a:lnTo>
                      <a:pt x="100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9">
                <a:extLst>
                  <a:ext uri="{FF2B5EF4-FFF2-40B4-BE49-F238E27FC236}">
                    <a16:creationId xmlns:a16="http://schemas.microsoft.com/office/drawing/2014/main" id="{D1A5D82D-8512-0B13-E758-46E8445E1EEB}"/>
                  </a:ext>
                </a:extLst>
              </p:cNvPr>
              <p:cNvSpPr/>
              <p:nvPr/>
            </p:nvSpPr>
            <p:spPr>
              <a:xfrm>
                <a:off x="1654675" y="4256126"/>
                <a:ext cx="36869" cy="628459"/>
              </a:xfrm>
              <a:custGeom>
                <a:avLst/>
                <a:gdLst/>
                <a:ahLst/>
                <a:cxnLst/>
                <a:rect l="l" t="t" r="r" b="b"/>
                <a:pathLst>
                  <a:path w="1002" h="17080" extrusionOk="0">
                    <a:moveTo>
                      <a:pt x="1" y="1"/>
                    </a:moveTo>
                    <a:lnTo>
                      <a:pt x="1" y="17080"/>
                    </a:lnTo>
                    <a:lnTo>
                      <a:pt x="1002" y="17080"/>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9">
                <a:extLst>
                  <a:ext uri="{FF2B5EF4-FFF2-40B4-BE49-F238E27FC236}">
                    <a16:creationId xmlns:a16="http://schemas.microsoft.com/office/drawing/2014/main" id="{90E5DCBB-4539-CD45-ECD3-4C64FACD8E34}"/>
                  </a:ext>
                </a:extLst>
              </p:cNvPr>
              <p:cNvSpPr/>
              <p:nvPr/>
            </p:nvSpPr>
            <p:spPr>
              <a:xfrm>
                <a:off x="1692758" y="4292958"/>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9">
                <a:extLst>
                  <a:ext uri="{FF2B5EF4-FFF2-40B4-BE49-F238E27FC236}">
                    <a16:creationId xmlns:a16="http://schemas.microsoft.com/office/drawing/2014/main" id="{39D42B9C-D926-729F-D20F-222E66616C6F}"/>
                  </a:ext>
                </a:extLst>
              </p:cNvPr>
              <p:cNvSpPr/>
              <p:nvPr/>
            </p:nvSpPr>
            <p:spPr>
              <a:xfrm>
                <a:off x="1729553" y="4329790"/>
                <a:ext cx="36869" cy="36832"/>
              </a:xfrm>
              <a:custGeom>
                <a:avLst/>
                <a:gdLst/>
                <a:ahLst/>
                <a:cxnLst/>
                <a:rect l="l" t="t" r="r" b="b"/>
                <a:pathLst>
                  <a:path w="1002" h="1001"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9">
                <a:extLst>
                  <a:ext uri="{FF2B5EF4-FFF2-40B4-BE49-F238E27FC236}">
                    <a16:creationId xmlns:a16="http://schemas.microsoft.com/office/drawing/2014/main" id="{39AC4DFF-B485-4DBF-E06F-254AF7864D0D}"/>
                  </a:ext>
                </a:extLst>
              </p:cNvPr>
              <p:cNvSpPr/>
              <p:nvPr/>
            </p:nvSpPr>
            <p:spPr>
              <a:xfrm>
                <a:off x="1765170" y="4366621"/>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9">
                <a:extLst>
                  <a:ext uri="{FF2B5EF4-FFF2-40B4-BE49-F238E27FC236}">
                    <a16:creationId xmlns:a16="http://schemas.microsoft.com/office/drawing/2014/main" id="{715A6A6F-8DB6-87FC-7AD9-7B15B616F335}"/>
                  </a:ext>
                </a:extLst>
              </p:cNvPr>
              <p:cNvSpPr/>
              <p:nvPr/>
            </p:nvSpPr>
            <p:spPr>
              <a:xfrm>
                <a:off x="1803216" y="4403416"/>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9">
                <a:extLst>
                  <a:ext uri="{FF2B5EF4-FFF2-40B4-BE49-F238E27FC236}">
                    <a16:creationId xmlns:a16="http://schemas.microsoft.com/office/drawing/2014/main" id="{429BA5D1-4BD0-9B35-2A03-723FFE60C817}"/>
                  </a:ext>
                </a:extLst>
              </p:cNvPr>
              <p:cNvSpPr/>
              <p:nvPr/>
            </p:nvSpPr>
            <p:spPr>
              <a:xfrm>
                <a:off x="1841262" y="4440248"/>
                <a:ext cx="36832" cy="36869"/>
              </a:xfrm>
              <a:custGeom>
                <a:avLst/>
                <a:gdLst/>
                <a:ahLst/>
                <a:cxnLst/>
                <a:rect l="l" t="t" r="r" b="b"/>
                <a:pathLst>
                  <a:path w="1001" h="1002"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9">
                <a:extLst>
                  <a:ext uri="{FF2B5EF4-FFF2-40B4-BE49-F238E27FC236}">
                    <a16:creationId xmlns:a16="http://schemas.microsoft.com/office/drawing/2014/main" id="{5EBC113C-D4B3-BB23-4499-0D15E5115E0F}"/>
                  </a:ext>
                </a:extLst>
              </p:cNvPr>
              <p:cNvSpPr/>
              <p:nvPr/>
            </p:nvSpPr>
            <p:spPr>
              <a:xfrm>
                <a:off x="1878057" y="4477080"/>
                <a:ext cx="36869" cy="36832"/>
              </a:xfrm>
              <a:custGeom>
                <a:avLst/>
                <a:gdLst/>
                <a:ahLst/>
                <a:cxnLst/>
                <a:rect l="l" t="t" r="r" b="b"/>
                <a:pathLst>
                  <a:path w="1002" h="1001"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9">
                <a:extLst>
                  <a:ext uri="{FF2B5EF4-FFF2-40B4-BE49-F238E27FC236}">
                    <a16:creationId xmlns:a16="http://schemas.microsoft.com/office/drawing/2014/main" id="{3225F8D0-3A07-0820-7133-1859BCD48315}"/>
                  </a:ext>
                </a:extLst>
              </p:cNvPr>
              <p:cNvSpPr/>
              <p:nvPr/>
            </p:nvSpPr>
            <p:spPr>
              <a:xfrm>
                <a:off x="1914889" y="4515125"/>
                <a:ext cx="36869" cy="36832"/>
              </a:xfrm>
              <a:custGeom>
                <a:avLst/>
                <a:gdLst/>
                <a:ahLst/>
                <a:cxnLst/>
                <a:rect l="l" t="t" r="r" b="b"/>
                <a:pathLst>
                  <a:path w="1002" h="1001"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9">
                <a:extLst>
                  <a:ext uri="{FF2B5EF4-FFF2-40B4-BE49-F238E27FC236}">
                    <a16:creationId xmlns:a16="http://schemas.microsoft.com/office/drawing/2014/main" id="{FF5DC098-4558-BAE5-E017-388988EBA29E}"/>
                  </a:ext>
                </a:extLst>
              </p:cNvPr>
              <p:cNvSpPr/>
              <p:nvPr/>
            </p:nvSpPr>
            <p:spPr>
              <a:xfrm>
                <a:off x="1951721" y="4551920"/>
                <a:ext cx="36869" cy="36869"/>
              </a:xfrm>
              <a:custGeom>
                <a:avLst/>
                <a:gdLst/>
                <a:ahLst/>
                <a:cxnLst/>
                <a:rect l="l" t="t" r="r" b="b"/>
                <a:pathLst>
                  <a:path w="1002" h="1002" extrusionOk="0">
                    <a:moveTo>
                      <a:pt x="0" y="1"/>
                    </a:moveTo>
                    <a:lnTo>
                      <a:pt x="0"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9">
                <a:extLst>
                  <a:ext uri="{FF2B5EF4-FFF2-40B4-BE49-F238E27FC236}">
                    <a16:creationId xmlns:a16="http://schemas.microsoft.com/office/drawing/2014/main" id="{7422F939-22B2-EF78-CD05-81BB6822B420}"/>
                  </a:ext>
                </a:extLst>
              </p:cNvPr>
              <p:cNvSpPr/>
              <p:nvPr/>
            </p:nvSpPr>
            <p:spPr>
              <a:xfrm>
                <a:off x="1988553" y="4588752"/>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9">
                <a:extLst>
                  <a:ext uri="{FF2B5EF4-FFF2-40B4-BE49-F238E27FC236}">
                    <a16:creationId xmlns:a16="http://schemas.microsoft.com/office/drawing/2014/main" id="{00F4F20E-6F8A-D186-9AE7-337FADD20B48}"/>
                  </a:ext>
                </a:extLst>
              </p:cNvPr>
              <p:cNvSpPr/>
              <p:nvPr/>
            </p:nvSpPr>
            <p:spPr>
              <a:xfrm>
                <a:off x="2025348" y="4625584"/>
                <a:ext cx="36869" cy="36869"/>
              </a:xfrm>
              <a:custGeom>
                <a:avLst/>
                <a:gdLst/>
                <a:ahLst/>
                <a:cxnLst/>
                <a:rect l="l" t="t" r="r" b="b"/>
                <a:pathLst>
                  <a:path w="1002" h="1002"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9">
                <a:extLst>
                  <a:ext uri="{FF2B5EF4-FFF2-40B4-BE49-F238E27FC236}">
                    <a16:creationId xmlns:a16="http://schemas.microsoft.com/office/drawing/2014/main" id="{5B166F28-56B3-172D-86AE-81C0E3E29801}"/>
                  </a:ext>
                </a:extLst>
              </p:cNvPr>
              <p:cNvSpPr/>
              <p:nvPr/>
            </p:nvSpPr>
            <p:spPr>
              <a:xfrm>
                <a:off x="2062179" y="4662415"/>
                <a:ext cx="36869" cy="36832"/>
              </a:xfrm>
              <a:custGeom>
                <a:avLst/>
                <a:gdLst/>
                <a:ahLst/>
                <a:cxnLst/>
                <a:rect l="l" t="t" r="r" b="b"/>
                <a:pathLst>
                  <a:path w="1002" h="1001" extrusionOk="0">
                    <a:moveTo>
                      <a:pt x="1" y="0"/>
                    </a:moveTo>
                    <a:lnTo>
                      <a:pt x="1" y="1001"/>
                    </a:lnTo>
                    <a:lnTo>
                      <a:pt x="1001" y="1001"/>
                    </a:lnTo>
                    <a:lnTo>
                      <a:pt x="100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9">
                <a:extLst>
                  <a:ext uri="{FF2B5EF4-FFF2-40B4-BE49-F238E27FC236}">
                    <a16:creationId xmlns:a16="http://schemas.microsoft.com/office/drawing/2014/main" id="{4B34DBD7-A0C9-6E8A-168A-341AF9EE6611}"/>
                  </a:ext>
                </a:extLst>
              </p:cNvPr>
              <p:cNvSpPr/>
              <p:nvPr/>
            </p:nvSpPr>
            <p:spPr>
              <a:xfrm>
                <a:off x="1914889" y="4699210"/>
                <a:ext cx="185373" cy="36869"/>
              </a:xfrm>
              <a:custGeom>
                <a:avLst/>
                <a:gdLst/>
                <a:ahLst/>
                <a:cxnLst/>
                <a:rect l="l" t="t" r="r" b="b"/>
                <a:pathLst>
                  <a:path w="5038" h="1002" extrusionOk="0">
                    <a:moveTo>
                      <a:pt x="1" y="1"/>
                    </a:moveTo>
                    <a:lnTo>
                      <a:pt x="1" y="1002"/>
                    </a:lnTo>
                    <a:lnTo>
                      <a:pt x="5038" y="1002"/>
                    </a:lnTo>
                    <a:lnTo>
                      <a:pt x="50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9">
                <a:extLst>
                  <a:ext uri="{FF2B5EF4-FFF2-40B4-BE49-F238E27FC236}">
                    <a16:creationId xmlns:a16="http://schemas.microsoft.com/office/drawing/2014/main" id="{8655F577-F20F-337C-0A20-AA5DF904F6F9}"/>
                  </a:ext>
                </a:extLst>
              </p:cNvPr>
              <p:cNvSpPr/>
              <p:nvPr/>
            </p:nvSpPr>
            <p:spPr>
              <a:xfrm>
                <a:off x="1914889" y="4736042"/>
                <a:ext cx="36869" cy="36869"/>
              </a:xfrm>
              <a:custGeom>
                <a:avLst/>
                <a:gdLst/>
                <a:ahLst/>
                <a:cxnLst/>
                <a:rect l="l" t="t" r="r" b="b"/>
                <a:pathLst>
                  <a:path w="1002" h="1002" extrusionOk="0">
                    <a:moveTo>
                      <a:pt x="1" y="1"/>
                    </a:moveTo>
                    <a:lnTo>
                      <a:pt x="1"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9">
                <a:extLst>
                  <a:ext uri="{FF2B5EF4-FFF2-40B4-BE49-F238E27FC236}">
                    <a16:creationId xmlns:a16="http://schemas.microsoft.com/office/drawing/2014/main" id="{32E6D118-3E44-00B2-BA2F-8F5FA40C2170}"/>
                  </a:ext>
                </a:extLst>
              </p:cNvPr>
              <p:cNvSpPr/>
              <p:nvPr/>
            </p:nvSpPr>
            <p:spPr>
              <a:xfrm>
                <a:off x="1803216" y="4736042"/>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9">
                <a:extLst>
                  <a:ext uri="{FF2B5EF4-FFF2-40B4-BE49-F238E27FC236}">
                    <a16:creationId xmlns:a16="http://schemas.microsoft.com/office/drawing/2014/main" id="{FFE1D1C9-BE41-110B-4ABC-197D2FDBE4A0}"/>
                  </a:ext>
                </a:extLst>
              </p:cNvPr>
              <p:cNvSpPr/>
              <p:nvPr/>
            </p:nvSpPr>
            <p:spPr>
              <a:xfrm>
                <a:off x="1841262" y="4772874"/>
                <a:ext cx="36832" cy="73664"/>
              </a:xfrm>
              <a:custGeom>
                <a:avLst/>
                <a:gdLst/>
                <a:ahLst/>
                <a:cxnLst/>
                <a:rect l="l" t="t" r="r" b="b"/>
                <a:pathLst>
                  <a:path w="1001" h="2002" extrusionOk="0">
                    <a:moveTo>
                      <a:pt x="0" y="0"/>
                    </a:moveTo>
                    <a:lnTo>
                      <a:pt x="0"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9">
                <a:extLst>
                  <a:ext uri="{FF2B5EF4-FFF2-40B4-BE49-F238E27FC236}">
                    <a16:creationId xmlns:a16="http://schemas.microsoft.com/office/drawing/2014/main" id="{5AE7C265-27B3-D009-45F4-51CE6F8380A3}"/>
                  </a:ext>
                </a:extLst>
              </p:cNvPr>
              <p:cNvSpPr/>
              <p:nvPr/>
            </p:nvSpPr>
            <p:spPr>
              <a:xfrm>
                <a:off x="1878057" y="4847751"/>
                <a:ext cx="36869" cy="73664"/>
              </a:xfrm>
              <a:custGeom>
                <a:avLst/>
                <a:gdLst/>
                <a:ahLst/>
                <a:cxnLst/>
                <a:rect l="l" t="t" r="r" b="b"/>
                <a:pathLst>
                  <a:path w="1002" h="2002" extrusionOk="0">
                    <a:moveTo>
                      <a:pt x="1" y="0"/>
                    </a:moveTo>
                    <a:lnTo>
                      <a:pt x="1" y="2001"/>
                    </a:lnTo>
                    <a:lnTo>
                      <a:pt x="1002" y="2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9">
                <a:extLst>
                  <a:ext uri="{FF2B5EF4-FFF2-40B4-BE49-F238E27FC236}">
                    <a16:creationId xmlns:a16="http://schemas.microsoft.com/office/drawing/2014/main" id="{84C5E4CE-6C86-C6B7-BAE9-A6E2E227C73D}"/>
                  </a:ext>
                </a:extLst>
              </p:cNvPr>
              <p:cNvSpPr/>
              <p:nvPr/>
            </p:nvSpPr>
            <p:spPr>
              <a:xfrm>
                <a:off x="1914889" y="4921378"/>
                <a:ext cx="73700" cy="36869"/>
              </a:xfrm>
              <a:custGeom>
                <a:avLst/>
                <a:gdLst/>
                <a:ahLst/>
                <a:cxnLst/>
                <a:rect l="l" t="t" r="r" b="b"/>
                <a:pathLst>
                  <a:path w="2003" h="1002" extrusionOk="0">
                    <a:moveTo>
                      <a:pt x="1" y="0"/>
                    </a:moveTo>
                    <a:lnTo>
                      <a:pt x="1" y="1001"/>
                    </a:lnTo>
                    <a:lnTo>
                      <a:pt x="2002" y="1001"/>
                    </a:lnTo>
                    <a:lnTo>
                      <a:pt x="2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9">
                <a:extLst>
                  <a:ext uri="{FF2B5EF4-FFF2-40B4-BE49-F238E27FC236}">
                    <a16:creationId xmlns:a16="http://schemas.microsoft.com/office/drawing/2014/main" id="{DBFE16FB-D113-7127-ED8B-E5DA31745B05}"/>
                  </a:ext>
                </a:extLst>
              </p:cNvPr>
              <p:cNvSpPr/>
              <p:nvPr/>
            </p:nvSpPr>
            <p:spPr>
              <a:xfrm>
                <a:off x="1951721" y="4772874"/>
                <a:ext cx="36869" cy="73664"/>
              </a:xfrm>
              <a:custGeom>
                <a:avLst/>
                <a:gdLst/>
                <a:ahLst/>
                <a:cxnLst/>
                <a:rect l="l" t="t" r="r" b="b"/>
                <a:pathLst>
                  <a:path w="1002" h="2002" extrusionOk="0">
                    <a:moveTo>
                      <a:pt x="0" y="0"/>
                    </a:moveTo>
                    <a:lnTo>
                      <a:pt x="0"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9">
                <a:extLst>
                  <a:ext uri="{FF2B5EF4-FFF2-40B4-BE49-F238E27FC236}">
                    <a16:creationId xmlns:a16="http://schemas.microsoft.com/office/drawing/2014/main" id="{5E3D4B8B-6F39-958A-54A6-AD6B25D9D93E}"/>
                  </a:ext>
                </a:extLst>
              </p:cNvPr>
              <p:cNvSpPr/>
              <p:nvPr/>
            </p:nvSpPr>
            <p:spPr>
              <a:xfrm>
                <a:off x="1988553" y="4847751"/>
                <a:ext cx="36832" cy="73664"/>
              </a:xfrm>
              <a:custGeom>
                <a:avLst/>
                <a:gdLst/>
                <a:ahLst/>
                <a:cxnLst/>
                <a:rect l="l" t="t" r="r" b="b"/>
                <a:pathLst>
                  <a:path w="1001" h="2002" extrusionOk="0">
                    <a:moveTo>
                      <a:pt x="0" y="0"/>
                    </a:moveTo>
                    <a:lnTo>
                      <a:pt x="0" y="2001"/>
                    </a:lnTo>
                    <a:lnTo>
                      <a:pt x="1001" y="2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9">
                <a:extLst>
                  <a:ext uri="{FF2B5EF4-FFF2-40B4-BE49-F238E27FC236}">
                    <a16:creationId xmlns:a16="http://schemas.microsoft.com/office/drawing/2014/main" id="{7E9F3DFE-D648-8781-5505-0DE73CD79EFB}"/>
                  </a:ext>
                </a:extLst>
              </p:cNvPr>
              <p:cNvSpPr/>
              <p:nvPr/>
            </p:nvSpPr>
            <p:spPr>
              <a:xfrm>
                <a:off x="1765170" y="4772874"/>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9">
                <a:extLst>
                  <a:ext uri="{FF2B5EF4-FFF2-40B4-BE49-F238E27FC236}">
                    <a16:creationId xmlns:a16="http://schemas.microsoft.com/office/drawing/2014/main" id="{64B0BCA8-066A-639A-48C7-FF2AE9DCD5CB}"/>
                  </a:ext>
                </a:extLst>
              </p:cNvPr>
              <p:cNvSpPr/>
              <p:nvPr/>
            </p:nvSpPr>
            <p:spPr>
              <a:xfrm>
                <a:off x="1729553" y="4810920"/>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9">
                <a:extLst>
                  <a:ext uri="{FF2B5EF4-FFF2-40B4-BE49-F238E27FC236}">
                    <a16:creationId xmlns:a16="http://schemas.microsoft.com/office/drawing/2014/main" id="{595C1B64-EFFE-8E2C-79A4-C8C154DFC799}"/>
                  </a:ext>
                </a:extLst>
              </p:cNvPr>
              <p:cNvSpPr/>
              <p:nvPr/>
            </p:nvSpPr>
            <p:spPr>
              <a:xfrm>
                <a:off x="1692758" y="4847751"/>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2" name="Google Shape;772;p39">
              <a:extLst>
                <a:ext uri="{FF2B5EF4-FFF2-40B4-BE49-F238E27FC236}">
                  <a16:creationId xmlns:a16="http://schemas.microsoft.com/office/drawing/2014/main" id="{292DBBE9-5487-E26D-AADD-C5B7F57FBA27}"/>
                </a:ext>
              </a:extLst>
            </p:cNvPr>
            <p:cNvGrpSpPr/>
            <p:nvPr/>
          </p:nvGrpSpPr>
          <p:grpSpPr>
            <a:xfrm>
              <a:off x="2099011" y="4329790"/>
              <a:ext cx="407505" cy="517999"/>
              <a:chOff x="2099011" y="4329790"/>
              <a:chExt cx="407505" cy="517999"/>
            </a:xfrm>
          </p:grpSpPr>
          <p:sp>
            <p:nvSpPr>
              <p:cNvPr id="773" name="Google Shape;773;p39">
                <a:extLst>
                  <a:ext uri="{FF2B5EF4-FFF2-40B4-BE49-F238E27FC236}">
                    <a16:creationId xmlns:a16="http://schemas.microsoft.com/office/drawing/2014/main" id="{8CC73421-8EB1-A2E5-9B39-C6C018DAF511}"/>
                  </a:ext>
                </a:extLst>
              </p:cNvPr>
              <p:cNvSpPr/>
              <p:nvPr/>
            </p:nvSpPr>
            <p:spPr>
              <a:xfrm>
                <a:off x="2100225" y="4331004"/>
                <a:ext cx="405076" cy="515535"/>
              </a:xfrm>
              <a:custGeom>
                <a:avLst/>
                <a:gdLst/>
                <a:ahLst/>
                <a:cxnLst/>
                <a:rect l="l" t="t" r="r" b="b"/>
                <a:pathLst>
                  <a:path w="11009" h="14011" extrusionOk="0">
                    <a:moveTo>
                      <a:pt x="1" y="1"/>
                    </a:moveTo>
                    <a:lnTo>
                      <a:pt x="1" y="1001"/>
                    </a:lnTo>
                    <a:lnTo>
                      <a:pt x="1001" y="1001"/>
                    </a:lnTo>
                    <a:lnTo>
                      <a:pt x="1001" y="2002"/>
                    </a:lnTo>
                    <a:lnTo>
                      <a:pt x="1001" y="3003"/>
                    </a:lnTo>
                    <a:lnTo>
                      <a:pt x="1001" y="4004"/>
                    </a:lnTo>
                    <a:lnTo>
                      <a:pt x="2002" y="4004"/>
                    </a:lnTo>
                    <a:lnTo>
                      <a:pt x="2002" y="5004"/>
                    </a:lnTo>
                    <a:lnTo>
                      <a:pt x="3003" y="5004"/>
                    </a:lnTo>
                    <a:lnTo>
                      <a:pt x="3003" y="6005"/>
                    </a:lnTo>
                    <a:lnTo>
                      <a:pt x="4003" y="6005"/>
                    </a:lnTo>
                    <a:lnTo>
                      <a:pt x="4003" y="7006"/>
                    </a:lnTo>
                    <a:lnTo>
                      <a:pt x="4003" y="8006"/>
                    </a:lnTo>
                    <a:lnTo>
                      <a:pt x="3003" y="8006"/>
                    </a:lnTo>
                    <a:lnTo>
                      <a:pt x="3003" y="9007"/>
                    </a:lnTo>
                    <a:lnTo>
                      <a:pt x="2002" y="9007"/>
                    </a:lnTo>
                    <a:lnTo>
                      <a:pt x="2002" y="10008"/>
                    </a:lnTo>
                    <a:lnTo>
                      <a:pt x="1001" y="10008"/>
                    </a:lnTo>
                    <a:lnTo>
                      <a:pt x="1001" y="11009"/>
                    </a:lnTo>
                    <a:lnTo>
                      <a:pt x="1001" y="12009"/>
                    </a:lnTo>
                    <a:lnTo>
                      <a:pt x="1001" y="13010"/>
                    </a:lnTo>
                    <a:lnTo>
                      <a:pt x="1" y="13010"/>
                    </a:lnTo>
                    <a:lnTo>
                      <a:pt x="1" y="14011"/>
                    </a:lnTo>
                    <a:lnTo>
                      <a:pt x="11008" y="14011"/>
                    </a:lnTo>
                    <a:lnTo>
                      <a:pt x="11008" y="13010"/>
                    </a:lnTo>
                    <a:lnTo>
                      <a:pt x="10008" y="13010"/>
                    </a:lnTo>
                    <a:lnTo>
                      <a:pt x="10008" y="12009"/>
                    </a:lnTo>
                    <a:lnTo>
                      <a:pt x="10008" y="11009"/>
                    </a:lnTo>
                    <a:lnTo>
                      <a:pt x="10008" y="10008"/>
                    </a:lnTo>
                    <a:lnTo>
                      <a:pt x="9007" y="10008"/>
                    </a:lnTo>
                    <a:lnTo>
                      <a:pt x="9007" y="9007"/>
                    </a:lnTo>
                    <a:lnTo>
                      <a:pt x="8006" y="9007"/>
                    </a:lnTo>
                    <a:lnTo>
                      <a:pt x="8006" y="8006"/>
                    </a:lnTo>
                    <a:lnTo>
                      <a:pt x="7006" y="8006"/>
                    </a:lnTo>
                    <a:lnTo>
                      <a:pt x="7006" y="7006"/>
                    </a:lnTo>
                    <a:lnTo>
                      <a:pt x="7006" y="6005"/>
                    </a:lnTo>
                    <a:lnTo>
                      <a:pt x="8006" y="6005"/>
                    </a:lnTo>
                    <a:lnTo>
                      <a:pt x="8006" y="5004"/>
                    </a:lnTo>
                    <a:lnTo>
                      <a:pt x="9007" y="5004"/>
                    </a:lnTo>
                    <a:lnTo>
                      <a:pt x="9007" y="4004"/>
                    </a:lnTo>
                    <a:lnTo>
                      <a:pt x="10008" y="4004"/>
                    </a:lnTo>
                    <a:lnTo>
                      <a:pt x="10008" y="3003"/>
                    </a:lnTo>
                    <a:lnTo>
                      <a:pt x="10008" y="2002"/>
                    </a:lnTo>
                    <a:lnTo>
                      <a:pt x="10008" y="1001"/>
                    </a:lnTo>
                    <a:lnTo>
                      <a:pt x="11008" y="1001"/>
                    </a:lnTo>
                    <a:lnTo>
                      <a:pt x="1100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9">
                <a:extLst>
                  <a:ext uri="{FF2B5EF4-FFF2-40B4-BE49-F238E27FC236}">
                    <a16:creationId xmlns:a16="http://schemas.microsoft.com/office/drawing/2014/main" id="{6E41129B-2283-CCE7-6163-7EF17DD9A35D}"/>
                  </a:ext>
                </a:extLst>
              </p:cNvPr>
              <p:cNvSpPr/>
              <p:nvPr/>
            </p:nvSpPr>
            <p:spPr>
              <a:xfrm>
                <a:off x="2173889" y="4477080"/>
                <a:ext cx="73664" cy="74878"/>
              </a:xfrm>
              <a:custGeom>
                <a:avLst/>
                <a:gdLst/>
                <a:ahLst/>
                <a:cxnLst/>
                <a:rect l="l" t="t" r="r" b="b"/>
                <a:pathLst>
                  <a:path w="2002" h="2035" extrusionOk="0">
                    <a:moveTo>
                      <a:pt x="0" y="0"/>
                    </a:moveTo>
                    <a:lnTo>
                      <a:pt x="0" y="1034"/>
                    </a:lnTo>
                    <a:lnTo>
                      <a:pt x="1001" y="1034"/>
                    </a:lnTo>
                    <a:lnTo>
                      <a:pt x="1001" y="0"/>
                    </a:lnTo>
                    <a:close/>
                    <a:moveTo>
                      <a:pt x="1001" y="1034"/>
                    </a:moveTo>
                    <a:lnTo>
                      <a:pt x="1001" y="2035"/>
                    </a:lnTo>
                    <a:lnTo>
                      <a:pt x="2001" y="2035"/>
                    </a:lnTo>
                    <a:lnTo>
                      <a:pt x="2001" y="103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9">
                <a:extLst>
                  <a:ext uri="{FF2B5EF4-FFF2-40B4-BE49-F238E27FC236}">
                    <a16:creationId xmlns:a16="http://schemas.microsoft.com/office/drawing/2014/main" id="{71B1E2D5-E4AB-F01E-C5BD-CAE06C626BDE}"/>
                  </a:ext>
                </a:extLst>
              </p:cNvPr>
              <p:cNvSpPr/>
              <p:nvPr/>
            </p:nvSpPr>
            <p:spPr>
              <a:xfrm>
                <a:off x="2284348" y="4477080"/>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9">
                <a:extLst>
                  <a:ext uri="{FF2B5EF4-FFF2-40B4-BE49-F238E27FC236}">
                    <a16:creationId xmlns:a16="http://schemas.microsoft.com/office/drawing/2014/main" id="{285B5A64-E340-944B-E987-C8318734E580}"/>
                  </a:ext>
                </a:extLst>
              </p:cNvPr>
              <p:cNvSpPr/>
              <p:nvPr/>
            </p:nvSpPr>
            <p:spPr>
              <a:xfrm>
                <a:off x="2247516" y="4440248"/>
                <a:ext cx="36869" cy="36869"/>
              </a:xfrm>
              <a:custGeom>
                <a:avLst/>
                <a:gdLst/>
                <a:ahLst/>
                <a:cxnLst/>
                <a:rect l="l" t="t" r="r" b="b"/>
                <a:pathLst>
                  <a:path w="1002" h="1002"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9">
                <a:extLst>
                  <a:ext uri="{FF2B5EF4-FFF2-40B4-BE49-F238E27FC236}">
                    <a16:creationId xmlns:a16="http://schemas.microsoft.com/office/drawing/2014/main" id="{0B0B014C-5D56-9C0D-6D64-FF896DF53F81}"/>
                  </a:ext>
                </a:extLst>
              </p:cNvPr>
              <p:cNvSpPr/>
              <p:nvPr/>
            </p:nvSpPr>
            <p:spPr>
              <a:xfrm>
                <a:off x="2321143" y="4440248"/>
                <a:ext cx="36869" cy="36869"/>
              </a:xfrm>
              <a:custGeom>
                <a:avLst/>
                <a:gdLst/>
                <a:ahLst/>
                <a:cxnLst/>
                <a:rect l="l" t="t" r="r" b="b"/>
                <a:pathLst>
                  <a:path w="1002" h="1002"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9">
                <a:extLst>
                  <a:ext uri="{FF2B5EF4-FFF2-40B4-BE49-F238E27FC236}">
                    <a16:creationId xmlns:a16="http://schemas.microsoft.com/office/drawing/2014/main" id="{905E1393-29A9-F149-A810-7908F1315192}"/>
                  </a:ext>
                </a:extLst>
              </p:cNvPr>
              <p:cNvSpPr/>
              <p:nvPr/>
            </p:nvSpPr>
            <p:spPr>
              <a:xfrm>
                <a:off x="2247516" y="4551920"/>
                <a:ext cx="36869" cy="73700"/>
              </a:xfrm>
              <a:custGeom>
                <a:avLst/>
                <a:gdLst/>
                <a:ahLst/>
                <a:cxnLst/>
                <a:rect l="l" t="t" r="r" b="b"/>
                <a:pathLst>
                  <a:path w="1002" h="2003" extrusionOk="0">
                    <a:moveTo>
                      <a:pt x="0" y="1"/>
                    </a:moveTo>
                    <a:lnTo>
                      <a:pt x="0" y="1002"/>
                    </a:lnTo>
                    <a:lnTo>
                      <a:pt x="0" y="2002"/>
                    </a:lnTo>
                    <a:lnTo>
                      <a:pt x="1001" y="2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9">
                <a:extLst>
                  <a:ext uri="{FF2B5EF4-FFF2-40B4-BE49-F238E27FC236}">
                    <a16:creationId xmlns:a16="http://schemas.microsoft.com/office/drawing/2014/main" id="{EC75CC4F-214A-996C-0C4B-03ADDFA0387B}"/>
                  </a:ext>
                </a:extLst>
              </p:cNvPr>
              <p:cNvSpPr/>
              <p:nvPr/>
            </p:nvSpPr>
            <p:spPr>
              <a:xfrm>
                <a:off x="2210684" y="4625584"/>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9">
                <a:extLst>
                  <a:ext uri="{FF2B5EF4-FFF2-40B4-BE49-F238E27FC236}">
                    <a16:creationId xmlns:a16="http://schemas.microsoft.com/office/drawing/2014/main" id="{98B7FA5E-5034-972B-F2CA-7B70FD5A95D7}"/>
                  </a:ext>
                </a:extLst>
              </p:cNvPr>
              <p:cNvSpPr/>
              <p:nvPr/>
            </p:nvSpPr>
            <p:spPr>
              <a:xfrm>
                <a:off x="2173889" y="4662415"/>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9">
                <a:extLst>
                  <a:ext uri="{FF2B5EF4-FFF2-40B4-BE49-F238E27FC236}">
                    <a16:creationId xmlns:a16="http://schemas.microsoft.com/office/drawing/2014/main" id="{FF428E14-CB0A-5478-B119-7AF861097C2E}"/>
                  </a:ext>
                </a:extLst>
              </p:cNvPr>
              <p:cNvSpPr/>
              <p:nvPr/>
            </p:nvSpPr>
            <p:spPr>
              <a:xfrm>
                <a:off x="2321143" y="4736042"/>
                <a:ext cx="36869" cy="36869"/>
              </a:xfrm>
              <a:custGeom>
                <a:avLst/>
                <a:gdLst/>
                <a:ahLst/>
                <a:cxnLst/>
                <a:rect l="l" t="t" r="r" b="b"/>
                <a:pathLst>
                  <a:path w="1002" h="1002" extrusionOk="0">
                    <a:moveTo>
                      <a:pt x="1" y="1"/>
                    </a:moveTo>
                    <a:lnTo>
                      <a:pt x="1" y="1001"/>
                    </a:lnTo>
                    <a:lnTo>
                      <a:pt x="1002" y="1001"/>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9">
                <a:extLst>
                  <a:ext uri="{FF2B5EF4-FFF2-40B4-BE49-F238E27FC236}">
                    <a16:creationId xmlns:a16="http://schemas.microsoft.com/office/drawing/2014/main" id="{0411C365-2DE3-A93B-9FCC-09D1527D8DB5}"/>
                  </a:ext>
                </a:extLst>
              </p:cNvPr>
              <p:cNvSpPr/>
              <p:nvPr/>
            </p:nvSpPr>
            <p:spPr>
              <a:xfrm>
                <a:off x="2247516" y="4736042"/>
                <a:ext cx="36869" cy="36869"/>
              </a:xfrm>
              <a:custGeom>
                <a:avLst/>
                <a:gdLst/>
                <a:ahLst/>
                <a:cxnLst/>
                <a:rect l="l" t="t" r="r" b="b"/>
                <a:pathLst>
                  <a:path w="1002"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39">
                <a:extLst>
                  <a:ext uri="{FF2B5EF4-FFF2-40B4-BE49-F238E27FC236}">
                    <a16:creationId xmlns:a16="http://schemas.microsoft.com/office/drawing/2014/main" id="{72E99157-5ECB-75DD-0CB2-8D6D7053A704}"/>
                  </a:ext>
                </a:extLst>
              </p:cNvPr>
              <p:cNvSpPr/>
              <p:nvPr/>
            </p:nvSpPr>
            <p:spPr>
              <a:xfrm>
                <a:off x="2284348" y="4699210"/>
                <a:ext cx="36832" cy="36869"/>
              </a:xfrm>
              <a:custGeom>
                <a:avLst/>
                <a:gdLst/>
                <a:ahLst/>
                <a:cxnLst/>
                <a:rect l="l" t="t" r="r" b="b"/>
                <a:pathLst>
                  <a:path w="1001" h="1002" extrusionOk="0">
                    <a:moveTo>
                      <a:pt x="0" y="1"/>
                    </a:moveTo>
                    <a:lnTo>
                      <a:pt x="0"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9">
                <a:extLst>
                  <a:ext uri="{FF2B5EF4-FFF2-40B4-BE49-F238E27FC236}">
                    <a16:creationId xmlns:a16="http://schemas.microsoft.com/office/drawing/2014/main" id="{0CB65A66-38E8-C30A-C334-81211101B8CA}"/>
                  </a:ext>
                </a:extLst>
              </p:cNvPr>
              <p:cNvSpPr/>
              <p:nvPr/>
            </p:nvSpPr>
            <p:spPr>
              <a:xfrm>
                <a:off x="2099011" y="4329790"/>
                <a:ext cx="407505" cy="147327"/>
              </a:xfrm>
              <a:custGeom>
                <a:avLst/>
                <a:gdLst/>
                <a:ahLst/>
                <a:cxnLst/>
                <a:rect l="l" t="t" r="r" b="b"/>
                <a:pathLst>
                  <a:path w="11075" h="4004" extrusionOk="0">
                    <a:moveTo>
                      <a:pt x="0" y="0"/>
                    </a:moveTo>
                    <a:lnTo>
                      <a:pt x="0" y="1001"/>
                    </a:lnTo>
                    <a:lnTo>
                      <a:pt x="1001" y="1001"/>
                    </a:lnTo>
                    <a:lnTo>
                      <a:pt x="1001" y="2002"/>
                    </a:lnTo>
                    <a:lnTo>
                      <a:pt x="1001" y="3002"/>
                    </a:lnTo>
                    <a:lnTo>
                      <a:pt x="1001" y="4003"/>
                    </a:lnTo>
                    <a:lnTo>
                      <a:pt x="2035" y="4003"/>
                    </a:lnTo>
                    <a:lnTo>
                      <a:pt x="2035" y="3002"/>
                    </a:lnTo>
                    <a:lnTo>
                      <a:pt x="2035" y="2002"/>
                    </a:lnTo>
                    <a:lnTo>
                      <a:pt x="2035" y="1001"/>
                    </a:lnTo>
                    <a:lnTo>
                      <a:pt x="9040" y="1001"/>
                    </a:lnTo>
                    <a:lnTo>
                      <a:pt x="9040" y="2002"/>
                    </a:lnTo>
                    <a:lnTo>
                      <a:pt x="9040" y="3002"/>
                    </a:lnTo>
                    <a:lnTo>
                      <a:pt x="9040" y="4003"/>
                    </a:lnTo>
                    <a:lnTo>
                      <a:pt x="10074" y="4003"/>
                    </a:lnTo>
                    <a:lnTo>
                      <a:pt x="10074" y="3002"/>
                    </a:lnTo>
                    <a:lnTo>
                      <a:pt x="10074" y="2002"/>
                    </a:lnTo>
                    <a:lnTo>
                      <a:pt x="10074" y="1001"/>
                    </a:lnTo>
                    <a:lnTo>
                      <a:pt x="11075" y="1001"/>
                    </a:lnTo>
                    <a:lnTo>
                      <a:pt x="110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9">
                <a:extLst>
                  <a:ext uri="{FF2B5EF4-FFF2-40B4-BE49-F238E27FC236}">
                    <a16:creationId xmlns:a16="http://schemas.microsoft.com/office/drawing/2014/main" id="{34F420DB-9456-C700-A47D-62FF421081E3}"/>
                  </a:ext>
                </a:extLst>
              </p:cNvPr>
              <p:cNvSpPr/>
              <p:nvPr/>
            </p:nvSpPr>
            <p:spPr>
              <a:xfrm>
                <a:off x="2357974" y="4477080"/>
                <a:ext cx="73700" cy="74878"/>
              </a:xfrm>
              <a:custGeom>
                <a:avLst/>
                <a:gdLst/>
                <a:ahLst/>
                <a:cxnLst/>
                <a:rect l="l" t="t" r="r" b="b"/>
                <a:pathLst>
                  <a:path w="2003" h="2035" extrusionOk="0">
                    <a:moveTo>
                      <a:pt x="1001" y="0"/>
                    </a:moveTo>
                    <a:lnTo>
                      <a:pt x="1001" y="1034"/>
                    </a:lnTo>
                    <a:lnTo>
                      <a:pt x="2002" y="1034"/>
                    </a:lnTo>
                    <a:lnTo>
                      <a:pt x="2002" y="0"/>
                    </a:lnTo>
                    <a:close/>
                    <a:moveTo>
                      <a:pt x="1" y="1034"/>
                    </a:moveTo>
                    <a:lnTo>
                      <a:pt x="1" y="2035"/>
                    </a:lnTo>
                    <a:lnTo>
                      <a:pt x="1001" y="2035"/>
                    </a:lnTo>
                    <a:lnTo>
                      <a:pt x="1001" y="103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9">
                <a:extLst>
                  <a:ext uri="{FF2B5EF4-FFF2-40B4-BE49-F238E27FC236}">
                    <a16:creationId xmlns:a16="http://schemas.microsoft.com/office/drawing/2014/main" id="{7D741967-FBBC-ECA4-CACC-27475BE9F406}"/>
                  </a:ext>
                </a:extLst>
              </p:cNvPr>
              <p:cNvSpPr/>
              <p:nvPr/>
            </p:nvSpPr>
            <p:spPr>
              <a:xfrm>
                <a:off x="2321143" y="4551920"/>
                <a:ext cx="36869" cy="73700"/>
              </a:xfrm>
              <a:custGeom>
                <a:avLst/>
                <a:gdLst/>
                <a:ahLst/>
                <a:cxnLst/>
                <a:rect l="l" t="t" r="r" b="b"/>
                <a:pathLst>
                  <a:path w="1002" h="2003" extrusionOk="0">
                    <a:moveTo>
                      <a:pt x="1" y="1"/>
                    </a:moveTo>
                    <a:lnTo>
                      <a:pt x="1" y="1002"/>
                    </a:lnTo>
                    <a:lnTo>
                      <a:pt x="1" y="2002"/>
                    </a:lnTo>
                    <a:lnTo>
                      <a:pt x="1002" y="2002"/>
                    </a:lnTo>
                    <a:lnTo>
                      <a:pt x="1002" y="1002"/>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9">
                <a:extLst>
                  <a:ext uri="{FF2B5EF4-FFF2-40B4-BE49-F238E27FC236}">
                    <a16:creationId xmlns:a16="http://schemas.microsoft.com/office/drawing/2014/main" id="{3CCC26F2-D486-80DA-C73D-F9F5B3597138}"/>
                  </a:ext>
                </a:extLst>
              </p:cNvPr>
              <p:cNvSpPr/>
              <p:nvPr/>
            </p:nvSpPr>
            <p:spPr>
              <a:xfrm>
                <a:off x="2357974" y="4625584"/>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9">
                <a:extLst>
                  <a:ext uri="{FF2B5EF4-FFF2-40B4-BE49-F238E27FC236}">
                    <a16:creationId xmlns:a16="http://schemas.microsoft.com/office/drawing/2014/main" id="{B25EDAA1-B28D-7B40-6EA1-02BDA2E0BE68}"/>
                  </a:ext>
                </a:extLst>
              </p:cNvPr>
              <p:cNvSpPr/>
              <p:nvPr/>
            </p:nvSpPr>
            <p:spPr>
              <a:xfrm>
                <a:off x="2394806" y="4662415"/>
                <a:ext cx="36869" cy="36832"/>
              </a:xfrm>
              <a:custGeom>
                <a:avLst/>
                <a:gdLst/>
                <a:ahLst/>
                <a:cxnLst/>
                <a:rect l="l" t="t" r="r" b="b"/>
                <a:pathLst>
                  <a:path w="1002"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9">
                <a:extLst>
                  <a:ext uri="{FF2B5EF4-FFF2-40B4-BE49-F238E27FC236}">
                    <a16:creationId xmlns:a16="http://schemas.microsoft.com/office/drawing/2014/main" id="{F202606E-9D11-A07A-ACC7-A30E88E86F07}"/>
                  </a:ext>
                </a:extLst>
              </p:cNvPr>
              <p:cNvSpPr/>
              <p:nvPr/>
            </p:nvSpPr>
            <p:spPr>
              <a:xfrm>
                <a:off x="2099011" y="4699210"/>
                <a:ext cx="407505" cy="148578"/>
              </a:xfrm>
              <a:custGeom>
                <a:avLst/>
                <a:gdLst/>
                <a:ahLst/>
                <a:cxnLst/>
                <a:rect l="l" t="t" r="r" b="b"/>
                <a:pathLst>
                  <a:path w="11075" h="4038" extrusionOk="0">
                    <a:moveTo>
                      <a:pt x="1001" y="1"/>
                    </a:moveTo>
                    <a:lnTo>
                      <a:pt x="1001" y="1002"/>
                    </a:lnTo>
                    <a:lnTo>
                      <a:pt x="1001" y="2002"/>
                    </a:lnTo>
                    <a:lnTo>
                      <a:pt x="1001" y="3036"/>
                    </a:lnTo>
                    <a:lnTo>
                      <a:pt x="0" y="3036"/>
                    </a:lnTo>
                    <a:lnTo>
                      <a:pt x="0" y="4037"/>
                    </a:lnTo>
                    <a:lnTo>
                      <a:pt x="11075" y="4037"/>
                    </a:lnTo>
                    <a:lnTo>
                      <a:pt x="11075" y="3036"/>
                    </a:lnTo>
                    <a:lnTo>
                      <a:pt x="10074" y="3036"/>
                    </a:lnTo>
                    <a:lnTo>
                      <a:pt x="10074" y="2002"/>
                    </a:lnTo>
                    <a:lnTo>
                      <a:pt x="10074" y="1002"/>
                    </a:lnTo>
                    <a:lnTo>
                      <a:pt x="10074" y="1"/>
                    </a:lnTo>
                    <a:lnTo>
                      <a:pt x="9040" y="1"/>
                    </a:lnTo>
                    <a:lnTo>
                      <a:pt x="9040" y="1002"/>
                    </a:lnTo>
                    <a:lnTo>
                      <a:pt x="9040" y="2002"/>
                    </a:lnTo>
                    <a:lnTo>
                      <a:pt x="9040" y="3036"/>
                    </a:lnTo>
                    <a:lnTo>
                      <a:pt x="8039" y="3036"/>
                    </a:lnTo>
                    <a:lnTo>
                      <a:pt x="8039" y="2002"/>
                    </a:lnTo>
                    <a:lnTo>
                      <a:pt x="7039" y="2002"/>
                    </a:lnTo>
                    <a:lnTo>
                      <a:pt x="7039" y="3036"/>
                    </a:lnTo>
                    <a:lnTo>
                      <a:pt x="6038" y="3036"/>
                    </a:lnTo>
                    <a:lnTo>
                      <a:pt x="6038" y="2002"/>
                    </a:lnTo>
                    <a:lnTo>
                      <a:pt x="5037" y="2002"/>
                    </a:lnTo>
                    <a:lnTo>
                      <a:pt x="5037" y="3036"/>
                    </a:lnTo>
                    <a:lnTo>
                      <a:pt x="4036" y="3036"/>
                    </a:lnTo>
                    <a:lnTo>
                      <a:pt x="4036" y="2002"/>
                    </a:lnTo>
                    <a:lnTo>
                      <a:pt x="3036" y="2002"/>
                    </a:lnTo>
                    <a:lnTo>
                      <a:pt x="3036" y="3036"/>
                    </a:lnTo>
                    <a:lnTo>
                      <a:pt x="2035" y="3036"/>
                    </a:lnTo>
                    <a:lnTo>
                      <a:pt x="2035" y="2002"/>
                    </a:lnTo>
                    <a:lnTo>
                      <a:pt x="2035" y="1002"/>
                    </a:lnTo>
                    <a:lnTo>
                      <a:pt x="20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24405740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43">
          <a:extLst>
            <a:ext uri="{FF2B5EF4-FFF2-40B4-BE49-F238E27FC236}">
              <a16:creationId xmlns:a16="http://schemas.microsoft.com/office/drawing/2014/main" id="{0297F1F2-9B65-4381-2298-2FE1B8FE38B0}"/>
            </a:ext>
          </a:extLst>
        </p:cNvPr>
        <p:cNvGrpSpPr/>
        <p:nvPr/>
      </p:nvGrpSpPr>
      <p:grpSpPr>
        <a:xfrm>
          <a:off x="0" y="0"/>
          <a:ext cx="0" cy="0"/>
          <a:chOff x="0" y="0"/>
          <a:chExt cx="0" cy="0"/>
        </a:xfrm>
      </p:grpSpPr>
      <p:sp>
        <p:nvSpPr>
          <p:cNvPr id="744" name="Google Shape;744;p39">
            <a:extLst>
              <a:ext uri="{FF2B5EF4-FFF2-40B4-BE49-F238E27FC236}">
                <a16:creationId xmlns:a16="http://schemas.microsoft.com/office/drawing/2014/main" id="{758E4B44-CC53-7D2D-4582-6A04D10A89FB}"/>
              </a:ext>
            </a:extLst>
          </p:cNvPr>
          <p:cNvSpPr txBox="1">
            <a:spLocks noGrp="1"/>
          </p:cNvSpPr>
          <p:nvPr>
            <p:ph type="title"/>
          </p:nvPr>
        </p:nvSpPr>
        <p:spPr>
          <a:xfrm>
            <a:off x="715099" y="568622"/>
            <a:ext cx="5782519" cy="648600"/>
          </a:xfrm>
          <a:prstGeom prst="rect">
            <a:avLst/>
          </a:prstGeom>
        </p:spPr>
        <p:txBody>
          <a:bodyPr spcFirstLastPara="1" wrap="square" lIns="91425" tIns="91425" rIns="91425" bIns="91425" anchor="ctr" anchorCtr="0">
            <a:noAutofit/>
          </a:bodyPr>
          <a:lstStyle/>
          <a:p>
            <a:pPr lvl="0"/>
            <a:r>
              <a:rPr lang="fr-FR" dirty="0"/>
              <a:t>Principes techniques</a:t>
            </a:r>
            <a:endParaRPr dirty="0"/>
          </a:p>
        </p:txBody>
      </p:sp>
      <p:sp>
        <p:nvSpPr>
          <p:cNvPr id="745" name="Google Shape;745;p39">
            <a:extLst>
              <a:ext uri="{FF2B5EF4-FFF2-40B4-BE49-F238E27FC236}">
                <a16:creationId xmlns:a16="http://schemas.microsoft.com/office/drawing/2014/main" id="{80E19DB1-BE3E-C98A-9DBB-73DBF369A27D}"/>
              </a:ext>
            </a:extLst>
          </p:cNvPr>
          <p:cNvSpPr txBox="1">
            <a:spLocks noGrp="1"/>
          </p:cNvSpPr>
          <p:nvPr>
            <p:ph type="subTitle" idx="1"/>
          </p:nvPr>
        </p:nvSpPr>
        <p:spPr>
          <a:xfrm>
            <a:off x="715100" y="1484554"/>
            <a:ext cx="7815714" cy="3345629"/>
          </a:xfrm>
          <a:prstGeom prst="rect">
            <a:avLst/>
          </a:prstGeom>
        </p:spPr>
        <p:txBody>
          <a:bodyPr spcFirstLastPara="1" wrap="square" lIns="91425" tIns="91425" rIns="91425" bIns="91425" anchor="ctr" anchorCtr="0">
            <a:noAutofit/>
          </a:bodyPr>
          <a:lstStyle/>
          <a:p>
            <a:r>
              <a:rPr lang="fr-FR" dirty="0"/>
              <a:t>Parmi ces principes nous retrouvons:</a:t>
            </a:r>
          </a:p>
          <a:p>
            <a:endParaRPr lang="fr-FR" dirty="0"/>
          </a:p>
          <a:p>
            <a:pPr marL="482600" indent="-342900">
              <a:buFont typeface="+mj-lt"/>
              <a:buAutoNum type="arabicPeriod"/>
            </a:pPr>
            <a:r>
              <a:rPr lang="fr-FR" b="1" dirty="0"/>
              <a:t>Classification</a:t>
            </a:r>
          </a:p>
          <a:p>
            <a:pPr marL="139700" indent="0"/>
            <a:r>
              <a:rPr lang="fr-FR" b="1" dirty="0"/>
              <a:t>  - </a:t>
            </a:r>
            <a:r>
              <a:rPr lang="fr-FR" dirty="0"/>
              <a:t>But : attribuer chaque donnée à une catégorie</a:t>
            </a:r>
          </a:p>
          <a:p>
            <a:pPr marL="139700" indent="0"/>
            <a:r>
              <a:rPr lang="fr-FR" dirty="0"/>
              <a:t>	prédéfinie.</a:t>
            </a:r>
          </a:p>
          <a:p>
            <a:pPr marL="139700" indent="0"/>
            <a:r>
              <a:rPr lang="fr-FR" b="1" dirty="0"/>
              <a:t>  - </a:t>
            </a:r>
            <a:r>
              <a:rPr lang="fr-FR" dirty="0"/>
              <a:t>Exemple : prédire si un email est </a:t>
            </a:r>
            <a:r>
              <a:rPr lang="fr-FR" i="1" dirty="0"/>
              <a:t>spam</a:t>
            </a:r>
            <a:r>
              <a:rPr lang="fr-FR" dirty="0"/>
              <a:t> ou </a:t>
            </a:r>
            <a:r>
              <a:rPr lang="fr-FR" i="1" dirty="0"/>
              <a:t>non</a:t>
            </a:r>
          </a:p>
          <a:p>
            <a:pPr marL="139700" indent="0"/>
            <a:r>
              <a:rPr lang="fr-FR" i="1" dirty="0"/>
              <a:t>	spam</a:t>
            </a:r>
            <a:r>
              <a:rPr lang="fr-FR" dirty="0"/>
              <a:t>.</a:t>
            </a:r>
            <a:endParaRPr lang="fr-FR" b="1" dirty="0"/>
          </a:p>
          <a:p>
            <a:pPr marL="482600" indent="-342900">
              <a:buFont typeface="+mj-lt"/>
              <a:buAutoNum type="arabicPeriod" startAt="2"/>
            </a:pPr>
            <a:r>
              <a:rPr lang="fr-FR" b="1" dirty="0"/>
              <a:t>Clustering (ou segmentation)</a:t>
            </a:r>
          </a:p>
          <a:p>
            <a:pPr marL="139700" indent="0"/>
            <a:r>
              <a:rPr lang="fr-FR" b="1" dirty="0"/>
              <a:t>  - </a:t>
            </a:r>
            <a:r>
              <a:rPr lang="fr-FR" dirty="0"/>
              <a:t>But : regrouper les données en ensembles     	homogènes, sans catégories prédéfinies.</a:t>
            </a:r>
          </a:p>
          <a:p>
            <a:pPr marL="139700" indent="0"/>
            <a:r>
              <a:rPr lang="fr-FR" b="1" dirty="0"/>
              <a:t>  - </a:t>
            </a:r>
            <a:r>
              <a:rPr lang="fr-FR" dirty="0"/>
              <a:t>Exemple : identifier différents profils de clients 	selon leurs habitudes d’achat.</a:t>
            </a:r>
            <a:endParaRPr lang="fr-FR" b="1" dirty="0"/>
          </a:p>
        </p:txBody>
      </p:sp>
    </p:spTree>
    <p:extLst>
      <p:ext uri="{BB962C8B-B14F-4D97-AF65-F5344CB8AC3E}">
        <p14:creationId xmlns:p14="http://schemas.microsoft.com/office/powerpoint/2010/main" val="12082843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43">
          <a:extLst>
            <a:ext uri="{FF2B5EF4-FFF2-40B4-BE49-F238E27FC236}">
              <a16:creationId xmlns:a16="http://schemas.microsoft.com/office/drawing/2014/main" id="{999ECDB3-5B6F-6F13-5AD8-B78AE8F4C880}"/>
            </a:ext>
          </a:extLst>
        </p:cNvPr>
        <p:cNvGrpSpPr/>
        <p:nvPr/>
      </p:nvGrpSpPr>
      <p:grpSpPr>
        <a:xfrm>
          <a:off x="0" y="0"/>
          <a:ext cx="0" cy="0"/>
          <a:chOff x="0" y="0"/>
          <a:chExt cx="0" cy="0"/>
        </a:xfrm>
      </p:grpSpPr>
      <p:sp>
        <p:nvSpPr>
          <p:cNvPr id="744" name="Google Shape;744;p39">
            <a:extLst>
              <a:ext uri="{FF2B5EF4-FFF2-40B4-BE49-F238E27FC236}">
                <a16:creationId xmlns:a16="http://schemas.microsoft.com/office/drawing/2014/main" id="{D495E3DD-1311-512B-D85A-B4887A8F8D39}"/>
              </a:ext>
            </a:extLst>
          </p:cNvPr>
          <p:cNvSpPr txBox="1">
            <a:spLocks noGrp="1"/>
          </p:cNvSpPr>
          <p:nvPr>
            <p:ph type="title"/>
          </p:nvPr>
        </p:nvSpPr>
        <p:spPr>
          <a:xfrm>
            <a:off x="715099" y="568622"/>
            <a:ext cx="5782519" cy="648600"/>
          </a:xfrm>
          <a:prstGeom prst="rect">
            <a:avLst/>
          </a:prstGeom>
        </p:spPr>
        <p:txBody>
          <a:bodyPr spcFirstLastPara="1" wrap="square" lIns="91425" tIns="91425" rIns="91425" bIns="91425" anchor="ctr" anchorCtr="0">
            <a:noAutofit/>
          </a:bodyPr>
          <a:lstStyle/>
          <a:p>
            <a:pPr lvl="0"/>
            <a:r>
              <a:rPr lang="fr-FR" dirty="0"/>
              <a:t>Principes techniques</a:t>
            </a:r>
            <a:endParaRPr dirty="0"/>
          </a:p>
        </p:txBody>
      </p:sp>
      <p:sp>
        <p:nvSpPr>
          <p:cNvPr id="745" name="Google Shape;745;p39">
            <a:extLst>
              <a:ext uri="{FF2B5EF4-FFF2-40B4-BE49-F238E27FC236}">
                <a16:creationId xmlns:a16="http://schemas.microsoft.com/office/drawing/2014/main" id="{0ECD8017-AE11-24FB-B08E-A48B10BD1537}"/>
              </a:ext>
            </a:extLst>
          </p:cNvPr>
          <p:cNvSpPr txBox="1">
            <a:spLocks noGrp="1"/>
          </p:cNvSpPr>
          <p:nvPr>
            <p:ph type="subTitle" idx="1"/>
          </p:nvPr>
        </p:nvSpPr>
        <p:spPr>
          <a:xfrm>
            <a:off x="715100" y="1484555"/>
            <a:ext cx="7815714" cy="2958354"/>
          </a:xfrm>
          <a:prstGeom prst="rect">
            <a:avLst/>
          </a:prstGeom>
        </p:spPr>
        <p:txBody>
          <a:bodyPr spcFirstLastPara="1" wrap="square" lIns="91425" tIns="91425" rIns="91425" bIns="91425" anchor="ctr" anchorCtr="0">
            <a:noAutofit/>
          </a:bodyPr>
          <a:lstStyle/>
          <a:p>
            <a:pPr marL="482600" indent="-342900">
              <a:buFont typeface="+mj-lt"/>
              <a:buAutoNum type="arabicPeriod" startAt="3"/>
            </a:pPr>
            <a:r>
              <a:rPr lang="fr-FR" b="1" dirty="0"/>
              <a:t>Règles d’association</a:t>
            </a:r>
          </a:p>
          <a:p>
            <a:pPr marL="139700" indent="0"/>
            <a:r>
              <a:rPr lang="fr-FR" b="1" dirty="0"/>
              <a:t>  - </a:t>
            </a:r>
            <a:r>
              <a:rPr lang="fr-FR" dirty="0"/>
              <a:t>But : découvrir des relations fréquentes entre des 	éléments.</a:t>
            </a:r>
          </a:p>
          <a:p>
            <a:pPr marL="139700" indent="0"/>
            <a:r>
              <a:rPr lang="fr-FR" b="1" dirty="0"/>
              <a:t>  - </a:t>
            </a:r>
            <a:r>
              <a:rPr lang="fr-FR" dirty="0"/>
              <a:t>Exemple : constater que </a:t>
            </a:r>
            <a:r>
              <a:rPr lang="fr-FR" i="1" dirty="0"/>
              <a:t>les clients qui achètent 	du café achètent souvent du sucre</a:t>
            </a:r>
            <a:r>
              <a:rPr lang="fr-FR" dirty="0"/>
              <a:t>.</a:t>
            </a:r>
            <a:endParaRPr lang="fr-FR" b="1" dirty="0"/>
          </a:p>
          <a:p>
            <a:pPr marL="482600" indent="-342900">
              <a:buFont typeface="+mj-lt"/>
              <a:buAutoNum type="arabicPeriod" startAt="4"/>
            </a:pPr>
            <a:r>
              <a:rPr lang="fr-FR" b="1" dirty="0"/>
              <a:t>Régression</a:t>
            </a:r>
          </a:p>
          <a:p>
            <a:pPr marL="139700" indent="0"/>
            <a:r>
              <a:rPr lang="fr-FR" b="1" dirty="0"/>
              <a:t>  - </a:t>
            </a:r>
            <a:r>
              <a:rPr lang="fr-FR" dirty="0"/>
              <a:t>But : prédire une valeur numérique continue à 	partir des données.</a:t>
            </a:r>
          </a:p>
          <a:p>
            <a:pPr marL="139700" indent="0"/>
            <a:r>
              <a:rPr lang="fr-FR" b="1" dirty="0"/>
              <a:t>  - </a:t>
            </a:r>
            <a:r>
              <a:rPr lang="fr-FR" dirty="0"/>
              <a:t>Exemple : estimer le prix d’un logement en 	fonction de sa taille et de sa localisation.</a:t>
            </a:r>
            <a:endParaRPr lang="fr-FR" b="1" dirty="0"/>
          </a:p>
        </p:txBody>
      </p:sp>
    </p:spTree>
    <p:extLst>
      <p:ext uri="{BB962C8B-B14F-4D97-AF65-F5344CB8AC3E}">
        <p14:creationId xmlns:p14="http://schemas.microsoft.com/office/powerpoint/2010/main" val="17787653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43">
          <a:extLst>
            <a:ext uri="{FF2B5EF4-FFF2-40B4-BE49-F238E27FC236}">
              <a16:creationId xmlns:a16="http://schemas.microsoft.com/office/drawing/2014/main" id="{21474CE7-33AE-6B2D-C993-C05E46DFE0F2}"/>
            </a:ext>
          </a:extLst>
        </p:cNvPr>
        <p:cNvGrpSpPr/>
        <p:nvPr/>
      </p:nvGrpSpPr>
      <p:grpSpPr>
        <a:xfrm>
          <a:off x="0" y="0"/>
          <a:ext cx="0" cy="0"/>
          <a:chOff x="0" y="0"/>
          <a:chExt cx="0" cy="0"/>
        </a:xfrm>
      </p:grpSpPr>
      <p:sp>
        <p:nvSpPr>
          <p:cNvPr id="744" name="Google Shape;744;p39">
            <a:extLst>
              <a:ext uri="{FF2B5EF4-FFF2-40B4-BE49-F238E27FC236}">
                <a16:creationId xmlns:a16="http://schemas.microsoft.com/office/drawing/2014/main" id="{DDB61D05-C37A-8842-B04B-71D85BCE9FE9}"/>
              </a:ext>
            </a:extLst>
          </p:cNvPr>
          <p:cNvSpPr txBox="1">
            <a:spLocks noGrp="1"/>
          </p:cNvSpPr>
          <p:nvPr>
            <p:ph type="title"/>
          </p:nvPr>
        </p:nvSpPr>
        <p:spPr>
          <a:xfrm>
            <a:off x="715099" y="568622"/>
            <a:ext cx="5782519" cy="648600"/>
          </a:xfrm>
          <a:prstGeom prst="rect">
            <a:avLst/>
          </a:prstGeom>
        </p:spPr>
        <p:txBody>
          <a:bodyPr spcFirstLastPara="1" wrap="square" lIns="91425" tIns="91425" rIns="91425" bIns="91425" anchor="ctr" anchorCtr="0">
            <a:noAutofit/>
          </a:bodyPr>
          <a:lstStyle/>
          <a:p>
            <a:pPr lvl="0"/>
            <a:r>
              <a:rPr lang="fr-FR" dirty="0"/>
              <a:t>Principes techniques</a:t>
            </a:r>
            <a:endParaRPr dirty="0"/>
          </a:p>
        </p:txBody>
      </p:sp>
      <p:sp>
        <p:nvSpPr>
          <p:cNvPr id="745" name="Google Shape;745;p39">
            <a:extLst>
              <a:ext uri="{FF2B5EF4-FFF2-40B4-BE49-F238E27FC236}">
                <a16:creationId xmlns:a16="http://schemas.microsoft.com/office/drawing/2014/main" id="{994DCC78-948C-8DAF-561C-E56D6EFD935B}"/>
              </a:ext>
            </a:extLst>
          </p:cNvPr>
          <p:cNvSpPr txBox="1">
            <a:spLocks noGrp="1"/>
          </p:cNvSpPr>
          <p:nvPr>
            <p:ph type="subTitle" idx="1"/>
          </p:nvPr>
        </p:nvSpPr>
        <p:spPr>
          <a:xfrm>
            <a:off x="715100" y="1484555"/>
            <a:ext cx="7815714" cy="1828800"/>
          </a:xfrm>
          <a:prstGeom prst="rect">
            <a:avLst/>
          </a:prstGeom>
        </p:spPr>
        <p:txBody>
          <a:bodyPr spcFirstLastPara="1" wrap="square" lIns="91425" tIns="91425" rIns="91425" bIns="91425" anchor="ctr" anchorCtr="0">
            <a:noAutofit/>
          </a:bodyPr>
          <a:lstStyle/>
          <a:p>
            <a:pPr marL="482600" indent="-342900">
              <a:buFont typeface="+mj-lt"/>
              <a:buAutoNum type="arabicPeriod" startAt="5"/>
            </a:pPr>
            <a:r>
              <a:rPr lang="fr-FR" b="1" dirty="0"/>
              <a:t>Détection d’anomalies</a:t>
            </a:r>
          </a:p>
          <a:p>
            <a:pPr marL="139700" indent="0"/>
            <a:r>
              <a:rPr lang="fr-FR" b="1" dirty="0"/>
              <a:t>  - </a:t>
            </a:r>
            <a:r>
              <a:rPr lang="fr-FR" dirty="0"/>
              <a:t>But : identifier des comportements inhabituels ou 	suspects.</a:t>
            </a:r>
          </a:p>
          <a:p>
            <a:pPr marL="139700" indent="0"/>
            <a:r>
              <a:rPr lang="fr-FR" b="1" dirty="0"/>
              <a:t>  - </a:t>
            </a:r>
            <a:r>
              <a:rPr lang="fr-FR" dirty="0"/>
              <a:t>Exemple : repérer une transaction bancaire 	frauduleuse.</a:t>
            </a:r>
            <a:endParaRPr lang="fr-FR" b="1" dirty="0"/>
          </a:p>
        </p:txBody>
      </p:sp>
    </p:spTree>
    <p:extLst>
      <p:ext uri="{BB962C8B-B14F-4D97-AF65-F5344CB8AC3E}">
        <p14:creationId xmlns:p14="http://schemas.microsoft.com/office/powerpoint/2010/main" val="42006439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95"/>
        <p:cNvGrpSpPr/>
        <p:nvPr/>
      </p:nvGrpSpPr>
      <p:grpSpPr>
        <a:xfrm>
          <a:off x="0" y="0"/>
          <a:ext cx="0" cy="0"/>
          <a:chOff x="0" y="0"/>
          <a:chExt cx="0" cy="0"/>
        </a:xfrm>
      </p:grpSpPr>
      <p:sp>
        <p:nvSpPr>
          <p:cNvPr id="996" name="Google Shape;996;p47"/>
          <p:cNvSpPr txBox="1">
            <a:spLocks noGrp="1"/>
          </p:cNvSpPr>
          <p:nvPr>
            <p:ph type="title"/>
          </p:nvPr>
        </p:nvSpPr>
        <p:spPr>
          <a:xfrm>
            <a:off x="715100" y="2371250"/>
            <a:ext cx="5326500" cy="841800"/>
          </a:xfrm>
          <a:prstGeom prst="rect">
            <a:avLst/>
          </a:prstGeom>
        </p:spPr>
        <p:txBody>
          <a:bodyPr spcFirstLastPara="1" wrap="square" lIns="91425" tIns="91425" rIns="91425" bIns="91425" anchor="ctr" anchorCtr="0">
            <a:noAutofit/>
          </a:bodyPr>
          <a:lstStyle/>
          <a:p>
            <a:pPr lvl="0"/>
            <a:r>
              <a:rPr lang="fr-FR" dirty="0"/>
              <a:t>C’est quoi Teradata ?</a:t>
            </a:r>
          </a:p>
        </p:txBody>
      </p:sp>
      <p:sp>
        <p:nvSpPr>
          <p:cNvPr id="997" name="Google Shape;997;p47"/>
          <p:cNvSpPr txBox="1">
            <a:spLocks noGrp="1"/>
          </p:cNvSpPr>
          <p:nvPr>
            <p:ph type="title" idx="2"/>
          </p:nvPr>
        </p:nvSpPr>
        <p:spPr>
          <a:xfrm>
            <a:off x="715100" y="1300850"/>
            <a:ext cx="31509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02</a:t>
            </a:r>
            <a:endParaRPr dirty="0"/>
          </a:p>
        </p:txBody>
      </p:sp>
      <p:sp>
        <p:nvSpPr>
          <p:cNvPr id="998" name="Google Shape;998;p47"/>
          <p:cNvSpPr txBox="1">
            <a:spLocks noGrp="1"/>
          </p:cNvSpPr>
          <p:nvPr>
            <p:ph type="subTitle" idx="1"/>
          </p:nvPr>
        </p:nvSpPr>
        <p:spPr>
          <a:xfrm>
            <a:off x="715100" y="3545975"/>
            <a:ext cx="5326500" cy="309600"/>
          </a:xfrm>
          <a:prstGeom prst="rect">
            <a:avLst/>
          </a:prstGeom>
        </p:spPr>
        <p:txBody>
          <a:bodyPr spcFirstLastPara="1" wrap="square" lIns="91425" tIns="91425" rIns="91425" bIns="91425" anchor="ctr" anchorCtr="0">
            <a:noAutofit/>
          </a:bodyPr>
          <a:lstStyle/>
          <a:p>
            <a:pPr marL="0" lvl="0" indent="0"/>
            <a:r>
              <a:rPr lang="fr-FR" dirty="0"/>
              <a:t>Définition, caractéristiques, Avantages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43">
          <a:extLst>
            <a:ext uri="{FF2B5EF4-FFF2-40B4-BE49-F238E27FC236}">
              <a16:creationId xmlns:a16="http://schemas.microsoft.com/office/drawing/2014/main" id="{9B536FA7-9551-FDF5-81E3-24019384E843}"/>
            </a:ext>
          </a:extLst>
        </p:cNvPr>
        <p:cNvGrpSpPr/>
        <p:nvPr/>
      </p:nvGrpSpPr>
      <p:grpSpPr>
        <a:xfrm>
          <a:off x="0" y="0"/>
          <a:ext cx="0" cy="0"/>
          <a:chOff x="0" y="0"/>
          <a:chExt cx="0" cy="0"/>
        </a:xfrm>
      </p:grpSpPr>
      <p:sp>
        <p:nvSpPr>
          <p:cNvPr id="744" name="Google Shape;744;p39">
            <a:extLst>
              <a:ext uri="{FF2B5EF4-FFF2-40B4-BE49-F238E27FC236}">
                <a16:creationId xmlns:a16="http://schemas.microsoft.com/office/drawing/2014/main" id="{4FECA06D-27AB-FFAE-7ADB-840A16ADF05C}"/>
              </a:ext>
            </a:extLst>
          </p:cNvPr>
          <p:cNvSpPr txBox="1">
            <a:spLocks noGrp="1"/>
          </p:cNvSpPr>
          <p:nvPr>
            <p:ph type="title"/>
          </p:nvPr>
        </p:nvSpPr>
        <p:spPr>
          <a:xfrm>
            <a:off x="715100" y="568622"/>
            <a:ext cx="4661100" cy="648600"/>
          </a:xfrm>
          <a:prstGeom prst="rect">
            <a:avLst/>
          </a:prstGeom>
        </p:spPr>
        <p:txBody>
          <a:bodyPr spcFirstLastPara="1" wrap="square" lIns="91425" tIns="91425" rIns="91425" bIns="91425" anchor="ctr" anchorCtr="0">
            <a:noAutofit/>
          </a:bodyPr>
          <a:lstStyle/>
          <a:p>
            <a:pPr lvl="0"/>
            <a:r>
              <a:rPr lang="fr-FR" dirty="0"/>
              <a:t>Définition</a:t>
            </a:r>
            <a:endParaRPr dirty="0"/>
          </a:p>
        </p:txBody>
      </p:sp>
      <p:sp>
        <p:nvSpPr>
          <p:cNvPr id="745" name="Google Shape;745;p39">
            <a:extLst>
              <a:ext uri="{FF2B5EF4-FFF2-40B4-BE49-F238E27FC236}">
                <a16:creationId xmlns:a16="http://schemas.microsoft.com/office/drawing/2014/main" id="{460ABE8E-E358-0F3E-BF56-D9A42D388E9D}"/>
              </a:ext>
            </a:extLst>
          </p:cNvPr>
          <p:cNvSpPr txBox="1">
            <a:spLocks noGrp="1"/>
          </p:cNvSpPr>
          <p:nvPr>
            <p:ph type="subTitle" idx="1"/>
          </p:nvPr>
        </p:nvSpPr>
        <p:spPr>
          <a:xfrm>
            <a:off x="715100" y="1484555"/>
            <a:ext cx="6847526" cy="3314334"/>
          </a:xfrm>
          <a:prstGeom prst="rect">
            <a:avLst/>
          </a:prstGeom>
        </p:spPr>
        <p:txBody>
          <a:bodyPr spcFirstLastPara="1" wrap="square" lIns="91425" tIns="91425" rIns="91425" bIns="91425" anchor="ctr" anchorCtr="0">
            <a:noAutofit/>
          </a:bodyPr>
          <a:lstStyle/>
          <a:p>
            <a:pPr marL="0" lvl="0" indent="0"/>
            <a:r>
              <a:rPr lang="fr-FR" dirty="0"/>
              <a:t>Teradata est une </a:t>
            </a:r>
            <a:r>
              <a:rPr lang="fr-FR" b="1" dirty="0"/>
              <a:t>plateforme d’analyse de données</a:t>
            </a:r>
            <a:r>
              <a:rPr lang="fr-FR" dirty="0"/>
              <a:t> d’entreprise qui fournit un entrepôt de données (data </a:t>
            </a:r>
            <a:r>
              <a:rPr lang="fr-FR" dirty="0" err="1"/>
              <a:t>warehouse</a:t>
            </a:r>
            <a:r>
              <a:rPr lang="fr-FR" dirty="0"/>
              <a:t>) hautement scalable et performant, conçue pour gérer de très grands volumes de données structurées et offrir des capacités analytiques avancées. Elle repose sur une </a:t>
            </a:r>
            <a:r>
              <a:rPr lang="fr-FR" b="1" dirty="0"/>
              <a:t>architecture massivement parallèle (MPP)</a:t>
            </a:r>
            <a:r>
              <a:rPr lang="fr-FR" dirty="0"/>
              <a:t>, permettant de </a:t>
            </a:r>
            <a:r>
              <a:rPr lang="fr-FR" b="1" dirty="0"/>
              <a:t>distribuer les données et les traitements entre de nombreux nœuds de calcul</a:t>
            </a:r>
            <a:r>
              <a:rPr lang="fr-FR" dirty="0"/>
              <a:t>, ce qui optimise la performance des requêtes analytiques.</a:t>
            </a:r>
            <a:endParaRPr dirty="0"/>
          </a:p>
        </p:txBody>
      </p:sp>
      <p:grpSp>
        <p:nvGrpSpPr>
          <p:cNvPr id="746" name="Google Shape;746;p39">
            <a:extLst>
              <a:ext uri="{FF2B5EF4-FFF2-40B4-BE49-F238E27FC236}">
                <a16:creationId xmlns:a16="http://schemas.microsoft.com/office/drawing/2014/main" id="{F82FF408-6872-188F-7ADF-445FFF029346}"/>
              </a:ext>
            </a:extLst>
          </p:cNvPr>
          <p:cNvGrpSpPr/>
          <p:nvPr/>
        </p:nvGrpSpPr>
        <p:grpSpPr>
          <a:xfrm>
            <a:off x="7705847" y="4010466"/>
            <a:ext cx="723042" cy="598023"/>
            <a:chOff x="1654675" y="4256126"/>
            <a:chExt cx="851841" cy="704551"/>
          </a:xfrm>
        </p:grpSpPr>
        <p:grpSp>
          <p:nvGrpSpPr>
            <p:cNvPr id="747" name="Google Shape;747;p39">
              <a:extLst>
                <a:ext uri="{FF2B5EF4-FFF2-40B4-BE49-F238E27FC236}">
                  <a16:creationId xmlns:a16="http://schemas.microsoft.com/office/drawing/2014/main" id="{F3076C5D-6820-7EF6-18D8-79240A422C66}"/>
                </a:ext>
              </a:extLst>
            </p:cNvPr>
            <p:cNvGrpSpPr/>
            <p:nvPr/>
          </p:nvGrpSpPr>
          <p:grpSpPr>
            <a:xfrm>
              <a:off x="1654675" y="4256126"/>
              <a:ext cx="445587" cy="704551"/>
              <a:chOff x="1654675" y="4256126"/>
              <a:chExt cx="445587" cy="704551"/>
            </a:xfrm>
          </p:grpSpPr>
          <p:sp>
            <p:nvSpPr>
              <p:cNvPr id="748" name="Google Shape;748;p39">
                <a:extLst>
                  <a:ext uri="{FF2B5EF4-FFF2-40B4-BE49-F238E27FC236}">
                    <a16:creationId xmlns:a16="http://schemas.microsoft.com/office/drawing/2014/main" id="{A22BA0CD-8AD0-10F8-E5C5-DDF52E46492A}"/>
                  </a:ext>
                </a:extLst>
              </p:cNvPr>
              <p:cNvSpPr/>
              <p:nvPr/>
            </p:nvSpPr>
            <p:spPr>
              <a:xfrm>
                <a:off x="1655926" y="4257377"/>
                <a:ext cx="440657" cy="703300"/>
              </a:xfrm>
              <a:custGeom>
                <a:avLst/>
                <a:gdLst/>
                <a:ahLst/>
                <a:cxnLst/>
                <a:rect l="l" t="t" r="r" b="b"/>
                <a:pathLst>
                  <a:path w="11976" h="19114" extrusionOk="0">
                    <a:moveTo>
                      <a:pt x="0" y="0"/>
                    </a:moveTo>
                    <a:lnTo>
                      <a:pt x="0" y="17112"/>
                    </a:lnTo>
                    <a:lnTo>
                      <a:pt x="2002" y="17112"/>
                    </a:lnTo>
                    <a:lnTo>
                      <a:pt x="2002" y="16112"/>
                    </a:lnTo>
                    <a:lnTo>
                      <a:pt x="3002" y="16112"/>
                    </a:lnTo>
                    <a:lnTo>
                      <a:pt x="3002" y="15111"/>
                    </a:lnTo>
                    <a:lnTo>
                      <a:pt x="4003" y="15111"/>
                    </a:lnTo>
                    <a:lnTo>
                      <a:pt x="4003" y="14110"/>
                    </a:lnTo>
                    <a:lnTo>
                      <a:pt x="4971" y="14110"/>
                    </a:lnTo>
                    <a:lnTo>
                      <a:pt x="4971" y="16112"/>
                    </a:lnTo>
                    <a:lnTo>
                      <a:pt x="5971" y="16112"/>
                    </a:lnTo>
                    <a:lnTo>
                      <a:pt x="5971" y="18113"/>
                    </a:lnTo>
                    <a:lnTo>
                      <a:pt x="6972" y="18113"/>
                    </a:lnTo>
                    <a:lnTo>
                      <a:pt x="6972" y="19114"/>
                    </a:lnTo>
                    <a:lnTo>
                      <a:pt x="8973" y="19114"/>
                    </a:lnTo>
                    <a:lnTo>
                      <a:pt x="8973" y="18113"/>
                    </a:lnTo>
                    <a:lnTo>
                      <a:pt x="9974" y="18113"/>
                    </a:lnTo>
                    <a:lnTo>
                      <a:pt x="9974" y="16112"/>
                    </a:lnTo>
                    <a:lnTo>
                      <a:pt x="8973" y="16112"/>
                    </a:lnTo>
                    <a:lnTo>
                      <a:pt x="8973" y="14110"/>
                    </a:lnTo>
                    <a:lnTo>
                      <a:pt x="7973" y="14110"/>
                    </a:lnTo>
                    <a:lnTo>
                      <a:pt x="7973" y="13110"/>
                    </a:lnTo>
                    <a:lnTo>
                      <a:pt x="11976" y="13110"/>
                    </a:lnTo>
                    <a:lnTo>
                      <a:pt x="11976" y="12009"/>
                    </a:lnTo>
                    <a:lnTo>
                      <a:pt x="11976" y="11008"/>
                    </a:lnTo>
                    <a:lnTo>
                      <a:pt x="11042" y="11008"/>
                    </a:lnTo>
                    <a:lnTo>
                      <a:pt x="11042" y="10007"/>
                    </a:lnTo>
                    <a:lnTo>
                      <a:pt x="10041" y="10007"/>
                    </a:lnTo>
                    <a:lnTo>
                      <a:pt x="10041" y="9007"/>
                    </a:lnTo>
                    <a:lnTo>
                      <a:pt x="9040" y="9007"/>
                    </a:lnTo>
                    <a:lnTo>
                      <a:pt x="9040" y="8006"/>
                    </a:lnTo>
                    <a:lnTo>
                      <a:pt x="8039" y="8006"/>
                    </a:lnTo>
                    <a:lnTo>
                      <a:pt x="8039" y="7005"/>
                    </a:lnTo>
                    <a:lnTo>
                      <a:pt x="7039" y="7005"/>
                    </a:lnTo>
                    <a:lnTo>
                      <a:pt x="7039" y="6005"/>
                    </a:lnTo>
                    <a:lnTo>
                      <a:pt x="6038" y="6005"/>
                    </a:lnTo>
                    <a:lnTo>
                      <a:pt x="6038" y="5004"/>
                    </a:lnTo>
                    <a:lnTo>
                      <a:pt x="5037" y="5004"/>
                    </a:lnTo>
                    <a:lnTo>
                      <a:pt x="5037" y="4003"/>
                    </a:lnTo>
                    <a:lnTo>
                      <a:pt x="4037" y="4003"/>
                    </a:lnTo>
                    <a:lnTo>
                      <a:pt x="4037" y="3002"/>
                    </a:lnTo>
                    <a:lnTo>
                      <a:pt x="3036" y="3002"/>
                    </a:lnTo>
                    <a:lnTo>
                      <a:pt x="3036" y="2002"/>
                    </a:lnTo>
                    <a:lnTo>
                      <a:pt x="2035" y="2002"/>
                    </a:lnTo>
                    <a:lnTo>
                      <a:pt x="2035" y="1001"/>
                    </a:lnTo>
                    <a:lnTo>
                      <a:pt x="1001" y="1001"/>
                    </a:lnTo>
                    <a:lnTo>
                      <a:pt x="100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9">
                <a:extLst>
                  <a:ext uri="{FF2B5EF4-FFF2-40B4-BE49-F238E27FC236}">
                    <a16:creationId xmlns:a16="http://schemas.microsoft.com/office/drawing/2014/main" id="{4057AB95-D9F4-B9F4-8922-B5885014A8AF}"/>
                  </a:ext>
                </a:extLst>
              </p:cNvPr>
              <p:cNvSpPr/>
              <p:nvPr/>
            </p:nvSpPr>
            <p:spPr>
              <a:xfrm>
                <a:off x="1654675" y="4256126"/>
                <a:ext cx="36869" cy="628459"/>
              </a:xfrm>
              <a:custGeom>
                <a:avLst/>
                <a:gdLst/>
                <a:ahLst/>
                <a:cxnLst/>
                <a:rect l="l" t="t" r="r" b="b"/>
                <a:pathLst>
                  <a:path w="1002" h="17080" extrusionOk="0">
                    <a:moveTo>
                      <a:pt x="1" y="1"/>
                    </a:moveTo>
                    <a:lnTo>
                      <a:pt x="1" y="17080"/>
                    </a:lnTo>
                    <a:lnTo>
                      <a:pt x="1002" y="17080"/>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9">
                <a:extLst>
                  <a:ext uri="{FF2B5EF4-FFF2-40B4-BE49-F238E27FC236}">
                    <a16:creationId xmlns:a16="http://schemas.microsoft.com/office/drawing/2014/main" id="{5506199B-FAEE-D593-F8C9-DBFE8D7D7FDB}"/>
                  </a:ext>
                </a:extLst>
              </p:cNvPr>
              <p:cNvSpPr/>
              <p:nvPr/>
            </p:nvSpPr>
            <p:spPr>
              <a:xfrm>
                <a:off x="1692758" y="4292958"/>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9">
                <a:extLst>
                  <a:ext uri="{FF2B5EF4-FFF2-40B4-BE49-F238E27FC236}">
                    <a16:creationId xmlns:a16="http://schemas.microsoft.com/office/drawing/2014/main" id="{FDE960FC-74A2-210B-A64C-AA565CF95FF0}"/>
                  </a:ext>
                </a:extLst>
              </p:cNvPr>
              <p:cNvSpPr/>
              <p:nvPr/>
            </p:nvSpPr>
            <p:spPr>
              <a:xfrm>
                <a:off x="1729553" y="4329790"/>
                <a:ext cx="36869" cy="36832"/>
              </a:xfrm>
              <a:custGeom>
                <a:avLst/>
                <a:gdLst/>
                <a:ahLst/>
                <a:cxnLst/>
                <a:rect l="l" t="t" r="r" b="b"/>
                <a:pathLst>
                  <a:path w="1002" h="1001"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9">
                <a:extLst>
                  <a:ext uri="{FF2B5EF4-FFF2-40B4-BE49-F238E27FC236}">
                    <a16:creationId xmlns:a16="http://schemas.microsoft.com/office/drawing/2014/main" id="{2237E9E6-DC43-806C-0802-6AA5EAAA1C6B}"/>
                  </a:ext>
                </a:extLst>
              </p:cNvPr>
              <p:cNvSpPr/>
              <p:nvPr/>
            </p:nvSpPr>
            <p:spPr>
              <a:xfrm>
                <a:off x="1765170" y="4366621"/>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9">
                <a:extLst>
                  <a:ext uri="{FF2B5EF4-FFF2-40B4-BE49-F238E27FC236}">
                    <a16:creationId xmlns:a16="http://schemas.microsoft.com/office/drawing/2014/main" id="{FDE2B9A4-B423-FD02-6792-B63D8D1C9C6E}"/>
                  </a:ext>
                </a:extLst>
              </p:cNvPr>
              <p:cNvSpPr/>
              <p:nvPr/>
            </p:nvSpPr>
            <p:spPr>
              <a:xfrm>
                <a:off x="1803216" y="4403416"/>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9">
                <a:extLst>
                  <a:ext uri="{FF2B5EF4-FFF2-40B4-BE49-F238E27FC236}">
                    <a16:creationId xmlns:a16="http://schemas.microsoft.com/office/drawing/2014/main" id="{D8AA089B-C337-CDB2-6528-64E10DD1EB1A}"/>
                  </a:ext>
                </a:extLst>
              </p:cNvPr>
              <p:cNvSpPr/>
              <p:nvPr/>
            </p:nvSpPr>
            <p:spPr>
              <a:xfrm>
                <a:off x="1841262" y="4440248"/>
                <a:ext cx="36832" cy="36869"/>
              </a:xfrm>
              <a:custGeom>
                <a:avLst/>
                <a:gdLst/>
                <a:ahLst/>
                <a:cxnLst/>
                <a:rect l="l" t="t" r="r" b="b"/>
                <a:pathLst>
                  <a:path w="1001" h="1002"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9">
                <a:extLst>
                  <a:ext uri="{FF2B5EF4-FFF2-40B4-BE49-F238E27FC236}">
                    <a16:creationId xmlns:a16="http://schemas.microsoft.com/office/drawing/2014/main" id="{4A0C658F-5620-C3AF-7BAA-B8A5B03F9714}"/>
                  </a:ext>
                </a:extLst>
              </p:cNvPr>
              <p:cNvSpPr/>
              <p:nvPr/>
            </p:nvSpPr>
            <p:spPr>
              <a:xfrm>
                <a:off x="1878057" y="4477080"/>
                <a:ext cx="36869" cy="36832"/>
              </a:xfrm>
              <a:custGeom>
                <a:avLst/>
                <a:gdLst/>
                <a:ahLst/>
                <a:cxnLst/>
                <a:rect l="l" t="t" r="r" b="b"/>
                <a:pathLst>
                  <a:path w="1002" h="1001"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9">
                <a:extLst>
                  <a:ext uri="{FF2B5EF4-FFF2-40B4-BE49-F238E27FC236}">
                    <a16:creationId xmlns:a16="http://schemas.microsoft.com/office/drawing/2014/main" id="{17D602E0-CD28-41F8-B4B6-FD6044042E3A}"/>
                  </a:ext>
                </a:extLst>
              </p:cNvPr>
              <p:cNvSpPr/>
              <p:nvPr/>
            </p:nvSpPr>
            <p:spPr>
              <a:xfrm>
                <a:off x="1914889" y="4515125"/>
                <a:ext cx="36869" cy="36832"/>
              </a:xfrm>
              <a:custGeom>
                <a:avLst/>
                <a:gdLst/>
                <a:ahLst/>
                <a:cxnLst/>
                <a:rect l="l" t="t" r="r" b="b"/>
                <a:pathLst>
                  <a:path w="1002" h="1001"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9">
                <a:extLst>
                  <a:ext uri="{FF2B5EF4-FFF2-40B4-BE49-F238E27FC236}">
                    <a16:creationId xmlns:a16="http://schemas.microsoft.com/office/drawing/2014/main" id="{6572BFB7-AA33-B226-238E-F801CBC9DBBB}"/>
                  </a:ext>
                </a:extLst>
              </p:cNvPr>
              <p:cNvSpPr/>
              <p:nvPr/>
            </p:nvSpPr>
            <p:spPr>
              <a:xfrm>
                <a:off x="1951721" y="4551920"/>
                <a:ext cx="36869" cy="36869"/>
              </a:xfrm>
              <a:custGeom>
                <a:avLst/>
                <a:gdLst/>
                <a:ahLst/>
                <a:cxnLst/>
                <a:rect l="l" t="t" r="r" b="b"/>
                <a:pathLst>
                  <a:path w="1002" h="1002" extrusionOk="0">
                    <a:moveTo>
                      <a:pt x="0" y="1"/>
                    </a:moveTo>
                    <a:lnTo>
                      <a:pt x="0"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9">
                <a:extLst>
                  <a:ext uri="{FF2B5EF4-FFF2-40B4-BE49-F238E27FC236}">
                    <a16:creationId xmlns:a16="http://schemas.microsoft.com/office/drawing/2014/main" id="{20420D1F-7021-484F-6A16-EC004A20AB0C}"/>
                  </a:ext>
                </a:extLst>
              </p:cNvPr>
              <p:cNvSpPr/>
              <p:nvPr/>
            </p:nvSpPr>
            <p:spPr>
              <a:xfrm>
                <a:off x="1988553" y="4588752"/>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9">
                <a:extLst>
                  <a:ext uri="{FF2B5EF4-FFF2-40B4-BE49-F238E27FC236}">
                    <a16:creationId xmlns:a16="http://schemas.microsoft.com/office/drawing/2014/main" id="{D893971C-6FF5-CDA7-1F53-1EA0D26CA1B9}"/>
                  </a:ext>
                </a:extLst>
              </p:cNvPr>
              <p:cNvSpPr/>
              <p:nvPr/>
            </p:nvSpPr>
            <p:spPr>
              <a:xfrm>
                <a:off x="2025348" y="4625584"/>
                <a:ext cx="36869" cy="36869"/>
              </a:xfrm>
              <a:custGeom>
                <a:avLst/>
                <a:gdLst/>
                <a:ahLst/>
                <a:cxnLst/>
                <a:rect l="l" t="t" r="r" b="b"/>
                <a:pathLst>
                  <a:path w="1002" h="1002"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9">
                <a:extLst>
                  <a:ext uri="{FF2B5EF4-FFF2-40B4-BE49-F238E27FC236}">
                    <a16:creationId xmlns:a16="http://schemas.microsoft.com/office/drawing/2014/main" id="{662A108C-4C4E-5257-A1DF-89E770C7AF5F}"/>
                  </a:ext>
                </a:extLst>
              </p:cNvPr>
              <p:cNvSpPr/>
              <p:nvPr/>
            </p:nvSpPr>
            <p:spPr>
              <a:xfrm>
                <a:off x="2062179" y="4662415"/>
                <a:ext cx="36869" cy="36832"/>
              </a:xfrm>
              <a:custGeom>
                <a:avLst/>
                <a:gdLst/>
                <a:ahLst/>
                <a:cxnLst/>
                <a:rect l="l" t="t" r="r" b="b"/>
                <a:pathLst>
                  <a:path w="1002" h="1001" extrusionOk="0">
                    <a:moveTo>
                      <a:pt x="1" y="0"/>
                    </a:moveTo>
                    <a:lnTo>
                      <a:pt x="1" y="1001"/>
                    </a:lnTo>
                    <a:lnTo>
                      <a:pt x="1001" y="1001"/>
                    </a:lnTo>
                    <a:lnTo>
                      <a:pt x="100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9">
                <a:extLst>
                  <a:ext uri="{FF2B5EF4-FFF2-40B4-BE49-F238E27FC236}">
                    <a16:creationId xmlns:a16="http://schemas.microsoft.com/office/drawing/2014/main" id="{FC633059-315E-2D3C-636A-2BA8F1F88B2F}"/>
                  </a:ext>
                </a:extLst>
              </p:cNvPr>
              <p:cNvSpPr/>
              <p:nvPr/>
            </p:nvSpPr>
            <p:spPr>
              <a:xfrm>
                <a:off x="1914889" y="4699210"/>
                <a:ext cx="185373" cy="36869"/>
              </a:xfrm>
              <a:custGeom>
                <a:avLst/>
                <a:gdLst/>
                <a:ahLst/>
                <a:cxnLst/>
                <a:rect l="l" t="t" r="r" b="b"/>
                <a:pathLst>
                  <a:path w="5038" h="1002" extrusionOk="0">
                    <a:moveTo>
                      <a:pt x="1" y="1"/>
                    </a:moveTo>
                    <a:lnTo>
                      <a:pt x="1" y="1002"/>
                    </a:lnTo>
                    <a:lnTo>
                      <a:pt x="5038" y="1002"/>
                    </a:lnTo>
                    <a:lnTo>
                      <a:pt x="50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9">
                <a:extLst>
                  <a:ext uri="{FF2B5EF4-FFF2-40B4-BE49-F238E27FC236}">
                    <a16:creationId xmlns:a16="http://schemas.microsoft.com/office/drawing/2014/main" id="{AAAA078D-0CD2-079A-9A32-68CBF3B8D363}"/>
                  </a:ext>
                </a:extLst>
              </p:cNvPr>
              <p:cNvSpPr/>
              <p:nvPr/>
            </p:nvSpPr>
            <p:spPr>
              <a:xfrm>
                <a:off x="1914889" y="4736042"/>
                <a:ext cx="36869" cy="36869"/>
              </a:xfrm>
              <a:custGeom>
                <a:avLst/>
                <a:gdLst/>
                <a:ahLst/>
                <a:cxnLst/>
                <a:rect l="l" t="t" r="r" b="b"/>
                <a:pathLst>
                  <a:path w="1002" h="1002" extrusionOk="0">
                    <a:moveTo>
                      <a:pt x="1" y="1"/>
                    </a:moveTo>
                    <a:lnTo>
                      <a:pt x="1"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9">
                <a:extLst>
                  <a:ext uri="{FF2B5EF4-FFF2-40B4-BE49-F238E27FC236}">
                    <a16:creationId xmlns:a16="http://schemas.microsoft.com/office/drawing/2014/main" id="{24AFBFE4-FFAF-F20A-8593-7544CCCB2645}"/>
                  </a:ext>
                </a:extLst>
              </p:cNvPr>
              <p:cNvSpPr/>
              <p:nvPr/>
            </p:nvSpPr>
            <p:spPr>
              <a:xfrm>
                <a:off x="1803216" y="4736042"/>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9">
                <a:extLst>
                  <a:ext uri="{FF2B5EF4-FFF2-40B4-BE49-F238E27FC236}">
                    <a16:creationId xmlns:a16="http://schemas.microsoft.com/office/drawing/2014/main" id="{EE1539FD-4F50-1654-AE36-54DBF5E7FE63}"/>
                  </a:ext>
                </a:extLst>
              </p:cNvPr>
              <p:cNvSpPr/>
              <p:nvPr/>
            </p:nvSpPr>
            <p:spPr>
              <a:xfrm>
                <a:off x="1841262" y="4772874"/>
                <a:ext cx="36832" cy="73664"/>
              </a:xfrm>
              <a:custGeom>
                <a:avLst/>
                <a:gdLst/>
                <a:ahLst/>
                <a:cxnLst/>
                <a:rect l="l" t="t" r="r" b="b"/>
                <a:pathLst>
                  <a:path w="1001" h="2002" extrusionOk="0">
                    <a:moveTo>
                      <a:pt x="0" y="0"/>
                    </a:moveTo>
                    <a:lnTo>
                      <a:pt x="0"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9">
                <a:extLst>
                  <a:ext uri="{FF2B5EF4-FFF2-40B4-BE49-F238E27FC236}">
                    <a16:creationId xmlns:a16="http://schemas.microsoft.com/office/drawing/2014/main" id="{89F9B6CB-A661-4B53-A435-89E015FF394C}"/>
                  </a:ext>
                </a:extLst>
              </p:cNvPr>
              <p:cNvSpPr/>
              <p:nvPr/>
            </p:nvSpPr>
            <p:spPr>
              <a:xfrm>
                <a:off x="1878057" y="4847751"/>
                <a:ext cx="36869" cy="73664"/>
              </a:xfrm>
              <a:custGeom>
                <a:avLst/>
                <a:gdLst/>
                <a:ahLst/>
                <a:cxnLst/>
                <a:rect l="l" t="t" r="r" b="b"/>
                <a:pathLst>
                  <a:path w="1002" h="2002" extrusionOk="0">
                    <a:moveTo>
                      <a:pt x="1" y="0"/>
                    </a:moveTo>
                    <a:lnTo>
                      <a:pt x="1" y="2001"/>
                    </a:lnTo>
                    <a:lnTo>
                      <a:pt x="1002" y="2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9">
                <a:extLst>
                  <a:ext uri="{FF2B5EF4-FFF2-40B4-BE49-F238E27FC236}">
                    <a16:creationId xmlns:a16="http://schemas.microsoft.com/office/drawing/2014/main" id="{71E5AD75-0AF4-5ED8-4BF6-3C393EFFF2CB}"/>
                  </a:ext>
                </a:extLst>
              </p:cNvPr>
              <p:cNvSpPr/>
              <p:nvPr/>
            </p:nvSpPr>
            <p:spPr>
              <a:xfrm>
                <a:off x="1914889" y="4921378"/>
                <a:ext cx="73700" cy="36869"/>
              </a:xfrm>
              <a:custGeom>
                <a:avLst/>
                <a:gdLst/>
                <a:ahLst/>
                <a:cxnLst/>
                <a:rect l="l" t="t" r="r" b="b"/>
                <a:pathLst>
                  <a:path w="2003" h="1002" extrusionOk="0">
                    <a:moveTo>
                      <a:pt x="1" y="0"/>
                    </a:moveTo>
                    <a:lnTo>
                      <a:pt x="1" y="1001"/>
                    </a:lnTo>
                    <a:lnTo>
                      <a:pt x="2002" y="1001"/>
                    </a:lnTo>
                    <a:lnTo>
                      <a:pt x="2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9">
                <a:extLst>
                  <a:ext uri="{FF2B5EF4-FFF2-40B4-BE49-F238E27FC236}">
                    <a16:creationId xmlns:a16="http://schemas.microsoft.com/office/drawing/2014/main" id="{F7139617-7A87-A400-8861-F40274A104DC}"/>
                  </a:ext>
                </a:extLst>
              </p:cNvPr>
              <p:cNvSpPr/>
              <p:nvPr/>
            </p:nvSpPr>
            <p:spPr>
              <a:xfrm>
                <a:off x="1951721" y="4772874"/>
                <a:ext cx="36869" cy="73664"/>
              </a:xfrm>
              <a:custGeom>
                <a:avLst/>
                <a:gdLst/>
                <a:ahLst/>
                <a:cxnLst/>
                <a:rect l="l" t="t" r="r" b="b"/>
                <a:pathLst>
                  <a:path w="1002" h="2002" extrusionOk="0">
                    <a:moveTo>
                      <a:pt x="0" y="0"/>
                    </a:moveTo>
                    <a:lnTo>
                      <a:pt x="0"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9">
                <a:extLst>
                  <a:ext uri="{FF2B5EF4-FFF2-40B4-BE49-F238E27FC236}">
                    <a16:creationId xmlns:a16="http://schemas.microsoft.com/office/drawing/2014/main" id="{42D49712-20DE-A097-FA3A-632622F9B3E2}"/>
                  </a:ext>
                </a:extLst>
              </p:cNvPr>
              <p:cNvSpPr/>
              <p:nvPr/>
            </p:nvSpPr>
            <p:spPr>
              <a:xfrm>
                <a:off x="1988553" y="4847751"/>
                <a:ext cx="36832" cy="73664"/>
              </a:xfrm>
              <a:custGeom>
                <a:avLst/>
                <a:gdLst/>
                <a:ahLst/>
                <a:cxnLst/>
                <a:rect l="l" t="t" r="r" b="b"/>
                <a:pathLst>
                  <a:path w="1001" h="2002" extrusionOk="0">
                    <a:moveTo>
                      <a:pt x="0" y="0"/>
                    </a:moveTo>
                    <a:lnTo>
                      <a:pt x="0" y="2001"/>
                    </a:lnTo>
                    <a:lnTo>
                      <a:pt x="1001" y="2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9">
                <a:extLst>
                  <a:ext uri="{FF2B5EF4-FFF2-40B4-BE49-F238E27FC236}">
                    <a16:creationId xmlns:a16="http://schemas.microsoft.com/office/drawing/2014/main" id="{2A141D75-4A78-0197-7B95-C2DD45EE8B79}"/>
                  </a:ext>
                </a:extLst>
              </p:cNvPr>
              <p:cNvSpPr/>
              <p:nvPr/>
            </p:nvSpPr>
            <p:spPr>
              <a:xfrm>
                <a:off x="1765170" y="4772874"/>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9">
                <a:extLst>
                  <a:ext uri="{FF2B5EF4-FFF2-40B4-BE49-F238E27FC236}">
                    <a16:creationId xmlns:a16="http://schemas.microsoft.com/office/drawing/2014/main" id="{6E37779B-289A-E4A7-1022-493C3267BD36}"/>
                  </a:ext>
                </a:extLst>
              </p:cNvPr>
              <p:cNvSpPr/>
              <p:nvPr/>
            </p:nvSpPr>
            <p:spPr>
              <a:xfrm>
                <a:off x="1729553" y="4810920"/>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9">
                <a:extLst>
                  <a:ext uri="{FF2B5EF4-FFF2-40B4-BE49-F238E27FC236}">
                    <a16:creationId xmlns:a16="http://schemas.microsoft.com/office/drawing/2014/main" id="{88341AF6-8FDA-210D-27F7-5E9C69D4C706}"/>
                  </a:ext>
                </a:extLst>
              </p:cNvPr>
              <p:cNvSpPr/>
              <p:nvPr/>
            </p:nvSpPr>
            <p:spPr>
              <a:xfrm>
                <a:off x="1692758" y="4847751"/>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2" name="Google Shape;772;p39">
              <a:extLst>
                <a:ext uri="{FF2B5EF4-FFF2-40B4-BE49-F238E27FC236}">
                  <a16:creationId xmlns:a16="http://schemas.microsoft.com/office/drawing/2014/main" id="{C9B4C1A7-3A4B-EF05-8771-1D57E3B63F0A}"/>
                </a:ext>
              </a:extLst>
            </p:cNvPr>
            <p:cNvGrpSpPr/>
            <p:nvPr/>
          </p:nvGrpSpPr>
          <p:grpSpPr>
            <a:xfrm>
              <a:off x="2099011" y="4329790"/>
              <a:ext cx="407505" cy="517999"/>
              <a:chOff x="2099011" y="4329790"/>
              <a:chExt cx="407505" cy="517999"/>
            </a:xfrm>
          </p:grpSpPr>
          <p:sp>
            <p:nvSpPr>
              <p:cNvPr id="773" name="Google Shape;773;p39">
                <a:extLst>
                  <a:ext uri="{FF2B5EF4-FFF2-40B4-BE49-F238E27FC236}">
                    <a16:creationId xmlns:a16="http://schemas.microsoft.com/office/drawing/2014/main" id="{0A96A502-F2EF-2554-AE80-5305CFE14079}"/>
                  </a:ext>
                </a:extLst>
              </p:cNvPr>
              <p:cNvSpPr/>
              <p:nvPr/>
            </p:nvSpPr>
            <p:spPr>
              <a:xfrm>
                <a:off x="2100225" y="4331004"/>
                <a:ext cx="405076" cy="515535"/>
              </a:xfrm>
              <a:custGeom>
                <a:avLst/>
                <a:gdLst/>
                <a:ahLst/>
                <a:cxnLst/>
                <a:rect l="l" t="t" r="r" b="b"/>
                <a:pathLst>
                  <a:path w="11009" h="14011" extrusionOk="0">
                    <a:moveTo>
                      <a:pt x="1" y="1"/>
                    </a:moveTo>
                    <a:lnTo>
                      <a:pt x="1" y="1001"/>
                    </a:lnTo>
                    <a:lnTo>
                      <a:pt x="1001" y="1001"/>
                    </a:lnTo>
                    <a:lnTo>
                      <a:pt x="1001" y="2002"/>
                    </a:lnTo>
                    <a:lnTo>
                      <a:pt x="1001" y="3003"/>
                    </a:lnTo>
                    <a:lnTo>
                      <a:pt x="1001" y="4004"/>
                    </a:lnTo>
                    <a:lnTo>
                      <a:pt x="2002" y="4004"/>
                    </a:lnTo>
                    <a:lnTo>
                      <a:pt x="2002" y="5004"/>
                    </a:lnTo>
                    <a:lnTo>
                      <a:pt x="3003" y="5004"/>
                    </a:lnTo>
                    <a:lnTo>
                      <a:pt x="3003" y="6005"/>
                    </a:lnTo>
                    <a:lnTo>
                      <a:pt x="4003" y="6005"/>
                    </a:lnTo>
                    <a:lnTo>
                      <a:pt x="4003" y="7006"/>
                    </a:lnTo>
                    <a:lnTo>
                      <a:pt x="4003" y="8006"/>
                    </a:lnTo>
                    <a:lnTo>
                      <a:pt x="3003" y="8006"/>
                    </a:lnTo>
                    <a:lnTo>
                      <a:pt x="3003" y="9007"/>
                    </a:lnTo>
                    <a:lnTo>
                      <a:pt x="2002" y="9007"/>
                    </a:lnTo>
                    <a:lnTo>
                      <a:pt x="2002" y="10008"/>
                    </a:lnTo>
                    <a:lnTo>
                      <a:pt x="1001" y="10008"/>
                    </a:lnTo>
                    <a:lnTo>
                      <a:pt x="1001" y="11009"/>
                    </a:lnTo>
                    <a:lnTo>
                      <a:pt x="1001" y="12009"/>
                    </a:lnTo>
                    <a:lnTo>
                      <a:pt x="1001" y="13010"/>
                    </a:lnTo>
                    <a:lnTo>
                      <a:pt x="1" y="13010"/>
                    </a:lnTo>
                    <a:lnTo>
                      <a:pt x="1" y="14011"/>
                    </a:lnTo>
                    <a:lnTo>
                      <a:pt x="11008" y="14011"/>
                    </a:lnTo>
                    <a:lnTo>
                      <a:pt x="11008" y="13010"/>
                    </a:lnTo>
                    <a:lnTo>
                      <a:pt x="10008" y="13010"/>
                    </a:lnTo>
                    <a:lnTo>
                      <a:pt x="10008" y="12009"/>
                    </a:lnTo>
                    <a:lnTo>
                      <a:pt x="10008" y="11009"/>
                    </a:lnTo>
                    <a:lnTo>
                      <a:pt x="10008" y="10008"/>
                    </a:lnTo>
                    <a:lnTo>
                      <a:pt x="9007" y="10008"/>
                    </a:lnTo>
                    <a:lnTo>
                      <a:pt x="9007" y="9007"/>
                    </a:lnTo>
                    <a:lnTo>
                      <a:pt x="8006" y="9007"/>
                    </a:lnTo>
                    <a:lnTo>
                      <a:pt x="8006" y="8006"/>
                    </a:lnTo>
                    <a:lnTo>
                      <a:pt x="7006" y="8006"/>
                    </a:lnTo>
                    <a:lnTo>
                      <a:pt x="7006" y="7006"/>
                    </a:lnTo>
                    <a:lnTo>
                      <a:pt x="7006" y="6005"/>
                    </a:lnTo>
                    <a:lnTo>
                      <a:pt x="8006" y="6005"/>
                    </a:lnTo>
                    <a:lnTo>
                      <a:pt x="8006" y="5004"/>
                    </a:lnTo>
                    <a:lnTo>
                      <a:pt x="9007" y="5004"/>
                    </a:lnTo>
                    <a:lnTo>
                      <a:pt x="9007" y="4004"/>
                    </a:lnTo>
                    <a:lnTo>
                      <a:pt x="10008" y="4004"/>
                    </a:lnTo>
                    <a:lnTo>
                      <a:pt x="10008" y="3003"/>
                    </a:lnTo>
                    <a:lnTo>
                      <a:pt x="10008" y="2002"/>
                    </a:lnTo>
                    <a:lnTo>
                      <a:pt x="10008" y="1001"/>
                    </a:lnTo>
                    <a:lnTo>
                      <a:pt x="11008" y="1001"/>
                    </a:lnTo>
                    <a:lnTo>
                      <a:pt x="1100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9">
                <a:extLst>
                  <a:ext uri="{FF2B5EF4-FFF2-40B4-BE49-F238E27FC236}">
                    <a16:creationId xmlns:a16="http://schemas.microsoft.com/office/drawing/2014/main" id="{E878852D-562B-52B9-0281-331E03DF0E4C}"/>
                  </a:ext>
                </a:extLst>
              </p:cNvPr>
              <p:cNvSpPr/>
              <p:nvPr/>
            </p:nvSpPr>
            <p:spPr>
              <a:xfrm>
                <a:off x="2173889" y="4477080"/>
                <a:ext cx="73664" cy="74878"/>
              </a:xfrm>
              <a:custGeom>
                <a:avLst/>
                <a:gdLst/>
                <a:ahLst/>
                <a:cxnLst/>
                <a:rect l="l" t="t" r="r" b="b"/>
                <a:pathLst>
                  <a:path w="2002" h="2035" extrusionOk="0">
                    <a:moveTo>
                      <a:pt x="0" y="0"/>
                    </a:moveTo>
                    <a:lnTo>
                      <a:pt x="0" y="1034"/>
                    </a:lnTo>
                    <a:lnTo>
                      <a:pt x="1001" y="1034"/>
                    </a:lnTo>
                    <a:lnTo>
                      <a:pt x="1001" y="0"/>
                    </a:lnTo>
                    <a:close/>
                    <a:moveTo>
                      <a:pt x="1001" y="1034"/>
                    </a:moveTo>
                    <a:lnTo>
                      <a:pt x="1001" y="2035"/>
                    </a:lnTo>
                    <a:lnTo>
                      <a:pt x="2001" y="2035"/>
                    </a:lnTo>
                    <a:lnTo>
                      <a:pt x="2001" y="103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9">
                <a:extLst>
                  <a:ext uri="{FF2B5EF4-FFF2-40B4-BE49-F238E27FC236}">
                    <a16:creationId xmlns:a16="http://schemas.microsoft.com/office/drawing/2014/main" id="{BAE120F0-75F7-E90C-0AB1-8F7F001E2641}"/>
                  </a:ext>
                </a:extLst>
              </p:cNvPr>
              <p:cNvSpPr/>
              <p:nvPr/>
            </p:nvSpPr>
            <p:spPr>
              <a:xfrm>
                <a:off x="2284348" y="4477080"/>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9">
                <a:extLst>
                  <a:ext uri="{FF2B5EF4-FFF2-40B4-BE49-F238E27FC236}">
                    <a16:creationId xmlns:a16="http://schemas.microsoft.com/office/drawing/2014/main" id="{862968D9-0AC0-4F57-8216-CDBE3B6074F7}"/>
                  </a:ext>
                </a:extLst>
              </p:cNvPr>
              <p:cNvSpPr/>
              <p:nvPr/>
            </p:nvSpPr>
            <p:spPr>
              <a:xfrm>
                <a:off x="2247516" y="4440248"/>
                <a:ext cx="36869" cy="36869"/>
              </a:xfrm>
              <a:custGeom>
                <a:avLst/>
                <a:gdLst/>
                <a:ahLst/>
                <a:cxnLst/>
                <a:rect l="l" t="t" r="r" b="b"/>
                <a:pathLst>
                  <a:path w="1002" h="1002"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9">
                <a:extLst>
                  <a:ext uri="{FF2B5EF4-FFF2-40B4-BE49-F238E27FC236}">
                    <a16:creationId xmlns:a16="http://schemas.microsoft.com/office/drawing/2014/main" id="{F39A236B-9F0A-7B6C-5648-0A5FBC6A4BEE}"/>
                  </a:ext>
                </a:extLst>
              </p:cNvPr>
              <p:cNvSpPr/>
              <p:nvPr/>
            </p:nvSpPr>
            <p:spPr>
              <a:xfrm>
                <a:off x="2321143" y="4440248"/>
                <a:ext cx="36869" cy="36869"/>
              </a:xfrm>
              <a:custGeom>
                <a:avLst/>
                <a:gdLst/>
                <a:ahLst/>
                <a:cxnLst/>
                <a:rect l="l" t="t" r="r" b="b"/>
                <a:pathLst>
                  <a:path w="1002" h="1002"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9">
                <a:extLst>
                  <a:ext uri="{FF2B5EF4-FFF2-40B4-BE49-F238E27FC236}">
                    <a16:creationId xmlns:a16="http://schemas.microsoft.com/office/drawing/2014/main" id="{A531202D-CAAE-2605-535B-4D94CFA4C7BE}"/>
                  </a:ext>
                </a:extLst>
              </p:cNvPr>
              <p:cNvSpPr/>
              <p:nvPr/>
            </p:nvSpPr>
            <p:spPr>
              <a:xfrm>
                <a:off x="2247516" y="4551920"/>
                <a:ext cx="36869" cy="73700"/>
              </a:xfrm>
              <a:custGeom>
                <a:avLst/>
                <a:gdLst/>
                <a:ahLst/>
                <a:cxnLst/>
                <a:rect l="l" t="t" r="r" b="b"/>
                <a:pathLst>
                  <a:path w="1002" h="2003" extrusionOk="0">
                    <a:moveTo>
                      <a:pt x="0" y="1"/>
                    </a:moveTo>
                    <a:lnTo>
                      <a:pt x="0" y="1002"/>
                    </a:lnTo>
                    <a:lnTo>
                      <a:pt x="0" y="2002"/>
                    </a:lnTo>
                    <a:lnTo>
                      <a:pt x="1001" y="2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9">
                <a:extLst>
                  <a:ext uri="{FF2B5EF4-FFF2-40B4-BE49-F238E27FC236}">
                    <a16:creationId xmlns:a16="http://schemas.microsoft.com/office/drawing/2014/main" id="{10E309AC-AB8A-0136-A08A-73B156FE58DD}"/>
                  </a:ext>
                </a:extLst>
              </p:cNvPr>
              <p:cNvSpPr/>
              <p:nvPr/>
            </p:nvSpPr>
            <p:spPr>
              <a:xfrm>
                <a:off x="2210684" y="4625584"/>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9">
                <a:extLst>
                  <a:ext uri="{FF2B5EF4-FFF2-40B4-BE49-F238E27FC236}">
                    <a16:creationId xmlns:a16="http://schemas.microsoft.com/office/drawing/2014/main" id="{0E7BCCA6-FBF1-1998-3E81-253B3037BBAC}"/>
                  </a:ext>
                </a:extLst>
              </p:cNvPr>
              <p:cNvSpPr/>
              <p:nvPr/>
            </p:nvSpPr>
            <p:spPr>
              <a:xfrm>
                <a:off x="2173889" y="4662415"/>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9">
                <a:extLst>
                  <a:ext uri="{FF2B5EF4-FFF2-40B4-BE49-F238E27FC236}">
                    <a16:creationId xmlns:a16="http://schemas.microsoft.com/office/drawing/2014/main" id="{5E6B4F80-2537-991D-6C93-78D364C9D726}"/>
                  </a:ext>
                </a:extLst>
              </p:cNvPr>
              <p:cNvSpPr/>
              <p:nvPr/>
            </p:nvSpPr>
            <p:spPr>
              <a:xfrm>
                <a:off x="2321143" y="4736042"/>
                <a:ext cx="36869" cy="36869"/>
              </a:xfrm>
              <a:custGeom>
                <a:avLst/>
                <a:gdLst/>
                <a:ahLst/>
                <a:cxnLst/>
                <a:rect l="l" t="t" r="r" b="b"/>
                <a:pathLst>
                  <a:path w="1002" h="1002" extrusionOk="0">
                    <a:moveTo>
                      <a:pt x="1" y="1"/>
                    </a:moveTo>
                    <a:lnTo>
                      <a:pt x="1" y="1001"/>
                    </a:lnTo>
                    <a:lnTo>
                      <a:pt x="1002" y="1001"/>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9">
                <a:extLst>
                  <a:ext uri="{FF2B5EF4-FFF2-40B4-BE49-F238E27FC236}">
                    <a16:creationId xmlns:a16="http://schemas.microsoft.com/office/drawing/2014/main" id="{2EB50D91-55AC-B16B-DFC4-94F8EBCAF305}"/>
                  </a:ext>
                </a:extLst>
              </p:cNvPr>
              <p:cNvSpPr/>
              <p:nvPr/>
            </p:nvSpPr>
            <p:spPr>
              <a:xfrm>
                <a:off x="2247516" y="4736042"/>
                <a:ext cx="36869" cy="36869"/>
              </a:xfrm>
              <a:custGeom>
                <a:avLst/>
                <a:gdLst/>
                <a:ahLst/>
                <a:cxnLst/>
                <a:rect l="l" t="t" r="r" b="b"/>
                <a:pathLst>
                  <a:path w="1002"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39">
                <a:extLst>
                  <a:ext uri="{FF2B5EF4-FFF2-40B4-BE49-F238E27FC236}">
                    <a16:creationId xmlns:a16="http://schemas.microsoft.com/office/drawing/2014/main" id="{1EE14CA1-13F3-7EEF-44B3-6C52EE2F3590}"/>
                  </a:ext>
                </a:extLst>
              </p:cNvPr>
              <p:cNvSpPr/>
              <p:nvPr/>
            </p:nvSpPr>
            <p:spPr>
              <a:xfrm>
                <a:off x="2284348" y="4699210"/>
                <a:ext cx="36832" cy="36869"/>
              </a:xfrm>
              <a:custGeom>
                <a:avLst/>
                <a:gdLst/>
                <a:ahLst/>
                <a:cxnLst/>
                <a:rect l="l" t="t" r="r" b="b"/>
                <a:pathLst>
                  <a:path w="1001" h="1002" extrusionOk="0">
                    <a:moveTo>
                      <a:pt x="0" y="1"/>
                    </a:moveTo>
                    <a:lnTo>
                      <a:pt x="0"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9">
                <a:extLst>
                  <a:ext uri="{FF2B5EF4-FFF2-40B4-BE49-F238E27FC236}">
                    <a16:creationId xmlns:a16="http://schemas.microsoft.com/office/drawing/2014/main" id="{31ACB2B2-DE2B-B63F-CD99-54689D1466AC}"/>
                  </a:ext>
                </a:extLst>
              </p:cNvPr>
              <p:cNvSpPr/>
              <p:nvPr/>
            </p:nvSpPr>
            <p:spPr>
              <a:xfrm>
                <a:off x="2099011" y="4329790"/>
                <a:ext cx="407505" cy="147327"/>
              </a:xfrm>
              <a:custGeom>
                <a:avLst/>
                <a:gdLst/>
                <a:ahLst/>
                <a:cxnLst/>
                <a:rect l="l" t="t" r="r" b="b"/>
                <a:pathLst>
                  <a:path w="11075" h="4004" extrusionOk="0">
                    <a:moveTo>
                      <a:pt x="0" y="0"/>
                    </a:moveTo>
                    <a:lnTo>
                      <a:pt x="0" y="1001"/>
                    </a:lnTo>
                    <a:lnTo>
                      <a:pt x="1001" y="1001"/>
                    </a:lnTo>
                    <a:lnTo>
                      <a:pt x="1001" y="2002"/>
                    </a:lnTo>
                    <a:lnTo>
                      <a:pt x="1001" y="3002"/>
                    </a:lnTo>
                    <a:lnTo>
                      <a:pt x="1001" y="4003"/>
                    </a:lnTo>
                    <a:lnTo>
                      <a:pt x="2035" y="4003"/>
                    </a:lnTo>
                    <a:lnTo>
                      <a:pt x="2035" y="3002"/>
                    </a:lnTo>
                    <a:lnTo>
                      <a:pt x="2035" y="2002"/>
                    </a:lnTo>
                    <a:lnTo>
                      <a:pt x="2035" y="1001"/>
                    </a:lnTo>
                    <a:lnTo>
                      <a:pt x="9040" y="1001"/>
                    </a:lnTo>
                    <a:lnTo>
                      <a:pt x="9040" y="2002"/>
                    </a:lnTo>
                    <a:lnTo>
                      <a:pt x="9040" y="3002"/>
                    </a:lnTo>
                    <a:lnTo>
                      <a:pt x="9040" y="4003"/>
                    </a:lnTo>
                    <a:lnTo>
                      <a:pt x="10074" y="4003"/>
                    </a:lnTo>
                    <a:lnTo>
                      <a:pt x="10074" y="3002"/>
                    </a:lnTo>
                    <a:lnTo>
                      <a:pt x="10074" y="2002"/>
                    </a:lnTo>
                    <a:lnTo>
                      <a:pt x="10074" y="1001"/>
                    </a:lnTo>
                    <a:lnTo>
                      <a:pt x="11075" y="1001"/>
                    </a:lnTo>
                    <a:lnTo>
                      <a:pt x="110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9">
                <a:extLst>
                  <a:ext uri="{FF2B5EF4-FFF2-40B4-BE49-F238E27FC236}">
                    <a16:creationId xmlns:a16="http://schemas.microsoft.com/office/drawing/2014/main" id="{69EA04B0-6DE8-4ADD-9170-8DE91BBCD6F5}"/>
                  </a:ext>
                </a:extLst>
              </p:cNvPr>
              <p:cNvSpPr/>
              <p:nvPr/>
            </p:nvSpPr>
            <p:spPr>
              <a:xfrm>
                <a:off x="2357974" y="4477080"/>
                <a:ext cx="73700" cy="74878"/>
              </a:xfrm>
              <a:custGeom>
                <a:avLst/>
                <a:gdLst/>
                <a:ahLst/>
                <a:cxnLst/>
                <a:rect l="l" t="t" r="r" b="b"/>
                <a:pathLst>
                  <a:path w="2003" h="2035" extrusionOk="0">
                    <a:moveTo>
                      <a:pt x="1001" y="0"/>
                    </a:moveTo>
                    <a:lnTo>
                      <a:pt x="1001" y="1034"/>
                    </a:lnTo>
                    <a:lnTo>
                      <a:pt x="2002" y="1034"/>
                    </a:lnTo>
                    <a:lnTo>
                      <a:pt x="2002" y="0"/>
                    </a:lnTo>
                    <a:close/>
                    <a:moveTo>
                      <a:pt x="1" y="1034"/>
                    </a:moveTo>
                    <a:lnTo>
                      <a:pt x="1" y="2035"/>
                    </a:lnTo>
                    <a:lnTo>
                      <a:pt x="1001" y="2035"/>
                    </a:lnTo>
                    <a:lnTo>
                      <a:pt x="1001" y="103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9">
                <a:extLst>
                  <a:ext uri="{FF2B5EF4-FFF2-40B4-BE49-F238E27FC236}">
                    <a16:creationId xmlns:a16="http://schemas.microsoft.com/office/drawing/2014/main" id="{B3E10C10-94CE-1F20-0059-725C8AD1F554}"/>
                  </a:ext>
                </a:extLst>
              </p:cNvPr>
              <p:cNvSpPr/>
              <p:nvPr/>
            </p:nvSpPr>
            <p:spPr>
              <a:xfrm>
                <a:off x="2321143" y="4551920"/>
                <a:ext cx="36869" cy="73700"/>
              </a:xfrm>
              <a:custGeom>
                <a:avLst/>
                <a:gdLst/>
                <a:ahLst/>
                <a:cxnLst/>
                <a:rect l="l" t="t" r="r" b="b"/>
                <a:pathLst>
                  <a:path w="1002" h="2003" extrusionOk="0">
                    <a:moveTo>
                      <a:pt x="1" y="1"/>
                    </a:moveTo>
                    <a:lnTo>
                      <a:pt x="1" y="1002"/>
                    </a:lnTo>
                    <a:lnTo>
                      <a:pt x="1" y="2002"/>
                    </a:lnTo>
                    <a:lnTo>
                      <a:pt x="1002" y="2002"/>
                    </a:lnTo>
                    <a:lnTo>
                      <a:pt x="1002" y="1002"/>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9">
                <a:extLst>
                  <a:ext uri="{FF2B5EF4-FFF2-40B4-BE49-F238E27FC236}">
                    <a16:creationId xmlns:a16="http://schemas.microsoft.com/office/drawing/2014/main" id="{432DA745-0D76-9105-ADF8-89A943CF8E5E}"/>
                  </a:ext>
                </a:extLst>
              </p:cNvPr>
              <p:cNvSpPr/>
              <p:nvPr/>
            </p:nvSpPr>
            <p:spPr>
              <a:xfrm>
                <a:off x="2357974" y="4625584"/>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9">
                <a:extLst>
                  <a:ext uri="{FF2B5EF4-FFF2-40B4-BE49-F238E27FC236}">
                    <a16:creationId xmlns:a16="http://schemas.microsoft.com/office/drawing/2014/main" id="{9560F539-7B2C-EC07-AC6A-F22C1C62D14C}"/>
                  </a:ext>
                </a:extLst>
              </p:cNvPr>
              <p:cNvSpPr/>
              <p:nvPr/>
            </p:nvSpPr>
            <p:spPr>
              <a:xfrm>
                <a:off x="2394806" y="4662415"/>
                <a:ext cx="36869" cy="36832"/>
              </a:xfrm>
              <a:custGeom>
                <a:avLst/>
                <a:gdLst/>
                <a:ahLst/>
                <a:cxnLst/>
                <a:rect l="l" t="t" r="r" b="b"/>
                <a:pathLst>
                  <a:path w="1002"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9">
                <a:extLst>
                  <a:ext uri="{FF2B5EF4-FFF2-40B4-BE49-F238E27FC236}">
                    <a16:creationId xmlns:a16="http://schemas.microsoft.com/office/drawing/2014/main" id="{1B93289D-976C-3B2E-3CB0-F044AC94F2D1}"/>
                  </a:ext>
                </a:extLst>
              </p:cNvPr>
              <p:cNvSpPr/>
              <p:nvPr/>
            </p:nvSpPr>
            <p:spPr>
              <a:xfrm>
                <a:off x="2099011" y="4699210"/>
                <a:ext cx="407505" cy="148578"/>
              </a:xfrm>
              <a:custGeom>
                <a:avLst/>
                <a:gdLst/>
                <a:ahLst/>
                <a:cxnLst/>
                <a:rect l="l" t="t" r="r" b="b"/>
                <a:pathLst>
                  <a:path w="11075" h="4038" extrusionOk="0">
                    <a:moveTo>
                      <a:pt x="1001" y="1"/>
                    </a:moveTo>
                    <a:lnTo>
                      <a:pt x="1001" y="1002"/>
                    </a:lnTo>
                    <a:lnTo>
                      <a:pt x="1001" y="2002"/>
                    </a:lnTo>
                    <a:lnTo>
                      <a:pt x="1001" y="3036"/>
                    </a:lnTo>
                    <a:lnTo>
                      <a:pt x="0" y="3036"/>
                    </a:lnTo>
                    <a:lnTo>
                      <a:pt x="0" y="4037"/>
                    </a:lnTo>
                    <a:lnTo>
                      <a:pt x="11075" y="4037"/>
                    </a:lnTo>
                    <a:lnTo>
                      <a:pt x="11075" y="3036"/>
                    </a:lnTo>
                    <a:lnTo>
                      <a:pt x="10074" y="3036"/>
                    </a:lnTo>
                    <a:lnTo>
                      <a:pt x="10074" y="2002"/>
                    </a:lnTo>
                    <a:lnTo>
                      <a:pt x="10074" y="1002"/>
                    </a:lnTo>
                    <a:lnTo>
                      <a:pt x="10074" y="1"/>
                    </a:lnTo>
                    <a:lnTo>
                      <a:pt x="9040" y="1"/>
                    </a:lnTo>
                    <a:lnTo>
                      <a:pt x="9040" y="1002"/>
                    </a:lnTo>
                    <a:lnTo>
                      <a:pt x="9040" y="2002"/>
                    </a:lnTo>
                    <a:lnTo>
                      <a:pt x="9040" y="3036"/>
                    </a:lnTo>
                    <a:lnTo>
                      <a:pt x="8039" y="3036"/>
                    </a:lnTo>
                    <a:lnTo>
                      <a:pt x="8039" y="2002"/>
                    </a:lnTo>
                    <a:lnTo>
                      <a:pt x="7039" y="2002"/>
                    </a:lnTo>
                    <a:lnTo>
                      <a:pt x="7039" y="3036"/>
                    </a:lnTo>
                    <a:lnTo>
                      <a:pt x="6038" y="3036"/>
                    </a:lnTo>
                    <a:lnTo>
                      <a:pt x="6038" y="2002"/>
                    </a:lnTo>
                    <a:lnTo>
                      <a:pt x="5037" y="2002"/>
                    </a:lnTo>
                    <a:lnTo>
                      <a:pt x="5037" y="3036"/>
                    </a:lnTo>
                    <a:lnTo>
                      <a:pt x="4036" y="3036"/>
                    </a:lnTo>
                    <a:lnTo>
                      <a:pt x="4036" y="2002"/>
                    </a:lnTo>
                    <a:lnTo>
                      <a:pt x="3036" y="2002"/>
                    </a:lnTo>
                    <a:lnTo>
                      <a:pt x="3036" y="3036"/>
                    </a:lnTo>
                    <a:lnTo>
                      <a:pt x="2035" y="3036"/>
                    </a:lnTo>
                    <a:lnTo>
                      <a:pt x="2035" y="2002"/>
                    </a:lnTo>
                    <a:lnTo>
                      <a:pt x="2035" y="1002"/>
                    </a:lnTo>
                    <a:lnTo>
                      <a:pt x="20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27466673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43">
          <a:extLst>
            <a:ext uri="{FF2B5EF4-FFF2-40B4-BE49-F238E27FC236}">
              <a16:creationId xmlns:a16="http://schemas.microsoft.com/office/drawing/2014/main" id="{CF59B0DE-799E-E6E1-F3C7-5A5A199B0A55}"/>
            </a:ext>
          </a:extLst>
        </p:cNvPr>
        <p:cNvGrpSpPr/>
        <p:nvPr/>
      </p:nvGrpSpPr>
      <p:grpSpPr>
        <a:xfrm>
          <a:off x="0" y="0"/>
          <a:ext cx="0" cy="0"/>
          <a:chOff x="0" y="0"/>
          <a:chExt cx="0" cy="0"/>
        </a:xfrm>
      </p:grpSpPr>
      <p:sp>
        <p:nvSpPr>
          <p:cNvPr id="744" name="Google Shape;744;p39">
            <a:extLst>
              <a:ext uri="{FF2B5EF4-FFF2-40B4-BE49-F238E27FC236}">
                <a16:creationId xmlns:a16="http://schemas.microsoft.com/office/drawing/2014/main" id="{C9C374D0-C929-9B31-3303-4A35CF35E888}"/>
              </a:ext>
            </a:extLst>
          </p:cNvPr>
          <p:cNvSpPr txBox="1">
            <a:spLocks noGrp="1"/>
          </p:cNvSpPr>
          <p:nvPr>
            <p:ph type="title"/>
          </p:nvPr>
        </p:nvSpPr>
        <p:spPr>
          <a:xfrm>
            <a:off x="715100" y="568622"/>
            <a:ext cx="4661100" cy="648600"/>
          </a:xfrm>
          <a:prstGeom prst="rect">
            <a:avLst/>
          </a:prstGeom>
        </p:spPr>
        <p:txBody>
          <a:bodyPr spcFirstLastPara="1" wrap="square" lIns="91425" tIns="91425" rIns="91425" bIns="91425" anchor="ctr" anchorCtr="0">
            <a:noAutofit/>
          </a:bodyPr>
          <a:lstStyle/>
          <a:p>
            <a:pPr lvl="0"/>
            <a:r>
              <a:rPr lang="fr-FR" dirty="0"/>
              <a:t>Hétérogénéité</a:t>
            </a:r>
            <a:endParaRPr dirty="0"/>
          </a:p>
        </p:txBody>
      </p:sp>
      <p:sp>
        <p:nvSpPr>
          <p:cNvPr id="745" name="Google Shape;745;p39">
            <a:extLst>
              <a:ext uri="{FF2B5EF4-FFF2-40B4-BE49-F238E27FC236}">
                <a16:creationId xmlns:a16="http://schemas.microsoft.com/office/drawing/2014/main" id="{F8F51E7C-20A5-DC83-1886-245B3F74BE59}"/>
              </a:ext>
            </a:extLst>
          </p:cNvPr>
          <p:cNvSpPr txBox="1">
            <a:spLocks noGrp="1"/>
          </p:cNvSpPr>
          <p:nvPr>
            <p:ph type="subTitle" idx="1"/>
          </p:nvPr>
        </p:nvSpPr>
        <p:spPr>
          <a:xfrm>
            <a:off x="715100" y="1484555"/>
            <a:ext cx="6847526" cy="1818043"/>
          </a:xfrm>
          <a:prstGeom prst="rect">
            <a:avLst/>
          </a:prstGeom>
        </p:spPr>
        <p:txBody>
          <a:bodyPr spcFirstLastPara="1" wrap="square" lIns="91425" tIns="91425" rIns="91425" bIns="91425" anchor="ctr" anchorCtr="0">
            <a:noAutofit/>
          </a:bodyPr>
          <a:lstStyle/>
          <a:p>
            <a:pPr marL="0" lvl="0" indent="0"/>
            <a:r>
              <a:rPr lang="fr-FR" dirty="0"/>
              <a:t>Teradata permet d’intégrer des données provenant de sources variées, de les centraliser, puis de les analyser de manière cohérente afin de produire une “single source of </a:t>
            </a:r>
            <a:r>
              <a:rPr lang="fr-FR" dirty="0" err="1"/>
              <a:t>truth</a:t>
            </a:r>
            <a:r>
              <a:rPr lang="fr-FR" dirty="0"/>
              <a:t>” décisionnelle pour l’organisation.</a:t>
            </a:r>
            <a:endParaRPr dirty="0"/>
          </a:p>
        </p:txBody>
      </p:sp>
      <p:grpSp>
        <p:nvGrpSpPr>
          <p:cNvPr id="746" name="Google Shape;746;p39">
            <a:extLst>
              <a:ext uri="{FF2B5EF4-FFF2-40B4-BE49-F238E27FC236}">
                <a16:creationId xmlns:a16="http://schemas.microsoft.com/office/drawing/2014/main" id="{C5CB525C-A7F1-021B-EBE5-20724F9A705A}"/>
              </a:ext>
            </a:extLst>
          </p:cNvPr>
          <p:cNvGrpSpPr/>
          <p:nvPr/>
        </p:nvGrpSpPr>
        <p:grpSpPr>
          <a:xfrm>
            <a:off x="7705847" y="4010466"/>
            <a:ext cx="723042" cy="598023"/>
            <a:chOff x="1654675" y="4256126"/>
            <a:chExt cx="851841" cy="704551"/>
          </a:xfrm>
        </p:grpSpPr>
        <p:grpSp>
          <p:nvGrpSpPr>
            <p:cNvPr id="747" name="Google Shape;747;p39">
              <a:extLst>
                <a:ext uri="{FF2B5EF4-FFF2-40B4-BE49-F238E27FC236}">
                  <a16:creationId xmlns:a16="http://schemas.microsoft.com/office/drawing/2014/main" id="{C0BA9496-546C-DE8C-53A6-70575D306F7C}"/>
                </a:ext>
              </a:extLst>
            </p:cNvPr>
            <p:cNvGrpSpPr/>
            <p:nvPr/>
          </p:nvGrpSpPr>
          <p:grpSpPr>
            <a:xfrm>
              <a:off x="1654675" y="4256126"/>
              <a:ext cx="445587" cy="704551"/>
              <a:chOff x="1654675" y="4256126"/>
              <a:chExt cx="445587" cy="704551"/>
            </a:xfrm>
          </p:grpSpPr>
          <p:sp>
            <p:nvSpPr>
              <p:cNvPr id="748" name="Google Shape;748;p39">
                <a:extLst>
                  <a:ext uri="{FF2B5EF4-FFF2-40B4-BE49-F238E27FC236}">
                    <a16:creationId xmlns:a16="http://schemas.microsoft.com/office/drawing/2014/main" id="{E1B6EBC9-E305-4BEC-B503-573D6E2B2384}"/>
                  </a:ext>
                </a:extLst>
              </p:cNvPr>
              <p:cNvSpPr/>
              <p:nvPr/>
            </p:nvSpPr>
            <p:spPr>
              <a:xfrm>
                <a:off x="1655926" y="4257377"/>
                <a:ext cx="440657" cy="703300"/>
              </a:xfrm>
              <a:custGeom>
                <a:avLst/>
                <a:gdLst/>
                <a:ahLst/>
                <a:cxnLst/>
                <a:rect l="l" t="t" r="r" b="b"/>
                <a:pathLst>
                  <a:path w="11976" h="19114" extrusionOk="0">
                    <a:moveTo>
                      <a:pt x="0" y="0"/>
                    </a:moveTo>
                    <a:lnTo>
                      <a:pt x="0" y="17112"/>
                    </a:lnTo>
                    <a:lnTo>
                      <a:pt x="2002" y="17112"/>
                    </a:lnTo>
                    <a:lnTo>
                      <a:pt x="2002" y="16112"/>
                    </a:lnTo>
                    <a:lnTo>
                      <a:pt x="3002" y="16112"/>
                    </a:lnTo>
                    <a:lnTo>
                      <a:pt x="3002" y="15111"/>
                    </a:lnTo>
                    <a:lnTo>
                      <a:pt x="4003" y="15111"/>
                    </a:lnTo>
                    <a:lnTo>
                      <a:pt x="4003" y="14110"/>
                    </a:lnTo>
                    <a:lnTo>
                      <a:pt x="4971" y="14110"/>
                    </a:lnTo>
                    <a:lnTo>
                      <a:pt x="4971" y="16112"/>
                    </a:lnTo>
                    <a:lnTo>
                      <a:pt x="5971" y="16112"/>
                    </a:lnTo>
                    <a:lnTo>
                      <a:pt x="5971" y="18113"/>
                    </a:lnTo>
                    <a:lnTo>
                      <a:pt x="6972" y="18113"/>
                    </a:lnTo>
                    <a:lnTo>
                      <a:pt x="6972" y="19114"/>
                    </a:lnTo>
                    <a:lnTo>
                      <a:pt x="8973" y="19114"/>
                    </a:lnTo>
                    <a:lnTo>
                      <a:pt x="8973" y="18113"/>
                    </a:lnTo>
                    <a:lnTo>
                      <a:pt x="9974" y="18113"/>
                    </a:lnTo>
                    <a:lnTo>
                      <a:pt x="9974" y="16112"/>
                    </a:lnTo>
                    <a:lnTo>
                      <a:pt x="8973" y="16112"/>
                    </a:lnTo>
                    <a:lnTo>
                      <a:pt x="8973" y="14110"/>
                    </a:lnTo>
                    <a:lnTo>
                      <a:pt x="7973" y="14110"/>
                    </a:lnTo>
                    <a:lnTo>
                      <a:pt x="7973" y="13110"/>
                    </a:lnTo>
                    <a:lnTo>
                      <a:pt x="11976" y="13110"/>
                    </a:lnTo>
                    <a:lnTo>
                      <a:pt x="11976" y="12009"/>
                    </a:lnTo>
                    <a:lnTo>
                      <a:pt x="11976" y="11008"/>
                    </a:lnTo>
                    <a:lnTo>
                      <a:pt x="11042" y="11008"/>
                    </a:lnTo>
                    <a:lnTo>
                      <a:pt x="11042" y="10007"/>
                    </a:lnTo>
                    <a:lnTo>
                      <a:pt x="10041" y="10007"/>
                    </a:lnTo>
                    <a:lnTo>
                      <a:pt x="10041" y="9007"/>
                    </a:lnTo>
                    <a:lnTo>
                      <a:pt x="9040" y="9007"/>
                    </a:lnTo>
                    <a:lnTo>
                      <a:pt x="9040" y="8006"/>
                    </a:lnTo>
                    <a:lnTo>
                      <a:pt x="8039" y="8006"/>
                    </a:lnTo>
                    <a:lnTo>
                      <a:pt x="8039" y="7005"/>
                    </a:lnTo>
                    <a:lnTo>
                      <a:pt x="7039" y="7005"/>
                    </a:lnTo>
                    <a:lnTo>
                      <a:pt x="7039" y="6005"/>
                    </a:lnTo>
                    <a:lnTo>
                      <a:pt x="6038" y="6005"/>
                    </a:lnTo>
                    <a:lnTo>
                      <a:pt x="6038" y="5004"/>
                    </a:lnTo>
                    <a:lnTo>
                      <a:pt x="5037" y="5004"/>
                    </a:lnTo>
                    <a:lnTo>
                      <a:pt x="5037" y="4003"/>
                    </a:lnTo>
                    <a:lnTo>
                      <a:pt x="4037" y="4003"/>
                    </a:lnTo>
                    <a:lnTo>
                      <a:pt x="4037" y="3002"/>
                    </a:lnTo>
                    <a:lnTo>
                      <a:pt x="3036" y="3002"/>
                    </a:lnTo>
                    <a:lnTo>
                      <a:pt x="3036" y="2002"/>
                    </a:lnTo>
                    <a:lnTo>
                      <a:pt x="2035" y="2002"/>
                    </a:lnTo>
                    <a:lnTo>
                      <a:pt x="2035" y="1001"/>
                    </a:lnTo>
                    <a:lnTo>
                      <a:pt x="1001" y="1001"/>
                    </a:lnTo>
                    <a:lnTo>
                      <a:pt x="100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9">
                <a:extLst>
                  <a:ext uri="{FF2B5EF4-FFF2-40B4-BE49-F238E27FC236}">
                    <a16:creationId xmlns:a16="http://schemas.microsoft.com/office/drawing/2014/main" id="{DE6B40DF-433D-9CC9-F020-0258F29F6BC1}"/>
                  </a:ext>
                </a:extLst>
              </p:cNvPr>
              <p:cNvSpPr/>
              <p:nvPr/>
            </p:nvSpPr>
            <p:spPr>
              <a:xfrm>
                <a:off x="1654675" y="4256126"/>
                <a:ext cx="36869" cy="628459"/>
              </a:xfrm>
              <a:custGeom>
                <a:avLst/>
                <a:gdLst/>
                <a:ahLst/>
                <a:cxnLst/>
                <a:rect l="l" t="t" r="r" b="b"/>
                <a:pathLst>
                  <a:path w="1002" h="17080" extrusionOk="0">
                    <a:moveTo>
                      <a:pt x="1" y="1"/>
                    </a:moveTo>
                    <a:lnTo>
                      <a:pt x="1" y="17080"/>
                    </a:lnTo>
                    <a:lnTo>
                      <a:pt x="1002" y="17080"/>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9">
                <a:extLst>
                  <a:ext uri="{FF2B5EF4-FFF2-40B4-BE49-F238E27FC236}">
                    <a16:creationId xmlns:a16="http://schemas.microsoft.com/office/drawing/2014/main" id="{103CDE56-DE5A-C0EA-8456-4CA0DAA1D993}"/>
                  </a:ext>
                </a:extLst>
              </p:cNvPr>
              <p:cNvSpPr/>
              <p:nvPr/>
            </p:nvSpPr>
            <p:spPr>
              <a:xfrm>
                <a:off x="1692758" y="4292958"/>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9">
                <a:extLst>
                  <a:ext uri="{FF2B5EF4-FFF2-40B4-BE49-F238E27FC236}">
                    <a16:creationId xmlns:a16="http://schemas.microsoft.com/office/drawing/2014/main" id="{3C3B6DF6-7AB3-9109-C5B8-0584EFA9B6C6}"/>
                  </a:ext>
                </a:extLst>
              </p:cNvPr>
              <p:cNvSpPr/>
              <p:nvPr/>
            </p:nvSpPr>
            <p:spPr>
              <a:xfrm>
                <a:off x="1729553" y="4329790"/>
                <a:ext cx="36869" cy="36832"/>
              </a:xfrm>
              <a:custGeom>
                <a:avLst/>
                <a:gdLst/>
                <a:ahLst/>
                <a:cxnLst/>
                <a:rect l="l" t="t" r="r" b="b"/>
                <a:pathLst>
                  <a:path w="1002" h="1001"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9">
                <a:extLst>
                  <a:ext uri="{FF2B5EF4-FFF2-40B4-BE49-F238E27FC236}">
                    <a16:creationId xmlns:a16="http://schemas.microsoft.com/office/drawing/2014/main" id="{81852D75-AF82-8292-25D6-A29A4C37E519}"/>
                  </a:ext>
                </a:extLst>
              </p:cNvPr>
              <p:cNvSpPr/>
              <p:nvPr/>
            </p:nvSpPr>
            <p:spPr>
              <a:xfrm>
                <a:off x="1765170" y="4366621"/>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9">
                <a:extLst>
                  <a:ext uri="{FF2B5EF4-FFF2-40B4-BE49-F238E27FC236}">
                    <a16:creationId xmlns:a16="http://schemas.microsoft.com/office/drawing/2014/main" id="{752C405C-4A94-4EBD-70FA-524DBE90EE74}"/>
                  </a:ext>
                </a:extLst>
              </p:cNvPr>
              <p:cNvSpPr/>
              <p:nvPr/>
            </p:nvSpPr>
            <p:spPr>
              <a:xfrm>
                <a:off x="1803216" y="4403416"/>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9">
                <a:extLst>
                  <a:ext uri="{FF2B5EF4-FFF2-40B4-BE49-F238E27FC236}">
                    <a16:creationId xmlns:a16="http://schemas.microsoft.com/office/drawing/2014/main" id="{DBE9CF21-DC2D-8990-0DDF-7DB153B54A5E}"/>
                  </a:ext>
                </a:extLst>
              </p:cNvPr>
              <p:cNvSpPr/>
              <p:nvPr/>
            </p:nvSpPr>
            <p:spPr>
              <a:xfrm>
                <a:off x="1841262" y="4440248"/>
                <a:ext cx="36832" cy="36869"/>
              </a:xfrm>
              <a:custGeom>
                <a:avLst/>
                <a:gdLst/>
                <a:ahLst/>
                <a:cxnLst/>
                <a:rect l="l" t="t" r="r" b="b"/>
                <a:pathLst>
                  <a:path w="1001" h="1002"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9">
                <a:extLst>
                  <a:ext uri="{FF2B5EF4-FFF2-40B4-BE49-F238E27FC236}">
                    <a16:creationId xmlns:a16="http://schemas.microsoft.com/office/drawing/2014/main" id="{BD862ABD-BCA5-350B-E8FD-F80887903408}"/>
                  </a:ext>
                </a:extLst>
              </p:cNvPr>
              <p:cNvSpPr/>
              <p:nvPr/>
            </p:nvSpPr>
            <p:spPr>
              <a:xfrm>
                <a:off x="1878057" y="4477080"/>
                <a:ext cx="36869" cy="36832"/>
              </a:xfrm>
              <a:custGeom>
                <a:avLst/>
                <a:gdLst/>
                <a:ahLst/>
                <a:cxnLst/>
                <a:rect l="l" t="t" r="r" b="b"/>
                <a:pathLst>
                  <a:path w="1002" h="1001"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9">
                <a:extLst>
                  <a:ext uri="{FF2B5EF4-FFF2-40B4-BE49-F238E27FC236}">
                    <a16:creationId xmlns:a16="http://schemas.microsoft.com/office/drawing/2014/main" id="{D2DFC1D5-5E27-020C-0C7D-5F89DF278CDC}"/>
                  </a:ext>
                </a:extLst>
              </p:cNvPr>
              <p:cNvSpPr/>
              <p:nvPr/>
            </p:nvSpPr>
            <p:spPr>
              <a:xfrm>
                <a:off x="1914889" y="4515125"/>
                <a:ext cx="36869" cy="36832"/>
              </a:xfrm>
              <a:custGeom>
                <a:avLst/>
                <a:gdLst/>
                <a:ahLst/>
                <a:cxnLst/>
                <a:rect l="l" t="t" r="r" b="b"/>
                <a:pathLst>
                  <a:path w="1002" h="1001"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9">
                <a:extLst>
                  <a:ext uri="{FF2B5EF4-FFF2-40B4-BE49-F238E27FC236}">
                    <a16:creationId xmlns:a16="http://schemas.microsoft.com/office/drawing/2014/main" id="{CCF1A64D-7B60-E4DE-35D9-DF9EAF11DE96}"/>
                  </a:ext>
                </a:extLst>
              </p:cNvPr>
              <p:cNvSpPr/>
              <p:nvPr/>
            </p:nvSpPr>
            <p:spPr>
              <a:xfrm>
                <a:off x="1951721" y="4551920"/>
                <a:ext cx="36869" cy="36869"/>
              </a:xfrm>
              <a:custGeom>
                <a:avLst/>
                <a:gdLst/>
                <a:ahLst/>
                <a:cxnLst/>
                <a:rect l="l" t="t" r="r" b="b"/>
                <a:pathLst>
                  <a:path w="1002" h="1002" extrusionOk="0">
                    <a:moveTo>
                      <a:pt x="0" y="1"/>
                    </a:moveTo>
                    <a:lnTo>
                      <a:pt x="0"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9">
                <a:extLst>
                  <a:ext uri="{FF2B5EF4-FFF2-40B4-BE49-F238E27FC236}">
                    <a16:creationId xmlns:a16="http://schemas.microsoft.com/office/drawing/2014/main" id="{66EA9D7D-3B84-B462-AF01-285B2AE51B11}"/>
                  </a:ext>
                </a:extLst>
              </p:cNvPr>
              <p:cNvSpPr/>
              <p:nvPr/>
            </p:nvSpPr>
            <p:spPr>
              <a:xfrm>
                <a:off x="1988553" y="4588752"/>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9">
                <a:extLst>
                  <a:ext uri="{FF2B5EF4-FFF2-40B4-BE49-F238E27FC236}">
                    <a16:creationId xmlns:a16="http://schemas.microsoft.com/office/drawing/2014/main" id="{D94BB155-D0D7-4BE9-239A-90E6952028FF}"/>
                  </a:ext>
                </a:extLst>
              </p:cNvPr>
              <p:cNvSpPr/>
              <p:nvPr/>
            </p:nvSpPr>
            <p:spPr>
              <a:xfrm>
                <a:off x="2025348" y="4625584"/>
                <a:ext cx="36869" cy="36869"/>
              </a:xfrm>
              <a:custGeom>
                <a:avLst/>
                <a:gdLst/>
                <a:ahLst/>
                <a:cxnLst/>
                <a:rect l="l" t="t" r="r" b="b"/>
                <a:pathLst>
                  <a:path w="1002" h="1002"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9">
                <a:extLst>
                  <a:ext uri="{FF2B5EF4-FFF2-40B4-BE49-F238E27FC236}">
                    <a16:creationId xmlns:a16="http://schemas.microsoft.com/office/drawing/2014/main" id="{C2FC6AE3-51C9-B543-3234-7E5D48FA166C}"/>
                  </a:ext>
                </a:extLst>
              </p:cNvPr>
              <p:cNvSpPr/>
              <p:nvPr/>
            </p:nvSpPr>
            <p:spPr>
              <a:xfrm>
                <a:off x="2062179" y="4662415"/>
                <a:ext cx="36869" cy="36832"/>
              </a:xfrm>
              <a:custGeom>
                <a:avLst/>
                <a:gdLst/>
                <a:ahLst/>
                <a:cxnLst/>
                <a:rect l="l" t="t" r="r" b="b"/>
                <a:pathLst>
                  <a:path w="1002" h="1001" extrusionOk="0">
                    <a:moveTo>
                      <a:pt x="1" y="0"/>
                    </a:moveTo>
                    <a:lnTo>
                      <a:pt x="1" y="1001"/>
                    </a:lnTo>
                    <a:lnTo>
                      <a:pt x="1001" y="1001"/>
                    </a:lnTo>
                    <a:lnTo>
                      <a:pt x="100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9">
                <a:extLst>
                  <a:ext uri="{FF2B5EF4-FFF2-40B4-BE49-F238E27FC236}">
                    <a16:creationId xmlns:a16="http://schemas.microsoft.com/office/drawing/2014/main" id="{156386A9-D1A9-DED1-4945-5B90EB113EF0}"/>
                  </a:ext>
                </a:extLst>
              </p:cNvPr>
              <p:cNvSpPr/>
              <p:nvPr/>
            </p:nvSpPr>
            <p:spPr>
              <a:xfrm>
                <a:off x="1914889" y="4699210"/>
                <a:ext cx="185373" cy="36869"/>
              </a:xfrm>
              <a:custGeom>
                <a:avLst/>
                <a:gdLst/>
                <a:ahLst/>
                <a:cxnLst/>
                <a:rect l="l" t="t" r="r" b="b"/>
                <a:pathLst>
                  <a:path w="5038" h="1002" extrusionOk="0">
                    <a:moveTo>
                      <a:pt x="1" y="1"/>
                    </a:moveTo>
                    <a:lnTo>
                      <a:pt x="1" y="1002"/>
                    </a:lnTo>
                    <a:lnTo>
                      <a:pt x="5038" y="1002"/>
                    </a:lnTo>
                    <a:lnTo>
                      <a:pt x="50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9">
                <a:extLst>
                  <a:ext uri="{FF2B5EF4-FFF2-40B4-BE49-F238E27FC236}">
                    <a16:creationId xmlns:a16="http://schemas.microsoft.com/office/drawing/2014/main" id="{8EF614C4-47F2-0C41-EFCA-41DAA6DA3AF4}"/>
                  </a:ext>
                </a:extLst>
              </p:cNvPr>
              <p:cNvSpPr/>
              <p:nvPr/>
            </p:nvSpPr>
            <p:spPr>
              <a:xfrm>
                <a:off x="1914889" y="4736042"/>
                <a:ext cx="36869" cy="36869"/>
              </a:xfrm>
              <a:custGeom>
                <a:avLst/>
                <a:gdLst/>
                <a:ahLst/>
                <a:cxnLst/>
                <a:rect l="l" t="t" r="r" b="b"/>
                <a:pathLst>
                  <a:path w="1002" h="1002" extrusionOk="0">
                    <a:moveTo>
                      <a:pt x="1" y="1"/>
                    </a:moveTo>
                    <a:lnTo>
                      <a:pt x="1"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9">
                <a:extLst>
                  <a:ext uri="{FF2B5EF4-FFF2-40B4-BE49-F238E27FC236}">
                    <a16:creationId xmlns:a16="http://schemas.microsoft.com/office/drawing/2014/main" id="{513A794E-353C-FFEB-C121-E886A857C244}"/>
                  </a:ext>
                </a:extLst>
              </p:cNvPr>
              <p:cNvSpPr/>
              <p:nvPr/>
            </p:nvSpPr>
            <p:spPr>
              <a:xfrm>
                <a:off x="1803216" y="4736042"/>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9">
                <a:extLst>
                  <a:ext uri="{FF2B5EF4-FFF2-40B4-BE49-F238E27FC236}">
                    <a16:creationId xmlns:a16="http://schemas.microsoft.com/office/drawing/2014/main" id="{4ED9B151-BD0A-E8D3-775A-AE38D12FEF19}"/>
                  </a:ext>
                </a:extLst>
              </p:cNvPr>
              <p:cNvSpPr/>
              <p:nvPr/>
            </p:nvSpPr>
            <p:spPr>
              <a:xfrm>
                <a:off x="1841262" y="4772874"/>
                <a:ext cx="36832" cy="73664"/>
              </a:xfrm>
              <a:custGeom>
                <a:avLst/>
                <a:gdLst/>
                <a:ahLst/>
                <a:cxnLst/>
                <a:rect l="l" t="t" r="r" b="b"/>
                <a:pathLst>
                  <a:path w="1001" h="2002" extrusionOk="0">
                    <a:moveTo>
                      <a:pt x="0" y="0"/>
                    </a:moveTo>
                    <a:lnTo>
                      <a:pt x="0"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9">
                <a:extLst>
                  <a:ext uri="{FF2B5EF4-FFF2-40B4-BE49-F238E27FC236}">
                    <a16:creationId xmlns:a16="http://schemas.microsoft.com/office/drawing/2014/main" id="{3DD2DFF5-087E-B914-116A-0DA7DBD07D2B}"/>
                  </a:ext>
                </a:extLst>
              </p:cNvPr>
              <p:cNvSpPr/>
              <p:nvPr/>
            </p:nvSpPr>
            <p:spPr>
              <a:xfrm>
                <a:off x="1878057" y="4847751"/>
                <a:ext cx="36869" cy="73664"/>
              </a:xfrm>
              <a:custGeom>
                <a:avLst/>
                <a:gdLst/>
                <a:ahLst/>
                <a:cxnLst/>
                <a:rect l="l" t="t" r="r" b="b"/>
                <a:pathLst>
                  <a:path w="1002" h="2002" extrusionOk="0">
                    <a:moveTo>
                      <a:pt x="1" y="0"/>
                    </a:moveTo>
                    <a:lnTo>
                      <a:pt x="1" y="2001"/>
                    </a:lnTo>
                    <a:lnTo>
                      <a:pt x="1002" y="2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9">
                <a:extLst>
                  <a:ext uri="{FF2B5EF4-FFF2-40B4-BE49-F238E27FC236}">
                    <a16:creationId xmlns:a16="http://schemas.microsoft.com/office/drawing/2014/main" id="{BDF2E414-B8A2-2632-2892-9B4D5380C0ED}"/>
                  </a:ext>
                </a:extLst>
              </p:cNvPr>
              <p:cNvSpPr/>
              <p:nvPr/>
            </p:nvSpPr>
            <p:spPr>
              <a:xfrm>
                <a:off x="1914889" y="4921378"/>
                <a:ext cx="73700" cy="36869"/>
              </a:xfrm>
              <a:custGeom>
                <a:avLst/>
                <a:gdLst/>
                <a:ahLst/>
                <a:cxnLst/>
                <a:rect l="l" t="t" r="r" b="b"/>
                <a:pathLst>
                  <a:path w="2003" h="1002" extrusionOk="0">
                    <a:moveTo>
                      <a:pt x="1" y="0"/>
                    </a:moveTo>
                    <a:lnTo>
                      <a:pt x="1" y="1001"/>
                    </a:lnTo>
                    <a:lnTo>
                      <a:pt x="2002" y="1001"/>
                    </a:lnTo>
                    <a:lnTo>
                      <a:pt x="2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9">
                <a:extLst>
                  <a:ext uri="{FF2B5EF4-FFF2-40B4-BE49-F238E27FC236}">
                    <a16:creationId xmlns:a16="http://schemas.microsoft.com/office/drawing/2014/main" id="{71B275B7-A9CB-92B0-A9FF-A0B61BA0D29C}"/>
                  </a:ext>
                </a:extLst>
              </p:cNvPr>
              <p:cNvSpPr/>
              <p:nvPr/>
            </p:nvSpPr>
            <p:spPr>
              <a:xfrm>
                <a:off x="1951721" y="4772874"/>
                <a:ext cx="36869" cy="73664"/>
              </a:xfrm>
              <a:custGeom>
                <a:avLst/>
                <a:gdLst/>
                <a:ahLst/>
                <a:cxnLst/>
                <a:rect l="l" t="t" r="r" b="b"/>
                <a:pathLst>
                  <a:path w="1002" h="2002" extrusionOk="0">
                    <a:moveTo>
                      <a:pt x="0" y="0"/>
                    </a:moveTo>
                    <a:lnTo>
                      <a:pt x="0"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9">
                <a:extLst>
                  <a:ext uri="{FF2B5EF4-FFF2-40B4-BE49-F238E27FC236}">
                    <a16:creationId xmlns:a16="http://schemas.microsoft.com/office/drawing/2014/main" id="{A49EA44B-753E-723F-9861-12160C6DE388}"/>
                  </a:ext>
                </a:extLst>
              </p:cNvPr>
              <p:cNvSpPr/>
              <p:nvPr/>
            </p:nvSpPr>
            <p:spPr>
              <a:xfrm>
                <a:off x="1988553" y="4847751"/>
                <a:ext cx="36832" cy="73664"/>
              </a:xfrm>
              <a:custGeom>
                <a:avLst/>
                <a:gdLst/>
                <a:ahLst/>
                <a:cxnLst/>
                <a:rect l="l" t="t" r="r" b="b"/>
                <a:pathLst>
                  <a:path w="1001" h="2002" extrusionOk="0">
                    <a:moveTo>
                      <a:pt x="0" y="0"/>
                    </a:moveTo>
                    <a:lnTo>
                      <a:pt x="0" y="2001"/>
                    </a:lnTo>
                    <a:lnTo>
                      <a:pt x="1001" y="2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9">
                <a:extLst>
                  <a:ext uri="{FF2B5EF4-FFF2-40B4-BE49-F238E27FC236}">
                    <a16:creationId xmlns:a16="http://schemas.microsoft.com/office/drawing/2014/main" id="{8E01B5E5-6011-3931-944F-4C71D7A1E6B3}"/>
                  </a:ext>
                </a:extLst>
              </p:cNvPr>
              <p:cNvSpPr/>
              <p:nvPr/>
            </p:nvSpPr>
            <p:spPr>
              <a:xfrm>
                <a:off x="1765170" y="4772874"/>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9">
                <a:extLst>
                  <a:ext uri="{FF2B5EF4-FFF2-40B4-BE49-F238E27FC236}">
                    <a16:creationId xmlns:a16="http://schemas.microsoft.com/office/drawing/2014/main" id="{488E6F2E-4677-B12C-FD86-9C5E2F615256}"/>
                  </a:ext>
                </a:extLst>
              </p:cNvPr>
              <p:cNvSpPr/>
              <p:nvPr/>
            </p:nvSpPr>
            <p:spPr>
              <a:xfrm>
                <a:off x="1729553" y="4810920"/>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9">
                <a:extLst>
                  <a:ext uri="{FF2B5EF4-FFF2-40B4-BE49-F238E27FC236}">
                    <a16:creationId xmlns:a16="http://schemas.microsoft.com/office/drawing/2014/main" id="{23823878-2821-AE91-4831-1151F47C7F95}"/>
                  </a:ext>
                </a:extLst>
              </p:cNvPr>
              <p:cNvSpPr/>
              <p:nvPr/>
            </p:nvSpPr>
            <p:spPr>
              <a:xfrm>
                <a:off x="1692758" y="4847751"/>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2" name="Google Shape;772;p39">
              <a:extLst>
                <a:ext uri="{FF2B5EF4-FFF2-40B4-BE49-F238E27FC236}">
                  <a16:creationId xmlns:a16="http://schemas.microsoft.com/office/drawing/2014/main" id="{9643633A-6F4E-65BB-B6B3-4BA0EC729F93}"/>
                </a:ext>
              </a:extLst>
            </p:cNvPr>
            <p:cNvGrpSpPr/>
            <p:nvPr/>
          </p:nvGrpSpPr>
          <p:grpSpPr>
            <a:xfrm>
              <a:off x="2099011" y="4329790"/>
              <a:ext cx="407505" cy="517999"/>
              <a:chOff x="2099011" y="4329790"/>
              <a:chExt cx="407505" cy="517999"/>
            </a:xfrm>
          </p:grpSpPr>
          <p:sp>
            <p:nvSpPr>
              <p:cNvPr id="773" name="Google Shape;773;p39">
                <a:extLst>
                  <a:ext uri="{FF2B5EF4-FFF2-40B4-BE49-F238E27FC236}">
                    <a16:creationId xmlns:a16="http://schemas.microsoft.com/office/drawing/2014/main" id="{910B2748-1978-E08E-D9E1-60985B19967E}"/>
                  </a:ext>
                </a:extLst>
              </p:cNvPr>
              <p:cNvSpPr/>
              <p:nvPr/>
            </p:nvSpPr>
            <p:spPr>
              <a:xfrm>
                <a:off x="2100225" y="4331004"/>
                <a:ext cx="405076" cy="515535"/>
              </a:xfrm>
              <a:custGeom>
                <a:avLst/>
                <a:gdLst/>
                <a:ahLst/>
                <a:cxnLst/>
                <a:rect l="l" t="t" r="r" b="b"/>
                <a:pathLst>
                  <a:path w="11009" h="14011" extrusionOk="0">
                    <a:moveTo>
                      <a:pt x="1" y="1"/>
                    </a:moveTo>
                    <a:lnTo>
                      <a:pt x="1" y="1001"/>
                    </a:lnTo>
                    <a:lnTo>
                      <a:pt x="1001" y="1001"/>
                    </a:lnTo>
                    <a:lnTo>
                      <a:pt x="1001" y="2002"/>
                    </a:lnTo>
                    <a:lnTo>
                      <a:pt x="1001" y="3003"/>
                    </a:lnTo>
                    <a:lnTo>
                      <a:pt x="1001" y="4004"/>
                    </a:lnTo>
                    <a:lnTo>
                      <a:pt x="2002" y="4004"/>
                    </a:lnTo>
                    <a:lnTo>
                      <a:pt x="2002" y="5004"/>
                    </a:lnTo>
                    <a:lnTo>
                      <a:pt x="3003" y="5004"/>
                    </a:lnTo>
                    <a:lnTo>
                      <a:pt x="3003" y="6005"/>
                    </a:lnTo>
                    <a:lnTo>
                      <a:pt x="4003" y="6005"/>
                    </a:lnTo>
                    <a:lnTo>
                      <a:pt x="4003" y="7006"/>
                    </a:lnTo>
                    <a:lnTo>
                      <a:pt x="4003" y="8006"/>
                    </a:lnTo>
                    <a:lnTo>
                      <a:pt x="3003" y="8006"/>
                    </a:lnTo>
                    <a:lnTo>
                      <a:pt x="3003" y="9007"/>
                    </a:lnTo>
                    <a:lnTo>
                      <a:pt x="2002" y="9007"/>
                    </a:lnTo>
                    <a:lnTo>
                      <a:pt x="2002" y="10008"/>
                    </a:lnTo>
                    <a:lnTo>
                      <a:pt x="1001" y="10008"/>
                    </a:lnTo>
                    <a:lnTo>
                      <a:pt x="1001" y="11009"/>
                    </a:lnTo>
                    <a:lnTo>
                      <a:pt x="1001" y="12009"/>
                    </a:lnTo>
                    <a:lnTo>
                      <a:pt x="1001" y="13010"/>
                    </a:lnTo>
                    <a:lnTo>
                      <a:pt x="1" y="13010"/>
                    </a:lnTo>
                    <a:lnTo>
                      <a:pt x="1" y="14011"/>
                    </a:lnTo>
                    <a:lnTo>
                      <a:pt x="11008" y="14011"/>
                    </a:lnTo>
                    <a:lnTo>
                      <a:pt x="11008" y="13010"/>
                    </a:lnTo>
                    <a:lnTo>
                      <a:pt x="10008" y="13010"/>
                    </a:lnTo>
                    <a:lnTo>
                      <a:pt x="10008" y="12009"/>
                    </a:lnTo>
                    <a:lnTo>
                      <a:pt x="10008" y="11009"/>
                    </a:lnTo>
                    <a:lnTo>
                      <a:pt x="10008" y="10008"/>
                    </a:lnTo>
                    <a:lnTo>
                      <a:pt x="9007" y="10008"/>
                    </a:lnTo>
                    <a:lnTo>
                      <a:pt x="9007" y="9007"/>
                    </a:lnTo>
                    <a:lnTo>
                      <a:pt x="8006" y="9007"/>
                    </a:lnTo>
                    <a:lnTo>
                      <a:pt x="8006" y="8006"/>
                    </a:lnTo>
                    <a:lnTo>
                      <a:pt x="7006" y="8006"/>
                    </a:lnTo>
                    <a:lnTo>
                      <a:pt x="7006" y="7006"/>
                    </a:lnTo>
                    <a:lnTo>
                      <a:pt x="7006" y="6005"/>
                    </a:lnTo>
                    <a:lnTo>
                      <a:pt x="8006" y="6005"/>
                    </a:lnTo>
                    <a:lnTo>
                      <a:pt x="8006" y="5004"/>
                    </a:lnTo>
                    <a:lnTo>
                      <a:pt x="9007" y="5004"/>
                    </a:lnTo>
                    <a:lnTo>
                      <a:pt x="9007" y="4004"/>
                    </a:lnTo>
                    <a:lnTo>
                      <a:pt x="10008" y="4004"/>
                    </a:lnTo>
                    <a:lnTo>
                      <a:pt x="10008" y="3003"/>
                    </a:lnTo>
                    <a:lnTo>
                      <a:pt x="10008" y="2002"/>
                    </a:lnTo>
                    <a:lnTo>
                      <a:pt x="10008" y="1001"/>
                    </a:lnTo>
                    <a:lnTo>
                      <a:pt x="11008" y="1001"/>
                    </a:lnTo>
                    <a:lnTo>
                      <a:pt x="1100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9">
                <a:extLst>
                  <a:ext uri="{FF2B5EF4-FFF2-40B4-BE49-F238E27FC236}">
                    <a16:creationId xmlns:a16="http://schemas.microsoft.com/office/drawing/2014/main" id="{0014C174-C894-8466-A0B0-96371CFA43B6}"/>
                  </a:ext>
                </a:extLst>
              </p:cNvPr>
              <p:cNvSpPr/>
              <p:nvPr/>
            </p:nvSpPr>
            <p:spPr>
              <a:xfrm>
                <a:off x="2173889" y="4477080"/>
                <a:ext cx="73664" cy="74878"/>
              </a:xfrm>
              <a:custGeom>
                <a:avLst/>
                <a:gdLst/>
                <a:ahLst/>
                <a:cxnLst/>
                <a:rect l="l" t="t" r="r" b="b"/>
                <a:pathLst>
                  <a:path w="2002" h="2035" extrusionOk="0">
                    <a:moveTo>
                      <a:pt x="0" y="0"/>
                    </a:moveTo>
                    <a:lnTo>
                      <a:pt x="0" y="1034"/>
                    </a:lnTo>
                    <a:lnTo>
                      <a:pt x="1001" y="1034"/>
                    </a:lnTo>
                    <a:lnTo>
                      <a:pt x="1001" y="0"/>
                    </a:lnTo>
                    <a:close/>
                    <a:moveTo>
                      <a:pt x="1001" y="1034"/>
                    </a:moveTo>
                    <a:lnTo>
                      <a:pt x="1001" y="2035"/>
                    </a:lnTo>
                    <a:lnTo>
                      <a:pt x="2001" y="2035"/>
                    </a:lnTo>
                    <a:lnTo>
                      <a:pt x="2001" y="103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9">
                <a:extLst>
                  <a:ext uri="{FF2B5EF4-FFF2-40B4-BE49-F238E27FC236}">
                    <a16:creationId xmlns:a16="http://schemas.microsoft.com/office/drawing/2014/main" id="{41CAC28D-38DC-2282-9E61-7AD064447125}"/>
                  </a:ext>
                </a:extLst>
              </p:cNvPr>
              <p:cNvSpPr/>
              <p:nvPr/>
            </p:nvSpPr>
            <p:spPr>
              <a:xfrm>
                <a:off x="2284348" y="4477080"/>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9">
                <a:extLst>
                  <a:ext uri="{FF2B5EF4-FFF2-40B4-BE49-F238E27FC236}">
                    <a16:creationId xmlns:a16="http://schemas.microsoft.com/office/drawing/2014/main" id="{2FF9AF80-A7BD-BD9D-25A0-BCD6515BB1DD}"/>
                  </a:ext>
                </a:extLst>
              </p:cNvPr>
              <p:cNvSpPr/>
              <p:nvPr/>
            </p:nvSpPr>
            <p:spPr>
              <a:xfrm>
                <a:off x="2247516" y="4440248"/>
                <a:ext cx="36869" cy="36869"/>
              </a:xfrm>
              <a:custGeom>
                <a:avLst/>
                <a:gdLst/>
                <a:ahLst/>
                <a:cxnLst/>
                <a:rect l="l" t="t" r="r" b="b"/>
                <a:pathLst>
                  <a:path w="1002" h="1002"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9">
                <a:extLst>
                  <a:ext uri="{FF2B5EF4-FFF2-40B4-BE49-F238E27FC236}">
                    <a16:creationId xmlns:a16="http://schemas.microsoft.com/office/drawing/2014/main" id="{5E8662FE-D98E-134B-F105-1C05A2C39001}"/>
                  </a:ext>
                </a:extLst>
              </p:cNvPr>
              <p:cNvSpPr/>
              <p:nvPr/>
            </p:nvSpPr>
            <p:spPr>
              <a:xfrm>
                <a:off x="2321143" y="4440248"/>
                <a:ext cx="36869" cy="36869"/>
              </a:xfrm>
              <a:custGeom>
                <a:avLst/>
                <a:gdLst/>
                <a:ahLst/>
                <a:cxnLst/>
                <a:rect l="l" t="t" r="r" b="b"/>
                <a:pathLst>
                  <a:path w="1002" h="1002"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9">
                <a:extLst>
                  <a:ext uri="{FF2B5EF4-FFF2-40B4-BE49-F238E27FC236}">
                    <a16:creationId xmlns:a16="http://schemas.microsoft.com/office/drawing/2014/main" id="{8AD0F85C-78F7-D56E-2628-FE83EDA27035}"/>
                  </a:ext>
                </a:extLst>
              </p:cNvPr>
              <p:cNvSpPr/>
              <p:nvPr/>
            </p:nvSpPr>
            <p:spPr>
              <a:xfrm>
                <a:off x="2247516" y="4551920"/>
                <a:ext cx="36869" cy="73700"/>
              </a:xfrm>
              <a:custGeom>
                <a:avLst/>
                <a:gdLst/>
                <a:ahLst/>
                <a:cxnLst/>
                <a:rect l="l" t="t" r="r" b="b"/>
                <a:pathLst>
                  <a:path w="1002" h="2003" extrusionOk="0">
                    <a:moveTo>
                      <a:pt x="0" y="1"/>
                    </a:moveTo>
                    <a:lnTo>
                      <a:pt x="0" y="1002"/>
                    </a:lnTo>
                    <a:lnTo>
                      <a:pt x="0" y="2002"/>
                    </a:lnTo>
                    <a:lnTo>
                      <a:pt x="1001" y="2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9">
                <a:extLst>
                  <a:ext uri="{FF2B5EF4-FFF2-40B4-BE49-F238E27FC236}">
                    <a16:creationId xmlns:a16="http://schemas.microsoft.com/office/drawing/2014/main" id="{D2F95EB8-9820-9AFB-3BF1-C65F8B7EE67C}"/>
                  </a:ext>
                </a:extLst>
              </p:cNvPr>
              <p:cNvSpPr/>
              <p:nvPr/>
            </p:nvSpPr>
            <p:spPr>
              <a:xfrm>
                <a:off x="2210684" y="4625584"/>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9">
                <a:extLst>
                  <a:ext uri="{FF2B5EF4-FFF2-40B4-BE49-F238E27FC236}">
                    <a16:creationId xmlns:a16="http://schemas.microsoft.com/office/drawing/2014/main" id="{F062776D-3AFB-3AF3-60E3-326466E31189}"/>
                  </a:ext>
                </a:extLst>
              </p:cNvPr>
              <p:cNvSpPr/>
              <p:nvPr/>
            </p:nvSpPr>
            <p:spPr>
              <a:xfrm>
                <a:off x="2173889" y="4662415"/>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9">
                <a:extLst>
                  <a:ext uri="{FF2B5EF4-FFF2-40B4-BE49-F238E27FC236}">
                    <a16:creationId xmlns:a16="http://schemas.microsoft.com/office/drawing/2014/main" id="{F78BB2CC-7927-26FF-280F-1A3BB94C1742}"/>
                  </a:ext>
                </a:extLst>
              </p:cNvPr>
              <p:cNvSpPr/>
              <p:nvPr/>
            </p:nvSpPr>
            <p:spPr>
              <a:xfrm>
                <a:off x="2321143" y="4736042"/>
                <a:ext cx="36869" cy="36869"/>
              </a:xfrm>
              <a:custGeom>
                <a:avLst/>
                <a:gdLst/>
                <a:ahLst/>
                <a:cxnLst/>
                <a:rect l="l" t="t" r="r" b="b"/>
                <a:pathLst>
                  <a:path w="1002" h="1002" extrusionOk="0">
                    <a:moveTo>
                      <a:pt x="1" y="1"/>
                    </a:moveTo>
                    <a:lnTo>
                      <a:pt x="1" y="1001"/>
                    </a:lnTo>
                    <a:lnTo>
                      <a:pt x="1002" y="1001"/>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9">
                <a:extLst>
                  <a:ext uri="{FF2B5EF4-FFF2-40B4-BE49-F238E27FC236}">
                    <a16:creationId xmlns:a16="http://schemas.microsoft.com/office/drawing/2014/main" id="{E0767D00-CECB-4A46-EDE0-2D346584A0FB}"/>
                  </a:ext>
                </a:extLst>
              </p:cNvPr>
              <p:cNvSpPr/>
              <p:nvPr/>
            </p:nvSpPr>
            <p:spPr>
              <a:xfrm>
                <a:off x="2247516" y="4736042"/>
                <a:ext cx="36869" cy="36869"/>
              </a:xfrm>
              <a:custGeom>
                <a:avLst/>
                <a:gdLst/>
                <a:ahLst/>
                <a:cxnLst/>
                <a:rect l="l" t="t" r="r" b="b"/>
                <a:pathLst>
                  <a:path w="1002"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39">
                <a:extLst>
                  <a:ext uri="{FF2B5EF4-FFF2-40B4-BE49-F238E27FC236}">
                    <a16:creationId xmlns:a16="http://schemas.microsoft.com/office/drawing/2014/main" id="{24F21B49-54DD-944A-1DCB-574500741655}"/>
                  </a:ext>
                </a:extLst>
              </p:cNvPr>
              <p:cNvSpPr/>
              <p:nvPr/>
            </p:nvSpPr>
            <p:spPr>
              <a:xfrm>
                <a:off x="2284348" y="4699210"/>
                <a:ext cx="36832" cy="36869"/>
              </a:xfrm>
              <a:custGeom>
                <a:avLst/>
                <a:gdLst/>
                <a:ahLst/>
                <a:cxnLst/>
                <a:rect l="l" t="t" r="r" b="b"/>
                <a:pathLst>
                  <a:path w="1001" h="1002" extrusionOk="0">
                    <a:moveTo>
                      <a:pt x="0" y="1"/>
                    </a:moveTo>
                    <a:lnTo>
                      <a:pt x="0"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9">
                <a:extLst>
                  <a:ext uri="{FF2B5EF4-FFF2-40B4-BE49-F238E27FC236}">
                    <a16:creationId xmlns:a16="http://schemas.microsoft.com/office/drawing/2014/main" id="{5A9B18D4-6755-5064-953C-4912DBED4E21}"/>
                  </a:ext>
                </a:extLst>
              </p:cNvPr>
              <p:cNvSpPr/>
              <p:nvPr/>
            </p:nvSpPr>
            <p:spPr>
              <a:xfrm>
                <a:off x="2099011" y="4329790"/>
                <a:ext cx="407505" cy="147327"/>
              </a:xfrm>
              <a:custGeom>
                <a:avLst/>
                <a:gdLst/>
                <a:ahLst/>
                <a:cxnLst/>
                <a:rect l="l" t="t" r="r" b="b"/>
                <a:pathLst>
                  <a:path w="11075" h="4004" extrusionOk="0">
                    <a:moveTo>
                      <a:pt x="0" y="0"/>
                    </a:moveTo>
                    <a:lnTo>
                      <a:pt x="0" y="1001"/>
                    </a:lnTo>
                    <a:lnTo>
                      <a:pt x="1001" y="1001"/>
                    </a:lnTo>
                    <a:lnTo>
                      <a:pt x="1001" y="2002"/>
                    </a:lnTo>
                    <a:lnTo>
                      <a:pt x="1001" y="3002"/>
                    </a:lnTo>
                    <a:lnTo>
                      <a:pt x="1001" y="4003"/>
                    </a:lnTo>
                    <a:lnTo>
                      <a:pt x="2035" y="4003"/>
                    </a:lnTo>
                    <a:lnTo>
                      <a:pt x="2035" y="3002"/>
                    </a:lnTo>
                    <a:lnTo>
                      <a:pt x="2035" y="2002"/>
                    </a:lnTo>
                    <a:lnTo>
                      <a:pt x="2035" y="1001"/>
                    </a:lnTo>
                    <a:lnTo>
                      <a:pt x="9040" y="1001"/>
                    </a:lnTo>
                    <a:lnTo>
                      <a:pt x="9040" y="2002"/>
                    </a:lnTo>
                    <a:lnTo>
                      <a:pt x="9040" y="3002"/>
                    </a:lnTo>
                    <a:lnTo>
                      <a:pt x="9040" y="4003"/>
                    </a:lnTo>
                    <a:lnTo>
                      <a:pt x="10074" y="4003"/>
                    </a:lnTo>
                    <a:lnTo>
                      <a:pt x="10074" y="3002"/>
                    </a:lnTo>
                    <a:lnTo>
                      <a:pt x="10074" y="2002"/>
                    </a:lnTo>
                    <a:lnTo>
                      <a:pt x="10074" y="1001"/>
                    </a:lnTo>
                    <a:lnTo>
                      <a:pt x="11075" y="1001"/>
                    </a:lnTo>
                    <a:lnTo>
                      <a:pt x="110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9">
                <a:extLst>
                  <a:ext uri="{FF2B5EF4-FFF2-40B4-BE49-F238E27FC236}">
                    <a16:creationId xmlns:a16="http://schemas.microsoft.com/office/drawing/2014/main" id="{C06340F6-F93C-9943-1831-3A9651A42AD2}"/>
                  </a:ext>
                </a:extLst>
              </p:cNvPr>
              <p:cNvSpPr/>
              <p:nvPr/>
            </p:nvSpPr>
            <p:spPr>
              <a:xfrm>
                <a:off x="2357974" y="4477080"/>
                <a:ext cx="73700" cy="74878"/>
              </a:xfrm>
              <a:custGeom>
                <a:avLst/>
                <a:gdLst/>
                <a:ahLst/>
                <a:cxnLst/>
                <a:rect l="l" t="t" r="r" b="b"/>
                <a:pathLst>
                  <a:path w="2003" h="2035" extrusionOk="0">
                    <a:moveTo>
                      <a:pt x="1001" y="0"/>
                    </a:moveTo>
                    <a:lnTo>
                      <a:pt x="1001" y="1034"/>
                    </a:lnTo>
                    <a:lnTo>
                      <a:pt x="2002" y="1034"/>
                    </a:lnTo>
                    <a:lnTo>
                      <a:pt x="2002" y="0"/>
                    </a:lnTo>
                    <a:close/>
                    <a:moveTo>
                      <a:pt x="1" y="1034"/>
                    </a:moveTo>
                    <a:lnTo>
                      <a:pt x="1" y="2035"/>
                    </a:lnTo>
                    <a:lnTo>
                      <a:pt x="1001" y="2035"/>
                    </a:lnTo>
                    <a:lnTo>
                      <a:pt x="1001" y="103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9">
                <a:extLst>
                  <a:ext uri="{FF2B5EF4-FFF2-40B4-BE49-F238E27FC236}">
                    <a16:creationId xmlns:a16="http://schemas.microsoft.com/office/drawing/2014/main" id="{719CA422-E8C7-61D0-7327-5B20CDE3CB7A}"/>
                  </a:ext>
                </a:extLst>
              </p:cNvPr>
              <p:cNvSpPr/>
              <p:nvPr/>
            </p:nvSpPr>
            <p:spPr>
              <a:xfrm>
                <a:off x="2321143" y="4551920"/>
                <a:ext cx="36869" cy="73700"/>
              </a:xfrm>
              <a:custGeom>
                <a:avLst/>
                <a:gdLst/>
                <a:ahLst/>
                <a:cxnLst/>
                <a:rect l="l" t="t" r="r" b="b"/>
                <a:pathLst>
                  <a:path w="1002" h="2003" extrusionOk="0">
                    <a:moveTo>
                      <a:pt x="1" y="1"/>
                    </a:moveTo>
                    <a:lnTo>
                      <a:pt x="1" y="1002"/>
                    </a:lnTo>
                    <a:lnTo>
                      <a:pt x="1" y="2002"/>
                    </a:lnTo>
                    <a:lnTo>
                      <a:pt x="1002" y="2002"/>
                    </a:lnTo>
                    <a:lnTo>
                      <a:pt x="1002" y="1002"/>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9">
                <a:extLst>
                  <a:ext uri="{FF2B5EF4-FFF2-40B4-BE49-F238E27FC236}">
                    <a16:creationId xmlns:a16="http://schemas.microsoft.com/office/drawing/2014/main" id="{174ADAF9-8FC0-9B0F-3C7C-5850DBF1BAA0}"/>
                  </a:ext>
                </a:extLst>
              </p:cNvPr>
              <p:cNvSpPr/>
              <p:nvPr/>
            </p:nvSpPr>
            <p:spPr>
              <a:xfrm>
                <a:off x="2357974" y="4625584"/>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9">
                <a:extLst>
                  <a:ext uri="{FF2B5EF4-FFF2-40B4-BE49-F238E27FC236}">
                    <a16:creationId xmlns:a16="http://schemas.microsoft.com/office/drawing/2014/main" id="{10BC8E5A-1F12-4AED-BFD9-6914A4898CFC}"/>
                  </a:ext>
                </a:extLst>
              </p:cNvPr>
              <p:cNvSpPr/>
              <p:nvPr/>
            </p:nvSpPr>
            <p:spPr>
              <a:xfrm>
                <a:off x="2394806" y="4662415"/>
                <a:ext cx="36869" cy="36832"/>
              </a:xfrm>
              <a:custGeom>
                <a:avLst/>
                <a:gdLst/>
                <a:ahLst/>
                <a:cxnLst/>
                <a:rect l="l" t="t" r="r" b="b"/>
                <a:pathLst>
                  <a:path w="1002"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9">
                <a:extLst>
                  <a:ext uri="{FF2B5EF4-FFF2-40B4-BE49-F238E27FC236}">
                    <a16:creationId xmlns:a16="http://schemas.microsoft.com/office/drawing/2014/main" id="{1C3B44A2-7276-07B9-5B70-973DD34BAD95}"/>
                  </a:ext>
                </a:extLst>
              </p:cNvPr>
              <p:cNvSpPr/>
              <p:nvPr/>
            </p:nvSpPr>
            <p:spPr>
              <a:xfrm>
                <a:off x="2099011" y="4699210"/>
                <a:ext cx="407505" cy="148578"/>
              </a:xfrm>
              <a:custGeom>
                <a:avLst/>
                <a:gdLst/>
                <a:ahLst/>
                <a:cxnLst/>
                <a:rect l="l" t="t" r="r" b="b"/>
                <a:pathLst>
                  <a:path w="11075" h="4038" extrusionOk="0">
                    <a:moveTo>
                      <a:pt x="1001" y="1"/>
                    </a:moveTo>
                    <a:lnTo>
                      <a:pt x="1001" y="1002"/>
                    </a:lnTo>
                    <a:lnTo>
                      <a:pt x="1001" y="2002"/>
                    </a:lnTo>
                    <a:lnTo>
                      <a:pt x="1001" y="3036"/>
                    </a:lnTo>
                    <a:lnTo>
                      <a:pt x="0" y="3036"/>
                    </a:lnTo>
                    <a:lnTo>
                      <a:pt x="0" y="4037"/>
                    </a:lnTo>
                    <a:lnTo>
                      <a:pt x="11075" y="4037"/>
                    </a:lnTo>
                    <a:lnTo>
                      <a:pt x="11075" y="3036"/>
                    </a:lnTo>
                    <a:lnTo>
                      <a:pt x="10074" y="3036"/>
                    </a:lnTo>
                    <a:lnTo>
                      <a:pt x="10074" y="2002"/>
                    </a:lnTo>
                    <a:lnTo>
                      <a:pt x="10074" y="1002"/>
                    </a:lnTo>
                    <a:lnTo>
                      <a:pt x="10074" y="1"/>
                    </a:lnTo>
                    <a:lnTo>
                      <a:pt x="9040" y="1"/>
                    </a:lnTo>
                    <a:lnTo>
                      <a:pt x="9040" y="1002"/>
                    </a:lnTo>
                    <a:lnTo>
                      <a:pt x="9040" y="2002"/>
                    </a:lnTo>
                    <a:lnTo>
                      <a:pt x="9040" y="3036"/>
                    </a:lnTo>
                    <a:lnTo>
                      <a:pt x="8039" y="3036"/>
                    </a:lnTo>
                    <a:lnTo>
                      <a:pt x="8039" y="2002"/>
                    </a:lnTo>
                    <a:lnTo>
                      <a:pt x="7039" y="2002"/>
                    </a:lnTo>
                    <a:lnTo>
                      <a:pt x="7039" y="3036"/>
                    </a:lnTo>
                    <a:lnTo>
                      <a:pt x="6038" y="3036"/>
                    </a:lnTo>
                    <a:lnTo>
                      <a:pt x="6038" y="2002"/>
                    </a:lnTo>
                    <a:lnTo>
                      <a:pt x="5037" y="2002"/>
                    </a:lnTo>
                    <a:lnTo>
                      <a:pt x="5037" y="3036"/>
                    </a:lnTo>
                    <a:lnTo>
                      <a:pt x="4036" y="3036"/>
                    </a:lnTo>
                    <a:lnTo>
                      <a:pt x="4036" y="2002"/>
                    </a:lnTo>
                    <a:lnTo>
                      <a:pt x="3036" y="2002"/>
                    </a:lnTo>
                    <a:lnTo>
                      <a:pt x="3036" y="3036"/>
                    </a:lnTo>
                    <a:lnTo>
                      <a:pt x="2035" y="3036"/>
                    </a:lnTo>
                    <a:lnTo>
                      <a:pt x="2035" y="2002"/>
                    </a:lnTo>
                    <a:lnTo>
                      <a:pt x="2035" y="1002"/>
                    </a:lnTo>
                    <a:lnTo>
                      <a:pt x="20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42231620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43">
          <a:extLst>
            <a:ext uri="{FF2B5EF4-FFF2-40B4-BE49-F238E27FC236}">
              <a16:creationId xmlns:a16="http://schemas.microsoft.com/office/drawing/2014/main" id="{687609E7-1BED-3C50-FA9F-3C1F020D2E71}"/>
            </a:ext>
          </a:extLst>
        </p:cNvPr>
        <p:cNvGrpSpPr/>
        <p:nvPr/>
      </p:nvGrpSpPr>
      <p:grpSpPr>
        <a:xfrm>
          <a:off x="0" y="0"/>
          <a:ext cx="0" cy="0"/>
          <a:chOff x="0" y="0"/>
          <a:chExt cx="0" cy="0"/>
        </a:xfrm>
      </p:grpSpPr>
      <p:sp>
        <p:nvSpPr>
          <p:cNvPr id="744" name="Google Shape;744;p39">
            <a:extLst>
              <a:ext uri="{FF2B5EF4-FFF2-40B4-BE49-F238E27FC236}">
                <a16:creationId xmlns:a16="http://schemas.microsoft.com/office/drawing/2014/main" id="{52B239D9-402C-C1CB-A976-94EA923ABA20}"/>
              </a:ext>
            </a:extLst>
          </p:cNvPr>
          <p:cNvSpPr txBox="1">
            <a:spLocks noGrp="1"/>
          </p:cNvSpPr>
          <p:nvPr>
            <p:ph type="title"/>
          </p:nvPr>
        </p:nvSpPr>
        <p:spPr>
          <a:xfrm>
            <a:off x="715100" y="568622"/>
            <a:ext cx="4661100" cy="648600"/>
          </a:xfrm>
          <a:prstGeom prst="rect">
            <a:avLst/>
          </a:prstGeom>
        </p:spPr>
        <p:txBody>
          <a:bodyPr spcFirstLastPara="1" wrap="square" lIns="91425" tIns="91425" rIns="91425" bIns="91425" anchor="ctr" anchorCtr="0">
            <a:noAutofit/>
          </a:bodyPr>
          <a:lstStyle/>
          <a:p>
            <a:pPr lvl="0"/>
            <a:r>
              <a:rPr lang="fr-FR" dirty="0"/>
              <a:t>Caractéristiques</a:t>
            </a:r>
            <a:endParaRPr dirty="0"/>
          </a:p>
        </p:txBody>
      </p:sp>
      <p:sp>
        <p:nvSpPr>
          <p:cNvPr id="745" name="Google Shape;745;p39">
            <a:extLst>
              <a:ext uri="{FF2B5EF4-FFF2-40B4-BE49-F238E27FC236}">
                <a16:creationId xmlns:a16="http://schemas.microsoft.com/office/drawing/2014/main" id="{6C7FD19B-0B24-B024-FFD6-5CA28ECF06F1}"/>
              </a:ext>
            </a:extLst>
          </p:cNvPr>
          <p:cNvSpPr txBox="1">
            <a:spLocks noGrp="1"/>
          </p:cNvSpPr>
          <p:nvPr>
            <p:ph type="subTitle" idx="1"/>
          </p:nvPr>
        </p:nvSpPr>
        <p:spPr>
          <a:xfrm>
            <a:off x="715099" y="1217222"/>
            <a:ext cx="7904793" cy="3680323"/>
          </a:xfrm>
          <a:prstGeom prst="rect">
            <a:avLst/>
          </a:prstGeom>
        </p:spPr>
        <p:txBody>
          <a:bodyPr spcFirstLastPara="1" wrap="square" lIns="91425" tIns="91425" rIns="91425" bIns="91425" anchor="ctr" anchorCtr="0">
            <a:noAutofit/>
          </a:bodyPr>
          <a:lstStyle/>
          <a:p>
            <a:pPr marL="0" lvl="0" indent="0"/>
            <a:r>
              <a:rPr lang="en-US" b="1" dirty="0"/>
              <a:t>1. Architecture Massively Parallel Processing (MPP)</a:t>
            </a:r>
            <a:r>
              <a:rPr lang="fr-FR" dirty="0"/>
              <a:t> : Le traitement des tâches est parallélisé sur plusieurs nœuds/processus, ce qui accélère fortement les calculs et les requêtes.</a:t>
            </a:r>
          </a:p>
          <a:p>
            <a:pPr marL="0" lvl="0" indent="0"/>
            <a:r>
              <a:rPr lang="fr-FR" b="1" dirty="0"/>
              <a:t>2. Architecture “</a:t>
            </a:r>
            <a:r>
              <a:rPr lang="fr-FR" b="1" dirty="0" err="1"/>
              <a:t>Shared</a:t>
            </a:r>
            <a:r>
              <a:rPr lang="fr-FR" b="1" dirty="0"/>
              <a:t>-Nothing” </a:t>
            </a:r>
            <a:r>
              <a:rPr lang="fr-FR" dirty="0"/>
              <a:t>: Chaque nœud (ou unité de traitement, appelées AMP — Access Module Processor) dispose de ses propres ressources (CPU, mémoire, disque) sans partage de ressource centrale, ce qui réduit les goulets d’étranglement.</a:t>
            </a:r>
          </a:p>
          <a:p>
            <a:pPr marL="0" lvl="0" indent="0"/>
            <a:r>
              <a:rPr lang="fr-FR" b="1" dirty="0"/>
              <a:t>3. Distribution automatique des données </a:t>
            </a:r>
            <a:r>
              <a:rPr lang="fr-FR" dirty="0"/>
              <a:t>: Les données sont réparties entre les nœuds via un algorithme de hachage (grâce à un “</a:t>
            </a:r>
            <a:r>
              <a:rPr lang="fr-FR" dirty="0" err="1"/>
              <a:t>primary</a:t>
            </a:r>
            <a:r>
              <a:rPr lang="fr-FR" dirty="0"/>
              <a:t> index”), ce qui permet un bon équilibre de charge.</a:t>
            </a:r>
            <a:endParaRPr dirty="0"/>
          </a:p>
        </p:txBody>
      </p:sp>
    </p:spTree>
    <p:extLst>
      <p:ext uri="{BB962C8B-B14F-4D97-AF65-F5344CB8AC3E}">
        <p14:creationId xmlns:p14="http://schemas.microsoft.com/office/powerpoint/2010/main" val="29564424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43">
          <a:extLst>
            <a:ext uri="{FF2B5EF4-FFF2-40B4-BE49-F238E27FC236}">
              <a16:creationId xmlns:a16="http://schemas.microsoft.com/office/drawing/2014/main" id="{08132456-82B7-45C9-0BAC-7779051A04E0}"/>
            </a:ext>
          </a:extLst>
        </p:cNvPr>
        <p:cNvGrpSpPr/>
        <p:nvPr/>
      </p:nvGrpSpPr>
      <p:grpSpPr>
        <a:xfrm>
          <a:off x="0" y="0"/>
          <a:ext cx="0" cy="0"/>
          <a:chOff x="0" y="0"/>
          <a:chExt cx="0" cy="0"/>
        </a:xfrm>
      </p:grpSpPr>
      <p:sp>
        <p:nvSpPr>
          <p:cNvPr id="744" name="Google Shape;744;p39">
            <a:extLst>
              <a:ext uri="{FF2B5EF4-FFF2-40B4-BE49-F238E27FC236}">
                <a16:creationId xmlns:a16="http://schemas.microsoft.com/office/drawing/2014/main" id="{C56924B8-C531-5C05-19A7-4A0E7157B442}"/>
              </a:ext>
            </a:extLst>
          </p:cNvPr>
          <p:cNvSpPr txBox="1">
            <a:spLocks noGrp="1"/>
          </p:cNvSpPr>
          <p:nvPr>
            <p:ph type="title"/>
          </p:nvPr>
        </p:nvSpPr>
        <p:spPr>
          <a:xfrm>
            <a:off x="715100" y="568622"/>
            <a:ext cx="4661100" cy="648600"/>
          </a:xfrm>
          <a:prstGeom prst="rect">
            <a:avLst/>
          </a:prstGeom>
        </p:spPr>
        <p:txBody>
          <a:bodyPr spcFirstLastPara="1" wrap="square" lIns="91425" tIns="91425" rIns="91425" bIns="91425" anchor="ctr" anchorCtr="0">
            <a:noAutofit/>
          </a:bodyPr>
          <a:lstStyle/>
          <a:p>
            <a:pPr lvl="0"/>
            <a:r>
              <a:rPr lang="fr-FR" dirty="0"/>
              <a:t>Caractéristiques</a:t>
            </a:r>
            <a:endParaRPr dirty="0"/>
          </a:p>
        </p:txBody>
      </p:sp>
      <p:sp>
        <p:nvSpPr>
          <p:cNvPr id="745" name="Google Shape;745;p39">
            <a:extLst>
              <a:ext uri="{FF2B5EF4-FFF2-40B4-BE49-F238E27FC236}">
                <a16:creationId xmlns:a16="http://schemas.microsoft.com/office/drawing/2014/main" id="{A8E48536-F1FC-FFCF-8AC9-EB49E3F7DAE3}"/>
              </a:ext>
            </a:extLst>
          </p:cNvPr>
          <p:cNvSpPr txBox="1">
            <a:spLocks noGrp="1"/>
          </p:cNvSpPr>
          <p:nvPr>
            <p:ph type="subTitle" idx="1"/>
          </p:nvPr>
        </p:nvSpPr>
        <p:spPr>
          <a:xfrm>
            <a:off x="715099" y="1217222"/>
            <a:ext cx="7904793" cy="3680323"/>
          </a:xfrm>
          <a:prstGeom prst="rect">
            <a:avLst/>
          </a:prstGeom>
        </p:spPr>
        <p:txBody>
          <a:bodyPr spcFirstLastPara="1" wrap="square" lIns="91425" tIns="91425" rIns="91425" bIns="91425" anchor="ctr" anchorCtr="0">
            <a:noAutofit/>
          </a:bodyPr>
          <a:lstStyle/>
          <a:p>
            <a:pPr marL="0" lvl="0" indent="0"/>
            <a:r>
              <a:rPr lang="en-US" b="1" dirty="0"/>
              <a:t>4. </a:t>
            </a:r>
            <a:r>
              <a:rPr lang="en-US" b="1" dirty="0" err="1"/>
              <a:t>Scalabilité</a:t>
            </a:r>
            <a:r>
              <a:rPr lang="en-US" b="1" dirty="0"/>
              <a:t> </a:t>
            </a:r>
            <a:r>
              <a:rPr lang="en-US" b="1" dirty="0" err="1"/>
              <a:t>linéaire</a:t>
            </a:r>
            <a:r>
              <a:rPr lang="fr-FR" dirty="0"/>
              <a:t> : On peut ajouter des nœuds pour augmenter la capacité de stockage et de calcul, et la performance augmente de façon presque linéaire..</a:t>
            </a:r>
          </a:p>
          <a:p>
            <a:pPr marL="0" lvl="0" indent="0"/>
            <a:r>
              <a:rPr lang="fr-FR" b="1" dirty="0"/>
              <a:t>5. Optimiseur mature (</a:t>
            </a:r>
            <a:r>
              <a:rPr lang="fr-FR" b="1" dirty="0" err="1"/>
              <a:t>Parsing</a:t>
            </a:r>
            <a:r>
              <a:rPr lang="fr-FR" b="1" dirty="0"/>
              <a:t> Engine) </a:t>
            </a:r>
            <a:r>
              <a:rPr lang="fr-FR" dirty="0"/>
              <a:t>: Le moteur d’optimisation des requêtes est très avancé : il permet de gérer des requêtes complexes (avec de nombreuses jointures) efficacement.</a:t>
            </a:r>
          </a:p>
          <a:p>
            <a:pPr marL="0" lvl="0" indent="0"/>
            <a:r>
              <a:rPr lang="fr-FR" b="1" dirty="0"/>
              <a:t>6. Support SQL </a:t>
            </a:r>
            <a:r>
              <a:rPr lang="fr-FR" dirty="0"/>
              <a:t>: Teradata utilise le SQL standard ANSI, ce qui facilite les requêtes.</a:t>
            </a:r>
            <a:endParaRPr dirty="0"/>
          </a:p>
        </p:txBody>
      </p:sp>
    </p:spTree>
    <p:extLst>
      <p:ext uri="{BB962C8B-B14F-4D97-AF65-F5344CB8AC3E}">
        <p14:creationId xmlns:p14="http://schemas.microsoft.com/office/powerpoint/2010/main" val="5660469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43">
          <a:extLst>
            <a:ext uri="{FF2B5EF4-FFF2-40B4-BE49-F238E27FC236}">
              <a16:creationId xmlns:a16="http://schemas.microsoft.com/office/drawing/2014/main" id="{47A242D0-F8E9-5622-88A5-FD3612C1BC1C}"/>
            </a:ext>
          </a:extLst>
        </p:cNvPr>
        <p:cNvGrpSpPr/>
        <p:nvPr/>
      </p:nvGrpSpPr>
      <p:grpSpPr>
        <a:xfrm>
          <a:off x="0" y="0"/>
          <a:ext cx="0" cy="0"/>
          <a:chOff x="0" y="0"/>
          <a:chExt cx="0" cy="0"/>
        </a:xfrm>
      </p:grpSpPr>
      <p:sp>
        <p:nvSpPr>
          <p:cNvPr id="744" name="Google Shape;744;p39">
            <a:extLst>
              <a:ext uri="{FF2B5EF4-FFF2-40B4-BE49-F238E27FC236}">
                <a16:creationId xmlns:a16="http://schemas.microsoft.com/office/drawing/2014/main" id="{F4594D61-DB3A-DA27-0BAF-FC5C651BC15D}"/>
              </a:ext>
            </a:extLst>
          </p:cNvPr>
          <p:cNvSpPr txBox="1">
            <a:spLocks noGrp="1"/>
          </p:cNvSpPr>
          <p:nvPr>
            <p:ph type="title"/>
          </p:nvPr>
        </p:nvSpPr>
        <p:spPr>
          <a:xfrm>
            <a:off x="715100" y="568622"/>
            <a:ext cx="4661100" cy="648600"/>
          </a:xfrm>
          <a:prstGeom prst="rect">
            <a:avLst/>
          </a:prstGeom>
        </p:spPr>
        <p:txBody>
          <a:bodyPr spcFirstLastPara="1" wrap="square" lIns="91425" tIns="91425" rIns="91425" bIns="91425" anchor="ctr" anchorCtr="0">
            <a:noAutofit/>
          </a:bodyPr>
          <a:lstStyle/>
          <a:p>
            <a:pPr lvl="0"/>
            <a:r>
              <a:rPr lang="fr-FR" dirty="0"/>
              <a:t>Caractéristiques</a:t>
            </a:r>
            <a:endParaRPr dirty="0"/>
          </a:p>
        </p:txBody>
      </p:sp>
      <p:sp>
        <p:nvSpPr>
          <p:cNvPr id="745" name="Google Shape;745;p39">
            <a:extLst>
              <a:ext uri="{FF2B5EF4-FFF2-40B4-BE49-F238E27FC236}">
                <a16:creationId xmlns:a16="http://schemas.microsoft.com/office/drawing/2014/main" id="{23CC3182-1FFB-1832-D174-58988CF92AC4}"/>
              </a:ext>
            </a:extLst>
          </p:cNvPr>
          <p:cNvSpPr txBox="1">
            <a:spLocks noGrp="1"/>
          </p:cNvSpPr>
          <p:nvPr>
            <p:ph type="subTitle" idx="1"/>
          </p:nvPr>
        </p:nvSpPr>
        <p:spPr>
          <a:xfrm>
            <a:off x="715099" y="1217222"/>
            <a:ext cx="7966322" cy="3680323"/>
          </a:xfrm>
          <a:prstGeom prst="rect">
            <a:avLst/>
          </a:prstGeom>
        </p:spPr>
        <p:txBody>
          <a:bodyPr spcFirstLastPara="1" wrap="square" lIns="91425" tIns="91425" rIns="91425" bIns="91425" anchor="ctr" anchorCtr="0">
            <a:noAutofit/>
          </a:bodyPr>
          <a:lstStyle/>
          <a:p>
            <a:pPr marL="0" lvl="0" indent="0"/>
            <a:r>
              <a:rPr lang="fr-FR" b="1" dirty="0"/>
              <a:t>7. Haute capacité de stockage </a:t>
            </a:r>
            <a:r>
              <a:rPr lang="fr-FR" dirty="0"/>
              <a:t>: Compatible avec des entrepôts de données très volumineux : plusieurs pétaoctets..</a:t>
            </a:r>
          </a:p>
          <a:p>
            <a:pPr marL="0" lvl="0" indent="0"/>
            <a:r>
              <a:rPr lang="fr-FR" b="1" dirty="0"/>
              <a:t>8. Gestion des charges de travail (</a:t>
            </a:r>
            <a:r>
              <a:rPr lang="fr-FR" b="1" dirty="0" err="1"/>
              <a:t>Workload</a:t>
            </a:r>
            <a:r>
              <a:rPr lang="fr-FR" b="1" dirty="0"/>
              <a:t> Management) </a:t>
            </a:r>
            <a:r>
              <a:rPr lang="fr-FR" dirty="0"/>
              <a:t>: Teradata peut répartir les ressources dynamiquement entre différents groupes (par ex. business </a:t>
            </a:r>
            <a:r>
              <a:rPr lang="fr-FR" dirty="0" err="1"/>
              <a:t>units</a:t>
            </a:r>
            <a:r>
              <a:rPr lang="fr-FR" dirty="0"/>
              <a:t>), en priorisant certaines tâches selon les besoins.</a:t>
            </a:r>
          </a:p>
          <a:p>
            <a:pPr marL="0" lvl="0" indent="0"/>
            <a:r>
              <a:rPr lang="fr-FR" b="1" dirty="0"/>
              <a:t>9. Portabilité multi-plateforme </a:t>
            </a:r>
            <a:r>
              <a:rPr lang="fr-FR" dirty="0"/>
              <a:t>: Le même “code base” de Teradata fonctionne quel que soit le type de déploiement (on-</a:t>
            </a:r>
            <a:r>
              <a:rPr lang="fr-FR" dirty="0" err="1"/>
              <a:t>premise</a:t>
            </a:r>
            <a:r>
              <a:rPr lang="fr-FR" dirty="0"/>
              <a:t>, cloud, différents environnements), ce qui facilite la migration ou l’évolution,</a:t>
            </a:r>
            <a:endParaRPr dirty="0"/>
          </a:p>
        </p:txBody>
      </p:sp>
    </p:spTree>
    <p:extLst>
      <p:ext uri="{BB962C8B-B14F-4D97-AF65-F5344CB8AC3E}">
        <p14:creationId xmlns:p14="http://schemas.microsoft.com/office/powerpoint/2010/main" val="41566509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43">
          <a:extLst>
            <a:ext uri="{FF2B5EF4-FFF2-40B4-BE49-F238E27FC236}">
              <a16:creationId xmlns:a16="http://schemas.microsoft.com/office/drawing/2014/main" id="{AC3FB741-19CC-EFEA-3A51-E1E7A5DC04C7}"/>
            </a:ext>
          </a:extLst>
        </p:cNvPr>
        <p:cNvGrpSpPr/>
        <p:nvPr/>
      </p:nvGrpSpPr>
      <p:grpSpPr>
        <a:xfrm>
          <a:off x="0" y="0"/>
          <a:ext cx="0" cy="0"/>
          <a:chOff x="0" y="0"/>
          <a:chExt cx="0" cy="0"/>
        </a:xfrm>
      </p:grpSpPr>
      <p:sp>
        <p:nvSpPr>
          <p:cNvPr id="744" name="Google Shape;744;p39">
            <a:extLst>
              <a:ext uri="{FF2B5EF4-FFF2-40B4-BE49-F238E27FC236}">
                <a16:creationId xmlns:a16="http://schemas.microsoft.com/office/drawing/2014/main" id="{D259E0EF-A996-B4D1-E480-6F7BDA7519C9}"/>
              </a:ext>
            </a:extLst>
          </p:cNvPr>
          <p:cNvSpPr txBox="1">
            <a:spLocks noGrp="1"/>
          </p:cNvSpPr>
          <p:nvPr>
            <p:ph type="title"/>
          </p:nvPr>
        </p:nvSpPr>
        <p:spPr>
          <a:xfrm>
            <a:off x="715100" y="568622"/>
            <a:ext cx="4661100" cy="648600"/>
          </a:xfrm>
          <a:prstGeom prst="rect">
            <a:avLst/>
          </a:prstGeom>
        </p:spPr>
        <p:txBody>
          <a:bodyPr spcFirstLastPara="1" wrap="square" lIns="91425" tIns="91425" rIns="91425" bIns="91425" anchor="ctr" anchorCtr="0">
            <a:noAutofit/>
          </a:bodyPr>
          <a:lstStyle/>
          <a:p>
            <a:pPr lvl="0"/>
            <a:r>
              <a:rPr lang="fr-FR" dirty="0"/>
              <a:t>Caractéristiques</a:t>
            </a:r>
            <a:endParaRPr dirty="0"/>
          </a:p>
        </p:txBody>
      </p:sp>
      <p:sp>
        <p:nvSpPr>
          <p:cNvPr id="745" name="Google Shape;745;p39">
            <a:extLst>
              <a:ext uri="{FF2B5EF4-FFF2-40B4-BE49-F238E27FC236}">
                <a16:creationId xmlns:a16="http://schemas.microsoft.com/office/drawing/2014/main" id="{13471D0D-C405-F1D9-2B33-0A53C045A63D}"/>
              </a:ext>
            </a:extLst>
          </p:cNvPr>
          <p:cNvSpPr txBox="1">
            <a:spLocks noGrp="1"/>
          </p:cNvSpPr>
          <p:nvPr>
            <p:ph type="subTitle" idx="1"/>
          </p:nvPr>
        </p:nvSpPr>
        <p:spPr>
          <a:xfrm>
            <a:off x="715099" y="1217223"/>
            <a:ext cx="7904793" cy="1827192"/>
          </a:xfrm>
          <a:prstGeom prst="rect">
            <a:avLst/>
          </a:prstGeom>
        </p:spPr>
        <p:txBody>
          <a:bodyPr spcFirstLastPara="1" wrap="square" lIns="91425" tIns="91425" rIns="91425" bIns="91425" anchor="ctr" anchorCtr="0">
            <a:noAutofit/>
          </a:bodyPr>
          <a:lstStyle/>
          <a:p>
            <a:pPr marL="0" lvl="0" indent="0"/>
            <a:r>
              <a:rPr lang="fr-FR" b="1" dirty="0"/>
              <a:t>10. Sécurité</a:t>
            </a:r>
            <a:r>
              <a:rPr lang="fr-FR" dirty="0"/>
              <a:t>: Contrôles d’accès, cryptage des données, </a:t>
            </a:r>
            <a:r>
              <a:rPr lang="fr-FR" dirty="0" err="1"/>
              <a:t>auditing</a:t>
            </a:r>
            <a:r>
              <a:rPr lang="fr-FR" dirty="0"/>
              <a:t> (journalisation) sont pris en charge.</a:t>
            </a:r>
            <a:endParaRPr dirty="0"/>
          </a:p>
        </p:txBody>
      </p:sp>
    </p:spTree>
    <p:extLst>
      <p:ext uri="{BB962C8B-B14F-4D97-AF65-F5344CB8AC3E}">
        <p14:creationId xmlns:p14="http://schemas.microsoft.com/office/powerpoint/2010/main" val="19287873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43">
          <a:extLst>
            <a:ext uri="{FF2B5EF4-FFF2-40B4-BE49-F238E27FC236}">
              <a16:creationId xmlns:a16="http://schemas.microsoft.com/office/drawing/2014/main" id="{B68D1779-D70A-0568-CE33-1CE4A6082C99}"/>
            </a:ext>
          </a:extLst>
        </p:cNvPr>
        <p:cNvGrpSpPr/>
        <p:nvPr/>
      </p:nvGrpSpPr>
      <p:grpSpPr>
        <a:xfrm>
          <a:off x="0" y="0"/>
          <a:ext cx="0" cy="0"/>
          <a:chOff x="0" y="0"/>
          <a:chExt cx="0" cy="0"/>
        </a:xfrm>
      </p:grpSpPr>
      <p:sp>
        <p:nvSpPr>
          <p:cNvPr id="744" name="Google Shape;744;p39">
            <a:extLst>
              <a:ext uri="{FF2B5EF4-FFF2-40B4-BE49-F238E27FC236}">
                <a16:creationId xmlns:a16="http://schemas.microsoft.com/office/drawing/2014/main" id="{8CC75516-B532-6590-0DAE-C24A70B5B409}"/>
              </a:ext>
            </a:extLst>
          </p:cNvPr>
          <p:cNvSpPr txBox="1">
            <a:spLocks noGrp="1"/>
          </p:cNvSpPr>
          <p:nvPr>
            <p:ph type="title"/>
          </p:nvPr>
        </p:nvSpPr>
        <p:spPr>
          <a:xfrm>
            <a:off x="715100" y="568622"/>
            <a:ext cx="4661100" cy="648600"/>
          </a:xfrm>
          <a:prstGeom prst="rect">
            <a:avLst/>
          </a:prstGeom>
        </p:spPr>
        <p:txBody>
          <a:bodyPr spcFirstLastPara="1" wrap="square" lIns="91425" tIns="91425" rIns="91425" bIns="91425" anchor="ctr" anchorCtr="0">
            <a:noAutofit/>
          </a:bodyPr>
          <a:lstStyle/>
          <a:p>
            <a:pPr lvl="0"/>
            <a:r>
              <a:rPr lang="fr-FR" dirty="0"/>
              <a:t>Avantages</a:t>
            </a:r>
            <a:endParaRPr dirty="0"/>
          </a:p>
        </p:txBody>
      </p:sp>
      <p:sp>
        <p:nvSpPr>
          <p:cNvPr id="745" name="Google Shape;745;p39">
            <a:extLst>
              <a:ext uri="{FF2B5EF4-FFF2-40B4-BE49-F238E27FC236}">
                <a16:creationId xmlns:a16="http://schemas.microsoft.com/office/drawing/2014/main" id="{316D086C-9260-A3B3-3988-4307C4575D53}"/>
              </a:ext>
            </a:extLst>
          </p:cNvPr>
          <p:cNvSpPr txBox="1">
            <a:spLocks noGrp="1"/>
          </p:cNvSpPr>
          <p:nvPr>
            <p:ph type="subTitle" idx="1"/>
          </p:nvPr>
        </p:nvSpPr>
        <p:spPr>
          <a:xfrm>
            <a:off x="715099" y="1484555"/>
            <a:ext cx="7904793" cy="3412990"/>
          </a:xfrm>
          <a:prstGeom prst="rect">
            <a:avLst/>
          </a:prstGeom>
        </p:spPr>
        <p:txBody>
          <a:bodyPr spcFirstLastPara="1" wrap="square" lIns="91425" tIns="91425" rIns="91425" bIns="91425" anchor="ctr" anchorCtr="0">
            <a:noAutofit/>
          </a:bodyPr>
          <a:lstStyle/>
          <a:p>
            <a:pPr marL="342900" lvl="0" indent="-342900">
              <a:buFont typeface="+mj-lt"/>
              <a:buAutoNum type="arabicPeriod"/>
            </a:pPr>
            <a:r>
              <a:rPr lang="fr-FR" b="1" dirty="0"/>
              <a:t>Très haute performance </a:t>
            </a:r>
            <a:r>
              <a:rPr lang="fr-FR" dirty="0"/>
              <a:t>→ grâce à l’architecture parallèle, les requêtes analytiques lourdes sont traitées rapidement..</a:t>
            </a:r>
          </a:p>
          <a:p>
            <a:pPr marL="342900" lvl="0" indent="-342900">
              <a:buFont typeface="+mj-lt"/>
              <a:buAutoNum type="arabicPeriod"/>
            </a:pPr>
            <a:r>
              <a:rPr lang="fr-FR" b="1" dirty="0"/>
              <a:t>Scalabilité </a:t>
            </a:r>
            <a:r>
              <a:rPr lang="fr-FR" dirty="0"/>
              <a:t>→ on peut croître (plus de nœuds, plus de données) sans perte de performance significative.</a:t>
            </a:r>
          </a:p>
          <a:p>
            <a:pPr marL="342900" lvl="0" indent="-342900">
              <a:buFont typeface="+mj-lt"/>
              <a:buAutoNum type="arabicPeriod"/>
            </a:pPr>
            <a:r>
              <a:rPr lang="fr-FR" b="1" dirty="0"/>
              <a:t>Fiabilité et haute disponibilité</a:t>
            </a:r>
            <a:r>
              <a:rPr lang="fr-FR" dirty="0"/>
              <a:t> → architecture redondante, tolérance aux pannes. </a:t>
            </a:r>
          </a:p>
          <a:p>
            <a:pPr marL="342900" lvl="0" indent="-342900">
              <a:buFont typeface="+mj-lt"/>
              <a:buAutoNum type="arabicPeriod"/>
            </a:pPr>
            <a:r>
              <a:rPr lang="fr-FR" b="1" dirty="0"/>
              <a:t>Intégration BI </a:t>
            </a:r>
            <a:r>
              <a:rPr lang="fr-FR" dirty="0"/>
              <a:t>→ compatible avec de nombreux outils de business intelligence.</a:t>
            </a:r>
            <a:endParaRPr dirty="0"/>
          </a:p>
        </p:txBody>
      </p:sp>
    </p:spTree>
    <p:extLst>
      <p:ext uri="{BB962C8B-B14F-4D97-AF65-F5344CB8AC3E}">
        <p14:creationId xmlns:p14="http://schemas.microsoft.com/office/powerpoint/2010/main" val="17025247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93">
          <a:extLst>
            <a:ext uri="{FF2B5EF4-FFF2-40B4-BE49-F238E27FC236}">
              <a16:creationId xmlns:a16="http://schemas.microsoft.com/office/drawing/2014/main" id="{A6D5D3E1-7114-BC94-D8EA-16D61AAE24F2}"/>
            </a:ext>
          </a:extLst>
        </p:cNvPr>
        <p:cNvGrpSpPr/>
        <p:nvPr/>
      </p:nvGrpSpPr>
      <p:grpSpPr>
        <a:xfrm>
          <a:off x="0" y="0"/>
          <a:ext cx="0" cy="0"/>
          <a:chOff x="0" y="0"/>
          <a:chExt cx="0" cy="0"/>
        </a:xfrm>
      </p:grpSpPr>
      <p:sp>
        <p:nvSpPr>
          <p:cNvPr id="794" name="Google Shape;794;p40">
            <a:extLst>
              <a:ext uri="{FF2B5EF4-FFF2-40B4-BE49-F238E27FC236}">
                <a16:creationId xmlns:a16="http://schemas.microsoft.com/office/drawing/2014/main" id="{ACF67D40-F43A-937F-05F9-4E1825B11F5E}"/>
              </a:ext>
            </a:extLst>
          </p:cNvPr>
          <p:cNvSpPr txBox="1">
            <a:spLocks noGrp="1"/>
          </p:cNvSpPr>
          <p:nvPr>
            <p:ph type="title"/>
          </p:nvPr>
        </p:nvSpPr>
        <p:spPr>
          <a:xfrm>
            <a:off x="1908675" y="2364788"/>
            <a:ext cx="5326500" cy="841800"/>
          </a:xfrm>
          <a:prstGeom prst="rect">
            <a:avLst/>
          </a:prstGeom>
        </p:spPr>
        <p:txBody>
          <a:bodyPr spcFirstLastPara="1" wrap="square" lIns="91425" tIns="91425" rIns="91425" bIns="91425" anchor="ctr" anchorCtr="0">
            <a:noAutofit/>
          </a:bodyPr>
          <a:lstStyle/>
          <a:p>
            <a:pPr lvl="0"/>
            <a:r>
              <a:rPr lang="fr-FR" dirty="0"/>
              <a:t>Quelle est l’architecture de Teradata ?</a:t>
            </a:r>
          </a:p>
        </p:txBody>
      </p:sp>
      <p:sp>
        <p:nvSpPr>
          <p:cNvPr id="795" name="Google Shape;795;p40">
            <a:extLst>
              <a:ext uri="{FF2B5EF4-FFF2-40B4-BE49-F238E27FC236}">
                <a16:creationId xmlns:a16="http://schemas.microsoft.com/office/drawing/2014/main" id="{F2AB2CF8-6FC7-0412-0CBD-6688441F1D2C}"/>
              </a:ext>
            </a:extLst>
          </p:cNvPr>
          <p:cNvSpPr txBox="1">
            <a:spLocks noGrp="1"/>
          </p:cNvSpPr>
          <p:nvPr>
            <p:ph type="subTitle" idx="1"/>
          </p:nvPr>
        </p:nvSpPr>
        <p:spPr>
          <a:xfrm>
            <a:off x="1908825" y="3310913"/>
            <a:ext cx="5326500" cy="561840"/>
          </a:xfrm>
          <a:prstGeom prst="rect">
            <a:avLst/>
          </a:prstGeom>
        </p:spPr>
        <p:txBody>
          <a:bodyPr spcFirstLastPara="1" wrap="square" lIns="91425" tIns="91425" rIns="91425" bIns="91425" anchor="ctr" anchorCtr="0">
            <a:noAutofit/>
          </a:bodyPr>
          <a:lstStyle/>
          <a:p>
            <a:pPr marL="0" lvl="0" indent="0"/>
            <a:endParaRPr lang="fr-FR" dirty="0"/>
          </a:p>
        </p:txBody>
      </p:sp>
      <p:sp>
        <p:nvSpPr>
          <p:cNvPr id="796" name="Google Shape;796;p40">
            <a:extLst>
              <a:ext uri="{FF2B5EF4-FFF2-40B4-BE49-F238E27FC236}">
                <a16:creationId xmlns:a16="http://schemas.microsoft.com/office/drawing/2014/main" id="{63168520-A946-B136-8870-C66097D8FEF5}"/>
              </a:ext>
            </a:extLst>
          </p:cNvPr>
          <p:cNvSpPr txBox="1">
            <a:spLocks noGrp="1"/>
          </p:cNvSpPr>
          <p:nvPr>
            <p:ph type="title" idx="2"/>
          </p:nvPr>
        </p:nvSpPr>
        <p:spPr>
          <a:xfrm>
            <a:off x="2996625" y="1522988"/>
            <a:ext cx="31509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grpSp>
        <p:nvGrpSpPr>
          <p:cNvPr id="797" name="Google Shape;797;p40">
            <a:extLst>
              <a:ext uri="{FF2B5EF4-FFF2-40B4-BE49-F238E27FC236}">
                <a16:creationId xmlns:a16="http://schemas.microsoft.com/office/drawing/2014/main" id="{229228CC-0556-679D-2196-26308FD17D9D}"/>
              </a:ext>
            </a:extLst>
          </p:cNvPr>
          <p:cNvGrpSpPr/>
          <p:nvPr/>
        </p:nvGrpSpPr>
        <p:grpSpPr>
          <a:xfrm>
            <a:off x="5454124" y="661324"/>
            <a:ext cx="2058986" cy="943002"/>
            <a:chOff x="5454124" y="661324"/>
            <a:chExt cx="2058986" cy="943002"/>
          </a:xfrm>
        </p:grpSpPr>
        <p:grpSp>
          <p:nvGrpSpPr>
            <p:cNvPr id="798" name="Google Shape;798;p40">
              <a:extLst>
                <a:ext uri="{FF2B5EF4-FFF2-40B4-BE49-F238E27FC236}">
                  <a16:creationId xmlns:a16="http://schemas.microsoft.com/office/drawing/2014/main" id="{2A65C520-C58A-E790-EBC6-71CF963D319E}"/>
                </a:ext>
              </a:extLst>
            </p:cNvPr>
            <p:cNvGrpSpPr/>
            <p:nvPr/>
          </p:nvGrpSpPr>
          <p:grpSpPr>
            <a:xfrm>
              <a:off x="5454124" y="661324"/>
              <a:ext cx="2058986" cy="943002"/>
              <a:chOff x="5865009" y="2043415"/>
              <a:chExt cx="1098126" cy="639627"/>
            </a:xfrm>
          </p:grpSpPr>
          <p:sp>
            <p:nvSpPr>
              <p:cNvPr id="799" name="Google Shape;799;p40">
                <a:extLst>
                  <a:ext uri="{FF2B5EF4-FFF2-40B4-BE49-F238E27FC236}">
                    <a16:creationId xmlns:a16="http://schemas.microsoft.com/office/drawing/2014/main" id="{2E36FF8D-53A3-F907-3D73-AB386C0D8529}"/>
                  </a:ext>
                </a:extLst>
              </p:cNvPr>
              <p:cNvSpPr/>
              <p:nvPr/>
            </p:nvSpPr>
            <p:spPr>
              <a:xfrm>
                <a:off x="6011266" y="2572732"/>
                <a:ext cx="22096" cy="89395"/>
              </a:xfrm>
              <a:custGeom>
                <a:avLst/>
                <a:gdLst/>
                <a:ahLst/>
                <a:cxnLst/>
                <a:rect l="l" t="t" r="r" b="b"/>
                <a:pathLst>
                  <a:path w="635" h="2569" extrusionOk="0">
                    <a:moveTo>
                      <a:pt x="0" y="0"/>
                    </a:moveTo>
                    <a:lnTo>
                      <a:pt x="0" y="2569"/>
                    </a:lnTo>
                    <a:lnTo>
                      <a:pt x="634" y="2569"/>
                    </a:lnTo>
                    <a:lnTo>
                      <a:pt x="63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0">
                <a:extLst>
                  <a:ext uri="{FF2B5EF4-FFF2-40B4-BE49-F238E27FC236}">
                    <a16:creationId xmlns:a16="http://schemas.microsoft.com/office/drawing/2014/main" id="{DABA7065-5D29-BE56-706B-D2CAEBE82249}"/>
                  </a:ext>
                </a:extLst>
              </p:cNvPr>
              <p:cNvSpPr/>
              <p:nvPr/>
            </p:nvSpPr>
            <p:spPr>
              <a:xfrm>
                <a:off x="6033328" y="2660945"/>
                <a:ext cx="20913" cy="22096"/>
              </a:xfrm>
              <a:custGeom>
                <a:avLst/>
                <a:gdLst/>
                <a:ahLst/>
                <a:cxnLst/>
                <a:rect l="l" t="t" r="r" b="b"/>
                <a:pathLst>
                  <a:path w="601" h="635" extrusionOk="0">
                    <a:moveTo>
                      <a:pt x="0" y="1"/>
                    </a:moveTo>
                    <a:lnTo>
                      <a:pt x="0" y="634"/>
                    </a:lnTo>
                    <a:lnTo>
                      <a:pt x="601" y="634"/>
                    </a:lnTo>
                    <a:lnTo>
                      <a:pt x="601"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0">
                <a:extLst>
                  <a:ext uri="{FF2B5EF4-FFF2-40B4-BE49-F238E27FC236}">
                    <a16:creationId xmlns:a16="http://schemas.microsoft.com/office/drawing/2014/main" id="{0914893D-E6C9-49D4-12AE-B8BE829474E5}"/>
                  </a:ext>
                </a:extLst>
              </p:cNvPr>
              <p:cNvSpPr/>
              <p:nvPr/>
            </p:nvSpPr>
            <p:spPr>
              <a:xfrm>
                <a:off x="6054207" y="2640066"/>
                <a:ext cx="22096" cy="20913"/>
              </a:xfrm>
              <a:custGeom>
                <a:avLst/>
                <a:gdLst/>
                <a:ahLst/>
                <a:cxnLst/>
                <a:rect l="l" t="t" r="r" b="b"/>
                <a:pathLst>
                  <a:path w="635" h="601" extrusionOk="0">
                    <a:moveTo>
                      <a:pt x="1" y="0"/>
                    </a:moveTo>
                    <a:lnTo>
                      <a:pt x="1" y="601"/>
                    </a:lnTo>
                    <a:lnTo>
                      <a:pt x="634" y="601"/>
                    </a:lnTo>
                    <a:lnTo>
                      <a:pt x="63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0">
                <a:extLst>
                  <a:ext uri="{FF2B5EF4-FFF2-40B4-BE49-F238E27FC236}">
                    <a16:creationId xmlns:a16="http://schemas.microsoft.com/office/drawing/2014/main" id="{40687F3D-3B12-197E-2CB9-635D21600300}"/>
                  </a:ext>
                </a:extLst>
              </p:cNvPr>
              <p:cNvSpPr/>
              <p:nvPr/>
            </p:nvSpPr>
            <p:spPr>
              <a:xfrm>
                <a:off x="6078601" y="2615673"/>
                <a:ext cx="20913" cy="22096"/>
              </a:xfrm>
              <a:custGeom>
                <a:avLst/>
                <a:gdLst/>
                <a:ahLst/>
                <a:cxnLst/>
                <a:rect l="l" t="t" r="r" b="b"/>
                <a:pathLst>
                  <a:path w="601" h="635" extrusionOk="0">
                    <a:moveTo>
                      <a:pt x="0" y="1"/>
                    </a:moveTo>
                    <a:lnTo>
                      <a:pt x="0" y="634"/>
                    </a:lnTo>
                    <a:lnTo>
                      <a:pt x="600" y="634"/>
                    </a:lnTo>
                    <a:lnTo>
                      <a:pt x="60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0">
                <a:extLst>
                  <a:ext uri="{FF2B5EF4-FFF2-40B4-BE49-F238E27FC236}">
                    <a16:creationId xmlns:a16="http://schemas.microsoft.com/office/drawing/2014/main" id="{1C3F40F2-C9AA-4253-38F3-04A96804B3F8}"/>
                  </a:ext>
                </a:extLst>
              </p:cNvPr>
              <p:cNvSpPr/>
              <p:nvPr/>
            </p:nvSpPr>
            <p:spPr>
              <a:xfrm>
                <a:off x="6099480" y="2594794"/>
                <a:ext cx="22096" cy="20913"/>
              </a:xfrm>
              <a:custGeom>
                <a:avLst/>
                <a:gdLst/>
                <a:ahLst/>
                <a:cxnLst/>
                <a:rect l="l" t="t" r="r" b="b"/>
                <a:pathLst>
                  <a:path w="635" h="601" extrusionOk="0">
                    <a:moveTo>
                      <a:pt x="0" y="0"/>
                    </a:moveTo>
                    <a:lnTo>
                      <a:pt x="0" y="601"/>
                    </a:lnTo>
                    <a:lnTo>
                      <a:pt x="634" y="601"/>
                    </a:lnTo>
                    <a:lnTo>
                      <a:pt x="63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40">
                <a:extLst>
                  <a:ext uri="{FF2B5EF4-FFF2-40B4-BE49-F238E27FC236}">
                    <a16:creationId xmlns:a16="http://schemas.microsoft.com/office/drawing/2014/main" id="{DEDFED91-2F52-7E64-4EA2-10DCA099A144}"/>
                  </a:ext>
                </a:extLst>
              </p:cNvPr>
              <p:cNvSpPr/>
              <p:nvPr/>
            </p:nvSpPr>
            <p:spPr>
              <a:xfrm>
                <a:off x="6122690" y="2572732"/>
                <a:ext cx="22096" cy="22096"/>
              </a:xfrm>
              <a:custGeom>
                <a:avLst/>
                <a:gdLst/>
                <a:ahLst/>
                <a:cxnLst/>
                <a:rect l="l" t="t" r="r" b="b"/>
                <a:pathLst>
                  <a:path w="635" h="635" extrusionOk="0">
                    <a:moveTo>
                      <a:pt x="1" y="0"/>
                    </a:moveTo>
                    <a:lnTo>
                      <a:pt x="1" y="634"/>
                    </a:lnTo>
                    <a:lnTo>
                      <a:pt x="634" y="634"/>
                    </a:lnTo>
                    <a:lnTo>
                      <a:pt x="63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40">
                <a:extLst>
                  <a:ext uri="{FF2B5EF4-FFF2-40B4-BE49-F238E27FC236}">
                    <a16:creationId xmlns:a16="http://schemas.microsoft.com/office/drawing/2014/main" id="{A7AEB2B0-AC42-61D2-040C-66BE9D454FE6}"/>
                  </a:ext>
                </a:extLst>
              </p:cNvPr>
              <p:cNvSpPr/>
              <p:nvPr/>
            </p:nvSpPr>
            <p:spPr>
              <a:xfrm>
                <a:off x="6122690" y="2572732"/>
                <a:ext cx="774244" cy="22096"/>
              </a:xfrm>
              <a:custGeom>
                <a:avLst/>
                <a:gdLst/>
                <a:ahLst/>
                <a:cxnLst/>
                <a:rect l="l" t="t" r="r" b="b"/>
                <a:pathLst>
                  <a:path w="22250" h="635" extrusionOk="0">
                    <a:moveTo>
                      <a:pt x="1" y="0"/>
                    </a:moveTo>
                    <a:lnTo>
                      <a:pt x="1" y="634"/>
                    </a:lnTo>
                    <a:lnTo>
                      <a:pt x="22250" y="634"/>
                    </a:lnTo>
                    <a:lnTo>
                      <a:pt x="2225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0">
                <a:extLst>
                  <a:ext uri="{FF2B5EF4-FFF2-40B4-BE49-F238E27FC236}">
                    <a16:creationId xmlns:a16="http://schemas.microsoft.com/office/drawing/2014/main" id="{9B57A249-C658-802C-0F22-59F0D7759F87}"/>
                  </a:ext>
                </a:extLst>
              </p:cNvPr>
              <p:cNvSpPr/>
              <p:nvPr/>
            </p:nvSpPr>
            <p:spPr>
              <a:xfrm>
                <a:off x="5931161" y="2572732"/>
                <a:ext cx="102200" cy="22096"/>
              </a:xfrm>
              <a:custGeom>
                <a:avLst/>
                <a:gdLst/>
                <a:ahLst/>
                <a:cxnLst/>
                <a:rect l="l" t="t" r="r" b="b"/>
                <a:pathLst>
                  <a:path w="2937" h="635" extrusionOk="0">
                    <a:moveTo>
                      <a:pt x="1" y="0"/>
                    </a:moveTo>
                    <a:lnTo>
                      <a:pt x="1" y="634"/>
                    </a:lnTo>
                    <a:lnTo>
                      <a:pt x="2936" y="634"/>
                    </a:lnTo>
                    <a:lnTo>
                      <a:pt x="2936"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0">
                <a:extLst>
                  <a:ext uri="{FF2B5EF4-FFF2-40B4-BE49-F238E27FC236}">
                    <a16:creationId xmlns:a16="http://schemas.microsoft.com/office/drawing/2014/main" id="{33001089-CD47-5721-0B56-35C4632AF10B}"/>
                  </a:ext>
                </a:extLst>
              </p:cNvPr>
              <p:cNvSpPr/>
              <p:nvPr/>
            </p:nvSpPr>
            <p:spPr>
              <a:xfrm>
                <a:off x="5931161" y="2043415"/>
                <a:ext cx="964621" cy="20913"/>
              </a:xfrm>
              <a:custGeom>
                <a:avLst/>
                <a:gdLst/>
                <a:ahLst/>
                <a:cxnLst/>
                <a:rect l="l" t="t" r="r" b="b"/>
                <a:pathLst>
                  <a:path w="27721" h="601" extrusionOk="0">
                    <a:moveTo>
                      <a:pt x="1" y="0"/>
                    </a:moveTo>
                    <a:lnTo>
                      <a:pt x="1" y="601"/>
                    </a:lnTo>
                    <a:lnTo>
                      <a:pt x="27721" y="601"/>
                    </a:lnTo>
                    <a:lnTo>
                      <a:pt x="2772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40">
                <a:extLst>
                  <a:ext uri="{FF2B5EF4-FFF2-40B4-BE49-F238E27FC236}">
                    <a16:creationId xmlns:a16="http://schemas.microsoft.com/office/drawing/2014/main" id="{F2870581-5B49-A2BC-9CB8-BCAB9B206BDB}"/>
                  </a:ext>
                </a:extLst>
              </p:cNvPr>
              <p:cNvSpPr/>
              <p:nvPr/>
            </p:nvSpPr>
            <p:spPr>
              <a:xfrm>
                <a:off x="6941039" y="2109566"/>
                <a:ext cx="22096" cy="417918"/>
              </a:xfrm>
              <a:custGeom>
                <a:avLst/>
                <a:gdLst/>
                <a:ahLst/>
                <a:cxnLst/>
                <a:rect l="l" t="t" r="r" b="b"/>
                <a:pathLst>
                  <a:path w="635" h="12010" extrusionOk="0">
                    <a:moveTo>
                      <a:pt x="0" y="1"/>
                    </a:moveTo>
                    <a:lnTo>
                      <a:pt x="0" y="12009"/>
                    </a:lnTo>
                    <a:lnTo>
                      <a:pt x="634" y="12009"/>
                    </a:lnTo>
                    <a:lnTo>
                      <a:pt x="634"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40">
                <a:extLst>
                  <a:ext uri="{FF2B5EF4-FFF2-40B4-BE49-F238E27FC236}">
                    <a16:creationId xmlns:a16="http://schemas.microsoft.com/office/drawing/2014/main" id="{6DE9DC12-22D5-F78D-9E74-CEE7C1B67B91}"/>
                  </a:ext>
                </a:extLst>
              </p:cNvPr>
              <p:cNvSpPr/>
              <p:nvPr/>
            </p:nvSpPr>
            <p:spPr>
              <a:xfrm>
                <a:off x="6895766" y="2064294"/>
                <a:ext cx="22096" cy="22096"/>
              </a:xfrm>
              <a:custGeom>
                <a:avLst/>
                <a:gdLst/>
                <a:ahLst/>
                <a:cxnLst/>
                <a:rect l="l" t="t" r="r" b="b"/>
                <a:pathLst>
                  <a:path w="635" h="635" extrusionOk="0">
                    <a:moveTo>
                      <a:pt x="1" y="1"/>
                    </a:moveTo>
                    <a:lnTo>
                      <a:pt x="1" y="635"/>
                    </a:lnTo>
                    <a:lnTo>
                      <a:pt x="634" y="635"/>
                    </a:lnTo>
                    <a:lnTo>
                      <a:pt x="634"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0">
                <a:extLst>
                  <a:ext uri="{FF2B5EF4-FFF2-40B4-BE49-F238E27FC236}">
                    <a16:creationId xmlns:a16="http://schemas.microsoft.com/office/drawing/2014/main" id="{83311E32-B2C2-C5DB-2FC4-2D18A3F105F9}"/>
                  </a:ext>
                </a:extLst>
              </p:cNvPr>
              <p:cNvSpPr/>
              <p:nvPr/>
            </p:nvSpPr>
            <p:spPr>
              <a:xfrm>
                <a:off x="6917828" y="2088687"/>
                <a:ext cx="22096" cy="20913"/>
              </a:xfrm>
              <a:custGeom>
                <a:avLst/>
                <a:gdLst/>
                <a:ahLst/>
                <a:cxnLst/>
                <a:rect l="l" t="t" r="r" b="b"/>
                <a:pathLst>
                  <a:path w="635" h="601" extrusionOk="0">
                    <a:moveTo>
                      <a:pt x="0" y="0"/>
                    </a:moveTo>
                    <a:lnTo>
                      <a:pt x="0" y="601"/>
                    </a:lnTo>
                    <a:lnTo>
                      <a:pt x="634" y="601"/>
                    </a:lnTo>
                    <a:lnTo>
                      <a:pt x="63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0">
                <a:extLst>
                  <a:ext uri="{FF2B5EF4-FFF2-40B4-BE49-F238E27FC236}">
                    <a16:creationId xmlns:a16="http://schemas.microsoft.com/office/drawing/2014/main" id="{E1895E0E-A740-E451-E632-F0082332BCD0}"/>
                  </a:ext>
                </a:extLst>
              </p:cNvPr>
              <p:cNvSpPr/>
              <p:nvPr/>
            </p:nvSpPr>
            <p:spPr>
              <a:xfrm>
                <a:off x="6895766" y="2549521"/>
                <a:ext cx="22096" cy="22096"/>
              </a:xfrm>
              <a:custGeom>
                <a:avLst/>
                <a:gdLst/>
                <a:ahLst/>
                <a:cxnLst/>
                <a:rect l="l" t="t" r="r" b="b"/>
                <a:pathLst>
                  <a:path w="635" h="635" extrusionOk="0">
                    <a:moveTo>
                      <a:pt x="1" y="0"/>
                    </a:moveTo>
                    <a:lnTo>
                      <a:pt x="1" y="634"/>
                    </a:lnTo>
                    <a:lnTo>
                      <a:pt x="634" y="634"/>
                    </a:lnTo>
                    <a:lnTo>
                      <a:pt x="63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40">
                <a:extLst>
                  <a:ext uri="{FF2B5EF4-FFF2-40B4-BE49-F238E27FC236}">
                    <a16:creationId xmlns:a16="http://schemas.microsoft.com/office/drawing/2014/main" id="{CC2ED253-47BE-F373-1753-5DAEF67056C1}"/>
                  </a:ext>
                </a:extLst>
              </p:cNvPr>
              <p:cNvSpPr/>
              <p:nvPr/>
            </p:nvSpPr>
            <p:spPr>
              <a:xfrm>
                <a:off x="6917828" y="2527459"/>
                <a:ext cx="22096" cy="22096"/>
              </a:xfrm>
              <a:custGeom>
                <a:avLst/>
                <a:gdLst/>
                <a:ahLst/>
                <a:cxnLst/>
                <a:rect l="l" t="t" r="r" b="b"/>
                <a:pathLst>
                  <a:path w="635" h="635" extrusionOk="0">
                    <a:moveTo>
                      <a:pt x="0" y="0"/>
                    </a:moveTo>
                    <a:lnTo>
                      <a:pt x="0" y="634"/>
                    </a:lnTo>
                    <a:lnTo>
                      <a:pt x="634" y="634"/>
                    </a:lnTo>
                    <a:lnTo>
                      <a:pt x="63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40">
                <a:extLst>
                  <a:ext uri="{FF2B5EF4-FFF2-40B4-BE49-F238E27FC236}">
                    <a16:creationId xmlns:a16="http://schemas.microsoft.com/office/drawing/2014/main" id="{855A0A40-53F7-FEC8-73A4-88E7718E4BA4}"/>
                  </a:ext>
                </a:extLst>
              </p:cNvPr>
              <p:cNvSpPr/>
              <p:nvPr/>
            </p:nvSpPr>
            <p:spPr>
              <a:xfrm>
                <a:off x="5865009" y="2109566"/>
                <a:ext cx="20913" cy="417918"/>
              </a:xfrm>
              <a:custGeom>
                <a:avLst/>
                <a:gdLst/>
                <a:ahLst/>
                <a:cxnLst/>
                <a:rect l="l" t="t" r="r" b="b"/>
                <a:pathLst>
                  <a:path w="601" h="12010" extrusionOk="0">
                    <a:moveTo>
                      <a:pt x="0" y="1"/>
                    </a:moveTo>
                    <a:lnTo>
                      <a:pt x="0" y="12009"/>
                    </a:lnTo>
                    <a:lnTo>
                      <a:pt x="601" y="12009"/>
                    </a:lnTo>
                    <a:lnTo>
                      <a:pt x="601"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0">
                <a:extLst>
                  <a:ext uri="{FF2B5EF4-FFF2-40B4-BE49-F238E27FC236}">
                    <a16:creationId xmlns:a16="http://schemas.microsoft.com/office/drawing/2014/main" id="{ACCEE240-4AB9-9663-5675-755567FAAA2E}"/>
                  </a:ext>
                </a:extLst>
              </p:cNvPr>
              <p:cNvSpPr/>
              <p:nvPr/>
            </p:nvSpPr>
            <p:spPr>
              <a:xfrm>
                <a:off x="5907950" y="2064294"/>
                <a:ext cx="22096" cy="22096"/>
              </a:xfrm>
              <a:custGeom>
                <a:avLst/>
                <a:gdLst/>
                <a:ahLst/>
                <a:cxnLst/>
                <a:rect l="l" t="t" r="r" b="b"/>
                <a:pathLst>
                  <a:path w="635" h="635" extrusionOk="0">
                    <a:moveTo>
                      <a:pt x="1" y="1"/>
                    </a:moveTo>
                    <a:lnTo>
                      <a:pt x="1" y="635"/>
                    </a:lnTo>
                    <a:lnTo>
                      <a:pt x="634" y="635"/>
                    </a:lnTo>
                    <a:lnTo>
                      <a:pt x="634"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0">
                <a:extLst>
                  <a:ext uri="{FF2B5EF4-FFF2-40B4-BE49-F238E27FC236}">
                    <a16:creationId xmlns:a16="http://schemas.microsoft.com/office/drawing/2014/main" id="{C0023AF3-6E84-0A1C-0419-B1B00D9A643D}"/>
                  </a:ext>
                </a:extLst>
              </p:cNvPr>
              <p:cNvSpPr/>
              <p:nvPr/>
            </p:nvSpPr>
            <p:spPr>
              <a:xfrm>
                <a:off x="5885888" y="2088687"/>
                <a:ext cx="22096" cy="20913"/>
              </a:xfrm>
              <a:custGeom>
                <a:avLst/>
                <a:gdLst/>
                <a:ahLst/>
                <a:cxnLst/>
                <a:rect l="l" t="t" r="r" b="b"/>
                <a:pathLst>
                  <a:path w="635" h="601" extrusionOk="0">
                    <a:moveTo>
                      <a:pt x="1" y="0"/>
                    </a:moveTo>
                    <a:lnTo>
                      <a:pt x="1" y="601"/>
                    </a:lnTo>
                    <a:lnTo>
                      <a:pt x="635" y="601"/>
                    </a:lnTo>
                    <a:lnTo>
                      <a:pt x="635"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40">
                <a:extLst>
                  <a:ext uri="{FF2B5EF4-FFF2-40B4-BE49-F238E27FC236}">
                    <a16:creationId xmlns:a16="http://schemas.microsoft.com/office/drawing/2014/main" id="{458D908F-7487-8579-72F9-77A8B20DF5B7}"/>
                  </a:ext>
                </a:extLst>
              </p:cNvPr>
              <p:cNvSpPr/>
              <p:nvPr/>
            </p:nvSpPr>
            <p:spPr>
              <a:xfrm>
                <a:off x="5907950" y="2549521"/>
                <a:ext cx="22096" cy="22096"/>
              </a:xfrm>
              <a:custGeom>
                <a:avLst/>
                <a:gdLst/>
                <a:ahLst/>
                <a:cxnLst/>
                <a:rect l="l" t="t" r="r" b="b"/>
                <a:pathLst>
                  <a:path w="635" h="635" extrusionOk="0">
                    <a:moveTo>
                      <a:pt x="1" y="0"/>
                    </a:moveTo>
                    <a:lnTo>
                      <a:pt x="1" y="634"/>
                    </a:lnTo>
                    <a:lnTo>
                      <a:pt x="634" y="634"/>
                    </a:lnTo>
                    <a:lnTo>
                      <a:pt x="63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40">
                <a:extLst>
                  <a:ext uri="{FF2B5EF4-FFF2-40B4-BE49-F238E27FC236}">
                    <a16:creationId xmlns:a16="http://schemas.microsoft.com/office/drawing/2014/main" id="{E36CA88F-19FB-F6AB-FB00-12948DB1B76D}"/>
                  </a:ext>
                </a:extLst>
              </p:cNvPr>
              <p:cNvSpPr/>
              <p:nvPr/>
            </p:nvSpPr>
            <p:spPr>
              <a:xfrm>
                <a:off x="5885888" y="2527459"/>
                <a:ext cx="22096" cy="22096"/>
              </a:xfrm>
              <a:custGeom>
                <a:avLst/>
                <a:gdLst/>
                <a:ahLst/>
                <a:cxnLst/>
                <a:rect l="l" t="t" r="r" b="b"/>
                <a:pathLst>
                  <a:path w="635" h="635" extrusionOk="0">
                    <a:moveTo>
                      <a:pt x="1" y="0"/>
                    </a:moveTo>
                    <a:lnTo>
                      <a:pt x="1" y="634"/>
                    </a:lnTo>
                    <a:lnTo>
                      <a:pt x="635" y="634"/>
                    </a:lnTo>
                    <a:lnTo>
                      <a:pt x="635"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8" name="Google Shape;818;p40">
              <a:extLst>
                <a:ext uri="{FF2B5EF4-FFF2-40B4-BE49-F238E27FC236}">
                  <a16:creationId xmlns:a16="http://schemas.microsoft.com/office/drawing/2014/main" id="{490357C1-613B-29C8-8472-708D69ECA7BC}"/>
                </a:ext>
              </a:extLst>
            </p:cNvPr>
            <p:cNvGrpSpPr/>
            <p:nvPr/>
          </p:nvGrpSpPr>
          <p:grpSpPr>
            <a:xfrm>
              <a:off x="5901175" y="725600"/>
              <a:ext cx="1265025" cy="681500"/>
              <a:chOff x="5901175" y="725600"/>
              <a:chExt cx="1265025" cy="681500"/>
            </a:xfrm>
          </p:grpSpPr>
          <p:sp>
            <p:nvSpPr>
              <p:cNvPr id="819" name="Google Shape;819;p40">
                <a:extLst>
                  <a:ext uri="{FF2B5EF4-FFF2-40B4-BE49-F238E27FC236}">
                    <a16:creationId xmlns:a16="http://schemas.microsoft.com/office/drawing/2014/main" id="{E43907D1-4741-6FAE-86DE-69C7BB85F6A5}"/>
                  </a:ext>
                </a:extLst>
              </p:cNvPr>
              <p:cNvSpPr/>
              <p:nvPr/>
            </p:nvSpPr>
            <p:spPr>
              <a:xfrm>
                <a:off x="6147525" y="918250"/>
                <a:ext cx="783300" cy="309600"/>
              </a:xfrm>
              <a:prstGeom prst="rtTriangl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40">
                <a:extLst>
                  <a:ext uri="{FF2B5EF4-FFF2-40B4-BE49-F238E27FC236}">
                    <a16:creationId xmlns:a16="http://schemas.microsoft.com/office/drawing/2014/main" id="{8CCF1376-571F-85EB-0E09-6322BBF1C5F1}"/>
                  </a:ext>
                </a:extLst>
              </p:cNvPr>
              <p:cNvSpPr txBox="1"/>
              <p:nvPr/>
            </p:nvSpPr>
            <p:spPr>
              <a:xfrm>
                <a:off x="5901175" y="725600"/>
                <a:ext cx="3339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b="1">
                    <a:latin typeface="Fira Code"/>
                    <a:ea typeface="Fira Code"/>
                    <a:cs typeface="Fira Code"/>
                    <a:sym typeface="Fira Code"/>
                  </a:rPr>
                  <a:t>x</a:t>
                </a:r>
                <a:endParaRPr sz="1100" b="1">
                  <a:latin typeface="Fira Code"/>
                  <a:ea typeface="Fira Code"/>
                  <a:cs typeface="Fira Code"/>
                  <a:sym typeface="Fira Code"/>
                </a:endParaRPr>
              </a:p>
            </p:txBody>
          </p:sp>
          <p:sp>
            <p:nvSpPr>
              <p:cNvPr id="821" name="Google Shape;821;p40">
                <a:extLst>
                  <a:ext uri="{FF2B5EF4-FFF2-40B4-BE49-F238E27FC236}">
                    <a16:creationId xmlns:a16="http://schemas.microsoft.com/office/drawing/2014/main" id="{4B891157-1718-CBC7-5778-F6A484D039F7}"/>
                  </a:ext>
                </a:extLst>
              </p:cNvPr>
              <p:cNvSpPr txBox="1"/>
              <p:nvPr/>
            </p:nvSpPr>
            <p:spPr>
              <a:xfrm>
                <a:off x="6832300" y="1053100"/>
                <a:ext cx="333900" cy="354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latin typeface="Fira Code"/>
                    <a:ea typeface="Fira Code"/>
                    <a:cs typeface="Fira Code"/>
                    <a:sym typeface="Fira Code"/>
                  </a:rPr>
                  <a:t>y</a:t>
                </a:r>
                <a:endParaRPr sz="1100" b="1">
                  <a:latin typeface="Fira Code"/>
                  <a:ea typeface="Fira Code"/>
                  <a:cs typeface="Fira Code"/>
                  <a:sym typeface="Fira Code"/>
                </a:endParaRPr>
              </a:p>
            </p:txBody>
          </p:sp>
        </p:grpSp>
      </p:grpSp>
    </p:spTree>
    <p:extLst>
      <p:ext uri="{BB962C8B-B14F-4D97-AF65-F5344CB8AC3E}">
        <p14:creationId xmlns:p14="http://schemas.microsoft.com/office/powerpoint/2010/main" val="11921542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93">
          <a:extLst>
            <a:ext uri="{FF2B5EF4-FFF2-40B4-BE49-F238E27FC236}">
              <a16:creationId xmlns:a16="http://schemas.microsoft.com/office/drawing/2014/main" id="{F67C3250-FE6F-F6BF-AEB5-B97FE24B61F5}"/>
            </a:ext>
          </a:extLst>
        </p:cNvPr>
        <p:cNvGrpSpPr/>
        <p:nvPr/>
      </p:nvGrpSpPr>
      <p:grpSpPr>
        <a:xfrm>
          <a:off x="0" y="0"/>
          <a:ext cx="0" cy="0"/>
          <a:chOff x="0" y="0"/>
          <a:chExt cx="0" cy="0"/>
        </a:xfrm>
      </p:grpSpPr>
      <p:pic>
        <p:nvPicPr>
          <p:cNvPr id="1026" name="Picture 2" descr="Architecture Teradata">
            <a:extLst>
              <a:ext uri="{FF2B5EF4-FFF2-40B4-BE49-F238E27FC236}">
                <a16:creationId xmlns:a16="http://schemas.microsoft.com/office/drawing/2014/main" id="{2C7F540C-E88B-B408-EB93-AB989A6C55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325" y="578004"/>
            <a:ext cx="6991350"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48376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43">
          <a:extLst>
            <a:ext uri="{FF2B5EF4-FFF2-40B4-BE49-F238E27FC236}">
              <a16:creationId xmlns:a16="http://schemas.microsoft.com/office/drawing/2014/main" id="{A647122E-7F00-9A7B-A61E-4A1E304017C2}"/>
            </a:ext>
          </a:extLst>
        </p:cNvPr>
        <p:cNvGrpSpPr/>
        <p:nvPr/>
      </p:nvGrpSpPr>
      <p:grpSpPr>
        <a:xfrm>
          <a:off x="0" y="0"/>
          <a:ext cx="0" cy="0"/>
          <a:chOff x="0" y="0"/>
          <a:chExt cx="0" cy="0"/>
        </a:xfrm>
      </p:grpSpPr>
      <p:sp>
        <p:nvSpPr>
          <p:cNvPr id="744" name="Google Shape;744;p39">
            <a:extLst>
              <a:ext uri="{FF2B5EF4-FFF2-40B4-BE49-F238E27FC236}">
                <a16:creationId xmlns:a16="http://schemas.microsoft.com/office/drawing/2014/main" id="{08D6B872-08C9-6630-1C64-8B27E62ACA16}"/>
              </a:ext>
            </a:extLst>
          </p:cNvPr>
          <p:cNvSpPr txBox="1">
            <a:spLocks noGrp="1"/>
          </p:cNvSpPr>
          <p:nvPr>
            <p:ph type="title"/>
          </p:nvPr>
        </p:nvSpPr>
        <p:spPr>
          <a:xfrm>
            <a:off x="715100" y="568622"/>
            <a:ext cx="6471008" cy="648600"/>
          </a:xfrm>
          <a:prstGeom prst="rect">
            <a:avLst/>
          </a:prstGeom>
        </p:spPr>
        <p:txBody>
          <a:bodyPr spcFirstLastPara="1" wrap="square" lIns="91425" tIns="91425" rIns="91425" bIns="91425" anchor="ctr" anchorCtr="0">
            <a:noAutofit/>
          </a:bodyPr>
          <a:lstStyle/>
          <a:p>
            <a:pPr lvl="0"/>
            <a:r>
              <a:rPr lang="fr-FR" dirty="0"/>
              <a:t>Architecture</a:t>
            </a:r>
            <a:endParaRPr dirty="0"/>
          </a:p>
        </p:txBody>
      </p:sp>
      <p:sp>
        <p:nvSpPr>
          <p:cNvPr id="745" name="Google Shape;745;p39">
            <a:extLst>
              <a:ext uri="{FF2B5EF4-FFF2-40B4-BE49-F238E27FC236}">
                <a16:creationId xmlns:a16="http://schemas.microsoft.com/office/drawing/2014/main" id="{7BCCDB57-3F9D-E9AB-D0E2-2A415C9F01F1}"/>
              </a:ext>
            </a:extLst>
          </p:cNvPr>
          <p:cNvSpPr txBox="1">
            <a:spLocks noGrp="1"/>
          </p:cNvSpPr>
          <p:nvPr>
            <p:ph type="subTitle" idx="1"/>
          </p:nvPr>
        </p:nvSpPr>
        <p:spPr>
          <a:xfrm>
            <a:off x="715100" y="1484555"/>
            <a:ext cx="6847526" cy="2291379"/>
          </a:xfrm>
          <a:prstGeom prst="rect">
            <a:avLst/>
          </a:prstGeom>
        </p:spPr>
        <p:txBody>
          <a:bodyPr spcFirstLastPara="1" wrap="square" lIns="91425" tIns="91425" rIns="91425" bIns="91425" anchor="ctr" anchorCtr="0">
            <a:noAutofit/>
          </a:bodyPr>
          <a:lstStyle/>
          <a:p>
            <a:pPr marL="0" lvl="0" indent="0"/>
            <a:r>
              <a:rPr lang="fr-FR" b="1" dirty="0"/>
              <a:t>Nœud : </a:t>
            </a:r>
            <a:r>
              <a:rPr lang="fr-FR" dirty="0"/>
              <a:t>Élément fondamental du système de base de données Teradata, il est composé de composants matériels et logiciels. Un serveur peut également être considéré comme un nœud.</a:t>
            </a:r>
          </a:p>
          <a:p>
            <a:pPr marL="0" lvl="0" indent="0"/>
            <a:endParaRPr lang="fr-FR" dirty="0"/>
          </a:p>
          <a:p>
            <a:pPr marL="0" lvl="0" indent="0"/>
            <a:endParaRPr dirty="0"/>
          </a:p>
        </p:txBody>
      </p:sp>
      <p:grpSp>
        <p:nvGrpSpPr>
          <p:cNvPr id="746" name="Google Shape;746;p39">
            <a:extLst>
              <a:ext uri="{FF2B5EF4-FFF2-40B4-BE49-F238E27FC236}">
                <a16:creationId xmlns:a16="http://schemas.microsoft.com/office/drawing/2014/main" id="{49F6AA6B-8759-C3C9-5CB0-75E13609603C}"/>
              </a:ext>
            </a:extLst>
          </p:cNvPr>
          <p:cNvGrpSpPr/>
          <p:nvPr/>
        </p:nvGrpSpPr>
        <p:grpSpPr>
          <a:xfrm>
            <a:off x="7705847" y="4010466"/>
            <a:ext cx="723042" cy="598023"/>
            <a:chOff x="1654675" y="4256126"/>
            <a:chExt cx="851841" cy="704551"/>
          </a:xfrm>
        </p:grpSpPr>
        <p:grpSp>
          <p:nvGrpSpPr>
            <p:cNvPr id="747" name="Google Shape;747;p39">
              <a:extLst>
                <a:ext uri="{FF2B5EF4-FFF2-40B4-BE49-F238E27FC236}">
                  <a16:creationId xmlns:a16="http://schemas.microsoft.com/office/drawing/2014/main" id="{2BBA27E3-1F69-C2AE-D096-5F823F8506E1}"/>
                </a:ext>
              </a:extLst>
            </p:cNvPr>
            <p:cNvGrpSpPr/>
            <p:nvPr/>
          </p:nvGrpSpPr>
          <p:grpSpPr>
            <a:xfrm>
              <a:off x="1654675" y="4256126"/>
              <a:ext cx="445587" cy="704551"/>
              <a:chOff x="1654675" y="4256126"/>
              <a:chExt cx="445587" cy="704551"/>
            </a:xfrm>
          </p:grpSpPr>
          <p:sp>
            <p:nvSpPr>
              <p:cNvPr id="748" name="Google Shape;748;p39">
                <a:extLst>
                  <a:ext uri="{FF2B5EF4-FFF2-40B4-BE49-F238E27FC236}">
                    <a16:creationId xmlns:a16="http://schemas.microsoft.com/office/drawing/2014/main" id="{DB566974-C36F-12DC-4E63-43EC33B8B9F3}"/>
                  </a:ext>
                </a:extLst>
              </p:cNvPr>
              <p:cNvSpPr/>
              <p:nvPr/>
            </p:nvSpPr>
            <p:spPr>
              <a:xfrm>
                <a:off x="1655926" y="4257377"/>
                <a:ext cx="440657" cy="703300"/>
              </a:xfrm>
              <a:custGeom>
                <a:avLst/>
                <a:gdLst/>
                <a:ahLst/>
                <a:cxnLst/>
                <a:rect l="l" t="t" r="r" b="b"/>
                <a:pathLst>
                  <a:path w="11976" h="19114" extrusionOk="0">
                    <a:moveTo>
                      <a:pt x="0" y="0"/>
                    </a:moveTo>
                    <a:lnTo>
                      <a:pt x="0" y="17112"/>
                    </a:lnTo>
                    <a:lnTo>
                      <a:pt x="2002" y="17112"/>
                    </a:lnTo>
                    <a:lnTo>
                      <a:pt x="2002" y="16112"/>
                    </a:lnTo>
                    <a:lnTo>
                      <a:pt x="3002" y="16112"/>
                    </a:lnTo>
                    <a:lnTo>
                      <a:pt x="3002" y="15111"/>
                    </a:lnTo>
                    <a:lnTo>
                      <a:pt x="4003" y="15111"/>
                    </a:lnTo>
                    <a:lnTo>
                      <a:pt x="4003" y="14110"/>
                    </a:lnTo>
                    <a:lnTo>
                      <a:pt x="4971" y="14110"/>
                    </a:lnTo>
                    <a:lnTo>
                      <a:pt x="4971" y="16112"/>
                    </a:lnTo>
                    <a:lnTo>
                      <a:pt x="5971" y="16112"/>
                    </a:lnTo>
                    <a:lnTo>
                      <a:pt x="5971" y="18113"/>
                    </a:lnTo>
                    <a:lnTo>
                      <a:pt x="6972" y="18113"/>
                    </a:lnTo>
                    <a:lnTo>
                      <a:pt x="6972" y="19114"/>
                    </a:lnTo>
                    <a:lnTo>
                      <a:pt x="8973" y="19114"/>
                    </a:lnTo>
                    <a:lnTo>
                      <a:pt x="8973" y="18113"/>
                    </a:lnTo>
                    <a:lnTo>
                      <a:pt x="9974" y="18113"/>
                    </a:lnTo>
                    <a:lnTo>
                      <a:pt x="9974" y="16112"/>
                    </a:lnTo>
                    <a:lnTo>
                      <a:pt x="8973" y="16112"/>
                    </a:lnTo>
                    <a:lnTo>
                      <a:pt x="8973" y="14110"/>
                    </a:lnTo>
                    <a:lnTo>
                      <a:pt x="7973" y="14110"/>
                    </a:lnTo>
                    <a:lnTo>
                      <a:pt x="7973" y="13110"/>
                    </a:lnTo>
                    <a:lnTo>
                      <a:pt x="11976" y="13110"/>
                    </a:lnTo>
                    <a:lnTo>
                      <a:pt x="11976" y="12009"/>
                    </a:lnTo>
                    <a:lnTo>
                      <a:pt x="11976" y="11008"/>
                    </a:lnTo>
                    <a:lnTo>
                      <a:pt x="11042" y="11008"/>
                    </a:lnTo>
                    <a:lnTo>
                      <a:pt x="11042" y="10007"/>
                    </a:lnTo>
                    <a:lnTo>
                      <a:pt x="10041" y="10007"/>
                    </a:lnTo>
                    <a:lnTo>
                      <a:pt x="10041" y="9007"/>
                    </a:lnTo>
                    <a:lnTo>
                      <a:pt x="9040" y="9007"/>
                    </a:lnTo>
                    <a:lnTo>
                      <a:pt x="9040" y="8006"/>
                    </a:lnTo>
                    <a:lnTo>
                      <a:pt x="8039" y="8006"/>
                    </a:lnTo>
                    <a:lnTo>
                      <a:pt x="8039" y="7005"/>
                    </a:lnTo>
                    <a:lnTo>
                      <a:pt x="7039" y="7005"/>
                    </a:lnTo>
                    <a:lnTo>
                      <a:pt x="7039" y="6005"/>
                    </a:lnTo>
                    <a:lnTo>
                      <a:pt x="6038" y="6005"/>
                    </a:lnTo>
                    <a:lnTo>
                      <a:pt x="6038" y="5004"/>
                    </a:lnTo>
                    <a:lnTo>
                      <a:pt x="5037" y="5004"/>
                    </a:lnTo>
                    <a:lnTo>
                      <a:pt x="5037" y="4003"/>
                    </a:lnTo>
                    <a:lnTo>
                      <a:pt x="4037" y="4003"/>
                    </a:lnTo>
                    <a:lnTo>
                      <a:pt x="4037" y="3002"/>
                    </a:lnTo>
                    <a:lnTo>
                      <a:pt x="3036" y="3002"/>
                    </a:lnTo>
                    <a:lnTo>
                      <a:pt x="3036" y="2002"/>
                    </a:lnTo>
                    <a:lnTo>
                      <a:pt x="2035" y="2002"/>
                    </a:lnTo>
                    <a:lnTo>
                      <a:pt x="2035" y="1001"/>
                    </a:lnTo>
                    <a:lnTo>
                      <a:pt x="1001" y="1001"/>
                    </a:lnTo>
                    <a:lnTo>
                      <a:pt x="100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9">
                <a:extLst>
                  <a:ext uri="{FF2B5EF4-FFF2-40B4-BE49-F238E27FC236}">
                    <a16:creationId xmlns:a16="http://schemas.microsoft.com/office/drawing/2014/main" id="{CF1A0F89-2571-2485-B9A7-35A9685F2E7D}"/>
                  </a:ext>
                </a:extLst>
              </p:cNvPr>
              <p:cNvSpPr/>
              <p:nvPr/>
            </p:nvSpPr>
            <p:spPr>
              <a:xfrm>
                <a:off x="1654675" y="4256126"/>
                <a:ext cx="36869" cy="628459"/>
              </a:xfrm>
              <a:custGeom>
                <a:avLst/>
                <a:gdLst/>
                <a:ahLst/>
                <a:cxnLst/>
                <a:rect l="l" t="t" r="r" b="b"/>
                <a:pathLst>
                  <a:path w="1002" h="17080" extrusionOk="0">
                    <a:moveTo>
                      <a:pt x="1" y="1"/>
                    </a:moveTo>
                    <a:lnTo>
                      <a:pt x="1" y="17080"/>
                    </a:lnTo>
                    <a:lnTo>
                      <a:pt x="1002" y="17080"/>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9">
                <a:extLst>
                  <a:ext uri="{FF2B5EF4-FFF2-40B4-BE49-F238E27FC236}">
                    <a16:creationId xmlns:a16="http://schemas.microsoft.com/office/drawing/2014/main" id="{9115A491-1A43-9071-7918-E58F48ADA360}"/>
                  </a:ext>
                </a:extLst>
              </p:cNvPr>
              <p:cNvSpPr/>
              <p:nvPr/>
            </p:nvSpPr>
            <p:spPr>
              <a:xfrm>
                <a:off x="1692758" y="4292958"/>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9">
                <a:extLst>
                  <a:ext uri="{FF2B5EF4-FFF2-40B4-BE49-F238E27FC236}">
                    <a16:creationId xmlns:a16="http://schemas.microsoft.com/office/drawing/2014/main" id="{BA4ABBC4-E10C-3B90-C487-7E9C73B5DA30}"/>
                  </a:ext>
                </a:extLst>
              </p:cNvPr>
              <p:cNvSpPr/>
              <p:nvPr/>
            </p:nvSpPr>
            <p:spPr>
              <a:xfrm>
                <a:off x="1729553" y="4329790"/>
                <a:ext cx="36869" cy="36832"/>
              </a:xfrm>
              <a:custGeom>
                <a:avLst/>
                <a:gdLst/>
                <a:ahLst/>
                <a:cxnLst/>
                <a:rect l="l" t="t" r="r" b="b"/>
                <a:pathLst>
                  <a:path w="1002" h="1001"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9">
                <a:extLst>
                  <a:ext uri="{FF2B5EF4-FFF2-40B4-BE49-F238E27FC236}">
                    <a16:creationId xmlns:a16="http://schemas.microsoft.com/office/drawing/2014/main" id="{9F2E6BB5-C933-2795-45F4-62D4D937C616}"/>
                  </a:ext>
                </a:extLst>
              </p:cNvPr>
              <p:cNvSpPr/>
              <p:nvPr/>
            </p:nvSpPr>
            <p:spPr>
              <a:xfrm>
                <a:off x="1765170" y="4366621"/>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9">
                <a:extLst>
                  <a:ext uri="{FF2B5EF4-FFF2-40B4-BE49-F238E27FC236}">
                    <a16:creationId xmlns:a16="http://schemas.microsoft.com/office/drawing/2014/main" id="{7AAAF802-42C4-44C9-27FC-A88E4B18B7F2}"/>
                  </a:ext>
                </a:extLst>
              </p:cNvPr>
              <p:cNvSpPr/>
              <p:nvPr/>
            </p:nvSpPr>
            <p:spPr>
              <a:xfrm>
                <a:off x="1803216" y="4403416"/>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9">
                <a:extLst>
                  <a:ext uri="{FF2B5EF4-FFF2-40B4-BE49-F238E27FC236}">
                    <a16:creationId xmlns:a16="http://schemas.microsoft.com/office/drawing/2014/main" id="{7187678E-C2C0-9AA3-1E16-81DD49C99CBA}"/>
                  </a:ext>
                </a:extLst>
              </p:cNvPr>
              <p:cNvSpPr/>
              <p:nvPr/>
            </p:nvSpPr>
            <p:spPr>
              <a:xfrm>
                <a:off x="1841262" y="4440248"/>
                <a:ext cx="36832" cy="36869"/>
              </a:xfrm>
              <a:custGeom>
                <a:avLst/>
                <a:gdLst/>
                <a:ahLst/>
                <a:cxnLst/>
                <a:rect l="l" t="t" r="r" b="b"/>
                <a:pathLst>
                  <a:path w="1001" h="1002"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9">
                <a:extLst>
                  <a:ext uri="{FF2B5EF4-FFF2-40B4-BE49-F238E27FC236}">
                    <a16:creationId xmlns:a16="http://schemas.microsoft.com/office/drawing/2014/main" id="{221DDDAF-85A8-3F7F-9809-430D49EB8771}"/>
                  </a:ext>
                </a:extLst>
              </p:cNvPr>
              <p:cNvSpPr/>
              <p:nvPr/>
            </p:nvSpPr>
            <p:spPr>
              <a:xfrm>
                <a:off x="1878057" y="4477080"/>
                <a:ext cx="36869" cy="36832"/>
              </a:xfrm>
              <a:custGeom>
                <a:avLst/>
                <a:gdLst/>
                <a:ahLst/>
                <a:cxnLst/>
                <a:rect l="l" t="t" r="r" b="b"/>
                <a:pathLst>
                  <a:path w="1002" h="1001"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9">
                <a:extLst>
                  <a:ext uri="{FF2B5EF4-FFF2-40B4-BE49-F238E27FC236}">
                    <a16:creationId xmlns:a16="http://schemas.microsoft.com/office/drawing/2014/main" id="{1CF503FA-3122-1F3B-BEE9-6C49CE290DF6}"/>
                  </a:ext>
                </a:extLst>
              </p:cNvPr>
              <p:cNvSpPr/>
              <p:nvPr/>
            </p:nvSpPr>
            <p:spPr>
              <a:xfrm>
                <a:off x="1914889" y="4515125"/>
                <a:ext cx="36869" cy="36832"/>
              </a:xfrm>
              <a:custGeom>
                <a:avLst/>
                <a:gdLst/>
                <a:ahLst/>
                <a:cxnLst/>
                <a:rect l="l" t="t" r="r" b="b"/>
                <a:pathLst>
                  <a:path w="1002" h="1001"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9">
                <a:extLst>
                  <a:ext uri="{FF2B5EF4-FFF2-40B4-BE49-F238E27FC236}">
                    <a16:creationId xmlns:a16="http://schemas.microsoft.com/office/drawing/2014/main" id="{5D180D2E-8B16-B606-8583-C67A6E41C319}"/>
                  </a:ext>
                </a:extLst>
              </p:cNvPr>
              <p:cNvSpPr/>
              <p:nvPr/>
            </p:nvSpPr>
            <p:spPr>
              <a:xfrm>
                <a:off x="1951721" y="4551920"/>
                <a:ext cx="36869" cy="36869"/>
              </a:xfrm>
              <a:custGeom>
                <a:avLst/>
                <a:gdLst/>
                <a:ahLst/>
                <a:cxnLst/>
                <a:rect l="l" t="t" r="r" b="b"/>
                <a:pathLst>
                  <a:path w="1002" h="1002" extrusionOk="0">
                    <a:moveTo>
                      <a:pt x="0" y="1"/>
                    </a:moveTo>
                    <a:lnTo>
                      <a:pt x="0"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9">
                <a:extLst>
                  <a:ext uri="{FF2B5EF4-FFF2-40B4-BE49-F238E27FC236}">
                    <a16:creationId xmlns:a16="http://schemas.microsoft.com/office/drawing/2014/main" id="{80BE1BE3-68B8-B25A-E895-8F3C4B2B48D9}"/>
                  </a:ext>
                </a:extLst>
              </p:cNvPr>
              <p:cNvSpPr/>
              <p:nvPr/>
            </p:nvSpPr>
            <p:spPr>
              <a:xfrm>
                <a:off x="1988553" y="4588752"/>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9">
                <a:extLst>
                  <a:ext uri="{FF2B5EF4-FFF2-40B4-BE49-F238E27FC236}">
                    <a16:creationId xmlns:a16="http://schemas.microsoft.com/office/drawing/2014/main" id="{CC00EA61-11C6-1014-1566-476FE9D5511A}"/>
                  </a:ext>
                </a:extLst>
              </p:cNvPr>
              <p:cNvSpPr/>
              <p:nvPr/>
            </p:nvSpPr>
            <p:spPr>
              <a:xfrm>
                <a:off x="2025348" y="4625584"/>
                <a:ext cx="36869" cy="36869"/>
              </a:xfrm>
              <a:custGeom>
                <a:avLst/>
                <a:gdLst/>
                <a:ahLst/>
                <a:cxnLst/>
                <a:rect l="l" t="t" r="r" b="b"/>
                <a:pathLst>
                  <a:path w="1002" h="1002"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9">
                <a:extLst>
                  <a:ext uri="{FF2B5EF4-FFF2-40B4-BE49-F238E27FC236}">
                    <a16:creationId xmlns:a16="http://schemas.microsoft.com/office/drawing/2014/main" id="{5EE7C21D-764C-41C2-391B-C62C827F533C}"/>
                  </a:ext>
                </a:extLst>
              </p:cNvPr>
              <p:cNvSpPr/>
              <p:nvPr/>
            </p:nvSpPr>
            <p:spPr>
              <a:xfrm>
                <a:off x="2062179" y="4662415"/>
                <a:ext cx="36869" cy="36832"/>
              </a:xfrm>
              <a:custGeom>
                <a:avLst/>
                <a:gdLst/>
                <a:ahLst/>
                <a:cxnLst/>
                <a:rect l="l" t="t" r="r" b="b"/>
                <a:pathLst>
                  <a:path w="1002" h="1001" extrusionOk="0">
                    <a:moveTo>
                      <a:pt x="1" y="0"/>
                    </a:moveTo>
                    <a:lnTo>
                      <a:pt x="1" y="1001"/>
                    </a:lnTo>
                    <a:lnTo>
                      <a:pt x="1001" y="1001"/>
                    </a:lnTo>
                    <a:lnTo>
                      <a:pt x="100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9">
                <a:extLst>
                  <a:ext uri="{FF2B5EF4-FFF2-40B4-BE49-F238E27FC236}">
                    <a16:creationId xmlns:a16="http://schemas.microsoft.com/office/drawing/2014/main" id="{3565BAF7-CC87-B996-99B7-96834A311D52}"/>
                  </a:ext>
                </a:extLst>
              </p:cNvPr>
              <p:cNvSpPr/>
              <p:nvPr/>
            </p:nvSpPr>
            <p:spPr>
              <a:xfrm>
                <a:off x="1914889" y="4699210"/>
                <a:ext cx="185373" cy="36869"/>
              </a:xfrm>
              <a:custGeom>
                <a:avLst/>
                <a:gdLst/>
                <a:ahLst/>
                <a:cxnLst/>
                <a:rect l="l" t="t" r="r" b="b"/>
                <a:pathLst>
                  <a:path w="5038" h="1002" extrusionOk="0">
                    <a:moveTo>
                      <a:pt x="1" y="1"/>
                    </a:moveTo>
                    <a:lnTo>
                      <a:pt x="1" y="1002"/>
                    </a:lnTo>
                    <a:lnTo>
                      <a:pt x="5038" y="1002"/>
                    </a:lnTo>
                    <a:lnTo>
                      <a:pt x="50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9">
                <a:extLst>
                  <a:ext uri="{FF2B5EF4-FFF2-40B4-BE49-F238E27FC236}">
                    <a16:creationId xmlns:a16="http://schemas.microsoft.com/office/drawing/2014/main" id="{DAC2A324-5E6C-A23F-6C7C-E566A443D623}"/>
                  </a:ext>
                </a:extLst>
              </p:cNvPr>
              <p:cNvSpPr/>
              <p:nvPr/>
            </p:nvSpPr>
            <p:spPr>
              <a:xfrm>
                <a:off x="1914889" y="4736042"/>
                <a:ext cx="36869" cy="36869"/>
              </a:xfrm>
              <a:custGeom>
                <a:avLst/>
                <a:gdLst/>
                <a:ahLst/>
                <a:cxnLst/>
                <a:rect l="l" t="t" r="r" b="b"/>
                <a:pathLst>
                  <a:path w="1002" h="1002" extrusionOk="0">
                    <a:moveTo>
                      <a:pt x="1" y="1"/>
                    </a:moveTo>
                    <a:lnTo>
                      <a:pt x="1"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9">
                <a:extLst>
                  <a:ext uri="{FF2B5EF4-FFF2-40B4-BE49-F238E27FC236}">
                    <a16:creationId xmlns:a16="http://schemas.microsoft.com/office/drawing/2014/main" id="{EB53203A-91EF-B947-C3D4-EC225D46F066}"/>
                  </a:ext>
                </a:extLst>
              </p:cNvPr>
              <p:cNvSpPr/>
              <p:nvPr/>
            </p:nvSpPr>
            <p:spPr>
              <a:xfrm>
                <a:off x="1803216" y="4736042"/>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9">
                <a:extLst>
                  <a:ext uri="{FF2B5EF4-FFF2-40B4-BE49-F238E27FC236}">
                    <a16:creationId xmlns:a16="http://schemas.microsoft.com/office/drawing/2014/main" id="{81A41724-0C58-4708-2F11-1AA104ECF3F6}"/>
                  </a:ext>
                </a:extLst>
              </p:cNvPr>
              <p:cNvSpPr/>
              <p:nvPr/>
            </p:nvSpPr>
            <p:spPr>
              <a:xfrm>
                <a:off x="1841262" y="4772874"/>
                <a:ext cx="36832" cy="73664"/>
              </a:xfrm>
              <a:custGeom>
                <a:avLst/>
                <a:gdLst/>
                <a:ahLst/>
                <a:cxnLst/>
                <a:rect l="l" t="t" r="r" b="b"/>
                <a:pathLst>
                  <a:path w="1001" h="2002" extrusionOk="0">
                    <a:moveTo>
                      <a:pt x="0" y="0"/>
                    </a:moveTo>
                    <a:lnTo>
                      <a:pt x="0"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9">
                <a:extLst>
                  <a:ext uri="{FF2B5EF4-FFF2-40B4-BE49-F238E27FC236}">
                    <a16:creationId xmlns:a16="http://schemas.microsoft.com/office/drawing/2014/main" id="{FDB1481C-85EA-CEED-6513-37E0AE29C9B7}"/>
                  </a:ext>
                </a:extLst>
              </p:cNvPr>
              <p:cNvSpPr/>
              <p:nvPr/>
            </p:nvSpPr>
            <p:spPr>
              <a:xfrm>
                <a:off x="1878057" y="4847751"/>
                <a:ext cx="36869" cy="73664"/>
              </a:xfrm>
              <a:custGeom>
                <a:avLst/>
                <a:gdLst/>
                <a:ahLst/>
                <a:cxnLst/>
                <a:rect l="l" t="t" r="r" b="b"/>
                <a:pathLst>
                  <a:path w="1002" h="2002" extrusionOk="0">
                    <a:moveTo>
                      <a:pt x="1" y="0"/>
                    </a:moveTo>
                    <a:lnTo>
                      <a:pt x="1" y="2001"/>
                    </a:lnTo>
                    <a:lnTo>
                      <a:pt x="1002" y="2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9">
                <a:extLst>
                  <a:ext uri="{FF2B5EF4-FFF2-40B4-BE49-F238E27FC236}">
                    <a16:creationId xmlns:a16="http://schemas.microsoft.com/office/drawing/2014/main" id="{FB3CAE5B-0D64-D5D4-525F-E05C4032250D}"/>
                  </a:ext>
                </a:extLst>
              </p:cNvPr>
              <p:cNvSpPr/>
              <p:nvPr/>
            </p:nvSpPr>
            <p:spPr>
              <a:xfrm>
                <a:off x="1914889" y="4921378"/>
                <a:ext cx="73700" cy="36869"/>
              </a:xfrm>
              <a:custGeom>
                <a:avLst/>
                <a:gdLst/>
                <a:ahLst/>
                <a:cxnLst/>
                <a:rect l="l" t="t" r="r" b="b"/>
                <a:pathLst>
                  <a:path w="2003" h="1002" extrusionOk="0">
                    <a:moveTo>
                      <a:pt x="1" y="0"/>
                    </a:moveTo>
                    <a:lnTo>
                      <a:pt x="1" y="1001"/>
                    </a:lnTo>
                    <a:lnTo>
                      <a:pt x="2002" y="1001"/>
                    </a:lnTo>
                    <a:lnTo>
                      <a:pt x="2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9">
                <a:extLst>
                  <a:ext uri="{FF2B5EF4-FFF2-40B4-BE49-F238E27FC236}">
                    <a16:creationId xmlns:a16="http://schemas.microsoft.com/office/drawing/2014/main" id="{93F8456E-BB99-11E1-48E1-BEED774BD8F9}"/>
                  </a:ext>
                </a:extLst>
              </p:cNvPr>
              <p:cNvSpPr/>
              <p:nvPr/>
            </p:nvSpPr>
            <p:spPr>
              <a:xfrm>
                <a:off x="1951721" y="4772874"/>
                <a:ext cx="36869" cy="73664"/>
              </a:xfrm>
              <a:custGeom>
                <a:avLst/>
                <a:gdLst/>
                <a:ahLst/>
                <a:cxnLst/>
                <a:rect l="l" t="t" r="r" b="b"/>
                <a:pathLst>
                  <a:path w="1002" h="2002" extrusionOk="0">
                    <a:moveTo>
                      <a:pt x="0" y="0"/>
                    </a:moveTo>
                    <a:lnTo>
                      <a:pt x="0"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9">
                <a:extLst>
                  <a:ext uri="{FF2B5EF4-FFF2-40B4-BE49-F238E27FC236}">
                    <a16:creationId xmlns:a16="http://schemas.microsoft.com/office/drawing/2014/main" id="{E217A0C4-DC2C-D7D5-6A58-0BA30E2B4AB4}"/>
                  </a:ext>
                </a:extLst>
              </p:cNvPr>
              <p:cNvSpPr/>
              <p:nvPr/>
            </p:nvSpPr>
            <p:spPr>
              <a:xfrm>
                <a:off x="1988553" y="4847751"/>
                <a:ext cx="36832" cy="73664"/>
              </a:xfrm>
              <a:custGeom>
                <a:avLst/>
                <a:gdLst/>
                <a:ahLst/>
                <a:cxnLst/>
                <a:rect l="l" t="t" r="r" b="b"/>
                <a:pathLst>
                  <a:path w="1001" h="2002" extrusionOk="0">
                    <a:moveTo>
                      <a:pt x="0" y="0"/>
                    </a:moveTo>
                    <a:lnTo>
                      <a:pt x="0" y="2001"/>
                    </a:lnTo>
                    <a:lnTo>
                      <a:pt x="1001" y="2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9">
                <a:extLst>
                  <a:ext uri="{FF2B5EF4-FFF2-40B4-BE49-F238E27FC236}">
                    <a16:creationId xmlns:a16="http://schemas.microsoft.com/office/drawing/2014/main" id="{F74B0826-9C21-10C6-C930-C4812BA8BC60}"/>
                  </a:ext>
                </a:extLst>
              </p:cNvPr>
              <p:cNvSpPr/>
              <p:nvPr/>
            </p:nvSpPr>
            <p:spPr>
              <a:xfrm>
                <a:off x="1765170" y="4772874"/>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9">
                <a:extLst>
                  <a:ext uri="{FF2B5EF4-FFF2-40B4-BE49-F238E27FC236}">
                    <a16:creationId xmlns:a16="http://schemas.microsoft.com/office/drawing/2014/main" id="{15994ABE-5A7A-53FB-3BDA-5E5779951FC3}"/>
                  </a:ext>
                </a:extLst>
              </p:cNvPr>
              <p:cNvSpPr/>
              <p:nvPr/>
            </p:nvSpPr>
            <p:spPr>
              <a:xfrm>
                <a:off x="1729553" y="4810920"/>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9">
                <a:extLst>
                  <a:ext uri="{FF2B5EF4-FFF2-40B4-BE49-F238E27FC236}">
                    <a16:creationId xmlns:a16="http://schemas.microsoft.com/office/drawing/2014/main" id="{E26C2810-CB16-0728-9624-83CE792946C8}"/>
                  </a:ext>
                </a:extLst>
              </p:cNvPr>
              <p:cNvSpPr/>
              <p:nvPr/>
            </p:nvSpPr>
            <p:spPr>
              <a:xfrm>
                <a:off x="1692758" y="4847751"/>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2" name="Google Shape;772;p39">
              <a:extLst>
                <a:ext uri="{FF2B5EF4-FFF2-40B4-BE49-F238E27FC236}">
                  <a16:creationId xmlns:a16="http://schemas.microsoft.com/office/drawing/2014/main" id="{4C2B1247-7FA3-F5B2-F9FB-13D1157B8652}"/>
                </a:ext>
              </a:extLst>
            </p:cNvPr>
            <p:cNvGrpSpPr/>
            <p:nvPr/>
          </p:nvGrpSpPr>
          <p:grpSpPr>
            <a:xfrm>
              <a:off x="2099011" y="4329790"/>
              <a:ext cx="407505" cy="517999"/>
              <a:chOff x="2099011" y="4329790"/>
              <a:chExt cx="407505" cy="517999"/>
            </a:xfrm>
          </p:grpSpPr>
          <p:sp>
            <p:nvSpPr>
              <p:cNvPr id="773" name="Google Shape;773;p39">
                <a:extLst>
                  <a:ext uri="{FF2B5EF4-FFF2-40B4-BE49-F238E27FC236}">
                    <a16:creationId xmlns:a16="http://schemas.microsoft.com/office/drawing/2014/main" id="{78D17023-4733-984E-213D-45EF173B8F0B}"/>
                  </a:ext>
                </a:extLst>
              </p:cNvPr>
              <p:cNvSpPr/>
              <p:nvPr/>
            </p:nvSpPr>
            <p:spPr>
              <a:xfrm>
                <a:off x="2100225" y="4331004"/>
                <a:ext cx="405076" cy="515535"/>
              </a:xfrm>
              <a:custGeom>
                <a:avLst/>
                <a:gdLst/>
                <a:ahLst/>
                <a:cxnLst/>
                <a:rect l="l" t="t" r="r" b="b"/>
                <a:pathLst>
                  <a:path w="11009" h="14011" extrusionOk="0">
                    <a:moveTo>
                      <a:pt x="1" y="1"/>
                    </a:moveTo>
                    <a:lnTo>
                      <a:pt x="1" y="1001"/>
                    </a:lnTo>
                    <a:lnTo>
                      <a:pt x="1001" y="1001"/>
                    </a:lnTo>
                    <a:lnTo>
                      <a:pt x="1001" y="2002"/>
                    </a:lnTo>
                    <a:lnTo>
                      <a:pt x="1001" y="3003"/>
                    </a:lnTo>
                    <a:lnTo>
                      <a:pt x="1001" y="4004"/>
                    </a:lnTo>
                    <a:lnTo>
                      <a:pt x="2002" y="4004"/>
                    </a:lnTo>
                    <a:lnTo>
                      <a:pt x="2002" y="5004"/>
                    </a:lnTo>
                    <a:lnTo>
                      <a:pt x="3003" y="5004"/>
                    </a:lnTo>
                    <a:lnTo>
                      <a:pt x="3003" y="6005"/>
                    </a:lnTo>
                    <a:lnTo>
                      <a:pt x="4003" y="6005"/>
                    </a:lnTo>
                    <a:lnTo>
                      <a:pt x="4003" y="7006"/>
                    </a:lnTo>
                    <a:lnTo>
                      <a:pt x="4003" y="8006"/>
                    </a:lnTo>
                    <a:lnTo>
                      <a:pt x="3003" y="8006"/>
                    </a:lnTo>
                    <a:lnTo>
                      <a:pt x="3003" y="9007"/>
                    </a:lnTo>
                    <a:lnTo>
                      <a:pt x="2002" y="9007"/>
                    </a:lnTo>
                    <a:lnTo>
                      <a:pt x="2002" y="10008"/>
                    </a:lnTo>
                    <a:lnTo>
                      <a:pt x="1001" y="10008"/>
                    </a:lnTo>
                    <a:lnTo>
                      <a:pt x="1001" y="11009"/>
                    </a:lnTo>
                    <a:lnTo>
                      <a:pt x="1001" y="12009"/>
                    </a:lnTo>
                    <a:lnTo>
                      <a:pt x="1001" y="13010"/>
                    </a:lnTo>
                    <a:lnTo>
                      <a:pt x="1" y="13010"/>
                    </a:lnTo>
                    <a:lnTo>
                      <a:pt x="1" y="14011"/>
                    </a:lnTo>
                    <a:lnTo>
                      <a:pt x="11008" y="14011"/>
                    </a:lnTo>
                    <a:lnTo>
                      <a:pt x="11008" y="13010"/>
                    </a:lnTo>
                    <a:lnTo>
                      <a:pt x="10008" y="13010"/>
                    </a:lnTo>
                    <a:lnTo>
                      <a:pt x="10008" y="12009"/>
                    </a:lnTo>
                    <a:lnTo>
                      <a:pt x="10008" y="11009"/>
                    </a:lnTo>
                    <a:lnTo>
                      <a:pt x="10008" y="10008"/>
                    </a:lnTo>
                    <a:lnTo>
                      <a:pt x="9007" y="10008"/>
                    </a:lnTo>
                    <a:lnTo>
                      <a:pt x="9007" y="9007"/>
                    </a:lnTo>
                    <a:lnTo>
                      <a:pt x="8006" y="9007"/>
                    </a:lnTo>
                    <a:lnTo>
                      <a:pt x="8006" y="8006"/>
                    </a:lnTo>
                    <a:lnTo>
                      <a:pt x="7006" y="8006"/>
                    </a:lnTo>
                    <a:lnTo>
                      <a:pt x="7006" y="7006"/>
                    </a:lnTo>
                    <a:lnTo>
                      <a:pt x="7006" y="6005"/>
                    </a:lnTo>
                    <a:lnTo>
                      <a:pt x="8006" y="6005"/>
                    </a:lnTo>
                    <a:lnTo>
                      <a:pt x="8006" y="5004"/>
                    </a:lnTo>
                    <a:lnTo>
                      <a:pt x="9007" y="5004"/>
                    </a:lnTo>
                    <a:lnTo>
                      <a:pt x="9007" y="4004"/>
                    </a:lnTo>
                    <a:lnTo>
                      <a:pt x="10008" y="4004"/>
                    </a:lnTo>
                    <a:lnTo>
                      <a:pt x="10008" y="3003"/>
                    </a:lnTo>
                    <a:lnTo>
                      <a:pt x="10008" y="2002"/>
                    </a:lnTo>
                    <a:lnTo>
                      <a:pt x="10008" y="1001"/>
                    </a:lnTo>
                    <a:lnTo>
                      <a:pt x="11008" y="1001"/>
                    </a:lnTo>
                    <a:lnTo>
                      <a:pt x="1100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9">
                <a:extLst>
                  <a:ext uri="{FF2B5EF4-FFF2-40B4-BE49-F238E27FC236}">
                    <a16:creationId xmlns:a16="http://schemas.microsoft.com/office/drawing/2014/main" id="{39DD8C4F-0B2A-C728-0CE0-1DE46D5AC95E}"/>
                  </a:ext>
                </a:extLst>
              </p:cNvPr>
              <p:cNvSpPr/>
              <p:nvPr/>
            </p:nvSpPr>
            <p:spPr>
              <a:xfrm>
                <a:off x="2173889" y="4477080"/>
                <a:ext cx="73664" cy="74878"/>
              </a:xfrm>
              <a:custGeom>
                <a:avLst/>
                <a:gdLst/>
                <a:ahLst/>
                <a:cxnLst/>
                <a:rect l="l" t="t" r="r" b="b"/>
                <a:pathLst>
                  <a:path w="2002" h="2035" extrusionOk="0">
                    <a:moveTo>
                      <a:pt x="0" y="0"/>
                    </a:moveTo>
                    <a:lnTo>
                      <a:pt x="0" y="1034"/>
                    </a:lnTo>
                    <a:lnTo>
                      <a:pt x="1001" y="1034"/>
                    </a:lnTo>
                    <a:lnTo>
                      <a:pt x="1001" y="0"/>
                    </a:lnTo>
                    <a:close/>
                    <a:moveTo>
                      <a:pt x="1001" y="1034"/>
                    </a:moveTo>
                    <a:lnTo>
                      <a:pt x="1001" y="2035"/>
                    </a:lnTo>
                    <a:lnTo>
                      <a:pt x="2001" y="2035"/>
                    </a:lnTo>
                    <a:lnTo>
                      <a:pt x="2001" y="103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9">
                <a:extLst>
                  <a:ext uri="{FF2B5EF4-FFF2-40B4-BE49-F238E27FC236}">
                    <a16:creationId xmlns:a16="http://schemas.microsoft.com/office/drawing/2014/main" id="{E4F04A34-45AF-C7C3-A073-FB2D98FD1279}"/>
                  </a:ext>
                </a:extLst>
              </p:cNvPr>
              <p:cNvSpPr/>
              <p:nvPr/>
            </p:nvSpPr>
            <p:spPr>
              <a:xfrm>
                <a:off x="2284348" y="4477080"/>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9">
                <a:extLst>
                  <a:ext uri="{FF2B5EF4-FFF2-40B4-BE49-F238E27FC236}">
                    <a16:creationId xmlns:a16="http://schemas.microsoft.com/office/drawing/2014/main" id="{3DD05F35-1F14-9265-A314-7FE95C46C623}"/>
                  </a:ext>
                </a:extLst>
              </p:cNvPr>
              <p:cNvSpPr/>
              <p:nvPr/>
            </p:nvSpPr>
            <p:spPr>
              <a:xfrm>
                <a:off x="2247516" y="4440248"/>
                <a:ext cx="36869" cy="36869"/>
              </a:xfrm>
              <a:custGeom>
                <a:avLst/>
                <a:gdLst/>
                <a:ahLst/>
                <a:cxnLst/>
                <a:rect l="l" t="t" r="r" b="b"/>
                <a:pathLst>
                  <a:path w="1002" h="1002"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9">
                <a:extLst>
                  <a:ext uri="{FF2B5EF4-FFF2-40B4-BE49-F238E27FC236}">
                    <a16:creationId xmlns:a16="http://schemas.microsoft.com/office/drawing/2014/main" id="{E821E28F-8ADC-01FC-4A39-D55665D75F92}"/>
                  </a:ext>
                </a:extLst>
              </p:cNvPr>
              <p:cNvSpPr/>
              <p:nvPr/>
            </p:nvSpPr>
            <p:spPr>
              <a:xfrm>
                <a:off x="2321143" y="4440248"/>
                <a:ext cx="36869" cy="36869"/>
              </a:xfrm>
              <a:custGeom>
                <a:avLst/>
                <a:gdLst/>
                <a:ahLst/>
                <a:cxnLst/>
                <a:rect l="l" t="t" r="r" b="b"/>
                <a:pathLst>
                  <a:path w="1002" h="1002"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9">
                <a:extLst>
                  <a:ext uri="{FF2B5EF4-FFF2-40B4-BE49-F238E27FC236}">
                    <a16:creationId xmlns:a16="http://schemas.microsoft.com/office/drawing/2014/main" id="{A7EEDA55-17B4-44D2-BAE9-B02EB6BFC401}"/>
                  </a:ext>
                </a:extLst>
              </p:cNvPr>
              <p:cNvSpPr/>
              <p:nvPr/>
            </p:nvSpPr>
            <p:spPr>
              <a:xfrm>
                <a:off x="2247516" y="4551920"/>
                <a:ext cx="36869" cy="73700"/>
              </a:xfrm>
              <a:custGeom>
                <a:avLst/>
                <a:gdLst/>
                <a:ahLst/>
                <a:cxnLst/>
                <a:rect l="l" t="t" r="r" b="b"/>
                <a:pathLst>
                  <a:path w="1002" h="2003" extrusionOk="0">
                    <a:moveTo>
                      <a:pt x="0" y="1"/>
                    </a:moveTo>
                    <a:lnTo>
                      <a:pt x="0" y="1002"/>
                    </a:lnTo>
                    <a:lnTo>
                      <a:pt x="0" y="2002"/>
                    </a:lnTo>
                    <a:lnTo>
                      <a:pt x="1001" y="2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9">
                <a:extLst>
                  <a:ext uri="{FF2B5EF4-FFF2-40B4-BE49-F238E27FC236}">
                    <a16:creationId xmlns:a16="http://schemas.microsoft.com/office/drawing/2014/main" id="{3AD5F3DA-AAC2-6E6B-EAA1-E029A0781C4B}"/>
                  </a:ext>
                </a:extLst>
              </p:cNvPr>
              <p:cNvSpPr/>
              <p:nvPr/>
            </p:nvSpPr>
            <p:spPr>
              <a:xfrm>
                <a:off x="2210684" y="4625584"/>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9">
                <a:extLst>
                  <a:ext uri="{FF2B5EF4-FFF2-40B4-BE49-F238E27FC236}">
                    <a16:creationId xmlns:a16="http://schemas.microsoft.com/office/drawing/2014/main" id="{83C41B6A-A32C-CB5B-5EEE-7B7A526BF45A}"/>
                  </a:ext>
                </a:extLst>
              </p:cNvPr>
              <p:cNvSpPr/>
              <p:nvPr/>
            </p:nvSpPr>
            <p:spPr>
              <a:xfrm>
                <a:off x="2173889" y="4662415"/>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9">
                <a:extLst>
                  <a:ext uri="{FF2B5EF4-FFF2-40B4-BE49-F238E27FC236}">
                    <a16:creationId xmlns:a16="http://schemas.microsoft.com/office/drawing/2014/main" id="{44631154-F207-E57D-DE4C-B84FB6AAF965}"/>
                  </a:ext>
                </a:extLst>
              </p:cNvPr>
              <p:cNvSpPr/>
              <p:nvPr/>
            </p:nvSpPr>
            <p:spPr>
              <a:xfrm>
                <a:off x="2321143" y="4736042"/>
                <a:ext cx="36869" cy="36869"/>
              </a:xfrm>
              <a:custGeom>
                <a:avLst/>
                <a:gdLst/>
                <a:ahLst/>
                <a:cxnLst/>
                <a:rect l="l" t="t" r="r" b="b"/>
                <a:pathLst>
                  <a:path w="1002" h="1002" extrusionOk="0">
                    <a:moveTo>
                      <a:pt x="1" y="1"/>
                    </a:moveTo>
                    <a:lnTo>
                      <a:pt x="1" y="1001"/>
                    </a:lnTo>
                    <a:lnTo>
                      <a:pt x="1002" y="1001"/>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9">
                <a:extLst>
                  <a:ext uri="{FF2B5EF4-FFF2-40B4-BE49-F238E27FC236}">
                    <a16:creationId xmlns:a16="http://schemas.microsoft.com/office/drawing/2014/main" id="{397AD698-27A2-3E48-95D7-3CD2460C5D8D}"/>
                  </a:ext>
                </a:extLst>
              </p:cNvPr>
              <p:cNvSpPr/>
              <p:nvPr/>
            </p:nvSpPr>
            <p:spPr>
              <a:xfrm>
                <a:off x="2247516" y="4736042"/>
                <a:ext cx="36869" cy="36869"/>
              </a:xfrm>
              <a:custGeom>
                <a:avLst/>
                <a:gdLst/>
                <a:ahLst/>
                <a:cxnLst/>
                <a:rect l="l" t="t" r="r" b="b"/>
                <a:pathLst>
                  <a:path w="1002"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39">
                <a:extLst>
                  <a:ext uri="{FF2B5EF4-FFF2-40B4-BE49-F238E27FC236}">
                    <a16:creationId xmlns:a16="http://schemas.microsoft.com/office/drawing/2014/main" id="{A1BE637D-931A-E881-C55A-96A8A915FBA2}"/>
                  </a:ext>
                </a:extLst>
              </p:cNvPr>
              <p:cNvSpPr/>
              <p:nvPr/>
            </p:nvSpPr>
            <p:spPr>
              <a:xfrm>
                <a:off x="2284348" y="4699210"/>
                <a:ext cx="36832" cy="36869"/>
              </a:xfrm>
              <a:custGeom>
                <a:avLst/>
                <a:gdLst/>
                <a:ahLst/>
                <a:cxnLst/>
                <a:rect l="l" t="t" r="r" b="b"/>
                <a:pathLst>
                  <a:path w="1001" h="1002" extrusionOk="0">
                    <a:moveTo>
                      <a:pt x="0" y="1"/>
                    </a:moveTo>
                    <a:lnTo>
                      <a:pt x="0"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9">
                <a:extLst>
                  <a:ext uri="{FF2B5EF4-FFF2-40B4-BE49-F238E27FC236}">
                    <a16:creationId xmlns:a16="http://schemas.microsoft.com/office/drawing/2014/main" id="{D564DF99-1E1D-6A0F-A831-81C0060A4C3E}"/>
                  </a:ext>
                </a:extLst>
              </p:cNvPr>
              <p:cNvSpPr/>
              <p:nvPr/>
            </p:nvSpPr>
            <p:spPr>
              <a:xfrm>
                <a:off x="2099011" y="4329790"/>
                <a:ext cx="407505" cy="147327"/>
              </a:xfrm>
              <a:custGeom>
                <a:avLst/>
                <a:gdLst/>
                <a:ahLst/>
                <a:cxnLst/>
                <a:rect l="l" t="t" r="r" b="b"/>
                <a:pathLst>
                  <a:path w="11075" h="4004" extrusionOk="0">
                    <a:moveTo>
                      <a:pt x="0" y="0"/>
                    </a:moveTo>
                    <a:lnTo>
                      <a:pt x="0" y="1001"/>
                    </a:lnTo>
                    <a:lnTo>
                      <a:pt x="1001" y="1001"/>
                    </a:lnTo>
                    <a:lnTo>
                      <a:pt x="1001" y="2002"/>
                    </a:lnTo>
                    <a:lnTo>
                      <a:pt x="1001" y="3002"/>
                    </a:lnTo>
                    <a:lnTo>
                      <a:pt x="1001" y="4003"/>
                    </a:lnTo>
                    <a:lnTo>
                      <a:pt x="2035" y="4003"/>
                    </a:lnTo>
                    <a:lnTo>
                      <a:pt x="2035" y="3002"/>
                    </a:lnTo>
                    <a:lnTo>
                      <a:pt x="2035" y="2002"/>
                    </a:lnTo>
                    <a:lnTo>
                      <a:pt x="2035" y="1001"/>
                    </a:lnTo>
                    <a:lnTo>
                      <a:pt x="9040" y="1001"/>
                    </a:lnTo>
                    <a:lnTo>
                      <a:pt x="9040" y="2002"/>
                    </a:lnTo>
                    <a:lnTo>
                      <a:pt x="9040" y="3002"/>
                    </a:lnTo>
                    <a:lnTo>
                      <a:pt x="9040" y="4003"/>
                    </a:lnTo>
                    <a:lnTo>
                      <a:pt x="10074" y="4003"/>
                    </a:lnTo>
                    <a:lnTo>
                      <a:pt x="10074" y="3002"/>
                    </a:lnTo>
                    <a:lnTo>
                      <a:pt x="10074" y="2002"/>
                    </a:lnTo>
                    <a:lnTo>
                      <a:pt x="10074" y="1001"/>
                    </a:lnTo>
                    <a:lnTo>
                      <a:pt x="11075" y="1001"/>
                    </a:lnTo>
                    <a:lnTo>
                      <a:pt x="110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9">
                <a:extLst>
                  <a:ext uri="{FF2B5EF4-FFF2-40B4-BE49-F238E27FC236}">
                    <a16:creationId xmlns:a16="http://schemas.microsoft.com/office/drawing/2014/main" id="{3FE4E74B-9EC0-ED2B-6120-D7702EE99F06}"/>
                  </a:ext>
                </a:extLst>
              </p:cNvPr>
              <p:cNvSpPr/>
              <p:nvPr/>
            </p:nvSpPr>
            <p:spPr>
              <a:xfrm>
                <a:off x="2357974" y="4477080"/>
                <a:ext cx="73700" cy="74878"/>
              </a:xfrm>
              <a:custGeom>
                <a:avLst/>
                <a:gdLst/>
                <a:ahLst/>
                <a:cxnLst/>
                <a:rect l="l" t="t" r="r" b="b"/>
                <a:pathLst>
                  <a:path w="2003" h="2035" extrusionOk="0">
                    <a:moveTo>
                      <a:pt x="1001" y="0"/>
                    </a:moveTo>
                    <a:lnTo>
                      <a:pt x="1001" y="1034"/>
                    </a:lnTo>
                    <a:lnTo>
                      <a:pt x="2002" y="1034"/>
                    </a:lnTo>
                    <a:lnTo>
                      <a:pt x="2002" y="0"/>
                    </a:lnTo>
                    <a:close/>
                    <a:moveTo>
                      <a:pt x="1" y="1034"/>
                    </a:moveTo>
                    <a:lnTo>
                      <a:pt x="1" y="2035"/>
                    </a:lnTo>
                    <a:lnTo>
                      <a:pt x="1001" y="2035"/>
                    </a:lnTo>
                    <a:lnTo>
                      <a:pt x="1001" y="103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9">
                <a:extLst>
                  <a:ext uri="{FF2B5EF4-FFF2-40B4-BE49-F238E27FC236}">
                    <a16:creationId xmlns:a16="http://schemas.microsoft.com/office/drawing/2014/main" id="{7585D28B-4A96-58B2-3B42-FDD083D01A7F}"/>
                  </a:ext>
                </a:extLst>
              </p:cNvPr>
              <p:cNvSpPr/>
              <p:nvPr/>
            </p:nvSpPr>
            <p:spPr>
              <a:xfrm>
                <a:off x="2321143" y="4551920"/>
                <a:ext cx="36869" cy="73700"/>
              </a:xfrm>
              <a:custGeom>
                <a:avLst/>
                <a:gdLst/>
                <a:ahLst/>
                <a:cxnLst/>
                <a:rect l="l" t="t" r="r" b="b"/>
                <a:pathLst>
                  <a:path w="1002" h="2003" extrusionOk="0">
                    <a:moveTo>
                      <a:pt x="1" y="1"/>
                    </a:moveTo>
                    <a:lnTo>
                      <a:pt x="1" y="1002"/>
                    </a:lnTo>
                    <a:lnTo>
                      <a:pt x="1" y="2002"/>
                    </a:lnTo>
                    <a:lnTo>
                      <a:pt x="1002" y="2002"/>
                    </a:lnTo>
                    <a:lnTo>
                      <a:pt x="1002" y="1002"/>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9">
                <a:extLst>
                  <a:ext uri="{FF2B5EF4-FFF2-40B4-BE49-F238E27FC236}">
                    <a16:creationId xmlns:a16="http://schemas.microsoft.com/office/drawing/2014/main" id="{0348291F-64F9-87DC-3E2E-01900907F6FE}"/>
                  </a:ext>
                </a:extLst>
              </p:cNvPr>
              <p:cNvSpPr/>
              <p:nvPr/>
            </p:nvSpPr>
            <p:spPr>
              <a:xfrm>
                <a:off x="2357974" y="4625584"/>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9">
                <a:extLst>
                  <a:ext uri="{FF2B5EF4-FFF2-40B4-BE49-F238E27FC236}">
                    <a16:creationId xmlns:a16="http://schemas.microsoft.com/office/drawing/2014/main" id="{07B140D9-5EF0-2EE9-CEC4-DF62FCD6F71B}"/>
                  </a:ext>
                </a:extLst>
              </p:cNvPr>
              <p:cNvSpPr/>
              <p:nvPr/>
            </p:nvSpPr>
            <p:spPr>
              <a:xfrm>
                <a:off x="2394806" y="4662415"/>
                <a:ext cx="36869" cy="36832"/>
              </a:xfrm>
              <a:custGeom>
                <a:avLst/>
                <a:gdLst/>
                <a:ahLst/>
                <a:cxnLst/>
                <a:rect l="l" t="t" r="r" b="b"/>
                <a:pathLst>
                  <a:path w="1002"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9">
                <a:extLst>
                  <a:ext uri="{FF2B5EF4-FFF2-40B4-BE49-F238E27FC236}">
                    <a16:creationId xmlns:a16="http://schemas.microsoft.com/office/drawing/2014/main" id="{4F321A65-6F9D-AC79-1A2E-9F127BB42E0C}"/>
                  </a:ext>
                </a:extLst>
              </p:cNvPr>
              <p:cNvSpPr/>
              <p:nvPr/>
            </p:nvSpPr>
            <p:spPr>
              <a:xfrm>
                <a:off x="2099011" y="4699210"/>
                <a:ext cx="407505" cy="148578"/>
              </a:xfrm>
              <a:custGeom>
                <a:avLst/>
                <a:gdLst/>
                <a:ahLst/>
                <a:cxnLst/>
                <a:rect l="l" t="t" r="r" b="b"/>
                <a:pathLst>
                  <a:path w="11075" h="4038" extrusionOk="0">
                    <a:moveTo>
                      <a:pt x="1001" y="1"/>
                    </a:moveTo>
                    <a:lnTo>
                      <a:pt x="1001" y="1002"/>
                    </a:lnTo>
                    <a:lnTo>
                      <a:pt x="1001" y="2002"/>
                    </a:lnTo>
                    <a:lnTo>
                      <a:pt x="1001" y="3036"/>
                    </a:lnTo>
                    <a:lnTo>
                      <a:pt x="0" y="3036"/>
                    </a:lnTo>
                    <a:lnTo>
                      <a:pt x="0" y="4037"/>
                    </a:lnTo>
                    <a:lnTo>
                      <a:pt x="11075" y="4037"/>
                    </a:lnTo>
                    <a:lnTo>
                      <a:pt x="11075" y="3036"/>
                    </a:lnTo>
                    <a:lnTo>
                      <a:pt x="10074" y="3036"/>
                    </a:lnTo>
                    <a:lnTo>
                      <a:pt x="10074" y="2002"/>
                    </a:lnTo>
                    <a:lnTo>
                      <a:pt x="10074" y="1002"/>
                    </a:lnTo>
                    <a:lnTo>
                      <a:pt x="10074" y="1"/>
                    </a:lnTo>
                    <a:lnTo>
                      <a:pt x="9040" y="1"/>
                    </a:lnTo>
                    <a:lnTo>
                      <a:pt x="9040" y="1002"/>
                    </a:lnTo>
                    <a:lnTo>
                      <a:pt x="9040" y="2002"/>
                    </a:lnTo>
                    <a:lnTo>
                      <a:pt x="9040" y="3036"/>
                    </a:lnTo>
                    <a:lnTo>
                      <a:pt x="8039" y="3036"/>
                    </a:lnTo>
                    <a:lnTo>
                      <a:pt x="8039" y="2002"/>
                    </a:lnTo>
                    <a:lnTo>
                      <a:pt x="7039" y="2002"/>
                    </a:lnTo>
                    <a:lnTo>
                      <a:pt x="7039" y="3036"/>
                    </a:lnTo>
                    <a:lnTo>
                      <a:pt x="6038" y="3036"/>
                    </a:lnTo>
                    <a:lnTo>
                      <a:pt x="6038" y="2002"/>
                    </a:lnTo>
                    <a:lnTo>
                      <a:pt x="5037" y="2002"/>
                    </a:lnTo>
                    <a:lnTo>
                      <a:pt x="5037" y="3036"/>
                    </a:lnTo>
                    <a:lnTo>
                      <a:pt x="4036" y="3036"/>
                    </a:lnTo>
                    <a:lnTo>
                      <a:pt x="4036" y="2002"/>
                    </a:lnTo>
                    <a:lnTo>
                      <a:pt x="3036" y="2002"/>
                    </a:lnTo>
                    <a:lnTo>
                      <a:pt x="3036" y="3036"/>
                    </a:lnTo>
                    <a:lnTo>
                      <a:pt x="2035" y="3036"/>
                    </a:lnTo>
                    <a:lnTo>
                      <a:pt x="2035" y="2002"/>
                    </a:lnTo>
                    <a:lnTo>
                      <a:pt x="2035" y="1002"/>
                    </a:lnTo>
                    <a:lnTo>
                      <a:pt x="20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5341916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43">
          <a:extLst>
            <a:ext uri="{FF2B5EF4-FFF2-40B4-BE49-F238E27FC236}">
              <a16:creationId xmlns:a16="http://schemas.microsoft.com/office/drawing/2014/main" id="{87F560F6-DE79-DB06-C08A-946E802EFA6C}"/>
            </a:ext>
          </a:extLst>
        </p:cNvPr>
        <p:cNvGrpSpPr/>
        <p:nvPr/>
      </p:nvGrpSpPr>
      <p:grpSpPr>
        <a:xfrm>
          <a:off x="0" y="0"/>
          <a:ext cx="0" cy="0"/>
          <a:chOff x="0" y="0"/>
          <a:chExt cx="0" cy="0"/>
        </a:xfrm>
      </p:grpSpPr>
      <p:sp>
        <p:nvSpPr>
          <p:cNvPr id="744" name="Google Shape;744;p39">
            <a:extLst>
              <a:ext uri="{FF2B5EF4-FFF2-40B4-BE49-F238E27FC236}">
                <a16:creationId xmlns:a16="http://schemas.microsoft.com/office/drawing/2014/main" id="{32AB749F-BDD2-6FEB-63AF-9F4111698AAF}"/>
              </a:ext>
            </a:extLst>
          </p:cNvPr>
          <p:cNvSpPr txBox="1">
            <a:spLocks noGrp="1"/>
          </p:cNvSpPr>
          <p:nvPr>
            <p:ph type="title"/>
          </p:nvPr>
        </p:nvSpPr>
        <p:spPr>
          <a:xfrm>
            <a:off x="715100" y="568622"/>
            <a:ext cx="6471008" cy="648600"/>
          </a:xfrm>
          <a:prstGeom prst="rect">
            <a:avLst/>
          </a:prstGeom>
        </p:spPr>
        <p:txBody>
          <a:bodyPr spcFirstLastPara="1" wrap="square" lIns="91425" tIns="91425" rIns="91425" bIns="91425" anchor="ctr" anchorCtr="0">
            <a:noAutofit/>
          </a:bodyPr>
          <a:lstStyle/>
          <a:p>
            <a:pPr lvl="0"/>
            <a:r>
              <a:rPr lang="fr-FR" dirty="0"/>
              <a:t>Architecture</a:t>
            </a:r>
            <a:endParaRPr dirty="0"/>
          </a:p>
        </p:txBody>
      </p:sp>
      <p:sp>
        <p:nvSpPr>
          <p:cNvPr id="745" name="Google Shape;745;p39">
            <a:extLst>
              <a:ext uri="{FF2B5EF4-FFF2-40B4-BE49-F238E27FC236}">
                <a16:creationId xmlns:a16="http://schemas.microsoft.com/office/drawing/2014/main" id="{2760499F-B15F-6933-3076-48D10C134CFC}"/>
              </a:ext>
            </a:extLst>
          </p:cNvPr>
          <p:cNvSpPr txBox="1">
            <a:spLocks noGrp="1"/>
          </p:cNvSpPr>
          <p:nvPr>
            <p:ph type="subTitle" idx="1"/>
          </p:nvPr>
        </p:nvSpPr>
        <p:spPr>
          <a:xfrm>
            <a:off x="715100" y="1484555"/>
            <a:ext cx="6847526" cy="3400396"/>
          </a:xfrm>
          <a:prstGeom prst="rect">
            <a:avLst/>
          </a:prstGeom>
        </p:spPr>
        <p:txBody>
          <a:bodyPr spcFirstLastPara="1" wrap="square" lIns="91425" tIns="91425" rIns="91425" bIns="91425" anchor="ctr" anchorCtr="0">
            <a:noAutofit/>
          </a:bodyPr>
          <a:lstStyle/>
          <a:p>
            <a:pPr marL="0" lvl="0" indent="0"/>
            <a:r>
              <a:rPr lang="fr-FR" b="1" dirty="0"/>
              <a:t>Moteur d'analyse syntaxique (PE) : </a:t>
            </a:r>
            <a:r>
              <a:rPr lang="fr-FR" dirty="0"/>
              <a:t>Il s'agit d'un type de </a:t>
            </a:r>
            <a:r>
              <a:rPr lang="fr-FR" b="1" dirty="0"/>
              <a:t>processeur virtuel (</a:t>
            </a:r>
            <a:r>
              <a:rPr lang="fr-FR" b="1" dirty="0" err="1"/>
              <a:t>vproc</a:t>
            </a:r>
            <a:r>
              <a:rPr lang="fr-FR" b="1" dirty="0"/>
              <a:t>)</a:t>
            </a:r>
            <a:r>
              <a:rPr lang="fr-FR" dirty="0"/>
              <a:t> assurant la gestion des sessions, la répartition des tâches et l'analyse SQL dans l'environnement multitâche et potentiellement parallèle de la base de données Teradata. Un </a:t>
            </a:r>
            <a:r>
              <a:rPr lang="fr-FR" dirty="0" err="1"/>
              <a:t>vproc</a:t>
            </a:r>
            <a:r>
              <a:rPr lang="fr-FR" dirty="0"/>
              <a:t> est un processus logiciel s'exécutant dans un environnement SMP (multiprocesseur symétrique) ou sur un nœud. Le </a:t>
            </a:r>
            <a:r>
              <a:rPr lang="fr-FR" dirty="0" err="1"/>
              <a:t>vproc</a:t>
            </a:r>
            <a:r>
              <a:rPr lang="fr-FR" dirty="0"/>
              <a:t> ou le processeur du module d'accès (AMP) sont responsables du stockage et de la récupération des données.</a:t>
            </a:r>
            <a:endParaRPr dirty="0"/>
          </a:p>
        </p:txBody>
      </p:sp>
      <p:grpSp>
        <p:nvGrpSpPr>
          <p:cNvPr id="746" name="Google Shape;746;p39">
            <a:extLst>
              <a:ext uri="{FF2B5EF4-FFF2-40B4-BE49-F238E27FC236}">
                <a16:creationId xmlns:a16="http://schemas.microsoft.com/office/drawing/2014/main" id="{B5FBB24B-9FEE-6A33-900A-4E07C8777955}"/>
              </a:ext>
            </a:extLst>
          </p:cNvPr>
          <p:cNvGrpSpPr/>
          <p:nvPr/>
        </p:nvGrpSpPr>
        <p:grpSpPr>
          <a:xfrm>
            <a:off x="7705847" y="4010466"/>
            <a:ext cx="723042" cy="598023"/>
            <a:chOff x="1654675" y="4256126"/>
            <a:chExt cx="851841" cy="704551"/>
          </a:xfrm>
        </p:grpSpPr>
        <p:grpSp>
          <p:nvGrpSpPr>
            <p:cNvPr id="747" name="Google Shape;747;p39">
              <a:extLst>
                <a:ext uri="{FF2B5EF4-FFF2-40B4-BE49-F238E27FC236}">
                  <a16:creationId xmlns:a16="http://schemas.microsoft.com/office/drawing/2014/main" id="{025C3B3D-943A-6D4F-39B3-A5ACCBB7C45A}"/>
                </a:ext>
              </a:extLst>
            </p:cNvPr>
            <p:cNvGrpSpPr/>
            <p:nvPr/>
          </p:nvGrpSpPr>
          <p:grpSpPr>
            <a:xfrm>
              <a:off x="1654675" y="4256126"/>
              <a:ext cx="445587" cy="704551"/>
              <a:chOff x="1654675" y="4256126"/>
              <a:chExt cx="445587" cy="704551"/>
            </a:xfrm>
          </p:grpSpPr>
          <p:sp>
            <p:nvSpPr>
              <p:cNvPr id="748" name="Google Shape;748;p39">
                <a:extLst>
                  <a:ext uri="{FF2B5EF4-FFF2-40B4-BE49-F238E27FC236}">
                    <a16:creationId xmlns:a16="http://schemas.microsoft.com/office/drawing/2014/main" id="{D67F9679-EB66-E8EB-1CF4-38423E286672}"/>
                  </a:ext>
                </a:extLst>
              </p:cNvPr>
              <p:cNvSpPr/>
              <p:nvPr/>
            </p:nvSpPr>
            <p:spPr>
              <a:xfrm>
                <a:off x="1655926" y="4257377"/>
                <a:ext cx="440657" cy="703300"/>
              </a:xfrm>
              <a:custGeom>
                <a:avLst/>
                <a:gdLst/>
                <a:ahLst/>
                <a:cxnLst/>
                <a:rect l="l" t="t" r="r" b="b"/>
                <a:pathLst>
                  <a:path w="11976" h="19114" extrusionOk="0">
                    <a:moveTo>
                      <a:pt x="0" y="0"/>
                    </a:moveTo>
                    <a:lnTo>
                      <a:pt x="0" y="17112"/>
                    </a:lnTo>
                    <a:lnTo>
                      <a:pt x="2002" y="17112"/>
                    </a:lnTo>
                    <a:lnTo>
                      <a:pt x="2002" y="16112"/>
                    </a:lnTo>
                    <a:lnTo>
                      <a:pt x="3002" y="16112"/>
                    </a:lnTo>
                    <a:lnTo>
                      <a:pt x="3002" y="15111"/>
                    </a:lnTo>
                    <a:lnTo>
                      <a:pt x="4003" y="15111"/>
                    </a:lnTo>
                    <a:lnTo>
                      <a:pt x="4003" y="14110"/>
                    </a:lnTo>
                    <a:lnTo>
                      <a:pt x="4971" y="14110"/>
                    </a:lnTo>
                    <a:lnTo>
                      <a:pt x="4971" y="16112"/>
                    </a:lnTo>
                    <a:lnTo>
                      <a:pt x="5971" y="16112"/>
                    </a:lnTo>
                    <a:lnTo>
                      <a:pt x="5971" y="18113"/>
                    </a:lnTo>
                    <a:lnTo>
                      <a:pt x="6972" y="18113"/>
                    </a:lnTo>
                    <a:lnTo>
                      <a:pt x="6972" y="19114"/>
                    </a:lnTo>
                    <a:lnTo>
                      <a:pt x="8973" y="19114"/>
                    </a:lnTo>
                    <a:lnTo>
                      <a:pt x="8973" y="18113"/>
                    </a:lnTo>
                    <a:lnTo>
                      <a:pt x="9974" y="18113"/>
                    </a:lnTo>
                    <a:lnTo>
                      <a:pt x="9974" y="16112"/>
                    </a:lnTo>
                    <a:lnTo>
                      <a:pt x="8973" y="16112"/>
                    </a:lnTo>
                    <a:lnTo>
                      <a:pt x="8973" y="14110"/>
                    </a:lnTo>
                    <a:lnTo>
                      <a:pt x="7973" y="14110"/>
                    </a:lnTo>
                    <a:lnTo>
                      <a:pt x="7973" y="13110"/>
                    </a:lnTo>
                    <a:lnTo>
                      <a:pt x="11976" y="13110"/>
                    </a:lnTo>
                    <a:lnTo>
                      <a:pt x="11976" y="12009"/>
                    </a:lnTo>
                    <a:lnTo>
                      <a:pt x="11976" y="11008"/>
                    </a:lnTo>
                    <a:lnTo>
                      <a:pt x="11042" y="11008"/>
                    </a:lnTo>
                    <a:lnTo>
                      <a:pt x="11042" y="10007"/>
                    </a:lnTo>
                    <a:lnTo>
                      <a:pt x="10041" y="10007"/>
                    </a:lnTo>
                    <a:lnTo>
                      <a:pt x="10041" y="9007"/>
                    </a:lnTo>
                    <a:lnTo>
                      <a:pt x="9040" y="9007"/>
                    </a:lnTo>
                    <a:lnTo>
                      <a:pt x="9040" y="8006"/>
                    </a:lnTo>
                    <a:lnTo>
                      <a:pt x="8039" y="8006"/>
                    </a:lnTo>
                    <a:lnTo>
                      <a:pt x="8039" y="7005"/>
                    </a:lnTo>
                    <a:lnTo>
                      <a:pt x="7039" y="7005"/>
                    </a:lnTo>
                    <a:lnTo>
                      <a:pt x="7039" y="6005"/>
                    </a:lnTo>
                    <a:lnTo>
                      <a:pt x="6038" y="6005"/>
                    </a:lnTo>
                    <a:lnTo>
                      <a:pt x="6038" y="5004"/>
                    </a:lnTo>
                    <a:lnTo>
                      <a:pt x="5037" y="5004"/>
                    </a:lnTo>
                    <a:lnTo>
                      <a:pt x="5037" y="4003"/>
                    </a:lnTo>
                    <a:lnTo>
                      <a:pt x="4037" y="4003"/>
                    </a:lnTo>
                    <a:lnTo>
                      <a:pt x="4037" y="3002"/>
                    </a:lnTo>
                    <a:lnTo>
                      <a:pt x="3036" y="3002"/>
                    </a:lnTo>
                    <a:lnTo>
                      <a:pt x="3036" y="2002"/>
                    </a:lnTo>
                    <a:lnTo>
                      <a:pt x="2035" y="2002"/>
                    </a:lnTo>
                    <a:lnTo>
                      <a:pt x="2035" y="1001"/>
                    </a:lnTo>
                    <a:lnTo>
                      <a:pt x="1001" y="1001"/>
                    </a:lnTo>
                    <a:lnTo>
                      <a:pt x="100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9">
                <a:extLst>
                  <a:ext uri="{FF2B5EF4-FFF2-40B4-BE49-F238E27FC236}">
                    <a16:creationId xmlns:a16="http://schemas.microsoft.com/office/drawing/2014/main" id="{652A285B-679B-49A6-2FD6-E6BED262A169}"/>
                  </a:ext>
                </a:extLst>
              </p:cNvPr>
              <p:cNvSpPr/>
              <p:nvPr/>
            </p:nvSpPr>
            <p:spPr>
              <a:xfrm>
                <a:off x="1654675" y="4256126"/>
                <a:ext cx="36869" cy="628459"/>
              </a:xfrm>
              <a:custGeom>
                <a:avLst/>
                <a:gdLst/>
                <a:ahLst/>
                <a:cxnLst/>
                <a:rect l="l" t="t" r="r" b="b"/>
                <a:pathLst>
                  <a:path w="1002" h="17080" extrusionOk="0">
                    <a:moveTo>
                      <a:pt x="1" y="1"/>
                    </a:moveTo>
                    <a:lnTo>
                      <a:pt x="1" y="17080"/>
                    </a:lnTo>
                    <a:lnTo>
                      <a:pt x="1002" y="17080"/>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9">
                <a:extLst>
                  <a:ext uri="{FF2B5EF4-FFF2-40B4-BE49-F238E27FC236}">
                    <a16:creationId xmlns:a16="http://schemas.microsoft.com/office/drawing/2014/main" id="{C7CE7F2F-9695-C549-A7EA-08521D9FFB46}"/>
                  </a:ext>
                </a:extLst>
              </p:cNvPr>
              <p:cNvSpPr/>
              <p:nvPr/>
            </p:nvSpPr>
            <p:spPr>
              <a:xfrm>
                <a:off x="1692758" y="4292958"/>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9">
                <a:extLst>
                  <a:ext uri="{FF2B5EF4-FFF2-40B4-BE49-F238E27FC236}">
                    <a16:creationId xmlns:a16="http://schemas.microsoft.com/office/drawing/2014/main" id="{0433AAF4-EBA8-93DE-B26A-522FAB639634}"/>
                  </a:ext>
                </a:extLst>
              </p:cNvPr>
              <p:cNvSpPr/>
              <p:nvPr/>
            </p:nvSpPr>
            <p:spPr>
              <a:xfrm>
                <a:off x="1729553" y="4329790"/>
                <a:ext cx="36869" cy="36832"/>
              </a:xfrm>
              <a:custGeom>
                <a:avLst/>
                <a:gdLst/>
                <a:ahLst/>
                <a:cxnLst/>
                <a:rect l="l" t="t" r="r" b="b"/>
                <a:pathLst>
                  <a:path w="1002" h="1001"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9">
                <a:extLst>
                  <a:ext uri="{FF2B5EF4-FFF2-40B4-BE49-F238E27FC236}">
                    <a16:creationId xmlns:a16="http://schemas.microsoft.com/office/drawing/2014/main" id="{BB910F53-F62B-5AEC-3909-8F126A28D5E5}"/>
                  </a:ext>
                </a:extLst>
              </p:cNvPr>
              <p:cNvSpPr/>
              <p:nvPr/>
            </p:nvSpPr>
            <p:spPr>
              <a:xfrm>
                <a:off x="1765170" y="4366621"/>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9">
                <a:extLst>
                  <a:ext uri="{FF2B5EF4-FFF2-40B4-BE49-F238E27FC236}">
                    <a16:creationId xmlns:a16="http://schemas.microsoft.com/office/drawing/2014/main" id="{A3CCDE57-CB61-B323-16A4-FBAF08343CBB}"/>
                  </a:ext>
                </a:extLst>
              </p:cNvPr>
              <p:cNvSpPr/>
              <p:nvPr/>
            </p:nvSpPr>
            <p:spPr>
              <a:xfrm>
                <a:off x="1803216" y="4403416"/>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9">
                <a:extLst>
                  <a:ext uri="{FF2B5EF4-FFF2-40B4-BE49-F238E27FC236}">
                    <a16:creationId xmlns:a16="http://schemas.microsoft.com/office/drawing/2014/main" id="{8A62E153-0456-7866-4089-EE288519F0AA}"/>
                  </a:ext>
                </a:extLst>
              </p:cNvPr>
              <p:cNvSpPr/>
              <p:nvPr/>
            </p:nvSpPr>
            <p:spPr>
              <a:xfrm>
                <a:off x="1841262" y="4440248"/>
                <a:ext cx="36832" cy="36869"/>
              </a:xfrm>
              <a:custGeom>
                <a:avLst/>
                <a:gdLst/>
                <a:ahLst/>
                <a:cxnLst/>
                <a:rect l="l" t="t" r="r" b="b"/>
                <a:pathLst>
                  <a:path w="1001" h="1002"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9">
                <a:extLst>
                  <a:ext uri="{FF2B5EF4-FFF2-40B4-BE49-F238E27FC236}">
                    <a16:creationId xmlns:a16="http://schemas.microsoft.com/office/drawing/2014/main" id="{AB5F6672-90F5-530D-57CE-E9781D280E66}"/>
                  </a:ext>
                </a:extLst>
              </p:cNvPr>
              <p:cNvSpPr/>
              <p:nvPr/>
            </p:nvSpPr>
            <p:spPr>
              <a:xfrm>
                <a:off x="1878057" y="4477080"/>
                <a:ext cx="36869" cy="36832"/>
              </a:xfrm>
              <a:custGeom>
                <a:avLst/>
                <a:gdLst/>
                <a:ahLst/>
                <a:cxnLst/>
                <a:rect l="l" t="t" r="r" b="b"/>
                <a:pathLst>
                  <a:path w="1002" h="1001"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9">
                <a:extLst>
                  <a:ext uri="{FF2B5EF4-FFF2-40B4-BE49-F238E27FC236}">
                    <a16:creationId xmlns:a16="http://schemas.microsoft.com/office/drawing/2014/main" id="{C50D096C-3732-9FD3-FD61-8F327803AF4A}"/>
                  </a:ext>
                </a:extLst>
              </p:cNvPr>
              <p:cNvSpPr/>
              <p:nvPr/>
            </p:nvSpPr>
            <p:spPr>
              <a:xfrm>
                <a:off x="1914889" y="4515125"/>
                <a:ext cx="36869" cy="36832"/>
              </a:xfrm>
              <a:custGeom>
                <a:avLst/>
                <a:gdLst/>
                <a:ahLst/>
                <a:cxnLst/>
                <a:rect l="l" t="t" r="r" b="b"/>
                <a:pathLst>
                  <a:path w="1002" h="1001"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9">
                <a:extLst>
                  <a:ext uri="{FF2B5EF4-FFF2-40B4-BE49-F238E27FC236}">
                    <a16:creationId xmlns:a16="http://schemas.microsoft.com/office/drawing/2014/main" id="{7C41B9F8-BF82-EF5D-3D74-B9CC42391C65}"/>
                  </a:ext>
                </a:extLst>
              </p:cNvPr>
              <p:cNvSpPr/>
              <p:nvPr/>
            </p:nvSpPr>
            <p:spPr>
              <a:xfrm>
                <a:off x="1951721" y="4551920"/>
                <a:ext cx="36869" cy="36869"/>
              </a:xfrm>
              <a:custGeom>
                <a:avLst/>
                <a:gdLst/>
                <a:ahLst/>
                <a:cxnLst/>
                <a:rect l="l" t="t" r="r" b="b"/>
                <a:pathLst>
                  <a:path w="1002" h="1002" extrusionOk="0">
                    <a:moveTo>
                      <a:pt x="0" y="1"/>
                    </a:moveTo>
                    <a:lnTo>
                      <a:pt x="0"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9">
                <a:extLst>
                  <a:ext uri="{FF2B5EF4-FFF2-40B4-BE49-F238E27FC236}">
                    <a16:creationId xmlns:a16="http://schemas.microsoft.com/office/drawing/2014/main" id="{4D2C566E-37A6-8691-DBA0-90C6844542F8}"/>
                  </a:ext>
                </a:extLst>
              </p:cNvPr>
              <p:cNvSpPr/>
              <p:nvPr/>
            </p:nvSpPr>
            <p:spPr>
              <a:xfrm>
                <a:off x="1988553" y="4588752"/>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9">
                <a:extLst>
                  <a:ext uri="{FF2B5EF4-FFF2-40B4-BE49-F238E27FC236}">
                    <a16:creationId xmlns:a16="http://schemas.microsoft.com/office/drawing/2014/main" id="{7DF04D0A-084C-07A3-5CC9-F82AE6EF0F6A}"/>
                  </a:ext>
                </a:extLst>
              </p:cNvPr>
              <p:cNvSpPr/>
              <p:nvPr/>
            </p:nvSpPr>
            <p:spPr>
              <a:xfrm>
                <a:off x="2025348" y="4625584"/>
                <a:ext cx="36869" cy="36869"/>
              </a:xfrm>
              <a:custGeom>
                <a:avLst/>
                <a:gdLst/>
                <a:ahLst/>
                <a:cxnLst/>
                <a:rect l="l" t="t" r="r" b="b"/>
                <a:pathLst>
                  <a:path w="1002" h="1002"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9">
                <a:extLst>
                  <a:ext uri="{FF2B5EF4-FFF2-40B4-BE49-F238E27FC236}">
                    <a16:creationId xmlns:a16="http://schemas.microsoft.com/office/drawing/2014/main" id="{968AB146-F226-24EA-DB58-25FE7B319DED}"/>
                  </a:ext>
                </a:extLst>
              </p:cNvPr>
              <p:cNvSpPr/>
              <p:nvPr/>
            </p:nvSpPr>
            <p:spPr>
              <a:xfrm>
                <a:off x="2062179" y="4662415"/>
                <a:ext cx="36869" cy="36832"/>
              </a:xfrm>
              <a:custGeom>
                <a:avLst/>
                <a:gdLst/>
                <a:ahLst/>
                <a:cxnLst/>
                <a:rect l="l" t="t" r="r" b="b"/>
                <a:pathLst>
                  <a:path w="1002" h="1001" extrusionOk="0">
                    <a:moveTo>
                      <a:pt x="1" y="0"/>
                    </a:moveTo>
                    <a:lnTo>
                      <a:pt x="1" y="1001"/>
                    </a:lnTo>
                    <a:lnTo>
                      <a:pt x="1001" y="1001"/>
                    </a:lnTo>
                    <a:lnTo>
                      <a:pt x="100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9">
                <a:extLst>
                  <a:ext uri="{FF2B5EF4-FFF2-40B4-BE49-F238E27FC236}">
                    <a16:creationId xmlns:a16="http://schemas.microsoft.com/office/drawing/2014/main" id="{BE27E597-2C78-A6E2-0E99-5F53A01F3583}"/>
                  </a:ext>
                </a:extLst>
              </p:cNvPr>
              <p:cNvSpPr/>
              <p:nvPr/>
            </p:nvSpPr>
            <p:spPr>
              <a:xfrm>
                <a:off x="1914889" y="4699210"/>
                <a:ext cx="185373" cy="36869"/>
              </a:xfrm>
              <a:custGeom>
                <a:avLst/>
                <a:gdLst/>
                <a:ahLst/>
                <a:cxnLst/>
                <a:rect l="l" t="t" r="r" b="b"/>
                <a:pathLst>
                  <a:path w="5038" h="1002" extrusionOk="0">
                    <a:moveTo>
                      <a:pt x="1" y="1"/>
                    </a:moveTo>
                    <a:lnTo>
                      <a:pt x="1" y="1002"/>
                    </a:lnTo>
                    <a:lnTo>
                      <a:pt x="5038" y="1002"/>
                    </a:lnTo>
                    <a:lnTo>
                      <a:pt x="50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9">
                <a:extLst>
                  <a:ext uri="{FF2B5EF4-FFF2-40B4-BE49-F238E27FC236}">
                    <a16:creationId xmlns:a16="http://schemas.microsoft.com/office/drawing/2014/main" id="{50A09302-395C-D2D3-EB9D-E8B36B47CA3F}"/>
                  </a:ext>
                </a:extLst>
              </p:cNvPr>
              <p:cNvSpPr/>
              <p:nvPr/>
            </p:nvSpPr>
            <p:spPr>
              <a:xfrm>
                <a:off x="1914889" y="4736042"/>
                <a:ext cx="36869" cy="36869"/>
              </a:xfrm>
              <a:custGeom>
                <a:avLst/>
                <a:gdLst/>
                <a:ahLst/>
                <a:cxnLst/>
                <a:rect l="l" t="t" r="r" b="b"/>
                <a:pathLst>
                  <a:path w="1002" h="1002" extrusionOk="0">
                    <a:moveTo>
                      <a:pt x="1" y="1"/>
                    </a:moveTo>
                    <a:lnTo>
                      <a:pt x="1"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9">
                <a:extLst>
                  <a:ext uri="{FF2B5EF4-FFF2-40B4-BE49-F238E27FC236}">
                    <a16:creationId xmlns:a16="http://schemas.microsoft.com/office/drawing/2014/main" id="{D80E8353-E5AF-CC8B-B299-F90A7A467780}"/>
                  </a:ext>
                </a:extLst>
              </p:cNvPr>
              <p:cNvSpPr/>
              <p:nvPr/>
            </p:nvSpPr>
            <p:spPr>
              <a:xfrm>
                <a:off x="1803216" y="4736042"/>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9">
                <a:extLst>
                  <a:ext uri="{FF2B5EF4-FFF2-40B4-BE49-F238E27FC236}">
                    <a16:creationId xmlns:a16="http://schemas.microsoft.com/office/drawing/2014/main" id="{21B68C4A-243B-FDE4-4F55-A9D1FD8687E0}"/>
                  </a:ext>
                </a:extLst>
              </p:cNvPr>
              <p:cNvSpPr/>
              <p:nvPr/>
            </p:nvSpPr>
            <p:spPr>
              <a:xfrm>
                <a:off x="1841262" y="4772874"/>
                <a:ext cx="36832" cy="73664"/>
              </a:xfrm>
              <a:custGeom>
                <a:avLst/>
                <a:gdLst/>
                <a:ahLst/>
                <a:cxnLst/>
                <a:rect l="l" t="t" r="r" b="b"/>
                <a:pathLst>
                  <a:path w="1001" h="2002" extrusionOk="0">
                    <a:moveTo>
                      <a:pt x="0" y="0"/>
                    </a:moveTo>
                    <a:lnTo>
                      <a:pt x="0"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9">
                <a:extLst>
                  <a:ext uri="{FF2B5EF4-FFF2-40B4-BE49-F238E27FC236}">
                    <a16:creationId xmlns:a16="http://schemas.microsoft.com/office/drawing/2014/main" id="{60390F2F-ED1E-91B8-CD73-D89005E5EF17}"/>
                  </a:ext>
                </a:extLst>
              </p:cNvPr>
              <p:cNvSpPr/>
              <p:nvPr/>
            </p:nvSpPr>
            <p:spPr>
              <a:xfrm>
                <a:off x="1878057" y="4847751"/>
                <a:ext cx="36869" cy="73664"/>
              </a:xfrm>
              <a:custGeom>
                <a:avLst/>
                <a:gdLst/>
                <a:ahLst/>
                <a:cxnLst/>
                <a:rect l="l" t="t" r="r" b="b"/>
                <a:pathLst>
                  <a:path w="1002" h="2002" extrusionOk="0">
                    <a:moveTo>
                      <a:pt x="1" y="0"/>
                    </a:moveTo>
                    <a:lnTo>
                      <a:pt x="1" y="2001"/>
                    </a:lnTo>
                    <a:lnTo>
                      <a:pt x="1002" y="2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9">
                <a:extLst>
                  <a:ext uri="{FF2B5EF4-FFF2-40B4-BE49-F238E27FC236}">
                    <a16:creationId xmlns:a16="http://schemas.microsoft.com/office/drawing/2014/main" id="{B49BA051-9C66-239A-65FA-CCA3375A21CD}"/>
                  </a:ext>
                </a:extLst>
              </p:cNvPr>
              <p:cNvSpPr/>
              <p:nvPr/>
            </p:nvSpPr>
            <p:spPr>
              <a:xfrm>
                <a:off x="1914889" y="4921378"/>
                <a:ext cx="73700" cy="36869"/>
              </a:xfrm>
              <a:custGeom>
                <a:avLst/>
                <a:gdLst/>
                <a:ahLst/>
                <a:cxnLst/>
                <a:rect l="l" t="t" r="r" b="b"/>
                <a:pathLst>
                  <a:path w="2003" h="1002" extrusionOk="0">
                    <a:moveTo>
                      <a:pt x="1" y="0"/>
                    </a:moveTo>
                    <a:lnTo>
                      <a:pt x="1" y="1001"/>
                    </a:lnTo>
                    <a:lnTo>
                      <a:pt x="2002" y="1001"/>
                    </a:lnTo>
                    <a:lnTo>
                      <a:pt x="2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9">
                <a:extLst>
                  <a:ext uri="{FF2B5EF4-FFF2-40B4-BE49-F238E27FC236}">
                    <a16:creationId xmlns:a16="http://schemas.microsoft.com/office/drawing/2014/main" id="{5BA7D6D5-A17F-B6F4-C0ED-C450465E0713}"/>
                  </a:ext>
                </a:extLst>
              </p:cNvPr>
              <p:cNvSpPr/>
              <p:nvPr/>
            </p:nvSpPr>
            <p:spPr>
              <a:xfrm>
                <a:off x="1951721" y="4772874"/>
                <a:ext cx="36869" cy="73664"/>
              </a:xfrm>
              <a:custGeom>
                <a:avLst/>
                <a:gdLst/>
                <a:ahLst/>
                <a:cxnLst/>
                <a:rect l="l" t="t" r="r" b="b"/>
                <a:pathLst>
                  <a:path w="1002" h="2002" extrusionOk="0">
                    <a:moveTo>
                      <a:pt x="0" y="0"/>
                    </a:moveTo>
                    <a:lnTo>
                      <a:pt x="0"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9">
                <a:extLst>
                  <a:ext uri="{FF2B5EF4-FFF2-40B4-BE49-F238E27FC236}">
                    <a16:creationId xmlns:a16="http://schemas.microsoft.com/office/drawing/2014/main" id="{4B3F8B6A-B5FB-12E7-915D-F12CA47D65E2}"/>
                  </a:ext>
                </a:extLst>
              </p:cNvPr>
              <p:cNvSpPr/>
              <p:nvPr/>
            </p:nvSpPr>
            <p:spPr>
              <a:xfrm>
                <a:off x="1988553" y="4847751"/>
                <a:ext cx="36832" cy="73664"/>
              </a:xfrm>
              <a:custGeom>
                <a:avLst/>
                <a:gdLst/>
                <a:ahLst/>
                <a:cxnLst/>
                <a:rect l="l" t="t" r="r" b="b"/>
                <a:pathLst>
                  <a:path w="1001" h="2002" extrusionOk="0">
                    <a:moveTo>
                      <a:pt x="0" y="0"/>
                    </a:moveTo>
                    <a:lnTo>
                      <a:pt x="0" y="2001"/>
                    </a:lnTo>
                    <a:lnTo>
                      <a:pt x="1001" y="2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9">
                <a:extLst>
                  <a:ext uri="{FF2B5EF4-FFF2-40B4-BE49-F238E27FC236}">
                    <a16:creationId xmlns:a16="http://schemas.microsoft.com/office/drawing/2014/main" id="{40DD3650-6327-0864-DAE4-FA80A1F4FB7E}"/>
                  </a:ext>
                </a:extLst>
              </p:cNvPr>
              <p:cNvSpPr/>
              <p:nvPr/>
            </p:nvSpPr>
            <p:spPr>
              <a:xfrm>
                <a:off x="1765170" y="4772874"/>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9">
                <a:extLst>
                  <a:ext uri="{FF2B5EF4-FFF2-40B4-BE49-F238E27FC236}">
                    <a16:creationId xmlns:a16="http://schemas.microsoft.com/office/drawing/2014/main" id="{ECB7E010-E12D-2ACA-57D3-1D13F972BBBE}"/>
                  </a:ext>
                </a:extLst>
              </p:cNvPr>
              <p:cNvSpPr/>
              <p:nvPr/>
            </p:nvSpPr>
            <p:spPr>
              <a:xfrm>
                <a:off x="1729553" y="4810920"/>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9">
                <a:extLst>
                  <a:ext uri="{FF2B5EF4-FFF2-40B4-BE49-F238E27FC236}">
                    <a16:creationId xmlns:a16="http://schemas.microsoft.com/office/drawing/2014/main" id="{70D26990-528C-23EE-F3F7-954E7936D2AC}"/>
                  </a:ext>
                </a:extLst>
              </p:cNvPr>
              <p:cNvSpPr/>
              <p:nvPr/>
            </p:nvSpPr>
            <p:spPr>
              <a:xfrm>
                <a:off x="1692758" y="4847751"/>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2" name="Google Shape;772;p39">
              <a:extLst>
                <a:ext uri="{FF2B5EF4-FFF2-40B4-BE49-F238E27FC236}">
                  <a16:creationId xmlns:a16="http://schemas.microsoft.com/office/drawing/2014/main" id="{2E9FFBBC-CCC3-429C-606A-B6F9F11C638C}"/>
                </a:ext>
              </a:extLst>
            </p:cNvPr>
            <p:cNvGrpSpPr/>
            <p:nvPr/>
          </p:nvGrpSpPr>
          <p:grpSpPr>
            <a:xfrm>
              <a:off x="2099011" y="4329790"/>
              <a:ext cx="407505" cy="517999"/>
              <a:chOff x="2099011" y="4329790"/>
              <a:chExt cx="407505" cy="517999"/>
            </a:xfrm>
          </p:grpSpPr>
          <p:sp>
            <p:nvSpPr>
              <p:cNvPr id="773" name="Google Shape;773;p39">
                <a:extLst>
                  <a:ext uri="{FF2B5EF4-FFF2-40B4-BE49-F238E27FC236}">
                    <a16:creationId xmlns:a16="http://schemas.microsoft.com/office/drawing/2014/main" id="{4277D758-660F-BD3E-B5F0-EE7D65540D93}"/>
                  </a:ext>
                </a:extLst>
              </p:cNvPr>
              <p:cNvSpPr/>
              <p:nvPr/>
            </p:nvSpPr>
            <p:spPr>
              <a:xfrm>
                <a:off x="2100225" y="4331004"/>
                <a:ext cx="405076" cy="515535"/>
              </a:xfrm>
              <a:custGeom>
                <a:avLst/>
                <a:gdLst/>
                <a:ahLst/>
                <a:cxnLst/>
                <a:rect l="l" t="t" r="r" b="b"/>
                <a:pathLst>
                  <a:path w="11009" h="14011" extrusionOk="0">
                    <a:moveTo>
                      <a:pt x="1" y="1"/>
                    </a:moveTo>
                    <a:lnTo>
                      <a:pt x="1" y="1001"/>
                    </a:lnTo>
                    <a:lnTo>
                      <a:pt x="1001" y="1001"/>
                    </a:lnTo>
                    <a:lnTo>
                      <a:pt x="1001" y="2002"/>
                    </a:lnTo>
                    <a:lnTo>
                      <a:pt x="1001" y="3003"/>
                    </a:lnTo>
                    <a:lnTo>
                      <a:pt x="1001" y="4004"/>
                    </a:lnTo>
                    <a:lnTo>
                      <a:pt x="2002" y="4004"/>
                    </a:lnTo>
                    <a:lnTo>
                      <a:pt x="2002" y="5004"/>
                    </a:lnTo>
                    <a:lnTo>
                      <a:pt x="3003" y="5004"/>
                    </a:lnTo>
                    <a:lnTo>
                      <a:pt x="3003" y="6005"/>
                    </a:lnTo>
                    <a:lnTo>
                      <a:pt x="4003" y="6005"/>
                    </a:lnTo>
                    <a:lnTo>
                      <a:pt x="4003" y="7006"/>
                    </a:lnTo>
                    <a:lnTo>
                      <a:pt x="4003" y="8006"/>
                    </a:lnTo>
                    <a:lnTo>
                      <a:pt x="3003" y="8006"/>
                    </a:lnTo>
                    <a:lnTo>
                      <a:pt x="3003" y="9007"/>
                    </a:lnTo>
                    <a:lnTo>
                      <a:pt x="2002" y="9007"/>
                    </a:lnTo>
                    <a:lnTo>
                      <a:pt x="2002" y="10008"/>
                    </a:lnTo>
                    <a:lnTo>
                      <a:pt x="1001" y="10008"/>
                    </a:lnTo>
                    <a:lnTo>
                      <a:pt x="1001" y="11009"/>
                    </a:lnTo>
                    <a:lnTo>
                      <a:pt x="1001" y="12009"/>
                    </a:lnTo>
                    <a:lnTo>
                      <a:pt x="1001" y="13010"/>
                    </a:lnTo>
                    <a:lnTo>
                      <a:pt x="1" y="13010"/>
                    </a:lnTo>
                    <a:lnTo>
                      <a:pt x="1" y="14011"/>
                    </a:lnTo>
                    <a:lnTo>
                      <a:pt x="11008" y="14011"/>
                    </a:lnTo>
                    <a:lnTo>
                      <a:pt x="11008" y="13010"/>
                    </a:lnTo>
                    <a:lnTo>
                      <a:pt x="10008" y="13010"/>
                    </a:lnTo>
                    <a:lnTo>
                      <a:pt x="10008" y="12009"/>
                    </a:lnTo>
                    <a:lnTo>
                      <a:pt x="10008" y="11009"/>
                    </a:lnTo>
                    <a:lnTo>
                      <a:pt x="10008" y="10008"/>
                    </a:lnTo>
                    <a:lnTo>
                      <a:pt x="9007" y="10008"/>
                    </a:lnTo>
                    <a:lnTo>
                      <a:pt x="9007" y="9007"/>
                    </a:lnTo>
                    <a:lnTo>
                      <a:pt x="8006" y="9007"/>
                    </a:lnTo>
                    <a:lnTo>
                      <a:pt x="8006" y="8006"/>
                    </a:lnTo>
                    <a:lnTo>
                      <a:pt x="7006" y="8006"/>
                    </a:lnTo>
                    <a:lnTo>
                      <a:pt x="7006" y="7006"/>
                    </a:lnTo>
                    <a:lnTo>
                      <a:pt x="7006" y="6005"/>
                    </a:lnTo>
                    <a:lnTo>
                      <a:pt x="8006" y="6005"/>
                    </a:lnTo>
                    <a:lnTo>
                      <a:pt x="8006" y="5004"/>
                    </a:lnTo>
                    <a:lnTo>
                      <a:pt x="9007" y="5004"/>
                    </a:lnTo>
                    <a:lnTo>
                      <a:pt x="9007" y="4004"/>
                    </a:lnTo>
                    <a:lnTo>
                      <a:pt x="10008" y="4004"/>
                    </a:lnTo>
                    <a:lnTo>
                      <a:pt x="10008" y="3003"/>
                    </a:lnTo>
                    <a:lnTo>
                      <a:pt x="10008" y="2002"/>
                    </a:lnTo>
                    <a:lnTo>
                      <a:pt x="10008" y="1001"/>
                    </a:lnTo>
                    <a:lnTo>
                      <a:pt x="11008" y="1001"/>
                    </a:lnTo>
                    <a:lnTo>
                      <a:pt x="1100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9">
                <a:extLst>
                  <a:ext uri="{FF2B5EF4-FFF2-40B4-BE49-F238E27FC236}">
                    <a16:creationId xmlns:a16="http://schemas.microsoft.com/office/drawing/2014/main" id="{70755EE0-7CC7-3A3A-EAA4-67429923EA5B}"/>
                  </a:ext>
                </a:extLst>
              </p:cNvPr>
              <p:cNvSpPr/>
              <p:nvPr/>
            </p:nvSpPr>
            <p:spPr>
              <a:xfrm>
                <a:off x="2173889" y="4477080"/>
                <a:ext cx="73664" cy="74878"/>
              </a:xfrm>
              <a:custGeom>
                <a:avLst/>
                <a:gdLst/>
                <a:ahLst/>
                <a:cxnLst/>
                <a:rect l="l" t="t" r="r" b="b"/>
                <a:pathLst>
                  <a:path w="2002" h="2035" extrusionOk="0">
                    <a:moveTo>
                      <a:pt x="0" y="0"/>
                    </a:moveTo>
                    <a:lnTo>
                      <a:pt x="0" y="1034"/>
                    </a:lnTo>
                    <a:lnTo>
                      <a:pt x="1001" y="1034"/>
                    </a:lnTo>
                    <a:lnTo>
                      <a:pt x="1001" y="0"/>
                    </a:lnTo>
                    <a:close/>
                    <a:moveTo>
                      <a:pt x="1001" y="1034"/>
                    </a:moveTo>
                    <a:lnTo>
                      <a:pt x="1001" y="2035"/>
                    </a:lnTo>
                    <a:lnTo>
                      <a:pt x="2001" y="2035"/>
                    </a:lnTo>
                    <a:lnTo>
                      <a:pt x="2001" y="103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9">
                <a:extLst>
                  <a:ext uri="{FF2B5EF4-FFF2-40B4-BE49-F238E27FC236}">
                    <a16:creationId xmlns:a16="http://schemas.microsoft.com/office/drawing/2014/main" id="{50399AF4-1391-88B2-ADA4-BB54A838BDB4}"/>
                  </a:ext>
                </a:extLst>
              </p:cNvPr>
              <p:cNvSpPr/>
              <p:nvPr/>
            </p:nvSpPr>
            <p:spPr>
              <a:xfrm>
                <a:off x="2284348" y="4477080"/>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9">
                <a:extLst>
                  <a:ext uri="{FF2B5EF4-FFF2-40B4-BE49-F238E27FC236}">
                    <a16:creationId xmlns:a16="http://schemas.microsoft.com/office/drawing/2014/main" id="{7BBB52EE-D34D-7457-9696-06A5BE6CF6F9}"/>
                  </a:ext>
                </a:extLst>
              </p:cNvPr>
              <p:cNvSpPr/>
              <p:nvPr/>
            </p:nvSpPr>
            <p:spPr>
              <a:xfrm>
                <a:off x="2247516" y="4440248"/>
                <a:ext cx="36869" cy="36869"/>
              </a:xfrm>
              <a:custGeom>
                <a:avLst/>
                <a:gdLst/>
                <a:ahLst/>
                <a:cxnLst/>
                <a:rect l="l" t="t" r="r" b="b"/>
                <a:pathLst>
                  <a:path w="1002" h="1002"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9">
                <a:extLst>
                  <a:ext uri="{FF2B5EF4-FFF2-40B4-BE49-F238E27FC236}">
                    <a16:creationId xmlns:a16="http://schemas.microsoft.com/office/drawing/2014/main" id="{A2405D6A-9410-EC5F-2892-CB1D749B17D0}"/>
                  </a:ext>
                </a:extLst>
              </p:cNvPr>
              <p:cNvSpPr/>
              <p:nvPr/>
            </p:nvSpPr>
            <p:spPr>
              <a:xfrm>
                <a:off x="2321143" y="4440248"/>
                <a:ext cx="36869" cy="36869"/>
              </a:xfrm>
              <a:custGeom>
                <a:avLst/>
                <a:gdLst/>
                <a:ahLst/>
                <a:cxnLst/>
                <a:rect l="l" t="t" r="r" b="b"/>
                <a:pathLst>
                  <a:path w="1002" h="1002"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9">
                <a:extLst>
                  <a:ext uri="{FF2B5EF4-FFF2-40B4-BE49-F238E27FC236}">
                    <a16:creationId xmlns:a16="http://schemas.microsoft.com/office/drawing/2014/main" id="{0CAE7535-EEBC-9104-9C72-A894CCD8C8F8}"/>
                  </a:ext>
                </a:extLst>
              </p:cNvPr>
              <p:cNvSpPr/>
              <p:nvPr/>
            </p:nvSpPr>
            <p:spPr>
              <a:xfrm>
                <a:off x="2247516" y="4551920"/>
                <a:ext cx="36869" cy="73700"/>
              </a:xfrm>
              <a:custGeom>
                <a:avLst/>
                <a:gdLst/>
                <a:ahLst/>
                <a:cxnLst/>
                <a:rect l="l" t="t" r="r" b="b"/>
                <a:pathLst>
                  <a:path w="1002" h="2003" extrusionOk="0">
                    <a:moveTo>
                      <a:pt x="0" y="1"/>
                    </a:moveTo>
                    <a:lnTo>
                      <a:pt x="0" y="1002"/>
                    </a:lnTo>
                    <a:lnTo>
                      <a:pt x="0" y="2002"/>
                    </a:lnTo>
                    <a:lnTo>
                      <a:pt x="1001" y="2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9">
                <a:extLst>
                  <a:ext uri="{FF2B5EF4-FFF2-40B4-BE49-F238E27FC236}">
                    <a16:creationId xmlns:a16="http://schemas.microsoft.com/office/drawing/2014/main" id="{B4390F7D-2231-661C-F93B-349B41F022C9}"/>
                  </a:ext>
                </a:extLst>
              </p:cNvPr>
              <p:cNvSpPr/>
              <p:nvPr/>
            </p:nvSpPr>
            <p:spPr>
              <a:xfrm>
                <a:off x="2210684" y="4625584"/>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9">
                <a:extLst>
                  <a:ext uri="{FF2B5EF4-FFF2-40B4-BE49-F238E27FC236}">
                    <a16:creationId xmlns:a16="http://schemas.microsoft.com/office/drawing/2014/main" id="{71FC515A-2358-C465-96BC-196F535D4840}"/>
                  </a:ext>
                </a:extLst>
              </p:cNvPr>
              <p:cNvSpPr/>
              <p:nvPr/>
            </p:nvSpPr>
            <p:spPr>
              <a:xfrm>
                <a:off x="2173889" y="4662415"/>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9">
                <a:extLst>
                  <a:ext uri="{FF2B5EF4-FFF2-40B4-BE49-F238E27FC236}">
                    <a16:creationId xmlns:a16="http://schemas.microsoft.com/office/drawing/2014/main" id="{F2AA801A-02AC-6A5A-49B0-2A8339AB6F77}"/>
                  </a:ext>
                </a:extLst>
              </p:cNvPr>
              <p:cNvSpPr/>
              <p:nvPr/>
            </p:nvSpPr>
            <p:spPr>
              <a:xfrm>
                <a:off x="2321143" y="4736042"/>
                <a:ext cx="36869" cy="36869"/>
              </a:xfrm>
              <a:custGeom>
                <a:avLst/>
                <a:gdLst/>
                <a:ahLst/>
                <a:cxnLst/>
                <a:rect l="l" t="t" r="r" b="b"/>
                <a:pathLst>
                  <a:path w="1002" h="1002" extrusionOk="0">
                    <a:moveTo>
                      <a:pt x="1" y="1"/>
                    </a:moveTo>
                    <a:lnTo>
                      <a:pt x="1" y="1001"/>
                    </a:lnTo>
                    <a:lnTo>
                      <a:pt x="1002" y="1001"/>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9">
                <a:extLst>
                  <a:ext uri="{FF2B5EF4-FFF2-40B4-BE49-F238E27FC236}">
                    <a16:creationId xmlns:a16="http://schemas.microsoft.com/office/drawing/2014/main" id="{3475C419-AF5A-1D5C-630A-519EA00099EA}"/>
                  </a:ext>
                </a:extLst>
              </p:cNvPr>
              <p:cNvSpPr/>
              <p:nvPr/>
            </p:nvSpPr>
            <p:spPr>
              <a:xfrm>
                <a:off x="2247516" y="4736042"/>
                <a:ext cx="36869" cy="36869"/>
              </a:xfrm>
              <a:custGeom>
                <a:avLst/>
                <a:gdLst/>
                <a:ahLst/>
                <a:cxnLst/>
                <a:rect l="l" t="t" r="r" b="b"/>
                <a:pathLst>
                  <a:path w="1002"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39">
                <a:extLst>
                  <a:ext uri="{FF2B5EF4-FFF2-40B4-BE49-F238E27FC236}">
                    <a16:creationId xmlns:a16="http://schemas.microsoft.com/office/drawing/2014/main" id="{A0EA8F5E-3541-5B1E-82C2-3841DAF10937}"/>
                  </a:ext>
                </a:extLst>
              </p:cNvPr>
              <p:cNvSpPr/>
              <p:nvPr/>
            </p:nvSpPr>
            <p:spPr>
              <a:xfrm>
                <a:off x="2284348" y="4699210"/>
                <a:ext cx="36832" cy="36869"/>
              </a:xfrm>
              <a:custGeom>
                <a:avLst/>
                <a:gdLst/>
                <a:ahLst/>
                <a:cxnLst/>
                <a:rect l="l" t="t" r="r" b="b"/>
                <a:pathLst>
                  <a:path w="1001" h="1002" extrusionOk="0">
                    <a:moveTo>
                      <a:pt x="0" y="1"/>
                    </a:moveTo>
                    <a:lnTo>
                      <a:pt x="0"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9">
                <a:extLst>
                  <a:ext uri="{FF2B5EF4-FFF2-40B4-BE49-F238E27FC236}">
                    <a16:creationId xmlns:a16="http://schemas.microsoft.com/office/drawing/2014/main" id="{6577401E-4515-3FCC-3D6B-9E1A05ED696D}"/>
                  </a:ext>
                </a:extLst>
              </p:cNvPr>
              <p:cNvSpPr/>
              <p:nvPr/>
            </p:nvSpPr>
            <p:spPr>
              <a:xfrm>
                <a:off x="2099011" y="4329790"/>
                <a:ext cx="407505" cy="147327"/>
              </a:xfrm>
              <a:custGeom>
                <a:avLst/>
                <a:gdLst/>
                <a:ahLst/>
                <a:cxnLst/>
                <a:rect l="l" t="t" r="r" b="b"/>
                <a:pathLst>
                  <a:path w="11075" h="4004" extrusionOk="0">
                    <a:moveTo>
                      <a:pt x="0" y="0"/>
                    </a:moveTo>
                    <a:lnTo>
                      <a:pt x="0" y="1001"/>
                    </a:lnTo>
                    <a:lnTo>
                      <a:pt x="1001" y="1001"/>
                    </a:lnTo>
                    <a:lnTo>
                      <a:pt x="1001" y="2002"/>
                    </a:lnTo>
                    <a:lnTo>
                      <a:pt x="1001" y="3002"/>
                    </a:lnTo>
                    <a:lnTo>
                      <a:pt x="1001" y="4003"/>
                    </a:lnTo>
                    <a:lnTo>
                      <a:pt x="2035" y="4003"/>
                    </a:lnTo>
                    <a:lnTo>
                      <a:pt x="2035" y="3002"/>
                    </a:lnTo>
                    <a:lnTo>
                      <a:pt x="2035" y="2002"/>
                    </a:lnTo>
                    <a:lnTo>
                      <a:pt x="2035" y="1001"/>
                    </a:lnTo>
                    <a:lnTo>
                      <a:pt x="9040" y="1001"/>
                    </a:lnTo>
                    <a:lnTo>
                      <a:pt x="9040" y="2002"/>
                    </a:lnTo>
                    <a:lnTo>
                      <a:pt x="9040" y="3002"/>
                    </a:lnTo>
                    <a:lnTo>
                      <a:pt x="9040" y="4003"/>
                    </a:lnTo>
                    <a:lnTo>
                      <a:pt x="10074" y="4003"/>
                    </a:lnTo>
                    <a:lnTo>
                      <a:pt x="10074" y="3002"/>
                    </a:lnTo>
                    <a:lnTo>
                      <a:pt x="10074" y="2002"/>
                    </a:lnTo>
                    <a:lnTo>
                      <a:pt x="10074" y="1001"/>
                    </a:lnTo>
                    <a:lnTo>
                      <a:pt x="11075" y="1001"/>
                    </a:lnTo>
                    <a:lnTo>
                      <a:pt x="110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9">
                <a:extLst>
                  <a:ext uri="{FF2B5EF4-FFF2-40B4-BE49-F238E27FC236}">
                    <a16:creationId xmlns:a16="http://schemas.microsoft.com/office/drawing/2014/main" id="{6A832B17-9EA7-E2FC-13E8-1A8E16E8F6EE}"/>
                  </a:ext>
                </a:extLst>
              </p:cNvPr>
              <p:cNvSpPr/>
              <p:nvPr/>
            </p:nvSpPr>
            <p:spPr>
              <a:xfrm>
                <a:off x="2357974" y="4477080"/>
                <a:ext cx="73700" cy="74878"/>
              </a:xfrm>
              <a:custGeom>
                <a:avLst/>
                <a:gdLst/>
                <a:ahLst/>
                <a:cxnLst/>
                <a:rect l="l" t="t" r="r" b="b"/>
                <a:pathLst>
                  <a:path w="2003" h="2035" extrusionOk="0">
                    <a:moveTo>
                      <a:pt x="1001" y="0"/>
                    </a:moveTo>
                    <a:lnTo>
                      <a:pt x="1001" y="1034"/>
                    </a:lnTo>
                    <a:lnTo>
                      <a:pt x="2002" y="1034"/>
                    </a:lnTo>
                    <a:lnTo>
                      <a:pt x="2002" y="0"/>
                    </a:lnTo>
                    <a:close/>
                    <a:moveTo>
                      <a:pt x="1" y="1034"/>
                    </a:moveTo>
                    <a:lnTo>
                      <a:pt x="1" y="2035"/>
                    </a:lnTo>
                    <a:lnTo>
                      <a:pt x="1001" y="2035"/>
                    </a:lnTo>
                    <a:lnTo>
                      <a:pt x="1001" y="103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9">
                <a:extLst>
                  <a:ext uri="{FF2B5EF4-FFF2-40B4-BE49-F238E27FC236}">
                    <a16:creationId xmlns:a16="http://schemas.microsoft.com/office/drawing/2014/main" id="{33D69E6D-0030-C701-D047-1A019C0B09F1}"/>
                  </a:ext>
                </a:extLst>
              </p:cNvPr>
              <p:cNvSpPr/>
              <p:nvPr/>
            </p:nvSpPr>
            <p:spPr>
              <a:xfrm>
                <a:off x="2321143" y="4551920"/>
                <a:ext cx="36869" cy="73700"/>
              </a:xfrm>
              <a:custGeom>
                <a:avLst/>
                <a:gdLst/>
                <a:ahLst/>
                <a:cxnLst/>
                <a:rect l="l" t="t" r="r" b="b"/>
                <a:pathLst>
                  <a:path w="1002" h="2003" extrusionOk="0">
                    <a:moveTo>
                      <a:pt x="1" y="1"/>
                    </a:moveTo>
                    <a:lnTo>
                      <a:pt x="1" y="1002"/>
                    </a:lnTo>
                    <a:lnTo>
                      <a:pt x="1" y="2002"/>
                    </a:lnTo>
                    <a:lnTo>
                      <a:pt x="1002" y="2002"/>
                    </a:lnTo>
                    <a:lnTo>
                      <a:pt x="1002" y="1002"/>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9">
                <a:extLst>
                  <a:ext uri="{FF2B5EF4-FFF2-40B4-BE49-F238E27FC236}">
                    <a16:creationId xmlns:a16="http://schemas.microsoft.com/office/drawing/2014/main" id="{39DF5B1B-6051-EDDB-876E-F43466FB4189}"/>
                  </a:ext>
                </a:extLst>
              </p:cNvPr>
              <p:cNvSpPr/>
              <p:nvPr/>
            </p:nvSpPr>
            <p:spPr>
              <a:xfrm>
                <a:off x="2357974" y="4625584"/>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9">
                <a:extLst>
                  <a:ext uri="{FF2B5EF4-FFF2-40B4-BE49-F238E27FC236}">
                    <a16:creationId xmlns:a16="http://schemas.microsoft.com/office/drawing/2014/main" id="{4870FED6-5B77-7F55-065E-0D9CBBEE552F}"/>
                  </a:ext>
                </a:extLst>
              </p:cNvPr>
              <p:cNvSpPr/>
              <p:nvPr/>
            </p:nvSpPr>
            <p:spPr>
              <a:xfrm>
                <a:off x="2394806" y="4662415"/>
                <a:ext cx="36869" cy="36832"/>
              </a:xfrm>
              <a:custGeom>
                <a:avLst/>
                <a:gdLst/>
                <a:ahLst/>
                <a:cxnLst/>
                <a:rect l="l" t="t" r="r" b="b"/>
                <a:pathLst>
                  <a:path w="1002"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9">
                <a:extLst>
                  <a:ext uri="{FF2B5EF4-FFF2-40B4-BE49-F238E27FC236}">
                    <a16:creationId xmlns:a16="http://schemas.microsoft.com/office/drawing/2014/main" id="{83B4B109-A029-C67B-0203-1CF49949C37B}"/>
                  </a:ext>
                </a:extLst>
              </p:cNvPr>
              <p:cNvSpPr/>
              <p:nvPr/>
            </p:nvSpPr>
            <p:spPr>
              <a:xfrm>
                <a:off x="2099011" y="4699210"/>
                <a:ext cx="407505" cy="148578"/>
              </a:xfrm>
              <a:custGeom>
                <a:avLst/>
                <a:gdLst/>
                <a:ahLst/>
                <a:cxnLst/>
                <a:rect l="l" t="t" r="r" b="b"/>
                <a:pathLst>
                  <a:path w="11075" h="4038" extrusionOk="0">
                    <a:moveTo>
                      <a:pt x="1001" y="1"/>
                    </a:moveTo>
                    <a:lnTo>
                      <a:pt x="1001" y="1002"/>
                    </a:lnTo>
                    <a:lnTo>
                      <a:pt x="1001" y="2002"/>
                    </a:lnTo>
                    <a:lnTo>
                      <a:pt x="1001" y="3036"/>
                    </a:lnTo>
                    <a:lnTo>
                      <a:pt x="0" y="3036"/>
                    </a:lnTo>
                    <a:lnTo>
                      <a:pt x="0" y="4037"/>
                    </a:lnTo>
                    <a:lnTo>
                      <a:pt x="11075" y="4037"/>
                    </a:lnTo>
                    <a:lnTo>
                      <a:pt x="11075" y="3036"/>
                    </a:lnTo>
                    <a:lnTo>
                      <a:pt x="10074" y="3036"/>
                    </a:lnTo>
                    <a:lnTo>
                      <a:pt x="10074" y="2002"/>
                    </a:lnTo>
                    <a:lnTo>
                      <a:pt x="10074" y="1002"/>
                    </a:lnTo>
                    <a:lnTo>
                      <a:pt x="10074" y="1"/>
                    </a:lnTo>
                    <a:lnTo>
                      <a:pt x="9040" y="1"/>
                    </a:lnTo>
                    <a:lnTo>
                      <a:pt x="9040" y="1002"/>
                    </a:lnTo>
                    <a:lnTo>
                      <a:pt x="9040" y="2002"/>
                    </a:lnTo>
                    <a:lnTo>
                      <a:pt x="9040" y="3036"/>
                    </a:lnTo>
                    <a:lnTo>
                      <a:pt x="8039" y="3036"/>
                    </a:lnTo>
                    <a:lnTo>
                      <a:pt x="8039" y="2002"/>
                    </a:lnTo>
                    <a:lnTo>
                      <a:pt x="7039" y="2002"/>
                    </a:lnTo>
                    <a:lnTo>
                      <a:pt x="7039" y="3036"/>
                    </a:lnTo>
                    <a:lnTo>
                      <a:pt x="6038" y="3036"/>
                    </a:lnTo>
                    <a:lnTo>
                      <a:pt x="6038" y="2002"/>
                    </a:lnTo>
                    <a:lnTo>
                      <a:pt x="5037" y="2002"/>
                    </a:lnTo>
                    <a:lnTo>
                      <a:pt x="5037" y="3036"/>
                    </a:lnTo>
                    <a:lnTo>
                      <a:pt x="4036" y="3036"/>
                    </a:lnTo>
                    <a:lnTo>
                      <a:pt x="4036" y="2002"/>
                    </a:lnTo>
                    <a:lnTo>
                      <a:pt x="3036" y="2002"/>
                    </a:lnTo>
                    <a:lnTo>
                      <a:pt x="3036" y="3036"/>
                    </a:lnTo>
                    <a:lnTo>
                      <a:pt x="2035" y="3036"/>
                    </a:lnTo>
                    <a:lnTo>
                      <a:pt x="2035" y="2002"/>
                    </a:lnTo>
                    <a:lnTo>
                      <a:pt x="2035" y="1002"/>
                    </a:lnTo>
                    <a:lnTo>
                      <a:pt x="20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27809412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43">
          <a:extLst>
            <a:ext uri="{FF2B5EF4-FFF2-40B4-BE49-F238E27FC236}">
              <a16:creationId xmlns:a16="http://schemas.microsoft.com/office/drawing/2014/main" id="{27A79C5E-2074-C6DC-1AFD-867A3264D89F}"/>
            </a:ext>
          </a:extLst>
        </p:cNvPr>
        <p:cNvGrpSpPr/>
        <p:nvPr/>
      </p:nvGrpSpPr>
      <p:grpSpPr>
        <a:xfrm>
          <a:off x="0" y="0"/>
          <a:ext cx="0" cy="0"/>
          <a:chOff x="0" y="0"/>
          <a:chExt cx="0" cy="0"/>
        </a:xfrm>
      </p:grpSpPr>
      <p:sp>
        <p:nvSpPr>
          <p:cNvPr id="744" name="Google Shape;744;p39">
            <a:extLst>
              <a:ext uri="{FF2B5EF4-FFF2-40B4-BE49-F238E27FC236}">
                <a16:creationId xmlns:a16="http://schemas.microsoft.com/office/drawing/2014/main" id="{AE715465-B6E1-1E41-DABE-A884FBCE0E8A}"/>
              </a:ext>
            </a:extLst>
          </p:cNvPr>
          <p:cNvSpPr txBox="1">
            <a:spLocks noGrp="1"/>
          </p:cNvSpPr>
          <p:nvPr>
            <p:ph type="title"/>
          </p:nvPr>
        </p:nvSpPr>
        <p:spPr>
          <a:xfrm>
            <a:off x="715100" y="568622"/>
            <a:ext cx="6471008" cy="648600"/>
          </a:xfrm>
          <a:prstGeom prst="rect">
            <a:avLst/>
          </a:prstGeom>
        </p:spPr>
        <p:txBody>
          <a:bodyPr spcFirstLastPara="1" wrap="square" lIns="91425" tIns="91425" rIns="91425" bIns="91425" anchor="ctr" anchorCtr="0">
            <a:noAutofit/>
          </a:bodyPr>
          <a:lstStyle/>
          <a:p>
            <a:pPr lvl="0"/>
            <a:r>
              <a:rPr lang="fr-FR" dirty="0"/>
              <a:t>Architecture</a:t>
            </a:r>
            <a:endParaRPr dirty="0"/>
          </a:p>
        </p:txBody>
      </p:sp>
      <p:sp>
        <p:nvSpPr>
          <p:cNvPr id="745" name="Google Shape;745;p39">
            <a:extLst>
              <a:ext uri="{FF2B5EF4-FFF2-40B4-BE49-F238E27FC236}">
                <a16:creationId xmlns:a16="http://schemas.microsoft.com/office/drawing/2014/main" id="{96D75F1A-8572-4964-5D6C-6882A91AA687}"/>
              </a:ext>
            </a:extLst>
          </p:cNvPr>
          <p:cNvSpPr txBox="1">
            <a:spLocks noGrp="1"/>
          </p:cNvSpPr>
          <p:nvPr>
            <p:ph type="subTitle" idx="1"/>
          </p:nvPr>
        </p:nvSpPr>
        <p:spPr>
          <a:xfrm>
            <a:off x="715100" y="1484555"/>
            <a:ext cx="6847526" cy="3400396"/>
          </a:xfrm>
          <a:prstGeom prst="rect">
            <a:avLst/>
          </a:prstGeom>
        </p:spPr>
        <p:txBody>
          <a:bodyPr spcFirstLastPara="1" wrap="square" lIns="91425" tIns="91425" rIns="91425" bIns="91425" anchor="ctr" anchorCtr="0">
            <a:noAutofit/>
          </a:bodyPr>
          <a:lstStyle/>
          <a:p>
            <a:pPr marL="285750" lvl="0" indent="-285750">
              <a:buFont typeface="Arial" panose="020B0604020202020204" pitchFamily="34" charset="0"/>
              <a:buChar char="•"/>
            </a:pPr>
            <a:r>
              <a:rPr lang="fr-FR" b="1" dirty="0"/>
              <a:t>Analyseur syntaxique </a:t>
            </a:r>
            <a:r>
              <a:rPr lang="fr-FR" dirty="0"/>
              <a:t>: Il décompose les requêtes SQL en étapes de traitement de la gestion des données relationnelles.</a:t>
            </a:r>
          </a:p>
          <a:p>
            <a:pPr marL="285750" lvl="0" indent="-285750">
              <a:buFont typeface="Arial" panose="020B0604020202020204" pitchFamily="34" charset="0"/>
              <a:buChar char="•"/>
            </a:pPr>
            <a:r>
              <a:rPr lang="fr-FR" b="1" dirty="0"/>
              <a:t>Optimiseur de requêtes </a:t>
            </a:r>
            <a:r>
              <a:rPr lang="fr-FR" dirty="0"/>
              <a:t>: il détermine le chemin le plus efficace pour accéder aux données.</a:t>
            </a:r>
          </a:p>
          <a:p>
            <a:pPr marL="285750" lvl="0" indent="-285750">
              <a:buFont typeface="Arial" panose="020B0604020202020204" pitchFamily="34" charset="0"/>
              <a:buChar char="•"/>
            </a:pPr>
            <a:r>
              <a:rPr lang="fr-FR" b="1" dirty="0"/>
              <a:t>Générateur d'étapes </a:t>
            </a:r>
            <a:r>
              <a:rPr lang="fr-FR" dirty="0"/>
              <a:t>: Il produit des étapes de traitement et les encapsule dans des paquets.</a:t>
            </a:r>
            <a:endParaRPr dirty="0"/>
          </a:p>
        </p:txBody>
      </p:sp>
      <p:grpSp>
        <p:nvGrpSpPr>
          <p:cNvPr id="746" name="Google Shape;746;p39">
            <a:extLst>
              <a:ext uri="{FF2B5EF4-FFF2-40B4-BE49-F238E27FC236}">
                <a16:creationId xmlns:a16="http://schemas.microsoft.com/office/drawing/2014/main" id="{D38C6A9D-5E2B-D584-1C19-B165638BA959}"/>
              </a:ext>
            </a:extLst>
          </p:cNvPr>
          <p:cNvGrpSpPr/>
          <p:nvPr/>
        </p:nvGrpSpPr>
        <p:grpSpPr>
          <a:xfrm>
            <a:off x="7705847" y="4010466"/>
            <a:ext cx="723042" cy="598023"/>
            <a:chOff x="1654675" y="4256126"/>
            <a:chExt cx="851841" cy="704551"/>
          </a:xfrm>
        </p:grpSpPr>
        <p:grpSp>
          <p:nvGrpSpPr>
            <p:cNvPr id="747" name="Google Shape;747;p39">
              <a:extLst>
                <a:ext uri="{FF2B5EF4-FFF2-40B4-BE49-F238E27FC236}">
                  <a16:creationId xmlns:a16="http://schemas.microsoft.com/office/drawing/2014/main" id="{12AA4B91-414C-320B-D943-1459AAD4E760}"/>
                </a:ext>
              </a:extLst>
            </p:cNvPr>
            <p:cNvGrpSpPr/>
            <p:nvPr/>
          </p:nvGrpSpPr>
          <p:grpSpPr>
            <a:xfrm>
              <a:off x="1654675" y="4256126"/>
              <a:ext cx="445587" cy="704551"/>
              <a:chOff x="1654675" y="4256126"/>
              <a:chExt cx="445587" cy="704551"/>
            </a:xfrm>
          </p:grpSpPr>
          <p:sp>
            <p:nvSpPr>
              <p:cNvPr id="748" name="Google Shape;748;p39">
                <a:extLst>
                  <a:ext uri="{FF2B5EF4-FFF2-40B4-BE49-F238E27FC236}">
                    <a16:creationId xmlns:a16="http://schemas.microsoft.com/office/drawing/2014/main" id="{34D59F16-5A03-459B-D031-90B822DCAE15}"/>
                  </a:ext>
                </a:extLst>
              </p:cNvPr>
              <p:cNvSpPr/>
              <p:nvPr/>
            </p:nvSpPr>
            <p:spPr>
              <a:xfrm>
                <a:off x="1655926" y="4257377"/>
                <a:ext cx="440657" cy="703300"/>
              </a:xfrm>
              <a:custGeom>
                <a:avLst/>
                <a:gdLst/>
                <a:ahLst/>
                <a:cxnLst/>
                <a:rect l="l" t="t" r="r" b="b"/>
                <a:pathLst>
                  <a:path w="11976" h="19114" extrusionOk="0">
                    <a:moveTo>
                      <a:pt x="0" y="0"/>
                    </a:moveTo>
                    <a:lnTo>
                      <a:pt x="0" y="17112"/>
                    </a:lnTo>
                    <a:lnTo>
                      <a:pt x="2002" y="17112"/>
                    </a:lnTo>
                    <a:lnTo>
                      <a:pt x="2002" y="16112"/>
                    </a:lnTo>
                    <a:lnTo>
                      <a:pt x="3002" y="16112"/>
                    </a:lnTo>
                    <a:lnTo>
                      <a:pt x="3002" y="15111"/>
                    </a:lnTo>
                    <a:lnTo>
                      <a:pt x="4003" y="15111"/>
                    </a:lnTo>
                    <a:lnTo>
                      <a:pt x="4003" y="14110"/>
                    </a:lnTo>
                    <a:lnTo>
                      <a:pt x="4971" y="14110"/>
                    </a:lnTo>
                    <a:lnTo>
                      <a:pt x="4971" y="16112"/>
                    </a:lnTo>
                    <a:lnTo>
                      <a:pt x="5971" y="16112"/>
                    </a:lnTo>
                    <a:lnTo>
                      <a:pt x="5971" y="18113"/>
                    </a:lnTo>
                    <a:lnTo>
                      <a:pt x="6972" y="18113"/>
                    </a:lnTo>
                    <a:lnTo>
                      <a:pt x="6972" y="19114"/>
                    </a:lnTo>
                    <a:lnTo>
                      <a:pt x="8973" y="19114"/>
                    </a:lnTo>
                    <a:lnTo>
                      <a:pt x="8973" y="18113"/>
                    </a:lnTo>
                    <a:lnTo>
                      <a:pt x="9974" y="18113"/>
                    </a:lnTo>
                    <a:lnTo>
                      <a:pt x="9974" y="16112"/>
                    </a:lnTo>
                    <a:lnTo>
                      <a:pt x="8973" y="16112"/>
                    </a:lnTo>
                    <a:lnTo>
                      <a:pt x="8973" y="14110"/>
                    </a:lnTo>
                    <a:lnTo>
                      <a:pt x="7973" y="14110"/>
                    </a:lnTo>
                    <a:lnTo>
                      <a:pt x="7973" y="13110"/>
                    </a:lnTo>
                    <a:lnTo>
                      <a:pt x="11976" y="13110"/>
                    </a:lnTo>
                    <a:lnTo>
                      <a:pt x="11976" y="12009"/>
                    </a:lnTo>
                    <a:lnTo>
                      <a:pt x="11976" y="11008"/>
                    </a:lnTo>
                    <a:lnTo>
                      <a:pt x="11042" y="11008"/>
                    </a:lnTo>
                    <a:lnTo>
                      <a:pt x="11042" y="10007"/>
                    </a:lnTo>
                    <a:lnTo>
                      <a:pt x="10041" y="10007"/>
                    </a:lnTo>
                    <a:lnTo>
                      <a:pt x="10041" y="9007"/>
                    </a:lnTo>
                    <a:lnTo>
                      <a:pt x="9040" y="9007"/>
                    </a:lnTo>
                    <a:lnTo>
                      <a:pt x="9040" y="8006"/>
                    </a:lnTo>
                    <a:lnTo>
                      <a:pt x="8039" y="8006"/>
                    </a:lnTo>
                    <a:lnTo>
                      <a:pt x="8039" y="7005"/>
                    </a:lnTo>
                    <a:lnTo>
                      <a:pt x="7039" y="7005"/>
                    </a:lnTo>
                    <a:lnTo>
                      <a:pt x="7039" y="6005"/>
                    </a:lnTo>
                    <a:lnTo>
                      <a:pt x="6038" y="6005"/>
                    </a:lnTo>
                    <a:lnTo>
                      <a:pt x="6038" y="5004"/>
                    </a:lnTo>
                    <a:lnTo>
                      <a:pt x="5037" y="5004"/>
                    </a:lnTo>
                    <a:lnTo>
                      <a:pt x="5037" y="4003"/>
                    </a:lnTo>
                    <a:lnTo>
                      <a:pt x="4037" y="4003"/>
                    </a:lnTo>
                    <a:lnTo>
                      <a:pt x="4037" y="3002"/>
                    </a:lnTo>
                    <a:lnTo>
                      <a:pt x="3036" y="3002"/>
                    </a:lnTo>
                    <a:lnTo>
                      <a:pt x="3036" y="2002"/>
                    </a:lnTo>
                    <a:lnTo>
                      <a:pt x="2035" y="2002"/>
                    </a:lnTo>
                    <a:lnTo>
                      <a:pt x="2035" y="1001"/>
                    </a:lnTo>
                    <a:lnTo>
                      <a:pt x="1001" y="1001"/>
                    </a:lnTo>
                    <a:lnTo>
                      <a:pt x="100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9">
                <a:extLst>
                  <a:ext uri="{FF2B5EF4-FFF2-40B4-BE49-F238E27FC236}">
                    <a16:creationId xmlns:a16="http://schemas.microsoft.com/office/drawing/2014/main" id="{C02232C4-A1E5-195F-C7B5-ED8A64FD6B66}"/>
                  </a:ext>
                </a:extLst>
              </p:cNvPr>
              <p:cNvSpPr/>
              <p:nvPr/>
            </p:nvSpPr>
            <p:spPr>
              <a:xfrm>
                <a:off x="1654675" y="4256126"/>
                <a:ext cx="36869" cy="628459"/>
              </a:xfrm>
              <a:custGeom>
                <a:avLst/>
                <a:gdLst/>
                <a:ahLst/>
                <a:cxnLst/>
                <a:rect l="l" t="t" r="r" b="b"/>
                <a:pathLst>
                  <a:path w="1002" h="17080" extrusionOk="0">
                    <a:moveTo>
                      <a:pt x="1" y="1"/>
                    </a:moveTo>
                    <a:lnTo>
                      <a:pt x="1" y="17080"/>
                    </a:lnTo>
                    <a:lnTo>
                      <a:pt x="1002" y="17080"/>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9">
                <a:extLst>
                  <a:ext uri="{FF2B5EF4-FFF2-40B4-BE49-F238E27FC236}">
                    <a16:creationId xmlns:a16="http://schemas.microsoft.com/office/drawing/2014/main" id="{831945AB-5621-8321-88D3-09AB6E44815B}"/>
                  </a:ext>
                </a:extLst>
              </p:cNvPr>
              <p:cNvSpPr/>
              <p:nvPr/>
            </p:nvSpPr>
            <p:spPr>
              <a:xfrm>
                <a:off x="1692758" y="4292958"/>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9">
                <a:extLst>
                  <a:ext uri="{FF2B5EF4-FFF2-40B4-BE49-F238E27FC236}">
                    <a16:creationId xmlns:a16="http://schemas.microsoft.com/office/drawing/2014/main" id="{4F4C67C1-FBF0-2769-D506-FE142DC2503F}"/>
                  </a:ext>
                </a:extLst>
              </p:cNvPr>
              <p:cNvSpPr/>
              <p:nvPr/>
            </p:nvSpPr>
            <p:spPr>
              <a:xfrm>
                <a:off x="1729553" y="4329790"/>
                <a:ext cx="36869" cy="36832"/>
              </a:xfrm>
              <a:custGeom>
                <a:avLst/>
                <a:gdLst/>
                <a:ahLst/>
                <a:cxnLst/>
                <a:rect l="l" t="t" r="r" b="b"/>
                <a:pathLst>
                  <a:path w="1002" h="1001"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9">
                <a:extLst>
                  <a:ext uri="{FF2B5EF4-FFF2-40B4-BE49-F238E27FC236}">
                    <a16:creationId xmlns:a16="http://schemas.microsoft.com/office/drawing/2014/main" id="{0474A4EA-DC13-9910-44A3-A93DA75AF00A}"/>
                  </a:ext>
                </a:extLst>
              </p:cNvPr>
              <p:cNvSpPr/>
              <p:nvPr/>
            </p:nvSpPr>
            <p:spPr>
              <a:xfrm>
                <a:off x="1765170" y="4366621"/>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9">
                <a:extLst>
                  <a:ext uri="{FF2B5EF4-FFF2-40B4-BE49-F238E27FC236}">
                    <a16:creationId xmlns:a16="http://schemas.microsoft.com/office/drawing/2014/main" id="{C57BADD1-05D7-A4D8-C2A1-49DDB1D01333}"/>
                  </a:ext>
                </a:extLst>
              </p:cNvPr>
              <p:cNvSpPr/>
              <p:nvPr/>
            </p:nvSpPr>
            <p:spPr>
              <a:xfrm>
                <a:off x="1803216" y="4403416"/>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9">
                <a:extLst>
                  <a:ext uri="{FF2B5EF4-FFF2-40B4-BE49-F238E27FC236}">
                    <a16:creationId xmlns:a16="http://schemas.microsoft.com/office/drawing/2014/main" id="{8EFFE47D-931E-2C91-6B63-C2186D46757D}"/>
                  </a:ext>
                </a:extLst>
              </p:cNvPr>
              <p:cNvSpPr/>
              <p:nvPr/>
            </p:nvSpPr>
            <p:spPr>
              <a:xfrm>
                <a:off x="1841262" y="4440248"/>
                <a:ext cx="36832" cy="36869"/>
              </a:xfrm>
              <a:custGeom>
                <a:avLst/>
                <a:gdLst/>
                <a:ahLst/>
                <a:cxnLst/>
                <a:rect l="l" t="t" r="r" b="b"/>
                <a:pathLst>
                  <a:path w="1001" h="1002"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9">
                <a:extLst>
                  <a:ext uri="{FF2B5EF4-FFF2-40B4-BE49-F238E27FC236}">
                    <a16:creationId xmlns:a16="http://schemas.microsoft.com/office/drawing/2014/main" id="{0663CCD6-B111-2A62-844E-A320B42D10A7}"/>
                  </a:ext>
                </a:extLst>
              </p:cNvPr>
              <p:cNvSpPr/>
              <p:nvPr/>
            </p:nvSpPr>
            <p:spPr>
              <a:xfrm>
                <a:off x="1878057" y="4477080"/>
                <a:ext cx="36869" cy="36832"/>
              </a:xfrm>
              <a:custGeom>
                <a:avLst/>
                <a:gdLst/>
                <a:ahLst/>
                <a:cxnLst/>
                <a:rect l="l" t="t" r="r" b="b"/>
                <a:pathLst>
                  <a:path w="1002" h="1001"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9">
                <a:extLst>
                  <a:ext uri="{FF2B5EF4-FFF2-40B4-BE49-F238E27FC236}">
                    <a16:creationId xmlns:a16="http://schemas.microsoft.com/office/drawing/2014/main" id="{14DA5041-9C31-A59A-8A74-36506EF84E09}"/>
                  </a:ext>
                </a:extLst>
              </p:cNvPr>
              <p:cNvSpPr/>
              <p:nvPr/>
            </p:nvSpPr>
            <p:spPr>
              <a:xfrm>
                <a:off x="1914889" y="4515125"/>
                <a:ext cx="36869" cy="36832"/>
              </a:xfrm>
              <a:custGeom>
                <a:avLst/>
                <a:gdLst/>
                <a:ahLst/>
                <a:cxnLst/>
                <a:rect l="l" t="t" r="r" b="b"/>
                <a:pathLst>
                  <a:path w="1002" h="1001"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9">
                <a:extLst>
                  <a:ext uri="{FF2B5EF4-FFF2-40B4-BE49-F238E27FC236}">
                    <a16:creationId xmlns:a16="http://schemas.microsoft.com/office/drawing/2014/main" id="{4B22BEB1-F578-C687-5957-485C77208381}"/>
                  </a:ext>
                </a:extLst>
              </p:cNvPr>
              <p:cNvSpPr/>
              <p:nvPr/>
            </p:nvSpPr>
            <p:spPr>
              <a:xfrm>
                <a:off x="1951721" y="4551920"/>
                <a:ext cx="36869" cy="36869"/>
              </a:xfrm>
              <a:custGeom>
                <a:avLst/>
                <a:gdLst/>
                <a:ahLst/>
                <a:cxnLst/>
                <a:rect l="l" t="t" r="r" b="b"/>
                <a:pathLst>
                  <a:path w="1002" h="1002" extrusionOk="0">
                    <a:moveTo>
                      <a:pt x="0" y="1"/>
                    </a:moveTo>
                    <a:lnTo>
                      <a:pt x="0"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9">
                <a:extLst>
                  <a:ext uri="{FF2B5EF4-FFF2-40B4-BE49-F238E27FC236}">
                    <a16:creationId xmlns:a16="http://schemas.microsoft.com/office/drawing/2014/main" id="{5524312D-7A9E-AF30-00E1-F1A93B465FED}"/>
                  </a:ext>
                </a:extLst>
              </p:cNvPr>
              <p:cNvSpPr/>
              <p:nvPr/>
            </p:nvSpPr>
            <p:spPr>
              <a:xfrm>
                <a:off x="1988553" y="4588752"/>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9">
                <a:extLst>
                  <a:ext uri="{FF2B5EF4-FFF2-40B4-BE49-F238E27FC236}">
                    <a16:creationId xmlns:a16="http://schemas.microsoft.com/office/drawing/2014/main" id="{08583DC9-A3CE-8EF6-484B-75880D61B481}"/>
                  </a:ext>
                </a:extLst>
              </p:cNvPr>
              <p:cNvSpPr/>
              <p:nvPr/>
            </p:nvSpPr>
            <p:spPr>
              <a:xfrm>
                <a:off x="2025348" y="4625584"/>
                <a:ext cx="36869" cy="36869"/>
              </a:xfrm>
              <a:custGeom>
                <a:avLst/>
                <a:gdLst/>
                <a:ahLst/>
                <a:cxnLst/>
                <a:rect l="l" t="t" r="r" b="b"/>
                <a:pathLst>
                  <a:path w="1002" h="1002"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9">
                <a:extLst>
                  <a:ext uri="{FF2B5EF4-FFF2-40B4-BE49-F238E27FC236}">
                    <a16:creationId xmlns:a16="http://schemas.microsoft.com/office/drawing/2014/main" id="{CCD89329-1D66-C1C0-A0A2-521BEFFA5A1F}"/>
                  </a:ext>
                </a:extLst>
              </p:cNvPr>
              <p:cNvSpPr/>
              <p:nvPr/>
            </p:nvSpPr>
            <p:spPr>
              <a:xfrm>
                <a:off x="2062179" y="4662415"/>
                <a:ext cx="36869" cy="36832"/>
              </a:xfrm>
              <a:custGeom>
                <a:avLst/>
                <a:gdLst/>
                <a:ahLst/>
                <a:cxnLst/>
                <a:rect l="l" t="t" r="r" b="b"/>
                <a:pathLst>
                  <a:path w="1002" h="1001" extrusionOk="0">
                    <a:moveTo>
                      <a:pt x="1" y="0"/>
                    </a:moveTo>
                    <a:lnTo>
                      <a:pt x="1" y="1001"/>
                    </a:lnTo>
                    <a:lnTo>
                      <a:pt x="1001" y="1001"/>
                    </a:lnTo>
                    <a:lnTo>
                      <a:pt x="100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9">
                <a:extLst>
                  <a:ext uri="{FF2B5EF4-FFF2-40B4-BE49-F238E27FC236}">
                    <a16:creationId xmlns:a16="http://schemas.microsoft.com/office/drawing/2014/main" id="{FF562642-9DD6-361C-B441-D26D0F41252B}"/>
                  </a:ext>
                </a:extLst>
              </p:cNvPr>
              <p:cNvSpPr/>
              <p:nvPr/>
            </p:nvSpPr>
            <p:spPr>
              <a:xfrm>
                <a:off x="1914889" y="4699210"/>
                <a:ext cx="185373" cy="36869"/>
              </a:xfrm>
              <a:custGeom>
                <a:avLst/>
                <a:gdLst/>
                <a:ahLst/>
                <a:cxnLst/>
                <a:rect l="l" t="t" r="r" b="b"/>
                <a:pathLst>
                  <a:path w="5038" h="1002" extrusionOk="0">
                    <a:moveTo>
                      <a:pt x="1" y="1"/>
                    </a:moveTo>
                    <a:lnTo>
                      <a:pt x="1" y="1002"/>
                    </a:lnTo>
                    <a:lnTo>
                      <a:pt x="5038" y="1002"/>
                    </a:lnTo>
                    <a:lnTo>
                      <a:pt x="50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9">
                <a:extLst>
                  <a:ext uri="{FF2B5EF4-FFF2-40B4-BE49-F238E27FC236}">
                    <a16:creationId xmlns:a16="http://schemas.microsoft.com/office/drawing/2014/main" id="{071BEDFC-36EF-724F-50EF-0BEA6F7A3377}"/>
                  </a:ext>
                </a:extLst>
              </p:cNvPr>
              <p:cNvSpPr/>
              <p:nvPr/>
            </p:nvSpPr>
            <p:spPr>
              <a:xfrm>
                <a:off x="1914889" y="4736042"/>
                <a:ext cx="36869" cy="36869"/>
              </a:xfrm>
              <a:custGeom>
                <a:avLst/>
                <a:gdLst/>
                <a:ahLst/>
                <a:cxnLst/>
                <a:rect l="l" t="t" r="r" b="b"/>
                <a:pathLst>
                  <a:path w="1002" h="1002" extrusionOk="0">
                    <a:moveTo>
                      <a:pt x="1" y="1"/>
                    </a:moveTo>
                    <a:lnTo>
                      <a:pt x="1"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9">
                <a:extLst>
                  <a:ext uri="{FF2B5EF4-FFF2-40B4-BE49-F238E27FC236}">
                    <a16:creationId xmlns:a16="http://schemas.microsoft.com/office/drawing/2014/main" id="{D3B576BA-DD1D-126D-4AEB-29DF95D19CC5}"/>
                  </a:ext>
                </a:extLst>
              </p:cNvPr>
              <p:cNvSpPr/>
              <p:nvPr/>
            </p:nvSpPr>
            <p:spPr>
              <a:xfrm>
                <a:off x="1803216" y="4736042"/>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9">
                <a:extLst>
                  <a:ext uri="{FF2B5EF4-FFF2-40B4-BE49-F238E27FC236}">
                    <a16:creationId xmlns:a16="http://schemas.microsoft.com/office/drawing/2014/main" id="{F6C2E247-533B-5B88-4E2A-E6ED573CAE0F}"/>
                  </a:ext>
                </a:extLst>
              </p:cNvPr>
              <p:cNvSpPr/>
              <p:nvPr/>
            </p:nvSpPr>
            <p:spPr>
              <a:xfrm>
                <a:off x="1841262" y="4772874"/>
                <a:ext cx="36832" cy="73664"/>
              </a:xfrm>
              <a:custGeom>
                <a:avLst/>
                <a:gdLst/>
                <a:ahLst/>
                <a:cxnLst/>
                <a:rect l="l" t="t" r="r" b="b"/>
                <a:pathLst>
                  <a:path w="1001" h="2002" extrusionOk="0">
                    <a:moveTo>
                      <a:pt x="0" y="0"/>
                    </a:moveTo>
                    <a:lnTo>
                      <a:pt x="0"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9">
                <a:extLst>
                  <a:ext uri="{FF2B5EF4-FFF2-40B4-BE49-F238E27FC236}">
                    <a16:creationId xmlns:a16="http://schemas.microsoft.com/office/drawing/2014/main" id="{1FF837AB-033A-57B9-522C-461086EDD4E5}"/>
                  </a:ext>
                </a:extLst>
              </p:cNvPr>
              <p:cNvSpPr/>
              <p:nvPr/>
            </p:nvSpPr>
            <p:spPr>
              <a:xfrm>
                <a:off x="1878057" y="4847751"/>
                <a:ext cx="36869" cy="73664"/>
              </a:xfrm>
              <a:custGeom>
                <a:avLst/>
                <a:gdLst/>
                <a:ahLst/>
                <a:cxnLst/>
                <a:rect l="l" t="t" r="r" b="b"/>
                <a:pathLst>
                  <a:path w="1002" h="2002" extrusionOk="0">
                    <a:moveTo>
                      <a:pt x="1" y="0"/>
                    </a:moveTo>
                    <a:lnTo>
                      <a:pt x="1" y="2001"/>
                    </a:lnTo>
                    <a:lnTo>
                      <a:pt x="1002" y="2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9">
                <a:extLst>
                  <a:ext uri="{FF2B5EF4-FFF2-40B4-BE49-F238E27FC236}">
                    <a16:creationId xmlns:a16="http://schemas.microsoft.com/office/drawing/2014/main" id="{15E0338F-E9C3-AED5-AEB6-24D29ABC6CF2}"/>
                  </a:ext>
                </a:extLst>
              </p:cNvPr>
              <p:cNvSpPr/>
              <p:nvPr/>
            </p:nvSpPr>
            <p:spPr>
              <a:xfrm>
                <a:off x="1914889" y="4921378"/>
                <a:ext cx="73700" cy="36869"/>
              </a:xfrm>
              <a:custGeom>
                <a:avLst/>
                <a:gdLst/>
                <a:ahLst/>
                <a:cxnLst/>
                <a:rect l="l" t="t" r="r" b="b"/>
                <a:pathLst>
                  <a:path w="2003" h="1002" extrusionOk="0">
                    <a:moveTo>
                      <a:pt x="1" y="0"/>
                    </a:moveTo>
                    <a:lnTo>
                      <a:pt x="1" y="1001"/>
                    </a:lnTo>
                    <a:lnTo>
                      <a:pt x="2002" y="1001"/>
                    </a:lnTo>
                    <a:lnTo>
                      <a:pt x="2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9">
                <a:extLst>
                  <a:ext uri="{FF2B5EF4-FFF2-40B4-BE49-F238E27FC236}">
                    <a16:creationId xmlns:a16="http://schemas.microsoft.com/office/drawing/2014/main" id="{8B1C5C4E-E1AD-41E0-E8CF-D5F0A6F8C455}"/>
                  </a:ext>
                </a:extLst>
              </p:cNvPr>
              <p:cNvSpPr/>
              <p:nvPr/>
            </p:nvSpPr>
            <p:spPr>
              <a:xfrm>
                <a:off x="1951721" y="4772874"/>
                <a:ext cx="36869" cy="73664"/>
              </a:xfrm>
              <a:custGeom>
                <a:avLst/>
                <a:gdLst/>
                <a:ahLst/>
                <a:cxnLst/>
                <a:rect l="l" t="t" r="r" b="b"/>
                <a:pathLst>
                  <a:path w="1002" h="2002" extrusionOk="0">
                    <a:moveTo>
                      <a:pt x="0" y="0"/>
                    </a:moveTo>
                    <a:lnTo>
                      <a:pt x="0"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9">
                <a:extLst>
                  <a:ext uri="{FF2B5EF4-FFF2-40B4-BE49-F238E27FC236}">
                    <a16:creationId xmlns:a16="http://schemas.microsoft.com/office/drawing/2014/main" id="{81A16CAD-6BC1-F369-1FF4-40B1CEC8C76C}"/>
                  </a:ext>
                </a:extLst>
              </p:cNvPr>
              <p:cNvSpPr/>
              <p:nvPr/>
            </p:nvSpPr>
            <p:spPr>
              <a:xfrm>
                <a:off x="1988553" y="4847751"/>
                <a:ext cx="36832" cy="73664"/>
              </a:xfrm>
              <a:custGeom>
                <a:avLst/>
                <a:gdLst/>
                <a:ahLst/>
                <a:cxnLst/>
                <a:rect l="l" t="t" r="r" b="b"/>
                <a:pathLst>
                  <a:path w="1001" h="2002" extrusionOk="0">
                    <a:moveTo>
                      <a:pt x="0" y="0"/>
                    </a:moveTo>
                    <a:lnTo>
                      <a:pt x="0" y="2001"/>
                    </a:lnTo>
                    <a:lnTo>
                      <a:pt x="1001" y="2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9">
                <a:extLst>
                  <a:ext uri="{FF2B5EF4-FFF2-40B4-BE49-F238E27FC236}">
                    <a16:creationId xmlns:a16="http://schemas.microsoft.com/office/drawing/2014/main" id="{B2BBBFE8-1121-6DF8-0DC7-5157B3E5B45E}"/>
                  </a:ext>
                </a:extLst>
              </p:cNvPr>
              <p:cNvSpPr/>
              <p:nvPr/>
            </p:nvSpPr>
            <p:spPr>
              <a:xfrm>
                <a:off x="1765170" y="4772874"/>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9">
                <a:extLst>
                  <a:ext uri="{FF2B5EF4-FFF2-40B4-BE49-F238E27FC236}">
                    <a16:creationId xmlns:a16="http://schemas.microsoft.com/office/drawing/2014/main" id="{0CC37A61-CDC3-6C7B-CF43-4728CCC5C0D2}"/>
                  </a:ext>
                </a:extLst>
              </p:cNvPr>
              <p:cNvSpPr/>
              <p:nvPr/>
            </p:nvSpPr>
            <p:spPr>
              <a:xfrm>
                <a:off x="1729553" y="4810920"/>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9">
                <a:extLst>
                  <a:ext uri="{FF2B5EF4-FFF2-40B4-BE49-F238E27FC236}">
                    <a16:creationId xmlns:a16="http://schemas.microsoft.com/office/drawing/2014/main" id="{95C64F97-67AD-2FAC-FA5D-3C472CA3F296}"/>
                  </a:ext>
                </a:extLst>
              </p:cNvPr>
              <p:cNvSpPr/>
              <p:nvPr/>
            </p:nvSpPr>
            <p:spPr>
              <a:xfrm>
                <a:off x="1692758" y="4847751"/>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2" name="Google Shape;772;p39">
              <a:extLst>
                <a:ext uri="{FF2B5EF4-FFF2-40B4-BE49-F238E27FC236}">
                  <a16:creationId xmlns:a16="http://schemas.microsoft.com/office/drawing/2014/main" id="{94DA972B-74CB-409E-52B5-BB78403B4B71}"/>
                </a:ext>
              </a:extLst>
            </p:cNvPr>
            <p:cNvGrpSpPr/>
            <p:nvPr/>
          </p:nvGrpSpPr>
          <p:grpSpPr>
            <a:xfrm>
              <a:off x="2099011" y="4329790"/>
              <a:ext cx="407505" cy="517999"/>
              <a:chOff x="2099011" y="4329790"/>
              <a:chExt cx="407505" cy="517999"/>
            </a:xfrm>
          </p:grpSpPr>
          <p:sp>
            <p:nvSpPr>
              <p:cNvPr id="773" name="Google Shape;773;p39">
                <a:extLst>
                  <a:ext uri="{FF2B5EF4-FFF2-40B4-BE49-F238E27FC236}">
                    <a16:creationId xmlns:a16="http://schemas.microsoft.com/office/drawing/2014/main" id="{1FE1F191-D9C4-2F4F-F352-0A17AB669277}"/>
                  </a:ext>
                </a:extLst>
              </p:cNvPr>
              <p:cNvSpPr/>
              <p:nvPr/>
            </p:nvSpPr>
            <p:spPr>
              <a:xfrm>
                <a:off x="2100225" y="4331004"/>
                <a:ext cx="405076" cy="515535"/>
              </a:xfrm>
              <a:custGeom>
                <a:avLst/>
                <a:gdLst/>
                <a:ahLst/>
                <a:cxnLst/>
                <a:rect l="l" t="t" r="r" b="b"/>
                <a:pathLst>
                  <a:path w="11009" h="14011" extrusionOk="0">
                    <a:moveTo>
                      <a:pt x="1" y="1"/>
                    </a:moveTo>
                    <a:lnTo>
                      <a:pt x="1" y="1001"/>
                    </a:lnTo>
                    <a:lnTo>
                      <a:pt x="1001" y="1001"/>
                    </a:lnTo>
                    <a:lnTo>
                      <a:pt x="1001" y="2002"/>
                    </a:lnTo>
                    <a:lnTo>
                      <a:pt x="1001" y="3003"/>
                    </a:lnTo>
                    <a:lnTo>
                      <a:pt x="1001" y="4004"/>
                    </a:lnTo>
                    <a:lnTo>
                      <a:pt x="2002" y="4004"/>
                    </a:lnTo>
                    <a:lnTo>
                      <a:pt x="2002" y="5004"/>
                    </a:lnTo>
                    <a:lnTo>
                      <a:pt x="3003" y="5004"/>
                    </a:lnTo>
                    <a:lnTo>
                      <a:pt x="3003" y="6005"/>
                    </a:lnTo>
                    <a:lnTo>
                      <a:pt x="4003" y="6005"/>
                    </a:lnTo>
                    <a:lnTo>
                      <a:pt x="4003" y="7006"/>
                    </a:lnTo>
                    <a:lnTo>
                      <a:pt x="4003" y="8006"/>
                    </a:lnTo>
                    <a:lnTo>
                      <a:pt x="3003" y="8006"/>
                    </a:lnTo>
                    <a:lnTo>
                      <a:pt x="3003" y="9007"/>
                    </a:lnTo>
                    <a:lnTo>
                      <a:pt x="2002" y="9007"/>
                    </a:lnTo>
                    <a:lnTo>
                      <a:pt x="2002" y="10008"/>
                    </a:lnTo>
                    <a:lnTo>
                      <a:pt x="1001" y="10008"/>
                    </a:lnTo>
                    <a:lnTo>
                      <a:pt x="1001" y="11009"/>
                    </a:lnTo>
                    <a:lnTo>
                      <a:pt x="1001" y="12009"/>
                    </a:lnTo>
                    <a:lnTo>
                      <a:pt x="1001" y="13010"/>
                    </a:lnTo>
                    <a:lnTo>
                      <a:pt x="1" y="13010"/>
                    </a:lnTo>
                    <a:lnTo>
                      <a:pt x="1" y="14011"/>
                    </a:lnTo>
                    <a:lnTo>
                      <a:pt x="11008" y="14011"/>
                    </a:lnTo>
                    <a:lnTo>
                      <a:pt x="11008" y="13010"/>
                    </a:lnTo>
                    <a:lnTo>
                      <a:pt x="10008" y="13010"/>
                    </a:lnTo>
                    <a:lnTo>
                      <a:pt x="10008" y="12009"/>
                    </a:lnTo>
                    <a:lnTo>
                      <a:pt x="10008" y="11009"/>
                    </a:lnTo>
                    <a:lnTo>
                      <a:pt x="10008" y="10008"/>
                    </a:lnTo>
                    <a:lnTo>
                      <a:pt x="9007" y="10008"/>
                    </a:lnTo>
                    <a:lnTo>
                      <a:pt x="9007" y="9007"/>
                    </a:lnTo>
                    <a:lnTo>
                      <a:pt x="8006" y="9007"/>
                    </a:lnTo>
                    <a:lnTo>
                      <a:pt x="8006" y="8006"/>
                    </a:lnTo>
                    <a:lnTo>
                      <a:pt x="7006" y="8006"/>
                    </a:lnTo>
                    <a:lnTo>
                      <a:pt x="7006" y="7006"/>
                    </a:lnTo>
                    <a:lnTo>
                      <a:pt x="7006" y="6005"/>
                    </a:lnTo>
                    <a:lnTo>
                      <a:pt x="8006" y="6005"/>
                    </a:lnTo>
                    <a:lnTo>
                      <a:pt x="8006" y="5004"/>
                    </a:lnTo>
                    <a:lnTo>
                      <a:pt x="9007" y="5004"/>
                    </a:lnTo>
                    <a:lnTo>
                      <a:pt x="9007" y="4004"/>
                    </a:lnTo>
                    <a:lnTo>
                      <a:pt x="10008" y="4004"/>
                    </a:lnTo>
                    <a:lnTo>
                      <a:pt x="10008" y="3003"/>
                    </a:lnTo>
                    <a:lnTo>
                      <a:pt x="10008" y="2002"/>
                    </a:lnTo>
                    <a:lnTo>
                      <a:pt x="10008" y="1001"/>
                    </a:lnTo>
                    <a:lnTo>
                      <a:pt x="11008" y="1001"/>
                    </a:lnTo>
                    <a:lnTo>
                      <a:pt x="1100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9">
                <a:extLst>
                  <a:ext uri="{FF2B5EF4-FFF2-40B4-BE49-F238E27FC236}">
                    <a16:creationId xmlns:a16="http://schemas.microsoft.com/office/drawing/2014/main" id="{D5C88C6E-3B00-6984-EA5A-454096411652}"/>
                  </a:ext>
                </a:extLst>
              </p:cNvPr>
              <p:cNvSpPr/>
              <p:nvPr/>
            </p:nvSpPr>
            <p:spPr>
              <a:xfrm>
                <a:off x="2173889" y="4477080"/>
                <a:ext cx="73664" cy="74878"/>
              </a:xfrm>
              <a:custGeom>
                <a:avLst/>
                <a:gdLst/>
                <a:ahLst/>
                <a:cxnLst/>
                <a:rect l="l" t="t" r="r" b="b"/>
                <a:pathLst>
                  <a:path w="2002" h="2035" extrusionOk="0">
                    <a:moveTo>
                      <a:pt x="0" y="0"/>
                    </a:moveTo>
                    <a:lnTo>
                      <a:pt x="0" y="1034"/>
                    </a:lnTo>
                    <a:lnTo>
                      <a:pt x="1001" y="1034"/>
                    </a:lnTo>
                    <a:lnTo>
                      <a:pt x="1001" y="0"/>
                    </a:lnTo>
                    <a:close/>
                    <a:moveTo>
                      <a:pt x="1001" y="1034"/>
                    </a:moveTo>
                    <a:lnTo>
                      <a:pt x="1001" y="2035"/>
                    </a:lnTo>
                    <a:lnTo>
                      <a:pt x="2001" y="2035"/>
                    </a:lnTo>
                    <a:lnTo>
                      <a:pt x="2001" y="103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9">
                <a:extLst>
                  <a:ext uri="{FF2B5EF4-FFF2-40B4-BE49-F238E27FC236}">
                    <a16:creationId xmlns:a16="http://schemas.microsoft.com/office/drawing/2014/main" id="{FABA4252-799E-5809-F161-122BC9838F1A}"/>
                  </a:ext>
                </a:extLst>
              </p:cNvPr>
              <p:cNvSpPr/>
              <p:nvPr/>
            </p:nvSpPr>
            <p:spPr>
              <a:xfrm>
                <a:off x="2284348" y="4477080"/>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9">
                <a:extLst>
                  <a:ext uri="{FF2B5EF4-FFF2-40B4-BE49-F238E27FC236}">
                    <a16:creationId xmlns:a16="http://schemas.microsoft.com/office/drawing/2014/main" id="{18841F0D-A4F3-A313-4046-24C21B494E6A}"/>
                  </a:ext>
                </a:extLst>
              </p:cNvPr>
              <p:cNvSpPr/>
              <p:nvPr/>
            </p:nvSpPr>
            <p:spPr>
              <a:xfrm>
                <a:off x="2247516" y="4440248"/>
                <a:ext cx="36869" cy="36869"/>
              </a:xfrm>
              <a:custGeom>
                <a:avLst/>
                <a:gdLst/>
                <a:ahLst/>
                <a:cxnLst/>
                <a:rect l="l" t="t" r="r" b="b"/>
                <a:pathLst>
                  <a:path w="1002" h="1002"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9">
                <a:extLst>
                  <a:ext uri="{FF2B5EF4-FFF2-40B4-BE49-F238E27FC236}">
                    <a16:creationId xmlns:a16="http://schemas.microsoft.com/office/drawing/2014/main" id="{3E50DE4D-EE87-FCA2-2B59-7365EFC4BEAA}"/>
                  </a:ext>
                </a:extLst>
              </p:cNvPr>
              <p:cNvSpPr/>
              <p:nvPr/>
            </p:nvSpPr>
            <p:spPr>
              <a:xfrm>
                <a:off x="2321143" y="4440248"/>
                <a:ext cx="36869" cy="36869"/>
              </a:xfrm>
              <a:custGeom>
                <a:avLst/>
                <a:gdLst/>
                <a:ahLst/>
                <a:cxnLst/>
                <a:rect l="l" t="t" r="r" b="b"/>
                <a:pathLst>
                  <a:path w="1002" h="1002"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9">
                <a:extLst>
                  <a:ext uri="{FF2B5EF4-FFF2-40B4-BE49-F238E27FC236}">
                    <a16:creationId xmlns:a16="http://schemas.microsoft.com/office/drawing/2014/main" id="{EB58B178-5D3B-EEB3-D042-F3E5E8A32B63}"/>
                  </a:ext>
                </a:extLst>
              </p:cNvPr>
              <p:cNvSpPr/>
              <p:nvPr/>
            </p:nvSpPr>
            <p:spPr>
              <a:xfrm>
                <a:off x="2247516" y="4551920"/>
                <a:ext cx="36869" cy="73700"/>
              </a:xfrm>
              <a:custGeom>
                <a:avLst/>
                <a:gdLst/>
                <a:ahLst/>
                <a:cxnLst/>
                <a:rect l="l" t="t" r="r" b="b"/>
                <a:pathLst>
                  <a:path w="1002" h="2003" extrusionOk="0">
                    <a:moveTo>
                      <a:pt x="0" y="1"/>
                    </a:moveTo>
                    <a:lnTo>
                      <a:pt x="0" y="1002"/>
                    </a:lnTo>
                    <a:lnTo>
                      <a:pt x="0" y="2002"/>
                    </a:lnTo>
                    <a:lnTo>
                      <a:pt x="1001" y="2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9">
                <a:extLst>
                  <a:ext uri="{FF2B5EF4-FFF2-40B4-BE49-F238E27FC236}">
                    <a16:creationId xmlns:a16="http://schemas.microsoft.com/office/drawing/2014/main" id="{26C2E663-64D2-6025-AF17-B23AC1E69BA5}"/>
                  </a:ext>
                </a:extLst>
              </p:cNvPr>
              <p:cNvSpPr/>
              <p:nvPr/>
            </p:nvSpPr>
            <p:spPr>
              <a:xfrm>
                <a:off x="2210684" y="4625584"/>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9">
                <a:extLst>
                  <a:ext uri="{FF2B5EF4-FFF2-40B4-BE49-F238E27FC236}">
                    <a16:creationId xmlns:a16="http://schemas.microsoft.com/office/drawing/2014/main" id="{2462FC47-4C49-0D08-DA66-020E1231E1B4}"/>
                  </a:ext>
                </a:extLst>
              </p:cNvPr>
              <p:cNvSpPr/>
              <p:nvPr/>
            </p:nvSpPr>
            <p:spPr>
              <a:xfrm>
                <a:off x="2173889" y="4662415"/>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9">
                <a:extLst>
                  <a:ext uri="{FF2B5EF4-FFF2-40B4-BE49-F238E27FC236}">
                    <a16:creationId xmlns:a16="http://schemas.microsoft.com/office/drawing/2014/main" id="{1F42703E-512C-8368-209D-18EE37713699}"/>
                  </a:ext>
                </a:extLst>
              </p:cNvPr>
              <p:cNvSpPr/>
              <p:nvPr/>
            </p:nvSpPr>
            <p:spPr>
              <a:xfrm>
                <a:off x="2321143" y="4736042"/>
                <a:ext cx="36869" cy="36869"/>
              </a:xfrm>
              <a:custGeom>
                <a:avLst/>
                <a:gdLst/>
                <a:ahLst/>
                <a:cxnLst/>
                <a:rect l="l" t="t" r="r" b="b"/>
                <a:pathLst>
                  <a:path w="1002" h="1002" extrusionOk="0">
                    <a:moveTo>
                      <a:pt x="1" y="1"/>
                    </a:moveTo>
                    <a:lnTo>
                      <a:pt x="1" y="1001"/>
                    </a:lnTo>
                    <a:lnTo>
                      <a:pt x="1002" y="1001"/>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9">
                <a:extLst>
                  <a:ext uri="{FF2B5EF4-FFF2-40B4-BE49-F238E27FC236}">
                    <a16:creationId xmlns:a16="http://schemas.microsoft.com/office/drawing/2014/main" id="{A6B7CDC4-1D16-CC12-8D03-C63C113E561A}"/>
                  </a:ext>
                </a:extLst>
              </p:cNvPr>
              <p:cNvSpPr/>
              <p:nvPr/>
            </p:nvSpPr>
            <p:spPr>
              <a:xfrm>
                <a:off x="2247516" y="4736042"/>
                <a:ext cx="36869" cy="36869"/>
              </a:xfrm>
              <a:custGeom>
                <a:avLst/>
                <a:gdLst/>
                <a:ahLst/>
                <a:cxnLst/>
                <a:rect l="l" t="t" r="r" b="b"/>
                <a:pathLst>
                  <a:path w="1002"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39">
                <a:extLst>
                  <a:ext uri="{FF2B5EF4-FFF2-40B4-BE49-F238E27FC236}">
                    <a16:creationId xmlns:a16="http://schemas.microsoft.com/office/drawing/2014/main" id="{8F0BDEA2-4683-5A4A-F91C-BC7E212B102E}"/>
                  </a:ext>
                </a:extLst>
              </p:cNvPr>
              <p:cNvSpPr/>
              <p:nvPr/>
            </p:nvSpPr>
            <p:spPr>
              <a:xfrm>
                <a:off x="2284348" y="4699210"/>
                <a:ext cx="36832" cy="36869"/>
              </a:xfrm>
              <a:custGeom>
                <a:avLst/>
                <a:gdLst/>
                <a:ahLst/>
                <a:cxnLst/>
                <a:rect l="l" t="t" r="r" b="b"/>
                <a:pathLst>
                  <a:path w="1001" h="1002" extrusionOk="0">
                    <a:moveTo>
                      <a:pt x="0" y="1"/>
                    </a:moveTo>
                    <a:lnTo>
                      <a:pt x="0"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9">
                <a:extLst>
                  <a:ext uri="{FF2B5EF4-FFF2-40B4-BE49-F238E27FC236}">
                    <a16:creationId xmlns:a16="http://schemas.microsoft.com/office/drawing/2014/main" id="{D8D4CCD7-038D-D5EC-565C-3137F2AB00ED}"/>
                  </a:ext>
                </a:extLst>
              </p:cNvPr>
              <p:cNvSpPr/>
              <p:nvPr/>
            </p:nvSpPr>
            <p:spPr>
              <a:xfrm>
                <a:off x="2099011" y="4329790"/>
                <a:ext cx="407505" cy="147327"/>
              </a:xfrm>
              <a:custGeom>
                <a:avLst/>
                <a:gdLst/>
                <a:ahLst/>
                <a:cxnLst/>
                <a:rect l="l" t="t" r="r" b="b"/>
                <a:pathLst>
                  <a:path w="11075" h="4004" extrusionOk="0">
                    <a:moveTo>
                      <a:pt x="0" y="0"/>
                    </a:moveTo>
                    <a:lnTo>
                      <a:pt x="0" y="1001"/>
                    </a:lnTo>
                    <a:lnTo>
                      <a:pt x="1001" y="1001"/>
                    </a:lnTo>
                    <a:lnTo>
                      <a:pt x="1001" y="2002"/>
                    </a:lnTo>
                    <a:lnTo>
                      <a:pt x="1001" y="3002"/>
                    </a:lnTo>
                    <a:lnTo>
                      <a:pt x="1001" y="4003"/>
                    </a:lnTo>
                    <a:lnTo>
                      <a:pt x="2035" y="4003"/>
                    </a:lnTo>
                    <a:lnTo>
                      <a:pt x="2035" y="3002"/>
                    </a:lnTo>
                    <a:lnTo>
                      <a:pt x="2035" y="2002"/>
                    </a:lnTo>
                    <a:lnTo>
                      <a:pt x="2035" y="1001"/>
                    </a:lnTo>
                    <a:lnTo>
                      <a:pt x="9040" y="1001"/>
                    </a:lnTo>
                    <a:lnTo>
                      <a:pt x="9040" y="2002"/>
                    </a:lnTo>
                    <a:lnTo>
                      <a:pt x="9040" y="3002"/>
                    </a:lnTo>
                    <a:lnTo>
                      <a:pt x="9040" y="4003"/>
                    </a:lnTo>
                    <a:lnTo>
                      <a:pt x="10074" y="4003"/>
                    </a:lnTo>
                    <a:lnTo>
                      <a:pt x="10074" y="3002"/>
                    </a:lnTo>
                    <a:lnTo>
                      <a:pt x="10074" y="2002"/>
                    </a:lnTo>
                    <a:lnTo>
                      <a:pt x="10074" y="1001"/>
                    </a:lnTo>
                    <a:lnTo>
                      <a:pt x="11075" y="1001"/>
                    </a:lnTo>
                    <a:lnTo>
                      <a:pt x="110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9">
                <a:extLst>
                  <a:ext uri="{FF2B5EF4-FFF2-40B4-BE49-F238E27FC236}">
                    <a16:creationId xmlns:a16="http://schemas.microsoft.com/office/drawing/2014/main" id="{4A0B8EEB-79D1-BBD0-0B01-9CA90BA4882A}"/>
                  </a:ext>
                </a:extLst>
              </p:cNvPr>
              <p:cNvSpPr/>
              <p:nvPr/>
            </p:nvSpPr>
            <p:spPr>
              <a:xfrm>
                <a:off x="2357974" y="4477080"/>
                <a:ext cx="73700" cy="74878"/>
              </a:xfrm>
              <a:custGeom>
                <a:avLst/>
                <a:gdLst/>
                <a:ahLst/>
                <a:cxnLst/>
                <a:rect l="l" t="t" r="r" b="b"/>
                <a:pathLst>
                  <a:path w="2003" h="2035" extrusionOk="0">
                    <a:moveTo>
                      <a:pt x="1001" y="0"/>
                    </a:moveTo>
                    <a:lnTo>
                      <a:pt x="1001" y="1034"/>
                    </a:lnTo>
                    <a:lnTo>
                      <a:pt x="2002" y="1034"/>
                    </a:lnTo>
                    <a:lnTo>
                      <a:pt x="2002" y="0"/>
                    </a:lnTo>
                    <a:close/>
                    <a:moveTo>
                      <a:pt x="1" y="1034"/>
                    </a:moveTo>
                    <a:lnTo>
                      <a:pt x="1" y="2035"/>
                    </a:lnTo>
                    <a:lnTo>
                      <a:pt x="1001" y="2035"/>
                    </a:lnTo>
                    <a:lnTo>
                      <a:pt x="1001" y="103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9">
                <a:extLst>
                  <a:ext uri="{FF2B5EF4-FFF2-40B4-BE49-F238E27FC236}">
                    <a16:creationId xmlns:a16="http://schemas.microsoft.com/office/drawing/2014/main" id="{77B0C0CA-89E4-F846-8B44-B601E037D544}"/>
                  </a:ext>
                </a:extLst>
              </p:cNvPr>
              <p:cNvSpPr/>
              <p:nvPr/>
            </p:nvSpPr>
            <p:spPr>
              <a:xfrm>
                <a:off x="2321143" y="4551920"/>
                <a:ext cx="36869" cy="73700"/>
              </a:xfrm>
              <a:custGeom>
                <a:avLst/>
                <a:gdLst/>
                <a:ahLst/>
                <a:cxnLst/>
                <a:rect l="l" t="t" r="r" b="b"/>
                <a:pathLst>
                  <a:path w="1002" h="2003" extrusionOk="0">
                    <a:moveTo>
                      <a:pt x="1" y="1"/>
                    </a:moveTo>
                    <a:lnTo>
                      <a:pt x="1" y="1002"/>
                    </a:lnTo>
                    <a:lnTo>
                      <a:pt x="1" y="2002"/>
                    </a:lnTo>
                    <a:lnTo>
                      <a:pt x="1002" y="2002"/>
                    </a:lnTo>
                    <a:lnTo>
                      <a:pt x="1002" y="1002"/>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9">
                <a:extLst>
                  <a:ext uri="{FF2B5EF4-FFF2-40B4-BE49-F238E27FC236}">
                    <a16:creationId xmlns:a16="http://schemas.microsoft.com/office/drawing/2014/main" id="{D6538725-AB79-FD0F-616A-78171AA4A2E0}"/>
                  </a:ext>
                </a:extLst>
              </p:cNvPr>
              <p:cNvSpPr/>
              <p:nvPr/>
            </p:nvSpPr>
            <p:spPr>
              <a:xfrm>
                <a:off x="2357974" y="4625584"/>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9">
                <a:extLst>
                  <a:ext uri="{FF2B5EF4-FFF2-40B4-BE49-F238E27FC236}">
                    <a16:creationId xmlns:a16="http://schemas.microsoft.com/office/drawing/2014/main" id="{D8ED87F7-21C2-CA0F-14F1-5E8AC0346E64}"/>
                  </a:ext>
                </a:extLst>
              </p:cNvPr>
              <p:cNvSpPr/>
              <p:nvPr/>
            </p:nvSpPr>
            <p:spPr>
              <a:xfrm>
                <a:off x="2394806" y="4662415"/>
                <a:ext cx="36869" cy="36832"/>
              </a:xfrm>
              <a:custGeom>
                <a:avLst/>
                <a:gdLst/>
                <a:ahLst/>
                <a:cxnLst/>
                <a:rect l="l" t="t" r="r" b="b"/>
                <a:pathLst>
                  <a:path w="1002"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9">
                <a:extLst>
                  <a:ext uri="{FF2B5EF4-FFF2-40B4-BE49-F238E27FC236}">
                    <a16:creationId xmlns:a16="http://schemas.microsoft.com/office/drawing/2014/main" id="{DD73AA49-2C54-75A0-65CC-5C3D28455D64}"/>
                  </a:ext>
                </a:extLst>
              </p:cNvPr>
              <p:cNvSpPr/>
              <p:nvPr/>
            </p:nvSpPr>
            <p:spPr>
              <a:xfrm>
                <a:off x="2099011" y="4699210"/>
                <a:ext cx="407505" cy="148578"/>
              </a:xfrm>
              <a:custGeom>
                <a:avLst/>
                <a:gdLst/>
                <a:ahLst/>
                <a:cxnLst/>
                <a:rect l="l" t="t" r="r" b="b"/>
                <a:pathLst>
                  <a:path w="11075" h="4038" extrusionOk="0">
                    <a:moveTo>
                      <a:pt x="1001" y="1"/>
                    </a:moveTo>
                    <a:lnTo>
                      <a:pt x="1001" y="1002"/>
                    </a:lnTo>
                    <a:lnTo>
                      <a:pt x="1001" y="2002"/>
                    </a:lnTo>
                    <a:lnTo>
                      <a:pt x="1001" y="3036"/>
                    </a:lnTo>
                    <a:lnTo>
                      <a:pt x="0" y="3036"/>
                    </a:lnTo>
                    <a:lnTo>
                      <a:pt x="0" y="4037"/>
                    </a:lnTo>
                    <a:lnTo>
                      <a:pt x="11075" y="4037"/>
                    </a:lnTo>
                    <a:lnTo>
                      <a:pt x="11075" y="3036"/>
                    </a:lnTo>
                    <a:lnTo>
                      <a:pt x="10074" y="3036"/>
                    </a:lnTo>
                    <a:lnTo>
                      <a:pt x="10074" y="2002"/>
                    </a:lnTo>
                    <a:lnTo>
                      <a:pt x="10074" y="1002"/>
                    </a:lnTo>
                    <a:lnTo>
                      <a:pt x="10074" y="1"/>
                    </a:lnTo>
                    <a:lnTo>
                      <a:pt x="9040" y="1"/>
                    </a:lnTo>
                    <a:lnTo>
                      <a:pt x="9040" y="1002"/>
                    </a:lnTo>
                    <a:lnTo>
                      <a:pt x="9040" y="2002"/>
                    </a:lnTo>
                    <a:lnTo>
                      <a:pt x="9040" y="3036"/>
                    </a:lnTo>
                    <a:lnTo>
                      <a:pt x="8039" y="3036"/>
                    </a:lnTo>
                    <a:lnTo>
                      <a:pt x="8039" y="2002"/>
                    </a:lnTo>
                    <a:lnTo>
                      <a:pt x="7039" y="2002"/>
                    </a:lnTo>
                    <a:lnTo>
                      <a:pt x="7039" y="3036"/>
                    </a:lnTo>
                    <a:lnTo>
                      <a:pt x="6038" y="3036"/>
                    </a:lnTo>
                    <a:lnTo>
                      <a:pt x="6038" y="2002"/>
                    </a:lnTo>
                    <a:lnTo>
                      <a:pt x="5037" y="2002"/>
                    </a:lnTo>
                    <a:lnTo>
                      <a:pt x="5037" y="3036"/>
                    </a:lnTo>
                    <a:lnTo>
                      <a:pt x="4036" y="3036"/>
                    </a:lnTo>
                    <a:lnTo>
                      <a:pt x="4036" y="2002"/>
                    </a:lnTo>
                    <a:lnTo>
                      <a:pt x="3036" y="2002"/>
                    </a:lnTo>
                    <a:lnTo>
                      <a:pt x="3036" y="3036"/>
                    </a:lnTo>
                    <a:lnTo>
                      <a:pt x="2035" y="3036"/>
                    </a:lnTo>
                    <a:lnTo>
                      <a:pt x="2035" y="2002"/>
                    </a:lnTo>
                    <a:lnTo>
                      <a:pt x="2035" y="1002"/>
                    </a:lnTo>
                    <a:lnTo>
                      <a:pt x="20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23847429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43">
          <a:extLst>
            <a:ext uri="{FF2B5EF4-FFF2-40B4-BE49-F238E27FC236}">
              <a16:creationId xmlns:a16="http://schemas.microsoft.com/office/drawing/2014/main" id="{556D590A-B059-A5C3-B8D5-2D725300A7B7}"/>
            </a:ext>
          </a:extLst>
        </p:cNvPr>
        <p:cNvGrpSpPr/>
        <p:nvPr/>
      </p:nvGrpSpPr>
      <p:grpSpPr>
        <a:xfrm>
          <a:off x="0" y="0"/>
          <a:ext cx="0" cy="0"/>
          <a:chOff x="0" y="0"/>
          <a:chExt cx="0" cy="0"/>
        </a:xfrm>
      </p:grpSpPr>
      <p:sp>
        <p:nvSpPr>
          <p:cNvPr id="744" name="Google Shape;744;p39">
            <a:extLst>
              <a:ext uri="{FF2B5EF4-FFF2-40B4-BE49-F238E27FC236}">
                <a16:creationId xmlns:a16="http://schemas.microsoft.com/office/drawing/2014/main" id="{3B2D43C5-0BCF-09CD-7CB9-8F8E1FBE3A81}"/>
              </a:ext>
            </a:extLst>
          </p:cNvPr>
          <p:cNvSpPr txBox="1">
            <a:spLocks noGrp="1"/>
          </p:cNvSpPr>
          <p:nvPr>
            <p:ph type="title"/>
          </p:nvPr>
        </p:nvSpPr>
        <p:spPr>
          <a:xfrm>
            <a:off x="715100" y="568622"/>
            <a:ext cx="6471008" cy="648600"/>
          </a:xfrm>
          <a:prstGeom prst="rect">
            <a:avLst/>
          </a:prstGeom>
        </p:spPr>
        <p:txBody>
          <a:bodyPr spcFirstLastPara="1" wrap="square" lIns="91425" tIns="91425" rIns="91425" bIns="91425" anchor="ctr" anchorCtr="0">
            <a:noAutofit/>
          </a:bodyPr>
          <a:lstStyle/>
          <a:p>
            <a:pPr lvl="0"/>
            <a:r>
              <a:rPr lang="fr-FR" dirty="0"/>
              <a:t>Architecture</a:t>
            </a:r>
            <a:endParaRPr dirty="0"/>
          </a:p>
        </p:txBody>
      </p:sp>
      <p:sp>
        <p:nvSpPr>
          <p:cNvPr id="745" name="Google Shape;745;p39">
            <a:extLst>
              <a:ext uri="{FF2B5EF4-FFF2-40B4-BE49-F238E27FC236}">
                <a16:creationId xmlns:a16="http://schemas.microsoft.com/office/drawing/2014/main" id="{7C0F5405-069B-E0EB-544C-146E8F2CEB1B}"/>
              </a:ext>
            </a:extLst>
          </p:cNvPr>
          <p:cNvSpPr txBox="1">
            <a:spLocks noGrp="1"/>
          </p:cNvSpPr>
          <p:nvPr>
            <p:ph type="subTitle" idx="1"/>
          </p:nvPr>
        </p:nvSpPr>
        <p:spPr>
          <a:xfrm>
            <a:off x="715100" y="1484555"/>
            <a:ext cx="6847526" cy="3400396"/>
          </a:xfrm>
          <a:prstGeom prst="rect">
            <a:avLst/>
          </a:prstGeom>
        </p:spPr>
        <p:txBody>
          <a:bodyPr spcFirstLastPara="1" wrap="square" lIns="91425" tIns="91425" rIns="91425" bIns="91425" anchor="ctr" anchorCtr="0">
            <a:noAutofit/>
          </a:bodyPr>
          <a:lstStyle/>
          <a:p>
            <a:pPr marL="285750" lvl="0" indent="-285750">
              <a:buFont typeface="Arial" panose="020B0604020202020204" pitchFamily="34" charset="0"/>
              <a:buChar char="•"/>
            </a:pPr>
            <a:r>
              <a:rPr lang="fr-FR" b="1" dirty="0"/>
              <a:t>Dispatcher</a:t>
            </a:r>
            <a:r>
              <a:rPr lang="fr-FR" dirty="0"/>
              <a:t> : Celui-ci transmet les étapes encapsulées de l'analyseur aux AMP concernés et effectue des fonctions de surveillance et de gestion des erreurs pendant le traitement des étapes.</a:t>
            </a:r>
          </a:p>
          <a:p>
            <a:pPr marL="285750" lvl="0" indent="-285750">
              <a:buFont typeface="Arial" panose="020B0604020202020204" pitchFamily="34" charset="0"/>
              <a:buChar char="•"/>
            </a:pPr>
            <a:r>
              <a:rPr lang="fr-FR" b="1" dirty="0"/>
              <a:t>Contrôleur de session </a:t>
            </a:r>
            <a:r>
              <a:rPr lang="fr-FR" dirty="0"/>
              <a:t>: celui-ci gère les activités de contrôle de session (par exemple, connexion, déconnexion et authentification) et ne restaure une session qu’après une panne du client ou du serveur.</a:t>
            </a:r>
            <a:endParaRPr dirty="0"/>
          </a:p>
        </p:txBody>
      </p:sp>
      <p:grpSp>
        <p:nvGrpSpPr>
          <p:cNvPr id="746" name="Google Shape;746;p39">
            <a:extLst>
              <a:ext uri="{FF2B5EF4-FFF2-40B4-BE49-F238E27FC236}">
                <a16:creationId xmlns:a16="http://schemas.microsoft.com/office/drawing/2014/main" id="{9FA8F679-AC11-B580-8ACD-52BCE33DB4CE}"/>
              </a:ext>
            </a:extLst>
          </p:cNvPr>
          <p:cNvGrpSpPr/>
          <p:nvPr/>
        </p:nvGrpSpPr>
        <p:grpSpPr>
          <a:xfrm>
            <a:off x="7705847" y="4010466"/>
            <a:ext cx="723042" cy="598023"/>
            <a:chOff x="1654675" y="4256126"/>
            <a:chExt cx="851841" cy="704551"/>
          </a:xfrm>
        </p:grpSpPr>
        <p:grpSp>
          <p:nvGrpSpPr>
            <p:cNvPr id="747" name="Google Shape;747;p39">
              <a:extLst>
                <a:ext uri="{FF2B5EF4-FFF2-40B4-BE49-F238E27FC236}">
                  <a16:creationId xmlns:a16="http://schemas.microsoft.com/office/drawing/2014/main" id="{0F81D1A9-1873-5483-8E3F-8F3D9C856278}"/>
                </a:ext>
              </a:extLst>
            </p:cNvPr>
            <p:cNvGrpSpPr/>
            <p:nvPr/>
          </p:nvGrpSpPr>
          <p:grpSpPr>
            <a:xfrm>
              <a:off x="1654675" y="4256126"/>
              <a:ext cx="445587" cy="704551"/>
              <a:chOff x="1654675" y="4256126"/>
              <a:chExt cx="445587" cy="704551"/>
            </a:xfrm>
          </p:grpSpPr>
          <p:sp>
            <p:nvSpPr>
              <p:cNvPr id="748" name="Google Shape;748;p39">
                <a:extLst>
                  <a:ext uri="{FF2B5EF4-FFF2-40B4-BE49-F238E27FC236}">
                    <a16:creationId xmlns:a16="http://schemas.microsoft.com/office/drawing/2014/main" id="{C681B8F9-3BF1-160C-241D-1183CC0FE81C}"/>
                  </a:ext>
                </a:extLst>
              </p:cNvPr>
              <p:cNvSpPr/>
              <p:nvPr/>
            </p:nvSpPr>
            <p:spPr>
              <a:xfrm>
                <a:off x="1655926" y="4257377"/>
                <a:ext cx="440657" cy="703300"/>
              </a:xfrm>
              <a:custGeom>
                <a:avLst/>
                <a:gdLst/>
                <a:ahLst/>
                <a:cxnLst/>
                <a:rect l="l" t="t" r="r" b="b"/>
                <a:pathLst>
                  <a:path w="11976" h="19114" extrusionOk="0">
                    <a:moveTo>
                      <a:pt x="0" y="0"/>
                    </a:moveTo>
                    <a:lnTo>
                      <a:pt x="0" y="17112"/>
                    </a:lnTo>
                    <a:lnTo>
                      <a:pt x="2002" y="17112"/>
                    </a:lnTo>
                    <a:lnTo>
                      <a:pt x="2002" y="16112"/>
                    </a:lnTo>
                    <a:lnTo>
                      <a:pt x="3002" y="16112"/>
                    </a:lnTo>
                    <a:lnTo>
                      <a:pt x="3002" y="15111"/>
                    </a:lnTo>
                    <a:lnTo>
                      <a:pt x="4003" y="15111"/>
                    </a:lnTo>
                    <a:lnTo>
                      <a:pt x="4003" y="14110"/>
                    </a:lnTo>
                    <a:lnTo>
                      <a:pt x="4971" y="14110"/>
                    </a:lnTo>
                    <a:lnTo>
                      <a:pt x="4971" y="16112"/>
                    </a:lnTo>
                    <a:lnTo>
                      <a:pt x="5971" y="16112"/>
                    </a:lnTo>
                    <a:lnTo>
                      <a:pt x="5971" y="18113"/>
                    </a:lnTo>
                    <a:lnTo>
                      <a:pt x="6972" y="18113"/>
                    </a:lnTo>
                    <a:lnTo>
                      <a:pt x="6972" y="19114"/>
                    </a:lnTo>
                    <a:lnTo>
                      <a:pt x="8973" y="19114"/>
                    </a:lnTo>
                    <a:lnTo>
                      <a:pt x="8973" y="18113"/>
                    </a:lnTo>
                    <a:lnTo>
                      <a:pt x="9974" y="18113"/>
                    </a:lnTo>
                    <a:lnTo>
                      <a:pt x="9974" y="16112"/>
                    </a:lnTo>
                    <a:lnTo>
                      <a:pt x="8973" y="16112"/>
                    </a:lnTo>
                    <a:lnTo>
                      <a:pt x="8973" y="14110"/>
                    </a:lnTo>
                    <a:lnTo>
                      <a:pt x="7973" y="14110"/>
                    </a:lnTo>
                    <a:lnTo>
                      <a:pt x="7973" y="13110"/>
                    </a:lnTo>
                    <a:lnTo>
                      <a:pt x="11976" y="13110"/>
                    </a:lnTo>
                    <a:lnTo>
                      <a:pt x="11976" y="12009"/>
                    </a:lnTo>
                    <a:lnTo>
                      <a:pt x="11976" y="11008"/>
                    </a:lnTo>
                    <a:lnTo>
                      <a:pt x="11042" y="11008"/>
                    </a:lnTo>
                    <a:lnTo>
                      <a:pt x="11042" y="10007"/>
                    </a:lnTo>
                    <a:lnTo>
                      <a:pt x="10041" y="10007"/>
                    </a:lnTo>
                    <a:lnTo>
                      <a:pt x="10041" y="9007"/>
                    </a:lnTo>
                    <a:lnTo>
                      <a:pt x="9040" y="9007"/>
                    </a:lnTo>
                    <a:lnTo>
                      <a:pt x="9040" y="8006"/>
                    </a:lnTo>
                    <a:lnTo>
                      <a:pt x="8039" y="8006"/>
                    </a:lnTo>
                    <a:lnTo>
                      <a:pt x="8039" y="7005"/>
                    </a:lnTo>
                    <a:lnTo>
                      <a:pt x="7039" y="7005"/>
                    </a:lnTo>
                    <a:lnTo>
                      <a:pt x="7039" y="6005"/>
                    </a:lnTo>
                    <a:lnTo>
                      <a:pt x="6038" y="6005"/>
                    </a:lnTo>
                    <a:lnTo>
                      <a:pt x="6038" y="5004"/>
                    </a:lnTo>
                    <a:lnTo>
                      <a:pt x="5037" y="5004"/>
                    </a:lnTo>
                    <a:lnTo>
                      <a:pt x="5037" y="4003"/>
                    </a:lnTo>
                    <a:lnTo>
                      <a:pt x="4037" y="4003"/>
                    </a:lnTo>
                    <a:lnTo>
                      <a:pt x="4037" y="3002"/>
                    </a:lnTo>
                    <a:lnTo>
                      <a:pt x="3036" y="3002"/>
                    </a:lnTo>
                    <a:lnTo>
                      <a:pt x="3036" y="2002"/>
                    </a:lnTo>
                    <a:lnTo>
                      <a:pt x="2035" y="2002"/>
                    </a:lnTo>
                    <a:lnTo>
                      <a:pt x="2035" y="1001"/>
                    </a:lnTo>
                    <a:lnTo>
                      <a:pt x="1001" y="1001"/>
                    </a:lnTo>
                    <a:lnTo>
                      <a:pt x="100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9">
                <a:extLst>
                  <a:ext uri="{FF2B5EF4-FFF2-40B4-BE49-F238E27FC236}">
                    <a16:creationId xmlns:a16="http://schemas.microsoft.com/office/drawing/2014/main" id="{017658ED-A2AA-3A52-7118-07CBE2BDAC75}"/>
                  </a:ext>
                </a:extLst>
              </p:cNvPr>
              <p:cNvSpPr/>
              <p:nvPr/>
            </p:nvSpPr>
            <p:spPr>
              <a:xfrm>
                <a:off x="1654675" y="4256126"/>
                <a:ext cx="36869" cy="628459"/>
              </a:xfrm>
              <a:custGeom>
                <a:avLst/>
                <a:gdLst/>
                <a:ahLst/>
                <a:cxnLst/>
                <a:rect l="l" t="t" r="r" b="b"/>
                <a:pathLst>
                  <a:path w="1002" h="17080" extrusionOk="0">
                    <a:moveTo>
                      <a:pt x="1" y="1"/>
                    </a:moveTo>
                    <a:lnTo>
                      <a:pt x="1" y="17080"/>
                    </a:lnTo>
                    <a:lnTo>
                      <a:pt x="1002" y="17080"/>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9">
                <a:extLst>
                  <a:ext uri="{FF2B5EF4-FFF2-40B4-BE49-F238E27FC236}">
                    <a16:creationId xmlns:a16="http://schemas.microsoft.com/office/drawing/2014/main" id="{533CCF99-EA5F-2F32-5677-B1D0D112083E}"/>
                  </a:ext>
                </a:extLst>
              </p:cNvPr>
              <p:cNvSpPr/>
              <p:nvPr/>
            </p:nvSpPr>
            <p:spPr>
              <a:xfrm>
                <a:off x="1692758" y="4292958"/>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9">
                <a:extLst>
                  <a:ext uri="{FF2B5EF4-FFF2-40B4-BE49-F238E27FC236}">
                    <a16:creationId xmlns:a16="http://schemas.microsoft.com/office/drawing/2014/main" id="{7A8E478C-5A57-2E70-0EC1-517818518168}"/>
                  </a:ext>
                </a:extLst>
              </p:cNvPr>
              <p:cNvSpPr/>
              <p:nvPr/>
            </p:nvSpPr>
            <p:spPr>
              <a:xfrm>
                <a:off x="1729553" y="4329790"/>
                <a:ext cx="36869" cy="36832"/>
              </a:xfrm>
              <a:custGeom>
                <a:avLst/>
                <a:gdLst/>
                <a:ahLst/>
                <a:cxnLst/>
                <a:rect l="l" t="t" r="r" b="b"/>
                <a:pathLst>
                  <a:path w="1002" h="1001"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9">
                <a:extLst>
                  <a:ext uri="{FF2B5EF4-FFF2-40B4-BE49-F238E27FC236}">
                    <a16:creationId xmlns:a16="http://schemas.microsoft.com/office/drawing/2014/main" id="{3FDCF650-80E8-30BB-9DCA-389A1248DCA5}"/>
                  </a:ext>
                </a:extLst>
              </p:cNvPr>
              <p:cNvSpPr/>
              <p:nvPr/>
            </p:nvSpPr>
            <p:spPr>
              <a:xfrm>
                <a:off x="1765170" y="4366621"/>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9">
                <a:extLst>
                  <a:ext uri="{FF2B5EF4-FFF2-40B4-BE49-F238E27FC236}">
                    <a16:creationId xmlns:a16="http://schemas.microsoft.com/office/drawing/2014/main" id="{B3D5109E-106E-70C2-409F-EB4D6773D8AD}"/>
                  </a:ext>
                </a:extLst>
              </p:cNvPr>
              <p:cNvSpPr/>
              <p:nvPr/>
            </p:nvSpPr>
            <p:spPr>
              <a:xfrm>
                <a:off x="1803216" y="4403416"/>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9">
                <a:extLst>
                  <a:ext uri="{FF2B5EF4-FFF2-40B4-BE49-F238E27FC236}">
                    <a16:creationId xmlns:a16="http://schemas.microsoft.com/office/drawing/2014/main" id="{5A79F732-4D15-EB64-CF50-4C935F3AB54B}"/>
                  </a:ext>
                </a:extLst>
              </p:cNvPr>
              <p:cNvSpPr/>
              <p:nvPr/>
            </p:nvSpPr>
            <p:spPr>
              <a:xfrm>
                <a:off x="1841262" y="4440248"/>
                <a:ext cx="36832" cy="36869"/>
              </a:xfrm>
              <a:custGeom>
                <a:avLst/>
                <a:gdLst/>
                <a:ahLst/>
                <a:cxnLst/>
                <a:rect l="l" t="t" r="r" b="b"/>
                <a:pathLst>
                  <a:path w="1001" h="1002"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9">
                <a:extLst>
                  <a:ext uri="{FF2B5EF4-FFF2-40B4-BE49-F238E27FC236}">
                    <a16:creationId xmlns:a16="http://schemas.microsoft.com/office/drawing/2014/main" id="{815D7330-6CE0-3F4B-2410-7CFAA412875F}"/>
                  </a:ext>
                </a:extLst>
              </p:cNvPr>
              <p:cNvSpPr/>
              <p:nvPr/>
            </p:nvSpPr>
            <p:spPr>
              <a:xfrm>
                <a:off x="1878057" y="4477080"/>
                <a:ext cx="36869" cy="36832"/>
              </a:xfrm>
              <a:custGeom>
                <a:avLst/>
                <a:gdLst/>
                <a:ahLst/>
                <a:cxnLst/>
                <a:rect l="l" t="t" r="r" b="b"/>
                <a:pathLst>
                  <a:path w="1002" h="1001"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9">
                <a:extLst>
                  <a:ext uri="{FF2B5EF4-FFF2-40B4-BE49-F238E27FC236}">
                    <a16:creationId xmlns:a16="http://schemas.microsoft.com/office/drawing/2014/main" id="{D4A618FB-5D4D-994B-FF70-6BC76DB847E2}"/>
                  </a:ext>
                </a:extLst>
              </p:cNvPr>
              <p:cNvSpPr/>
              <p:nvPr/>
            </p:nvSpPr>
            <p:spPr>
              <a:xfrm>
                <a:off x="1914889" y="4515125"/>
                <a:ext cx="36869" cy="36832"/>
              </a:xfrm>
              <a:custGeom>
                <a:avLst/>
                <a:gdLst/>
                <a:ahLst/>
                <a:cxnLst/>
                <a:rect l="l" t="t" r="r" b="b"/>
                <a:pathLst>
                  <a:path w="1002" h="1001"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9">
                <a:extLst>
                  <a:ext uri="{FF2B5EF4-FFF2-40B4-BE49-F238E27FC236}">
                    <a16:creationId xmlns:a16="http://schemas.microsoft.com/office/drawing/2014/main" id="{7D3AB0E6-2FC1-0E56-D54B-DF3F14872D6B}"/>
                  </a:ext>
                </a:extLst>
              </p:cNvPr>
              <p:cNvSpPr/>
              <p:nvPr/>
            </p:nvSpPr>
            <p:spPr>
              <a:xfrm>
                <a:off x="1951721" y="4551920"/>
                <a:ext cx="36869" cy="36869"/>
              </a:xfrm>
              <a:custGeom>
                <a:avLst/>
                <a:gdLst/>
                <a:ahLst/>
                <a:cxnLst/>
                <a:rect l="l" t="t" r="r" b="b"/>
                <a:pathLst>
                  <a:path w="1002" h="1002" extrusionOk="0">
                    <a:moveTo>
                      <a:pt x="0" y="1"/>
                    </a:moveTo>
                    <a:lnTo>
                      <a:pt x="0"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9">
                <a:extLst>
                  <a:ext uri="{FF2B5EF4-FFF2-40B4-BE49-F238E27FC236}">
                    <a16:creationId xmlns:a16="http://schemas.microsoft.com/office/drawing/2014/main" id="{1F13B892-9887-9795-507C-2F7C68E3E2FC}"/>
                  </a:ext>
                </a:extLst>
              </p:cNvPr>
              <p:cNvSpPr/>
              <p:nvPr/>
            </p:nvSpPr>
            <p:spPr>
              <a:xfrm>
                <a:off x="1988553" y="4588752"/>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9">
                <a:extLst>
                  <a:ext uri="{FF2B5EF4-FFF2-40B4-BE49-F238E27FC236}">
                    <a16:creationId xmlns:a16="http://schemas.microsoft.com/office/drawing/2014/main" id="{A176929B-EDC4-F103-3559-017732C645F8}"/>
                  </a:ext>
                </a:extLst>
              </p:cNvPr>
              <p:cNvSpPr/>
              <p:nvPr/>
            </p:nvSpPr>
            <p:spPr>
              <a:xfrm>
                <a:off x="2025348" y="4625584"/>
                <a:ext cx="36869" cy="36869"/>
              </a:xfrm>
              <a:custGeom>
                <a:avLst/>
                <a:gdLst/>
                <a:ahLst/>
                <a:cxnLst/>
                <a:rect l="l" t="t" r="r" b="b"/>
                <a:pathLst>
                  <a:path w="1002" h="1002"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9">
                <a:extLst>
                  <a:ext uri="{FF2B5EF4-FFF2-40B4-BE49-F238E27FC236}">
                    <a16:creationId xmlns:a16="http://schemas.microsoft.com/office/drawing/2014/main" id="{9EFCBD6D-E9A2-AB51-DA84-648F2E73B451}"/>
                  </a:ext>
                </a:extLst>
              </p:cNvPr>
              <p:cNvSpPr/>
              <p:nvPr/>
            </p:nvSpPr>
            <p:spPr>
              <a:xfrm>
                <a:off x="2062179" y="4662415"/>
                <a:ext cx="36869" cy="36832"/>
              </a:xfrm>
              <a:custGeom>
                <a:avLst/>
                <a:gdLst/>
                <a:ahLst/>
                <a:cxnLst/>
                <a:rect l="l" t="t" r="r" b="b"/>
                <a:pathLst>
                  <a:path w="1002" h="1001" extrusionOk="0">
                    <a:moveTo>
                      <a:pt x="1" y="0"/>
                    </a:moveTo>
                    <a:lnTo>
                      <a:pt x="1" y="1001"/>
                    </a:lnTo>
                    <a:lnTo>
                      <a:pt x="1001" y="1001"/>
                    </a:lnTo>
                    <a:lnTo>
                      <a:pt x="100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9">
                <a:extLst>
                  <a:ext uri="{FF2B5EF4-FFF2-40B4-BE49-F238E27FC236}">
                    <a16:creationId xmlns:a16="http://schemas.microsoft.com/office/drawing/2014/main" id="{B2735473-C1F2-B4D0-722A-E7D231C42A26}"/>
                  </a:ext>
                </a:extLst>
              </p:cNvPr>
              <p:cNvSpPr/>
              <p:nvPr/>
            </p:nvSpPr>
            <p:spPr>
              <a:xfrm>
                <a:off x="1914889" y="4699210"/>
                <a:ext cx="185373" cy="36869"/>
              </a:xfrm>
              <a:custGeom>
                <a:avLst/>
                <a:gdLst/>
                <a:ahLst/>
                <a:cxnLst/>
                <a:rect l="l" t="t" r="r" b="b"/>
                <a:pathLst>
                  <a:path w="5038" h="1002" extrusionOk="0">
                    <a:moveTo>
                      <a:pt x="1" y="1"/>
                    </a:moveTo>
                    <a:lnTo>
                      <a:pt x="1" y="1002"/>
                    </a:lnTo>
                    <a:lnTo>
                      <a:pt x="5038" y="1002"/>
                    </a:lnTo>
                    <a:lnTo>
                      <a:pt x="50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9">
                <a:extLst>
                  <a:ext uri="{FF2B5EF4-FFF2-40B4-BE49-F238E27FC236}">
                    <a16:creationId xmlns:a16="http://schemas.microsoft.com/office/drawing/2014/main" id="{7CECEB6A-C5E6-F336-0B1E-968B5094FF05}"/>
                  </a:ext>
                </a:extLst>
              </p:cNvPr>
              <p:cNvSpPr/>
              <p:nvPr/>
            </p:nvSpPr>
            <p:spPr>
              <a:xfrm>
                <a:off x="1914889" y="4736042"/>
                <a:ext cx="36869" cy="36869"/>
              </a:xfrm>
              <a:custGeom>
                <a:avLst/>
                <a:gdLst/>
                <a:ahLst/>
                <a:cxnLst/>
                <a:rect l="l" t="t" r="r" b="b"/>
                <a:pathLst>
                  <a:path w="1002" h="1002" extrusionOk="0">
                    <a:moveTo>
                      <a:pt x="1" y="1"/>
                    </a:moveTo>
                    <a:lnTo>
                      <a:pt x="1"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9">
                <a:extLst>
                  <a:ext uri="{FF2B5EF4-FFF2-40B4-BE49-F238E27FC236}">
                    <a16:creationId xmlns:a16="http://schemas.microsoft.com/office/drawing/2014/main" id="{0941DEC0-5264-B1A7-90F5-D6899A87D3D7}"/>
                  </a:ext>
                </a:extLst>
              </p:cNvPr>
              <p:cNvSpPr/>
              <p:nvPr/>
            </p:nvSpPr>
            <p:spPr>
              <a:xfrm>
                <a:off x="1803216" y="4736042"/>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9">
                <a:extLst>
                  <a:ext uri="{FF2B5EF4-FFF2-40B4-BE49-F238E27FC236}">
                    <a16:creationId xmlns:a16="http://schemas.microsoft.com/office/drawing/2014/main" id="{5E9AFCD2-1CBA-3550-C1A4-9D91BDC83F17}"/>
                  </a:ext>
                </a:extLst>
              </p:cNvPr>
              <p:cNvSpPr/>
              <p:nvPr/>
            </p:nvSpPr>
            <p:spPr>
              <a:xfrm>
                <a:off x="1841262" y="4772874"/>
                <a:ext cx="36832" cy="73664"/>
              </a:xfrm>
              <a:custGeom>
                <a:avLst/>
                <a:gdLst/>
                <a:ahLst/>
                <a:cxnLst/>
                <a:rect l="l" t="t" r="r" b="b"/>
                <a:pathLst>
                  <a:path w="1001" h="2002" extrusionOk="0">
                    <a:moveTo>
                      <a:pt x="0" y="0"/>
                    </a:moveTo>
                    <a:lnTo>
                      <a:pt x="0"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9">
                <a:extLst>
                  <a:ext uri="{FF2B5EF4-FFF2-40B4-BE49-F238E27FC236}">
                    <a16:creationId xmlns:a16="http://schemas.microsoft.com/office/drawing/2014/main" id="{8DE9C67E-D3DD-E8E6-AF87-CB8A8C3EFF1F}"/>
                  </a:ext>
                </a:extLst>
              </p:cNvPr>
              <p:cNvSpPr/>
              <p:nvPr/>
            </p:nvSpPr>
            <p:spPr>
              <a:xfrm>
                <a:off x="1878057" y="4847751"/>
                <a:ext cx="36869" cy="73664"/>
              </a:xfrm>
              <a:custGeom>
                <a:avLst/>
                <a:gdLst/>
                <a:ahLst/>
                <a:cxnLst/>
                <a:rect l="l" t="t" r="r" b="b"/>
                <a:pathLst>
                  <a:path w="1002" h="2002" extrusionOk="0">
                    <a:moveTo>
                      <a:pt x="1" y="0"/>
                    </a:moveTo>
                    <a:lnTo>
                      <a:pt x="1" y="2001"/>
                    </a:lnTo>
                    <a:lnTo>
                      <a:pt x="1002" y="2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9">
                <a:extLst>
                  <a:ext uri="{FF2B5EF4-FFF2-40B4-BE49-F238E27FC236}">
                    <a16:creationId xmlns:a16="http://schemas.microsoft.com/office/drawing/2014/main" id="{C29DBB05-931D-D21B-EEF4-F62F6F467F79}"/>
                  </a:ext>
                </a:extLst>
              </p:cNvPr>
              <p:cNvSpPr/>
              <p:nvPr/>
            </p:nvSpPr>
            <p:spPr>
              <a:xfrm>
                <a:off x="1914889" y="4921378"/>
                <a:ext cx="73700" cy="36869"/>
              </a:xfrm>
              <a:custGeom>
                <a:avLst/>
                <a:gdLst/>
                <a:ahLst/>
                <a:cxnLst/>
                <a:rect l="l" t="t" r="r" b="b"/>
                <a:pathLst>
                  <a:path w="2003" h="1002" extrusionOk="0">
                    <a:moveTo>
                      <a:pt x="1" y="0"/>
                    </a:moveTo>
                    <a:lnTo>
                      <a:pt x="1" y="1001"/>
                    </a:lnTo>
                    <a:lnTo>
                      <a:pt x="2002" y="1001"/>
                    </a:lnTo>
                    <a:lnTo>
                      <a:pt x="2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9">
                <a:extLst>
                  <a:ext uri="{FF2B5EF4-FFF2-40B4-BE49-F238E27FC236}">
                    <a16:creationId xmlns:a16="http://schemas.microsoft.com/office/drawing/2014/main" id="{B7F5BA9B-D317-B9F7-005D-61579A346AD9}"/>
                  </a:ext>
                </a:extLst>
              </p:cNvPr>
              <p:cNvSpPr/>
              <p:nvPr/>
            </p:nvSpPr>
            <p:spPr>
              <a:xfrm>
                <a:off x="1951721" y="4772874"/>
                <a:ext cx="36869" cy="73664"/>
              </a:xfrm>
              <a:custGeom>
                <a:avLst/>
                <a:gdLst/>
                <a:ahLst/>
                <a:cxnLst/>
                <a:rect l="l" t="t" r="r" b="b"/>
                <a:pathLst>
                  <a:path w="1002" h="2002" extrusionOk="0">
                    <a:moveTo>
                      <a:pt x="0" y="0"/>
                    </a:moveTo>
                    <a:lnTo>
                      <a:pt x="0"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9">
                <a:extLst>
                  <a:ext uri="{FF2B5EF4-FFF2-40B4-BE49-F238E27FC236}">
                    <a16:creationId xmlns:a16="http://schemas.microsoft.com/office/drawing/2014/main" id="{D5370651-8CE5-E418-1A04-4271D6345FF7}"/>
                  </a:ext>
                </a:extLst>
              </p:cNvPr>
              <p:cNvSpPr/>
              <p:nvPr/>
            </p:nvSpPr>
            <p:spPr>
              <a:xfrm>
                <a:off x="1988553" y="4847751"/>
                <a:ext cx="36832" cy="73664"/>
              </a:xfrm>
              <a:custGeom>
                <a:avLst/>
                <a:gdLst/>
                <a:ahLst/>
                <a:cxnLst/>
                <a:rect l="l" t="t" r="r" b="b"/>
                <a:pathLst>
                  <a:path w="1001" h="2002" extrusionOk="0">
                    <a:moveTo>
                      <a:pt x="0" y="0"/>
                    </a:moveTo>
                    <a:lnTo>
                      <a:pt x="0" y="2001"/>
                    </a:lnTo>
                    <a:lnTo>
                      <a:pt x="1001" y="2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9">
                <a:extLst>
                  <a:ext uri="{FF2B5EF4-FFF2-40B4-BE49-F238E27FC236}">
                    <a16:creationId xmlns:a16="http://schemas.microsoft.com/office/drawing/2014/main" id="{A93F262A-FB87-5737-7004-184A70D40221}"/>
                  </a:ext>
                </a:extLst>
              </p:cNvPr>
              <p:cNvSpPr/>
              <p:nvPr/>
            </p:nvSpPr>
            <p:spPr>
              <a:xfrm>
                <a:off x="1765170" y="4772874"/>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9">
                <a:extLst>
                  <a:ext uri="{FF2B5EF4-FFF2-40B4-BE49-F238E27FC236}">
                    <a16:creationId xmlns:a16="http://schemas.microsoft.com/office/drawing/2014/main" id="{30E69A37-70DE-172C-69F1-8E985965F527}"/>
                  </a:ext>
                </a:extLst>
              </p:cNvPr>
              <p:cNvSpPr/>
              <p:nvPr/>
            </p:nvSpPr>
            <p:spPr>
              <a:xfrm>
                <a:off x="1729553" y="4810920"/>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9">
                <a:extLst>
                  <a:ext uri="{FF2B5EF4-FFF2-40B4-BE49-F238E27FC236}">
                    <a16:creationId xmlns:a16="http://schemas.microsoft.com/office/drawing/2014/main" id="{F95E3BF4-B16B-B383-ED30-F639D8142664}"/>
                  </a:ext>
                </a:extLst>
              </p:cNvPr>
              <p:cNvSpPr/>
              <p:nvPr/>
            </p:nvSpPr>
            <p:spPr>
              <a:xfrm>
                <a:off x="1692758" y="4847751"/>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2" name="Google Shape;772;p39">
              <a:extLst>
                <a:ext uri="{FF2B5EF4-FFF2-40B4-BE49-F238E27FC236}">
                  <a16:creationId xmlns:a16="http://schemas.microsoft.com/office/drawing/2014/main" id="{A6E30DBA-6A0F-D08B-0D6C-43D37F3811B1}"/>
                </a:ext>
              </a:extLst>
            </p:cNvPr>
            <p:cNvGrpSpPr/>
            <p:nvPr/>
          </p:nvGrpSpPr>
          <p:grpSpPr>
            <a:xfrm>
              <a:off x="2099011" y="4329790"/>
              <a:ext cx="407505" cy="517999"/>
              <a:chOff x="2099011" y="4329790"/>
              <a:chExt cx="407505" cy="517999"/>
            </a:xfrm>
          </p:grpSpPr>
          <p:sp>
            <p:nvSpPr>
              <p:cNvPr id="773" name="Google Shape;773;p39">
                <a:extLst>
                  <a:ext uri="{FF2B5EF4-FFF2-40B4-BE49-F238E27FC236}">
                    <a16:creationId xmlns:a16="http://schemas.microsoft.com/office/drawing/2014/main" id="{B2E82515-EBCE-E1E5-8468-173C411E9547}"/>
                  </a:ext>
                </a:extLst>
              </p:cNvPr>
              <p:cNvSpPr/>
              <p:nvPr/>
            </p:nvSpPr>
            <p:spPr>
              <a:xfrm>
                <a:off x="2100225" y="4331004"/>
                <a:ext cx="405076" cy="515535"/>
              </a:xfrm>
              <a:custGeom>
                <a:avLst/>
                <a:gdLst/>
                <a:ahLst/>
                <a:cxnLst/>
                <a:rect l="l" t="t" r="r" b="b"/>
                <a:pathLst>
                  <a:path w="11009" h="14011" extrusionOk="0">
                    <a:moveTo>
                      <a:pt x="1" y="1"/>
                    </a:moveTo>
                    <a:lnTo>
                      <a:pt x="1" y="1001"/>
                    </a:lnTo>
                    <a:lnTo>
                      <a:pt x="1001" y="1001"/>
                    </a:lnTo>
                    <a:lnTo>
                      <a:pt x="1001" y="2002"/>
                    </a:lnTo>
                    <a:lnTo>
                      <a:pt x="1001" y="3003"/>
                    </a:lnTo>
                    <a:lnTo>
                      <a:pt x="1001" y="4004"/>
                    </a:lnTo>
                    <a:lnTo>
                      <a:pt x="2002" y="4004"/>
                    </a:lnTo>
                    <a:lnTo>
                      <a:pt x="2002" y="5004"/>
                    </a:lnTo>
                    <a:lnTo>
                      <a:pt x="3003" y="5004"/>
                    </a:lnTo>
                    <a:lnTo>
                      <a:pt x="3003" y="6005"/>
                    </a:lnTo>
                    <a:lnTo>
                      <a:pt x="4003" y="6005"/>
                    </a:lnTo>
                    <a:lnTo>
                      <a:pt x="4003" y="7006"/>
                    </a:lnTo>
                    <a:lnTo>
                      <a:pt x="4003" y="8006"/>
                    </a:lnTo>
                    <a:lnTo>
                      <a:pt x="3003" y="8006"/>
                    </a:lnTo>
                    <a:lnTo>
                      <a:pt x="3003" y="9007"/>
                    </a:lnTo>
                    <a:lnTo>
                      <a:pt x="2002" y="9007"/>
                    </a:lnTo>
                    <a:lnTo>
                      <a:pt x="2002" y="10008"/>
                    </a:lnTo>
                    <a:lnTo>
                      <a:pt x="1001" y="10008"/>
                    </a:lnTo>
                    <a:lnTo>
                      <a:pt x="1001" y="11009"/>
                    </a:lnTo>
                    <a:lnTo>
                      <a:pt x="1001" y="12009"/>
                    </a:lnTo>
                    <a:lnTo>
                      <a:pt x="1001" y="13010"/>
                    </a:lnTo>
                    <a:lnTo>
                      <a:pt x="1" y="13010"/>
                    </a:lnTo>
                    <a:lnTo>
                      <a:pt x="1" y="14011"/>
                    </a:lnTo>
                    <a:lnTo>
                      <a:pt x="11008" y="14011"/>
                    </a:lnTo>
                    <a:lnTo>
                      <a:pt x="11008" y="13010"/>
                    </a:lnTo>
                    <a:lnTo>
                      <a:pt x="10008" y="13010"/>
                    </a:lnTo>
                    <a:lnTo>
                      <a:pt x="10008" y="12009"/>
                    </a:lnTo>
                    <a:lnTo>
                      <a:pt x="10008" y="11009"/>
                    </a:lnTo>
                    <a:lnTo>
                      <a:pt x="10008" y="10008"/>
                    </a:lnTo>
                    <a:lnTo>
                      <a:pt x="9007" y="10008"/>
                    </a:lnTo>
                    <a:lnTo>
                      <a:pt x="9007" y="9007"/>
                    </a:lnTo>
                    <a:lnTo>
                      <a:pt x="8006" y="9007"/>
                    </a:lnTo>
                    <a:lnTo>
                      <a:pt x="8006" y="8006"/>
                    </a:lnTo>
                    <a:lnTo>
                      <a:pt x="7006" y="8006"/>
                    </a:lnTo>
                    <a:lnTo>
                      <a:pt x="7006" y="7006"/>
                    </a:lnTo>
                    <a:lnTo>
                      <a:pt x="7006" y="6005"/>
                    </a:lnTo>
                    <a:lnTo>
                      <a:pt x="8006" y="6005"/>
                    </a:lnTo>
                    <a:lnTo>
                      <a:pt x="8006" y="5004"/>
                    </a:lnTo>
                    <a:lnTo>
                      <a:pt x="9007" y="5004"/>
                    </a:lnTo>
                    <a:lnTo>
                      <a:pt x="9007" y="4004"/>
                    </a:lnTo>
                    <a:lnTo>
                      <a:pt x="10008" y="4004"/>
                    </a:lnTo>
                    <a:lnTo>
                      <a:pt x="10008" y="3003"/>
                    </a:lnTo>
                    <a:lnTo>
                      <a:pt x="10008" y="2002"/>
                    </a:lnTo>
                    <a:lnTo>
                      <a:pt x="10008" y="1001"/>
                    </a:lnTo>
                    <a:lnTo>
                      <a:pt x="11008" y="1001"/>
                    </a:lnTo>
                    <a:lnTo>
                      <a:pt x="1100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9">
                <a:extLst>
                  <a:ext uri="{FF2B5EF4-FFF2-40B4-BE49-F238E27FC236}">
                    <a16:creationId xmlns:a16="http://schemas.microsoft.com/office/drawing/2014/main" id="{6095A209-49C5-B67C-3800-AF50B7A76628}"/>
                  </a:ext>
                </a:extLst>
              </p:cNvPr>
              <p:cNvSpPr/>
              <p:nvPr/>
            </p:nvSpPr>
            <p:spPr>
              <a:xfrm>
                <a:off x="2173889" y="4477080"/>
                <a:ext cx="73664" cy="74878"/>
              </a:xfrm>
              <a:custGeom>
                <a:avLst/>
                <a:gdLst/>
                <a:ahLst/>
                <a:cxnLst/>
                <a:rect l="l" t="t" r="r" b="b"/>
                <a:pathLst>
                  <a:path w="2002" h="2035" extrusionOk="0">
                    <a:moveTo>
                      <a:pt x="0" y="0"/>
                    </a:moveTo>
                    <a:lnTo>
                      <a:pt x="0" y="1034"/>
                    </a:lnTo>
                    <a:lnTo>
                      <a:pt x="1001" y="1034"/>
                    </a:lnTo>
                    <a:lnTo>
                      <a:pt x="1001" y="0"/>
                    </a:lnTo>
                    <a:close/>
                    <a:moveTo>
                      <a:pt x="1001" y="1034"/>
                    </a:moveTo>
                    <a:lnTo>
                      <a:pt x="1001" y="2035"/>
                    </a:lnTo>
                    <a:lnTo>
                      <a:pt x="2001" y="2035"/>
                    </a:lnTo>
                    <a:lnTo>
                      <a:pt x="2001" y="103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9">
                <a:extLst>
                  <a:ext uri="{FF2B5EF4-FFF2-40B4-BE49-F238E27FC236}">
                    <a16:creationId xmlns:a16="http://schemas.microsoft.com/office/drawing/2014/main" id="{F6C2C540-3336-8FFC-7F4C-CF7BEBE37768}"/>
                  </a:ext>
                </a:extLst>
              </p:cNvPr>
              <p:cNvSpPr/>
              <p:nvPr/>
            </p:nvSpPr>
            <p:spPr>
              <a:xfrm>
                <a:off x="2284348" y="4477080"/>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9">
                <a:extLst>
                  <a:ext uri="{FF2B5EF4-FFF2-40B4-BE49-F238E27FC236}">
                    <a16:creationId xmlns:a16="http://schemas.microsoft.com/office/drawing/2014/main" id="{B9962279-6334-0B4A-8F37-2253EACCB1F0}"/>
                  </a:ext>
                </a:extLst>
              </p:cNvPr>
              <p:cNvSpPr/>
              <p:nvPr/>
            </p:nvSpPr>
            <p:spPr>
              <a:xfrm>
                <a:off x="2247516" y="4440248"/>
                <a:ext cx="36869" cy="36869"/>
              </a:xfrm>
              <a:custGeom>
                <a:avLst/>
                <a:gdLst/>
                <a:ahLst/>
                <a:cxnLst/>
                <a:rect l="l" t="t" r="r" b="b"/>
                <a:pathLst>
                  <a:path w="1002" h="1002"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9">
                <a:extLst>
                  <a:ext uri="{FF2B5EF4-FFF2-40B4-BE49-F238E27FC236}">
                    <a16:creationId xmlns:a16="http://schemas.microsoft.com/office/drawing/2014/main" id="{6918A67C-CAB8-2963-2321-16300A5F3729}"/>
                  </a:ext>
                </a:extLst>
              </p:cNvPr>
              <p:cNvSpPr/>
              <p:nvPr/>
            </p:nvSpPr>
            <p:spPr>
              <a:xfrm>
                <a:off x="2321143" y="4440248"/>
                <a:ext cx="36869" cy="36869"/>
              </a:xfrm>
              <a:custGeom>
                <a:avLst/>
                <a:gdLst/>
                <a:ahLst/>
                <a:cxnLst/>
                <a:rect l="l" t="t" r="r" b="b"/>
                <a:pathLst>
                  <a:path w="1002" h="1002"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9">
                <a:extLst>
                  <a:ext uri="{FF2B5EF4-FFF2-40B4-BE49-F238E27FC236}">
                    <a16:creationId xmlns:a16="http://schemas.microsoft.com/office/drawing/2014/main" id="{38936536-246F-2AE2-422D-9ACAAF900ABC}"/>
                  </a:ext>
                </a:extLst>
              </p:cNvPr>
              <p:cNvSpPr/>
              <p:nvPr/>
            </p:nvSpPr>
            <p:spPr>
              <a:xfrm>
                <a:off x="2247516" y="4551920"/>
                <a:ext cx="36869" cy="73700"/>
              </a:xfrm>
              <a:custGeom>
                <a:avLst/>
                <a:gdLst/>
                <a:ahLst/>
                <a:cxnLst/>
                <a:rect l="l" t="t" r="r" b="b"/>
                <a:pathLst>
                  <a:path w="1002" h="2003" extrusionOk="0">
                    <a:moveTo>
                      <a:pt x="0" y="1"/>
                    </a:moveTo>
                    <a:lnTo>
                      <a:pt x="0" y="1002"/>
                    </a:lnTo>
                    <a:lnTo>
                      <a:pt x="0" y="2002"/>
                    </a:lnTo>
                    <a:lnTo>
                      <a:pt x="1001" y="2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9">
                <a:extLst>
                  <a:ext uri="{FF2B5EF4-FFF2-40B4-BE49-F238E27FC236}">
                    <a16:creationId xmlns:a16="http://schemas.microsoft.com/office/drawing/2014/main" id="{D031315C-EAB7-36E2-35BB-F58276B17341}"/>
                  </a:ext>
                </a:extLst>
              </p:cNvPr>
              <p:cNvSpPr/>
              <p:nvPr/>
            </p:nvSpPr>
            <p:spPr>
              <a:xfrm>
                <a:off x="2210684" y="4625584"/>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9">
                <a:extLst>
                  <a:ext uri="{FF2B5EF4-FFF2-40B4-BE49-F238E27FC236}">
                    <a16:creationId xmlns:a16="http://schemas.microsoft.com/office/drawing/2014/main" id="{F39233CE-5257-BFF2-365F-EC449A67CFA5}"/>
                  </a:ext>
                </a:extLst>
              </p:cNvPr>
              <p:cNvSpPr/>
              <p:nvPr/>
            </p:nvSpPr>
            <p:spPr>
              <a:xfrm>
                <a:off x="2173889" y="4662415"/>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9">
                <a:extLst>
                  <a:ext uri="{FF2B5EF4-FFF2-40B4-BE49-F238E27FC236}">
                    <a16:creationId xmlns:a16="http://schemas.microsoft.com/office/drawing/2014/main" id="{8F821507-4358-B12B-4219-B18E4563DCDB}"/>
                  </a:ext>
                </a:extLst>
              </p:cNvPr>
              <p:cNvSpPr/>
              <p:nvPr/>
            </p:nvSpPr>
            <p:spPr>
              <a:xfrm>
                <a:off x="2321143" y="4736042"/>
                <a:ext cx="36869" cy="36869"/>
              </a:xfrm>
              <a:custGeom>
                <a:avLst/>
                <a:gdLst/>
                <a:ahLst/>
                <a:cxnLst/>
                <a:rect l="l" t="t" r="r" b="b"/>
                <a:pathLst>
                  <a:path w="1002" h="1002" extrusionOk="0">
                    <a:moveTo>
                      <a:pt x="1" y="1"/>
                    </a:moveTo>
                    <a:lnTo>
                      <a:pt x="1" y="1001"/>
                    </a:lnTo>
                    <a:lnTo>
                      <a:pt x="1002" y="1001"/>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9">
                <a:extLst>
                  <a:ext uri="{FF2B5EF4-FFF2-40B4-BE49-F238E27FC236}">
                    <a16:creationId xmlns:a16="http://schemas.microsoft.com/office/drawing/2014/main" id="{2BBB771C-14F7-06C0-6779-E1622C41159A}"/>
                  </a:ext>
                </a:extLst>
              </p:cNvPr>
              <p:cNvSpPr/>
              <p:nvPr/>
            </p:nvSpPr>
            <p:spPr>
              <a:xfrm>
                <a:off x="2247516" y="4736042"/>
                <a:ext cx="36869" cy="36869"/>
              </a:xfrm>
              <a:custGeom>
                <a:avLst/>
                <a:gdLst/>
                <a:ahLst/>
                <a:cxnLst/>
                <a:rect l="l" t="t" r="r" b="b"/>
                <a:pathLst>
                  <a:path w="1002"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39">
                <a:extLst>
                  <a:ext uri="{FF2B5EF4-FFF2-40B4-BE49-F238E27FC236}">
                    <a16:creationId xmlns:a16="http://schemas.microsoft.com/office/drawing/2014/main" id="{0C189B04-1158-0328-0F64-14736FB489DB}"/>
                  </a:ext>
                </a:extLst>
              </p:cNvPr>
              <p:cNvSpPr/>
              <p:nvPr/>
            </p:nvSpPr>
            <p:spPr>
              <a:xfrm>
                <a:off x="2284348" y="4699210"/>
                <a:ext cx="36832" cy="36869"/>
              </a:xfrm>
              <a:custGeom>
                <a:avLst/>
                <a:gdLst/>
                <a:ahLst/>
                <a:cxnLst/>
                <a:rect l="l" t="t" r="r" b="b"/>
                <a:pathLst>
                  <a:path w="1001" h="1002" extrusionOk="0">
                    <a:moveTo>
                      <a:pt x="0" y="1"/>
                    </a:moveTo>
                    <a:lnTo>
                      <a:pt x="0"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9">
                <a:extLst>
                  <a:ext uri="{FF2B5EF4-FFF2-40B4-BE49-F238E27FC236}">
                    <a16:creationId xmlns:a16="http://schemas.microsoft.com/office/drawing/2014/main" id="{E5CCC31B-55EA-F757-E887-86C0140C3470}"/>
                  </a:ext>
                </a:extLst>
              </p:cNvPr>
              <p:cNvSpPr/>
              <p:nvPr/>
            </p:nvSpPr>
            <p:spPr>
              <a:xfrm>
                <a:off x="2099011" y="4329790"/>
                <a:ext cx="407505" cy="147327"/>
              </a:xfrm>
              <a:custGeom>
                <a:avLst/>
                <a:gdLst/>
                <a:ahLst/>
                <a:cxnLst/>
                <a:rect l="l" t="t" r="r" b="b"/>
                <a:pathLst>
                  <a:path w="11075" h="4004" extrusionOk="0">
                    <a:moveTo>
                      <a:pt x="0" y="0"/>
                    </a:moveTo>
                    <a:lnTo>
                      <a:pt x="0" y="1001"/>
                    </a:lnTo>
                    <a:lnTo>
                      <a:pt x="1001" y="1001"/>
                    </a:lnTo>
                    <a:lnTo>
                      <a:pt x="1001" y="2002"/>
                    </a:lnTo>
                    <a:lnTo>
                      <a:pt x="1001" y="3002"/>
                    </a:lnTo>
                    <a:lnTo>
                      <a:pt x="1001" y="4003"/>
                    </a:lnTo>
                    <a:lnTo>
                      <a:pt x="2035" y="4003"/>
                    </a:lnTo>
                    <a:lnTo>
                      <a:pt x="2035" y="3002"/>
                    </a:lnTo>
                    <a:lnTo>
                      <a:pt x="2035" y="2002"/>
                    </a:lnTo>
                    <a:lnTo>
                      <a:pt x="2035" y="1001"/>
                    </a:lnTo>
                    <a:lnTo>
                      <a:pt x="9040" y="1001"/>
                    </a:lnTo>
                    <a:lnTo>
                      <a:pt x="9040" y="2002"/>
                    </a:lnTo>
                    <a:lnTo>
                      <a:pt x="9040" y="3002"/>
                    </a:lnTo>
                    <a:lnTo>
                      <a:pt x="9040" y="4003"/>
                    </a:lnTo>
                    <a:lnTo>
                      <a:pt x="10074" y="4003"/>
                    </a:lnTo>
                    <a:lnTo>
                      <a:pt x="10074" y="3002"/>
                    </a:lnTo>
                    <a:lnTo>
                      <a:pt x="10074" y="2002"/>
                    </a:lnTo>
                    <a:lnTo>
                      <a:pt x="10074" y="1001"/>
                    </a:lnTo>
                    <a:lnTo>
                      <a:pt x="11075" y="1001"/>
                    </a:lnTo>
                    <a:lnTo>
                      <a:pt x="110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9">
                <a:extLst>
                  <a:ext uri="{FF2B5EF4-FFF2-40B4-BE49-F238E27FC236}">
                    <a16:creationId xmlns:a16="http://schemas.microsoft.com/office/drawing/2014/main" id="{26A6252D-D820-2A0E-FE2D-353E3B798816}"/>
                  </a:ext>
                </a:extLst>
              </p:cNvPr>
              <p:cNvSpPr/>
              <p:nvPr/>
            </p:nvSpPr>
            <p:spPr>
              <a:xfrm>
                <a:off x="2357974" y="4477080"/>
                <a:ext cx="73700" cy="74878"/>
              </a:xfrm>
              <a:custGeom>
                <a:avLst/>
                <a:gdLst/>
                <a:ahLst/>
                <a:cxnLst/>
                <a:rect l="l" t="t" r="r" b="b"/>
                <a:pathLst>
                  <a:path w="2003" h="2035" extrusionOk="0">
                    <a:moveTo>
                      <a:pt x="1001" y="0"/>
                    </a:moveTo>
                    <a:lnTo>
                      <a:pt x="1001" y="1034"/>
                    </a:lnTo>
                    <a:lnTo>
                      <a:pt x="2002" y="1034"/>
                    </a:lnTo>
                    <a:lnTo>
                      <a:pt x="2002" y="0"/>
                    </a:lnTo>
                    <a:close/>
                    <a:moveTo>
                      <a:pt x="1" y="1034"/>
                    </a:moveTo>
                    <a:lnTo>
                      <a:pt x="1" y="2035"/>
                    </a:lnTo>
                    <a:lnTo>
                      <a:pt x="1001" y="2035"/>
                    </a:lnTo>
                    <a:lnTo>
                      <a:pt x="1001" y="103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9">
                <a:extLst>
                  <a:ext uri="{FF2B5EF4-FFF2-40B4-BE49-F238E27FC236}">
                    <a16:creationId xmlns:a16="http://schemas.microsoft.com/office/drawing/2014/main" id="{AE0B5532-A689-37A2-6EAF-1F415FC38218}"/>
                  </a:ext>
                </a:extLst>
              </p:cNvPr>
              <p:cNvSpPr/>
              <p:nvPr/>
            </p:nvSpPr>
            <p:spPr>
              <a:xfrm>
                <a:off x="2321143" y="4551920"/>
                <a:ext cx="36869" cy="73700"/>
              </a:xfrm>
              <a:custGeom>
                <a:avLst/>
                <a:gdLst/>
                <a:ahLst/>
                <a:cxnLst/>
                <a:rect l="l" t="t" r="r" b="b"/>
                <a:pathLst>
                  <a:path w="1002" h="2003" extrusionOk="0">
                    <a:moveTo>
                      <a:pt x="1" y="1"/>
                    </a:moveTo>
                    <a:lnTo>
                      <a:pt x="1" y="1002"/>
                    </a:lnTo>
                    <a:lnTo>
                      <a:pt x="1" y="2002"/>
                    </a:lnTo>
                    <a:lnTo>
                      <a:pt x="1002" y="2002"/>
                    </a:lnTo>
                    <a:lnTo>
                      <a:pt x="1002" y="1002"/>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9">
                <a:extLst>
                  <a:ext uri="{FF2B5EF4-FFF2-40B4-BE49-F238E27FC236}">
                    <a16:creationId xmlns:a16="http://schemas.microsoft.com/office/drawing/2014/main" id="{4A7D031A-D135-8FBD-5044-458CC1CE9A59}"/>
                  </a:ext>
                </a:extLst>
              </p:cNvPr>
              <p:cNvSpPr/>
              <p:nvPr/>
            </p:nvSpPr>
            <p:spPr>
              <a:xfrm>
                <a:off x="2357974" y="4625584"/>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9">
                <a:extLst>
                  <a:ext uri="{FF2B5EF4-FFF2-40B4-BE49-F238E27FC236}">
                    <a16:creationId xmlns:a16="http://schemas.microsoft.com/office/drawing/2014/main" id="{10BBF296-4674-2D4D-46EB-C3968DAC62AB}"/>
                  </a:ext>
                </a:extLst>
              </p:cNvPr>
              <p:cNvSpPr/>
              <p:nvPr/>
            </p:nvSpPr>
            <p:spPr>
              <a:xfrm>
                <a:off x="2394806" y="4662415"/>
                <a:ext cx="36869" cy="36832"/>
              </a:xfrm>
              <a:custGeom>
                <a:avLst/>
                <a:gdLst/>
                <a:ahLst/>
                <a:cxnLst/>
                <a:rect l="l" t="t" r="r" b="b"/>
                <a:pathLst>
                  <a:path w="1002"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9">
                <a:extLst>
                  <a:ext uri="{FF2B5EF4-FFF2-40B4-BE49-F238E27FC236}">
                    <a16:creationId xmlns:a16="http://schemas.microsoft.com/office/drawing/2014/main" id="{771784F0-C40F-AC99-0AE2-955399B19144}"/>
                  </a:ext>
                </a:extLst>
              </p:cNvPr>
              <p:cNvSpPr/>
              <p:nvPr/>
            </p:nvSpPr>
            <p:spPr>
              <a:xfrm>
                <a:off x="2099011" y="4699210"/>
                <a:ext cx="407505" cy="148578"/>
              </a:xfrm>
              <a:custGeom>
                <a:avLst/>
                <a:gdLst/>
                <a:ahLst/>
                <a:cxnLst/>
                <a:rect l="l" t="t" r="r" b="b"/>
                <a:pathLst>
                  <a:path w="11075" h="4038" extrusionOk="0">
                    <a:moveTo>
                      <a:pt x="1001" y="1"/>
                    </a:moveTo>
                    <a:lnTo>
                      <a:pt x="1001" y="1002"/>
                    </a:lnTo>
                    <a:lnTo>
                      <a:pt x="1001" y="2002"/>
                    </a:lnTo>
                    <a:lnTo>
                      <a:pt x="1001" y="3036"/>
                    </a:lnTo>
                    <a:lnTo>
                      <a:pt x="0" y="3036"/>
                    </a:lnTo>
                    <a:lnTo>
                      <a:pt x="0" y="4037"/>
                    </a:lnTo>
                    <a:lnTo>
                      <a:pt x="11075" y="4037"/>
                    </a:lnTo>
                    <a:lnTo>
                      <a:pt x="11075" y="3036"/>
                    </a:lnTo>
                    <a:lnTo>
                      <a:pt x="10074" y="3036"/>
                    </a:lnTo>
                    <a:lnTo>
                      <a:pt x="10074" y="2002"/>
                    </a:lnTo>
                    <a:lnTo>
                      <a:pt x="10074" y="1002"/>
                    </a:lnTo>
                    <a:lnTo>
                      <a:pt x="10074" y="1"/>
                    </a:lnTo>
                    <a:lnTo>
                      <a:pt x="9040" y="1"/>
                    </a:lnTo>
                    <a:lnTo>
                      <a:pt x="9040" y="1002"/>
                    </a:lnTo>
                    <a:lnTo>
                      <a:pt x="9040" y="2002"/>
                    </a:lnTo>
                    <a:lnTo>
                      <a:pt x="9040" y="3036"/>
                    </a:lnTo>
                    <a:lnTo>
                      <a:pt x="8039" y="3036"/>
                    </a:lnTo>
                    <a:lnTo>
                      <a:pt x="8039" y="2002"/>
                    </a:lnTo>
                    <a:lnTo>
                      <a:pt x="7039" y="2002"/>
                    </a:lnTo>
                    <a:lnTo>
                      <a:pt x="7039" y="3036"/>
                    </a:lnTo>
                    <a:lnTo>
                      <a:pt x="6038" y="3036"/>
                    </a:lnTo>
                    <a:lnTo>
                      <a:pt x="6038" y="2002"/>
                    </a:lnTo>
                    <a:lnTo>
                      <a:pt x="5037" y="2002"/>
                    </a:lnTo>
                    <a:lnTo>
                      <a:pt x="5037" y="3036"/>
                    </a:lnTo>
                    <a:lnTo>
                      <a:pt x="4036" y="3036"/>
                    </a:lnTo>
                    <a:lnTo>
                      <a:pt x="4036" y="2002"/>
                    </a:lnTo>
                    <a:lnTo>
                      <a:pt x="3036" y="2002"/>
                    </a:lnTo>
                    <a:lnTo>
                      <a:pt x="3036" y="3036"/>
                    </a:lnTo>
                    <a:lnTo>
                      <a:pt x="2035" y="3036"/>
                    </a:lnTo>
                    <a:lnTo>
                      <a:pt x="2035" y="2002"/>
                    </a:lnTo>
                    <a:lnTo>
                      <a:pt x="2035" y="1002"/>
                    </a:lnTo>
                    <a:lnTo>
                      <a:pt x="20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17679354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43">
          <a:extLst>
            <a:ext uri="{FF2B5EF4-FFF2-40B4-BE49-F238E27FC236}">
              <a16:creationId xmlns:a16="http://schemas.microsoft.com/office/drawing/2014/main" id="{BCFD8CF7-73CF-E8AF-AB06-072F77B9D3D3}"/>
            </a:ext>
          </a:extLst>
        </p:cNvPr>
        <p:cNvGrpSpPr/>
        <p:nvPr/>
      </p:nvGrpSpPr>
      <p:grpSpPr>
        <a:xfrm>
          <a:off x="0" y="0"/>
          <a:ext cx="0" cy="0"/>
          <a:chOff x="0" y="0"/>
          <a:chExt cx="0" cy="0"/>
        </a:xfrm>
      </p:grpSpPr>
      <p:sp>
        <p:nvSpPr>
          <p:cNvPr id="744" name="Google Shape;744;p39">
            <a:extLst>
              <a:ext uri="{FF2B5EF4-FFF2-40B4-BE49-F238E27FC236}">
                <a16:creationId xmlns:a16="http://schemas.microsoft.com/office/drawing/2014/main" id="{4147C130-7CF3-DA7D-3552-82420CBE0408}"/>
              </a:ext>
            </a:extLst>
          </p:cNvPr>
          <p:cNvSpPr txBox="1">
            <a:spLocks noGrp="1"/>
          </p:cNvSpPr>
          <p:nvPr>
            <p:ph type="title"/>
          </p:nvPr>
        </p:nvSpPr>
        <p:spPr>
          <a:xfrm>
            <a:off x="715100" y="568622"/>
            <a:ext cx="6471008" cy="648600"/>
          </a:xfrm>
          <a:prstGeom prst="rect">
            <a:avLst/>
          </a:prstGeom>
        </p:spPr>
        <p:txBody>
          <a:bodyPr spcFirstLastPara="1" wrap="square" lIns="91425" tIns="91425" rIns="91425" bIns="91425" anchor="ctr" anchorCtr="0">
            <a:noAutofit/>
          </a:bodyPr>
          <a:lstStyle/>
          <a:p>
            <a:pPr lvl="0"/>
            <a:r>
              <a:rPr lang="fr-FR" dirty="0"/>
              <a:t>Architecture</a:t>
            </a:r>
            <a:endParaRPr dirty="0"/>
          </a:p>
        </p:txBody>
      </p:sp>
      <p:sp>
        <p:nvSpPr>
          <p:cNvPr id="745" name="Google Shape;745;p39">
            <a:extLst>
              <a:ext uri="{FF2B5EF4-FFF2-40B4-BE49-F238E27FC236}">
                <a16:creationId xmlns:a16="http://schemas.microsoft.com/office/drawing/2014/main" id="{D3E2F57D-A25F-0797-4EB1-3D9270A43E1F}"/>
              </a:ext>
            </a:extLst>
          </p:cNvPr>
          <p:cNvSpPr txBox="1">
            <a:spLocks noGrp="1"/>
          </p:cNvSpPr>
          <p:nvPr>
            <p:ph type="subTitle" idx="1"/>
          </p:nvPr>
        </p:nvSpPr>
        <p:spPr>
          <a:xfrm>
            <a:off x="715100" y="1484555"/>
            <a:ext cx="6847526" cy="2388198"/>
          </a:xfrm>
          <a:prstGeom prst="rect">
            <a:avLst/>
          </a:prstGeom>
        </p:spPr>
        <p:txBody>
          <a:bodyPr spcFirstLastPara="1" wrap="square" lIns="91425" tIns="91425" rIns="91425" bIns="91425" anchor="ctr" anchorCtr="0">
            <a:noAutofit/>
          </a:bodyPr>
          <a:lstStyle/>
          <a:p>
            <a:pPr marL="0" lvl="0" indent="0"/>
            <a:r>
              <a:rPr lang="fr-FR" b="1" dirty="0"/>
              <a:t>Couche de passage de messages </a:t>
            </a:r>
            <a:r>
              <a:rPr lang="fr-FR" dirty="0"/>
              <a:t>: également appelée BYNET (réseau Banyan), elle constitue la couche réseau du système Teradata. Elle permet </a:t>
            </a:r>
            <a:r>
              <a:rPr lang="fr-FR" b="1" dirty="0"/>
              <a:t>l’interaction entre les PE et les AMP, ainsi qu’entre les nœuds</a:t>
            </a:r>
            <a:r>
              <a:rPr lang="fr-FR" dirty="0"/>
              <a:t>. Elle reçoit le plan d’exécution du PE et l’envoie à l’AMP. De même, elle reçoit les résultats de l’AMP et les envoie au PE.</a:t>
            </a:r>
            <a:endParaRPr dirty="0"/>
          </a:p>
        </p:txBody>
      </p:sp>
      <p:grpSp>
        <p:nvGrpSpPr>
          <p:cNvPr id="746" name="Google Shape;746;p39">
            <a:extLst>
              <a:ext uri="{FF2B5EF4-FFF2-40B4-BE49-F238E27FC236}">
                <a16:creationId xmlns:a16="http://schemas.microsoft.com/office/drawing/2014/main" id="{302AB951-88CB-F296-809A-E6839328A74E}"/>
              </a:ext>
            </a:extLst>
          </p:cNvPr>
          <p:cNvGrpSpPr/>
          <p:nvPr/>
        </p:nvGrpSpPr>
        <p:grpSpPr>
          <a:xfrm>
            <a:off x="7705847" y="4010466"/>
            <a:ext cx="723042" cy="598023"/>
            <a:chOff x="1654675" y="4256126"/>
            <a:chExt cx="851841" cy="704551"/>
          </a:xfrm>
        </p:grpSpPr>
        <p:grpSp>
          <p:nvGrpSpPr>
            <p:cNvPr id="747" name="Google Shape;747;p39">
              <a:extLst>
                <a:ext uri="{FF2B5EF4-FFF2-40B4-BE49-F238E27FC236}">
                  <a16:creationId xmlns:a16="http://schemas.microsoft.com/office/drawing/2014/main" id="{3B775935-A363-899B-E470-770CC302B340}"/>
                </a:ext>
              </a:extLst>
            </p:cNvPr>
            <p:cNvGrpSpPr/>
            <p:nvPr/>
          </p:nvGrpSpPr>
          <p:grpSpPr>
            <a:xfrm>
              <a:off x="1654675" y="4256126"/>
              <a:ext cx="445587" cy="704551"/>
              <a:chOff x="1654675" y="4256126"/>
              <a:chExt cx="445587" cy="704551"/>
            </a:xfrm>
          </p:grpSpPr>
          <p:sp>
            <p:nvSpPr>
              <p:cNvPr id="748" name="Google Shape;748;p39">
                <a:extLst>
                  <a:ext uri="{FF2B5EF4-FFF2-40B4-BE49-F238E27FC236}">
                    <a16:creationId xmlns:a16="http://schemas.microsoft.com/office/drawing/2014/main" id="{BEB90307-2843-8EBB-5641-1215E21D267D}"/>
                  </a:ext>
                </a:extLst>
              </p:cNvPr>
              <p:cNvSpPr/>
              <p:nvPr/>
            </p:nvSpPr>
            <p:spPr>
              <a:xfrm>
                <a:off x="1655926" y="4257377"/>
                <a:ext cx="440657" cy="703300"/>
              </a:xfrm>
              <a:custGeom>
                <a:avLst/>
                <a:gdLst/>
                <a:ahLst/>
                <a:cxnLst/>
                <a:rect l="l" t="t" r="r" b="b"/>
                <a:pathLst>
                  <a:path w="11976" h="19114" extrusionOk="0">
                    <a:moveTo>
                      <a:pt x="0" y="0"/>
                    </a:moveTo>
                    <a:lnTo>
                      <a:pt x="0" y="17112"/>
                    </a:lnTo>
                    <a:lnTo>
                      <a:pt x="2002" y="17112"/>
                    </a:lnTo>
                    <a:lnTo>
                      <a:pt x="2002" y="16112"/>
                    </a:lnTo>
                    <a:lnTo>
                      <a:pt x="3002" y="16112"/>
                    </a:lnTo>
                    <a:lnTo>
                      <a:pt x="3002" y="15111"/>
                    </a:lnTo>
                    <a:lnTo>
                      <a:pt x="4003" y="15111"/>
                    </a:lnTo>
                    <a:lnTo>
                      <a:pt x="4003" y="14110"/>
                    </a:lnTo>
                    <a:lnTo>
                      <a:pt x="4971" y="14110"/>
                    </a:lnTo>
                    <a:lnTo>
                      <a:pt x="4971" y="16112"/>
                    </a:lnTo>
                    <a:lnTo>
                      <a:pt x="5971" y="16112"/>
                    </a:lnTo>
                    <a:lnTo>
                      <a:pt x="5971" y="18113"/>
                    </a:lnTo>
                    <a:lnTo>
                      <a:pt x="6972" y="18113"/>
                    </a:lnTo>
                    <a:lnTo>
                      <a:pt x="6972" y="19114"/>
                    </a:lnTo>
                    <a:lnTo>
                      <a:pt x="8973" y="19114"/>
                    </a:lnTo>
                    <a:lnTo>
                      <a:pt x="8973" y="18113"/>
                    </a:lnTo>
                    <a:lnTo>
                      <a:pt x="9974" y="18113"/>
                    </a:lnTo>
                    <a:lnTo>
                      <a:pt x="9974" y="16112"/>
                    </a:lnTo>
                    <a:lnTo>
                      <a:pt x="8973" y="16112"/>
                    </a:lnTo>
                    <a:lnTo>
                      <a:pt x="8973" y="14110"/>
                    </a:lnTo>
                    <a:lnTo>
                      <a:pt x="7973" y="14110"/>
                    </a:lnTo>
                    <a:lnTo>
                      <a:pt x="7973" y="13110"/>
                    </a:lnTo>
                    <a:lnTo>
                      <a:pt x="11976" y="13110"/>
                    </a:lnTo>
                    <a:lnTo>
                      <a:pt x="11976" y="12009"/>
                    </a:lnTo>
                    <a:lnTo>
                      <a:pt x="11976" y="11008"/>
                    </a:lnTo>
                    <a:lnTo>
                      <a:pt x="11042" y="11008"/>
                    </a:lnTo>
                    <a:lnTo>
                      <a:pt x="11042" y="10007"/>
                    </a:lnTo>
                    <a:lnTo>
                      <a:pt x="10041" y="10007"/>
                    </a:lnTo>
                    <a:lnTo>
                      <a:pt x="10041" y="9007"/>
                    </a:lnTo>
                    <a:lnTo>
                      <a:pt x="9040" y="9007"/>
                    </a:lnTo>
                    <a:lnTo>
                      <a:pt x="9040" y="8006"/>
                    </a:lnTo>
                    <a:lnTo>
                      <a:pt x="8039" y="8006"/>
                    </a:lnTo>
                    <a:lnTo>
                      <a:pt x="8039" y="7005"/>
                    </a:lnTo>
                    <a:lnTo>
                      <a:pt x="7039" y="7005"/>
                    </a:lnTo>
                    <a:lnTo>
                      <a:pt x="7039" y="6005"/>
                    </a:lnTo>
                    <a:lnTo>
                      <a:pt x="6038" y="6005"/>
                    </a:lnTo>
                    <a:lnTo>
                      <a:pt x="6038" y="5004"/>
                    </a:lnTo>
                    <a:lnTo>
                      <a:pt x="5037" y="5004"/>
                    </a:lnTo>
                    <a:lnTo>
                      <a:pt x="5037" y="4003"/>
                    </a:lnTo>
                    <a:lnTo>
                      <a:pt x="4037" y="4003"/>
                    </a:lnTo>
                    <a:lnTo>
                      <a:pt x="4037" y="3002"/>
                    </a:lnTo>
                    <a:lnTo>
                      <a:pt x="3036" y="3002"/>
                    </a:lnTo>
                    <a:lnTo>
                      <a:pt x="3036" y="2002"/>
                    </a:lnTo>
                    <a:lnTo>
                      <a:pt x="2035" y="2002"/>
                    </a:lnTo>
                    <a:lnTo>
                      <a:pt x="2035" y="1001"/>
                    </a:lnTo>
                    <a:lnTo>
                      <a:pt x="1001" y="1001"/>
                    </a:lnTo>
                    <a:lnTo>
                      <a:pt x="100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9">
                <a:extLst>
                  <a:ext uri="{FF2B5EF4-FFF2-40B4-BE49-F238E27FC236}">
                    <a16:creationId xmlns:a16="http://schemas.microsoft.com/office/drawing/2014/main" id="{3EB96491-4ACF-EB65-109A-8082848F134F}"/>
                  </a:ext>
                </a:extLst>
              </p:cNvPr>
              <p:cNvSpPr/>
              <p:nvPr/>
            </p:nvSpPr>
            <p:spPr>
              <a:xfrm>
                <a:off x="1654675" y="4256126"/>
                <a:ext cx="36869" cy="628459"/>
              </a:xfrm>
              <a:custGeom>
                <a:avLst/>
                <a:gdLst/>
                <a:ahLst/>
                <a:cxnLst/>
                <a:rect l="l" t="t" r="r" b="b"/>
                <a:pathLst>
                  <a:path w="1002" h="17080" extrusionOk="0">
                    <a:moveTo>
                      <a:pt x="1" y="1"/>
                    </a:moveTo>
                    <a:lnTo>
                      <a:pt x="1" y="17080"/>
                    </a:lnTo>
                    <a:lnTo>
                      <a:pt x="1002" y="17080"/>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9">
                <a:extLst>
                  <a:ext uri="{FF2B5EF4-FFF2-40B4-BE49-F238E27FC236}">
                    <a16:creationId xmlns:a16="http://schemas.microsoft.com/office/drawing/2014/main" id="{85B3AACB-EABD-71C6-D5AD-CACF1829E7D2}"/>
                  </a:ext>
                </a:extLst>
              </p:cNvPr>
              <p:cNvSpPr/>
              <p:nvPr/>
            </p:nvSpPr>
            <p:spPr>
              <a:xfrm>
                <a:off x="1692758" y="4292958"/>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9">
                <a:extLst>
                  <a:ext uri="{FF2B5EF4-FFF2-40B4-BE49-F238E27FC236}">
                    <a16:creationId xmlns:a16="http://schemas.microsoft.com/office/drawing/2014/main" id="{A15F6F0B-1899-C925-EBBB-E569EFAA80DE}"/>
                  </a:ext>
                </a:extLst>
              </p:cNvPr>
              <p:cNvSpPr/>
              <p:nvPr/>
            </p:nvSpPr>
            <p:spPr>
              <a:xfrm>
                <a:off x="1729553" y="4329790"/>
                <a:ext cx="36869" cy="36832"/>
              </a:xfrm>
              <a:custGeom>
                <a:avLst/>
                <a:gdLst/>
                <a:ahLst/>
                <a:cxnLst/>
                <a:rect l="l" t="t" r="r" b="b"/>
                <a:pathLst>
                  <a:path w="1002" h="1001"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9">
                <a:extLst>
                  <a:ext uri="{FF2B5EF4-FFF2-40B4-BE49-F238E27FC236}">
                    <a16:creationId xmlns:a16="http://schemas.microsoft.com/office/drawing/2014/main" id="{DF72DEC8-A99A-40FB-AFA2-5C936AAB1D75}"/>
                  </a:ext>
                </a:extLst>
              </p:cNvPr>
              <p:cNvSpPr/>
              <p:nvPr/>
            </p:nvSpPr>
            <p:spPr>
              <a:xfrm>
                <a:off x="1765170" y="4366621"/>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9">
                <a:extLst>
                  <a:ext uri="{FF2B5EF4-FFF2-40B4-BE49-F238E27FC236}">
                    <a16:creationId xmlns:a16="http://schemas.microsoft.com/office/drawing/2014/main" id="{58085837-7614-A917-2852-414C0C6696D8}"/>
                  </a:ext>
                </a:extLst>
              </p:cNvPr>
              <p:cNvSpPr/>
              <p:nvPr/>
            </p:nvSpPr>
            <p:spPr>
              <a:xfrm>
                <a:off x="1803216" y="4403416"/>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9">
                <a:extLst>
                  <a:ext uri="{FF2B5EF4-FFF2-40B4-BE49-F238E27FC236}">
                    <a16:creationId xmlns:a16="http://schemas.microsoft.com/office/drawing/2014/main" id="{FFE75624-1A59-5E5F-B317-D297772FCDC5}"/>
                  </a:ext>
                </a:extLst>
              </p:cNvPr>
              <p:cNvSpPr/>
              <p:nvPr/>
            </p:nvSpPr>
            <p:spPr>
              <a:xfrm>
                <a:off x="1841262" y="4440248"/>
                <a:ext cx="36832" cy="36869"/>
              </a:xfrm>
              <a:custGeom>
                <a:avLst/>
                <a:gdLst/>
                <a:ahLst/>
                <a:cxnLst/>
                <a:rect l="l" t="t" r="r" b="b"/>
                <a:pathLst>
                  <a:path w="1001" h="1002"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9">
                <a:extLst>
                  <a:ext uri="{FF2B5EF4-FFF2-40B4-BE49-F238E27FC236}">
                    <a16:creationId xmlns:a16="http://schemas.microsoft.com/office/drawing/2014/main" id="{A73C051A-EF94-EF27-4C4D-C25CF5EF5984}"/>
                  </a:ext>
                </a:extLst>
              </p:cNvPr>
              <p:cNvSpPr/>
              <p:nvPr/>
            </p:nvSpPr>
            <p:spPr>
              <a:xfrm>
                <a:off x="1878057" y="4477080"/>
                <a:ext cx="36869" cy="36832"/>
              </a:xfrm>
              <a:custGeom>
                <a:avLst/>
                <a:gdLst/>
                <a:ahLst/>
                <a:cxnLst/>
                <a:rect l="l" t="t" r="r" b="b"/>
                <a:pathLst>
                  <a:path w="1002" h="1001"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9">
                <a:extLst>
                  <a:ext uri="{FF2B5EF4-FFF2-40B4-BE49-F238E27FC236}">
                    <a16:creationId xmlns:a16="http://schemas.microsoft.com/office/drawing/2014/main" id="{4E4C1E94-3210-C56E-DE04-1973B9B2B1FE}"/>
                  </a:ext>
                </a:extLst>
              </p:cNvPr>
              <p:cNvSpPr/>
              <p:nvPr/>
            </p:nvSpPr>
            <p:spPr>
              <a:xfrm>
                <a:off x="1914889" y="4515125"/>
                <a:ext cx="36869" cy="36832"/>
              </a:xfrm>
              <a:custGeom>
                <a:avLst/>
                <a:gdLst/>
                <a:ahLst/>
                <a:cxnLst/>
                <a:rect l="l" t="t" r="r" b="b"/>
                <a:pathLst>
                  <a:path w="1002" h="1001"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9">
                <a:extLst>
                  <a:ext uri="{FF2B5EF4-FFF2-40B4-BE49-F238E27FC236}">
                    <a16:creationId xmlns:a16="http://schemas.microsoft.com/office/drawing/2014/main" id="{9EDEEA79-E9E2-A949-D240-C82B1EDCEBD1}"/>
                  </a:ext>
                </a:extLst>
              </p:cNvPr>
              <p:cNvSpPr/>
              <p:nvPr/>
            </p:nvSpPr>
            <p:spPr>
              <a:xfrm>
                <a:off x="1951721" y="4551920"/>
                <a:ext cx="36869" cy="36869"/>
              </a:xfrm>
              <a:custGeom>
                <a:avLst/>
                <a:gdLst/>
                <a:ahLst/>
                <a:cxnLst/>
                <a:rect l="l" t="t" r="r" b="b"/>
                <a:pathLst>
                  <a:path w="1002" h="1002" extrusionOk="0">
                    <a:moveTo>
                      <a:pt x="0" y="1"/>
                    </a:moveTo>
                    <a:lnTo>
                      <a:pt x="0"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9">
                <a:extLst>
                  <a:ext uri="{FF2B5EF4-FFF2-40B4-BE49-F238E27FC236}">
                    <a16:creationId xmlns:a16="http://schemas.microsoft.com/office/drawing/2014/main" id="{4BB3669D-B39D-458F-EC6E-884365ECC07E}"/>
                  </a:ext>
                </a:extLst>
              </p:cNvPr>
              <p:cNvSpPr/>
              <p:nvPr/>
            </p:nvSpPr>
            <p:spPr>
              <a:xfrm>
                <a:off x="1988553" y="4588752"/>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9">
                <a:extLst>
                  <a:ext uri="{FF2B5EF4-FFF2-40B4-BE49-F238E27FC236}">
                    <a16:creationId xmlns:a16="http://schemas.microsoft.com/office/drawing/2014/main" id="{D0457BB6-AC39-0E10-7E20-DAB703A3F0DC}"/>
                  </a:ext>
                </a:extLst>
              </p:cNvPr>
              <p:cNvSpPr/>
              <p:nvPr/>
            </p:nvSpPr>
            <p:spPr>
              <a:xfrm>
                <a:off x="2025348" y="4625584"/>
                <a:ext cx="36869" cy="36869"/>
              </a:xfrm>
              <a:custGeom>
                <a:avLst/>
                <a:gdLst/>
                <a:ahLst/>
                <a:cxnLst/>
                <a:rect l="l" t="t" r="r" b="b"/>
                <a:pathLst>
                  <a:path w="1002" h="1002"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9">
                <a:extLst>
                  <a:ext uri="{FF2B5EF4-FFF2-40B4-BE49-F238E27FC236}">
                    <a16:creationId xmlns:a16="http://schemas.microsoft.com/office/drawing/2014/main" id="{62232B11-146E-BCD7-8F5C-A2B6438785CF}"/>
                  </a:ext>
                </a:extLst>
              </p:cNvPr>
              <p:cNvSpPr/>
              <p:nvPr/>
            </p:nvSpPr>
            <p:spPr>
              <a:xfrm>
                <a:off x="2062179" y="4662415"/>
                <a:ext cx="36869" cy="36832"/>
              </a:xfrm>
              <a:custGeom>
                <a:avLst/>
                <a:gdLst/>
                <a:ahLst/>
                <a:cxnLst/>
                <a:rect l="l" t="t" r="r" b="b"/>
                <a:pathLst>
                  <a:path w="1002" h="1001" extrusionOk="0">
                    <a:moveTo>
                      <a:pt x="1" y="0"/>
                    </a:moveTo>
                    <a:lnTo>
                      <a:pt x="1" y="1001"/>
                    </a:lnTo>
                    <a:lnTo>
                      <a:pt x="1001" y="1001"/>
                    </a:lnTo>
                    <a:lnTo>
                      <a:pt x="100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9">
                <a:extLst>
                  <a:ext uri="{FF2B5EF4-FFF2-40B4-BE49-F238E27FC236}">
                    <a16:creationId xmlns:a16="http://schemas.microsoft.com/office/drawing/2014/main" id="{1063F702-31A1-BB43-0793-28CE69BDB592}"/>
                  </a:ext>
                </a:extLst>
              </p:cNvPr>
              <p:cNvSpPr/>
              <p:nvPr/>
            </p:nvSpPr>
            <p:spPr>
              <a:xfrm>
                <a:off x="1914889" y="4699210"/>
                <a:ext cx="185373" cy="36869"/>
              </a:xfrm>
              <a:custGeom>
                <a:avLst/>
                <a:gdLst/>
                <a:ahLst/>
                <a:cxnLst/>
                <a:rect l="l" t="t" r="r" b="b"/>
                <a:pathLst>
                  <a:path w="5038" h="1002" extrusionOk="0">
                    <a:moveTo>
                      <a:pt x="1" y="1"/>
                    </a:moveTo>
                    <a:lnTo>
                      <a:pt x="1" y="1002"/>
                    </a:lnTo>
                    <a:lnTo>
                      <a:pt x="5038" y="1002"/>
                    </a:lnTo>
                    <a:lnTo>
                      <a:pt x="50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9">
                <a:extLst>
                  <a:ext uri="{FF2B5EF4-FFF2-40B4-BE49-F238E27FC236}">
                    <a16:creationId xmlns:a16="http://schemas.microsoft.com/office/drawing/2014/main" id="{4F6E4787-3823-6FBD-FE74-81FB4A077474}"/>
                  </a:ext>
                </a:extLst>
              </p:cNvPr>
              <p:cNvSpPr/>
              <p:nvPr/>
            </p:nvSpPr>
            <p:spPr>
              <a:xfrm>
                <a:off x="1914889" y="4736042"/>
                <a:ext cx="36869" cy="36869"/>
              </a:xfrm>
              <a:custGeom>
                <a:avLst/>
                <a:gdLst/>
                <a:ahLst/>
                <a:cxnLst/>
                <a:rect l="l" t="t" r="r" b="b"/>
                <a:pathLst>
                  <a:path w="1002" h="1002" extrusionOk="0">
                    <a:moveTo>
                      <a:pt x="1" y="1"/>
                    </a:moveTo>
                    <a:lnTo>
                      <a:pt x="1"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9">
                <a:extLst>
                  <a:ext uri="{FF2B5EF4-FFF2-40B4-BE49-F238E27FC236}">
                    <a16:creationId xmlns:a16="http://schemas.microsoft.com/office/drawing/2014/main" id="{86A65ECC-82EF-1897-29C0-92181C342774}"/>
                  </a:ext>
                </a:extLst>
              </p:cNvPr>
              <p:cNvSpPr/>
              <p:nvPr/>
            </p:nvSpPr>
            <p:spPr>
              <a:xfrm>
                <a:off x="1803216" y="4736042"/>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9">
                <a:extLst>
                  <a:ext uri="{FF2B5EF4-FFF2-40B4-BE49-F238E27FC236}">
                    <a16:creationId xmlns:a16="http://schemas.microsoft.com/office/drawing/2014/main" id="{F488ABE8-F5D5-BE59-8905-E17EAD527E5D}"/>
                  </a:ext>
                </a:extLst>
              </p:cNvPr>
              <p:cNvSpPr/>
              <p:nvPr/>
            </p:nvSpPr>
            <p:spPr>
              <a:xfrm>
                <a:off x="1841262" y="4772874"/>
                <a:ext cx="36832" cy="73664"/>
              </a:xfrm>
              <a:custGeom>
                <a:avLst/>
                <a:gdLst/>
                <a:ahLst/>
                <a:cxnLst/>
                <a:rect l="l" t="t" r="r" b="b"/>
                <a:pathLst>
                  <a:path w="1001" h="2002" extrusionOk="0">
                    <a:moveTo>
                      <a:pt x="0" y="0"/>
                    </a:moveTo>
                    <a:lnTo>
                      <a:pt x="0"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9">
                <a:extLst>
                  <a:ext uri="{FF2B5EF4-FFF2-40B4-BE49-F238E27FC236}">
                    <a16:creationId xmlns:a16="http://schemas.microsoft.com/office/drawing/2014/main" id="{8B922198-00BF-540C-72D2-12010D4D1017}"/>
                  </a:ext>
                </a:extLst>
              </p:cNvPr>
              <p:cNvSpPr/>
              <p:nvPr/>
            </p:nvSpPr>
            <p:spPr>
              <a:xfrm>
                <a:off x="1878057" y="4847751"/>
                <a:ext cx="36869" cy="73664"/>
              </a:xfrm>
              <a:custGeom>
                <a:avLst/>
                <a:gdLst/>
                <a:ahLst/>
                <a:cxnLst/>
                <a:rect l="l" t="t" r="r" b="b"/>
                <a:pathLst>
                  <a:path w="1002" h="2002" extrusionOk="0">
                    <a:moveTo>
                      <a:pt x="1" y="0"/>
                    </a:moveTo>
                    <a:lnTo>
                      <a:pt x="1" y="2001"/>
                    </a:lnTo>
                    <a:lnTo>
                      <a:pt x="1002" y="2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9">
                <a:extLst>
                  <a:ext uri="{FF2B5EF4-FFF2-40B4-BE49-F238E27FC236}">
                    <a16:creationId xmlns:a16="http://schemas.microsoft.com/office/drawing/2014/main" id="{29304721-0D45-0D4B-8D73-FD65FB5F3EAB}"/>
                  </a:ext>
                </a:extLst>
              </p:cNvPr>
              <p:cNvSpPr/>
              <p:nvPr/>
            </p:nvSpPr>
            <p:spPr>
              <a:xfrm>
                <a:off x="1914889" y="4921378"/>
                <a:ext cx="73700" cy="36869"/>
              </a:xfrm>
              <a:custGeom>
                <a:avLst/>
                <a:gdLst/>
                <a:ahLst/>
                <a:cxnLst/>
                <a:rect l="l" t="t" r="r" b="b"/>
                <a:pathLst>
                  <a:path w="2003" h="1002" extrusionOk="0">
                    <a:moveTo>
                      <a:pt x="1" y="0"/>
                    </a:moveTo>
                    <a:lnTo>
                      <a:pt x="1" y="1001"/>
                    </a:lnTo>
                    <a:lnTo>
                      <a:pt x="2002" y="1001"/>
                    </a:lnTo>
                    <a:lnTo>
                      <a:pt x="2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9">
                <a:extLst>
                  <a:ext uri="{FF2B5EF4-FFF2-40B4-BE49-F238E27FC236}">
                    <a16:creationId xmlns:a16="http://schemas.microsoft.com/office/drawing/2014/main" id="{7693B1D7-FDA1-37FF-4955-446DC1284948}"/>
                  </a:ext>
                </a:extLst>
              </p:cNvPr>
              <p:cNvSpPr/>
              <p:nvPr/>
            </p:nvSpPr>
            <p:spPr>
              <a:xfrm>
                <a:off x="1951721" y="4772874"/>
                <a:ext cx="36869" cy="73664"/>
              </a:xfrm>
              <a:custGeom>
                <a:avLst/>
                <a:gdLst/>
                <a:ahLst/>
                <a:cxnLst/>
                <a:rect l="l" t="t" r="r" b="b"/>
                <a:pathLst>
                  <a:path w="1002" h="2002" extrusionOk="0">
                    <a:moveTo>
                      <a:pt x="0" y="0"/>
                    </a:moveTo>
                    <a:lnTo>
                      <a:pt x="0"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9">
                <a:extLst>
                  <a:ext uri="{FF2B5EF4-FFF2-40B4-BE49-F238E27FC236}">
                    <a16:creationId xmlns:a16="http://schemas.microsoft.com/office/drawing/2014/main" id="{B47F9EC6-C7D8-C4CA-CDDF-5AE415C93C04}"/>
                  </a:ext>
                </a:extLst>
              </p:cNvPr>
              <p:cNvSpPr/>
              <p:nvPr/>
            </p:nvSpPr>
            <p:spPr>
              <a:xfrm>
                <a:off x="1988553" y="4847751"/>
                <a:ext cx="36832" cy="73664"/>
              </a:xfrm>
              <a:custGeom>
                <a:avLst/>
                <a:gdLst/>
                <a:ahLst/>
                <a:cxnLst/>
                <a:rect l="l" t="t" r="r" b="b"/>
                <a:pathLst>
                  <a:path w="1001" h="2002" extrusionOk="0">
                    <a:moveTo>
                      <a:pt x="0" y="0"/>
                    </a:moveTo>
                    <a:lnTo>
                      <a:pt x="0" y="2001"/>
                    </a:lnTo>
                    <a:lnTo>
                      <a:pt x="1001" y="2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9">
                <a:extLst>
                  <a:ext uri="{FF2B5EF4-FFF2-40B4-BE49-F238E27FC236}">
                    <a16:creationId xmlns:a16="http://schemas.microsoft.com/office/drawing/2014/main" id="{206E7E0E-4F9E-3ED9-9F34-BF671AE543FD}"/>
                  </a:ext>
                </a:extLst>
              </p:cNvPr>
              <p:cNvSpPr/>
              <p:nvPr/>
            </p:nvSpPr>
            <p:spPr>
              <a:xfrm>
                <a:off x="1765170" y="4772874"/>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9">
                <a:extLst>
                  <a:ext uri="{FF2B5EF4-FFF2-40B4-BE49-F238E27FC236}">
                    <a16:creationId xmlns:a16="http://schemas.microsoft.com/office/drawing/2014/main" id="{55A83A35-2E49-A4A7-BBF7-977D1976C6E4}"/>
                  </a:ext>
                </a:extLst>
              </p:cNvPr>
              <p:cNvSpPr/>
              <p:nvPr/>
            </p:nvSpPr>
            <p:spPr>
              <a:xfrm>
                <a:off x="1729553" y="4810920"/>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9">
                <a:extLst>
                  <a:ext uri="{FF2B5EF4-FFF2-40B4-BE49-F238E27FC236}">
                    <a16:creationId xmlns:a16="http://schemas.microsoft.com/office/drawing/2014/main" id="{5C29E64D-D709-27D4-886D-4F77F89D28D7}"/>
                  </a:ext>
                </a:extLst>
              </p:cNvPr>
              <p:cNvSpPr/>
              <p:nvPr/>
            </p:nvSpPr>
            <p:spPr>
              <a:xfrm>
                <a:off x="1692758" y="4847751"/>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2" name="Google Shape;772;p39">
              <a:extLst>
                <a:ext uri="{FF2B5EF4-FFF2-40B4-BE49-F238E27FC236}">
                  <a16:creationId xmlns:a16="http://schemas.microsoft.com/office/drawing/2014/main" id="{86EA7FCD-52CC-59F2-BBC7-332E0045EE04}"/>
                </a:ext>
              </a:extLst>
            </p:cNvPr>
            <p:cNvGrpSpPr/>
            <p:nvPr/>
          </p:nvGrpSpPr>
          <p:grpSpPr>
            <a:xfrm>
              <a:off x="2099011" y="4329790"/>
              <a:ext cx="407505" cy="517999"/>
              <a:chOff x="2099011" y="4329790"/>
              <a:chExt cx="407505" cy="517999"/>
            </a:xfrm>
          </p:grpSpPr>
          <p:sp>
            <p:nvSpPr>
              <p:cNvPr id="773" name="Google Shape;773;p39">
                <a:extLst>
                  <a:ext uri="{FF2B5EF4-FFF2-40B4-BE49-F238E27FC236}">
                    <a16:creationId xmlns:a16="http://schemas.microsoft.com/office/drawing/2014/main" id="{7DFAF30A-A7D1-D7FF-2F16-9B227C7A5627}"/>
                  </a:ext>
                </a:extLst>
              </p:cNvPr>
              <p:cNvSpPr/>
              <p:nvPr/>
            </p:nvSpPr>
            <p:spPr>
              <a:xfrm>
                <a:off x="2100225" y="4331004"/>
                <a:ext cx="405076" cy="515535"/>
              </a:xfrm>
              <a:custGeom>
                <a:avLst/>
                <a:gdLst/>
                <a:ahLst/>
                <a:cxnLst/>
                <a:rect l="l" t="t" r="r" b="b"/>
                <a:pathLst>
                  <a:path w="11009" h="14011" extrusionOk="0">
                    <a:moveTo>
                      <a:pt x="1" y="1"/>
                    </a:moveTo>
                    <a:lnTo>
                      <a:pt x="1" y="1001"/>
                    </a:lnTo>
                    <a:lnTo>
                      <a:pt x="1001" y="1001"/>
                    </a:lnTo>
                    <a:lnTo>
                      <a:pt x="1001" y="2002"/>
                    </a:lnTo>
                    <a:lnTo>
                      <a:pt x="1001" y="3003"/>
                    </a:lnTo>
                    <a:lnTo>
                      <a:pt x="1001" y="4004"/>
                    </a:lnTo>
                    <a:lnTo>
                      <a:pt x="2002" y="4004"/>
                    </a:lnTo>
                    <a:lnTo>
                      <a:pt x="2002" y="5004"/>
                    </a:lnTo>
                    <a:lnTo>
                      <a:pt x="3003" y="5004"/>
                    </a:lnTo>
                    <a:lnTo>
                      <a:pt x="3003" y="6005"/>
                    </a:lnTo>
                    <a:lnTo>
                      <a:pt x="4003" y="6005"/>
                    </a:lnTo>
                    <a:lnTo>
                      <a:pt x="4003" y="7006"/>
                    </a:lnTo>
                    <a:lnTo>
                      <a:pt x="4003" y="8006"/>
                    </a:lnTo>
                    <a:lnTo>
                      <a:pt x="3003" y="8006"/>
                    </a:lnTo>
                    <a:lnTo>
                      <a:pt x="3003" y="9007"/>
                    </a:lnTo>
                    <a:lnTo>
                      <a:pt x="2002" y="9007"/>
                    </a:lnTo>
                    <a:lnTo>
                      <a:pt x="2002" y="10008"/>
                    </a:lnTo>
                    <a:lnTo>
                      <a:pt x="1001" y="10008"/>
                    </a:lnTo>
                    <a:lnTo>
                      <a:pt x="1001" y="11009"/>
                    </a:lnTo>
                    <a:lnTo>
                      <a:pt x="1001" y="12009"/>
                    </a:lnTo>
                    <a:lnTo>
                      <a:pt x="1001" y="13010"/>
                    </a:lnTo>
                    <a:lnTo>
                      <a:pt x="1" y="13010"/>
                    </a:lnTo>
                    <a:lnTo>
                      <a:pt x="1" y="14011"/>
                    </a:lnTo>
                    <a:lnTo>
                      <a:pt x="11008" y="14011"/>
                    </a:lnTo>
                    <a:lnTo>
                      <a:pt x="11008" y="13010"/>
                    </a:lnTo>
                    <a:lnTo>
                      <a:pt x="10008" y="13010"/>
                    </a:lnTo>
                    <a:lnTo>
                      <a:pt x="10008" y="12009"/>
                    </a:lnTo>
                    <a:lnTo>
                      <a:pt x="10008" y="11009"/>
                    </a:lnTo>
                    <a:lnTo>
                      <a:pt x="10008" y="10008"/>
                    </a:lnTo>
                    <a:lnTo>
                      <a:pt x="9007" y="10008"/>
                    </a:lnTo>
                    <a:lnTo>
                      <a:pt x="9007" y="9007"/>
                    </a:lnTo>
                    <a:lnTo>
                      <a:pt x="8006" y="9007"/>
                    </a:lnTo>
                    <a:lnTo>
                      <a:pt x="8006" y="8006"/>
                    </a:lnTo>
                    <a:lnTo>
                      <a:pt x="7006" y="8006"/>
                    </a:lnTo>
                    <a:lnTo>
                      <a:pt x="7006" y="7006"/>
                    </a:lnTo>
                    <a:lnTo>
                      <a:pt x="7006" y="6005"/>
                    </a:lnTo>
                    <a:lnTo>
                      <a:pt x="8006" y="6005"/>
                    </a:lnTo>
                    <a:lnTo>
                      <a:pt x="8006" y="5004"/>
                    </a:lnTo>
                    <a:lnTo>
                      <a:pt x="9007" y="5004"/>
                    </a:lnTo>
                    <a:lnTo>
                      <a:pt x="9007" y="4004"/>
                    </a:lnTo>
                    <a:lnTo>
                      <a:pt x="10008" y="4004"/>
                    </a:lnTo>
                    <a:lnTo>
                      <a:pt x="10008" y="3003"/>
                    </a:lnTo>
                    <a:lnTo>
                      <a:pt x="10008" y="2002"/>
                    </a:lnTo>
                    <a:lnTo>
                      <a:pt x="10008" y="1001"/>
                    </a:lnTo>
                    <a:lnTo>
                      <a:pt x="11008" y="1001"/>
                    </a:lnTo>
                    <a:lnTo>
                      <a:pt x="1100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9">
                <a:extLst>
                  <a:ext uri="{FF2B5EF4-FFF2-40B4-BE49-F238E27FC236}">
                    <a16:creationId xmlns:a16="http://schemas.microsoft.com/office/drawing/2014/main" id="{5FB9750E-69C4-876A-CBC2-30804194758A}"/>
                  </a:ext>
                </a:extLst>
              </p:cNvPr>
              <p:cNvSpPr/>
              <p:nvPr/>
            </p:nvSpPr>
            <p:spPr>
              <a:xfrm>
                <a:off x="2173889" y="4477080"/>
                <a:ext cx="73664" cy="74878"/>
              </a:xfrm>
              <a:custGeom>
                <a:avLst/>
                <a:gdLst/>
                <a:ahLst/>
                <a:cxnLst/>
                <a:rect l="l" t="t" r="r" b="b"/>
                <a:pathLst>
                  <a:path w="2002" h="2035" extrusionOk="0">
                    <a:moveTo>
                      <a:pt x="0" y="0"/>
                    </a:moveTo>
                    <a:lnTo>
                      <a:pt x="0" y="1034"/>
                    </a:lnTo>
                    <a:lnTo>
                      <a:pt x="1001" y="1034"/>
                    </a:lnTo>
                    <a:lnTo>
                      <a:pt x="1001" y="0"/>
                    </a:lnTo>
                    <a:close/>
                    <a:moveTo>
                      <a:pt x="1001" y="1034"/>
                    </a:moveTo>
                    <a:lnTo>
                      <a:pt x="1001" y="2035"/>
                    </a:lnTo>
                    <a:lnTo>
                      <a:pt x="2001" y="2035"/>
                    </a:lnTo>
                    <a:lnTo>
                      <a:pt x="2001" y="103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9">
                <a:extLst>
                  <a:ext uri="{FF2B5EF4-FFF2-40B4-BE49-F238E27FC236}">
                    <a16:creationId xmlns:a16="http://schemas.microsoft.com/office/drawing/2014/main" id="{FBEB3EB5-3BEF-3821-6F79-EC19A67692B7}"/>
                  </a:ext>
                </a:extLst>
              </p:cNvPr>
              <p:cNvSpPr/>
              <p:nvPr/>
            </p:nvSpPr>
            <p:spPr>
              <a:xfrm>
                <a:off x="2284348" y="4477080"/>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9">
                <a:extLst>
                  <a:ext uri="{FF2B5EF4-FFF2-40B4-BE49-F238E27FC236}">
                    <a16:creationId xmlns:a16="http://schemas.microsoft.com/office/drawing/2014/main" id="{3765A8F8-EF3D-6928-383D-553CF5EF9AC4}"/>
                  </a:ext>
                </a:extLst>
              </p:cNvPr>
              <p:cNvSpPr/>
              <p:nvPr/>
            </p:nvSpPr>
            <p:spPr>
              <a:xfrm>
                <a:off x="2247516" y="4440248"/>
                <a:ext cx="36869" cy="36869"/>
              </a:xfrm>
              <a:custGeom>
                <a:avLst/>
                <a:gdLst/>
                <a:ahLst/>
                <a:cxnLst/>
                <a:rect l="l" t="t" r="r" b="b"/>
                <a:pathLst>
                  <a:path w="1002" h="1002"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9">
                <a:extLst>
                  <a:ext uri="{FF2B5EF4-FFF2-40B4-BE49-F238E27FC236}">
                    <a16:creationId xmlns:a16="http://schemas.microsoft.com/office/drawing/2014/main" id="{9AF03161-3CE5-3EB5-9198-08312565DC51}"/>
                  </a:ext>
                </a:extLst>
              </p:cNvPr>
              <p:cNvSpPr/>
              <p:nvPr/>
            </p:nvSpPr>
            <p:spPr>
              <a:xfrm>
                <a:off x="2321143" y="4440248"/>
                <a:ext cx="36869" cy="36869"/>
              </a:xfrm>
              <a:custGeom>
                <a:avLst/>
                <a:gdLst/>
                <a:ahLst/>
                <a:cxnLst/>
                <a:rect l="l" t="t" r="r" b="b"/>
                <a:pathLst>
                  <a:path w="1002" h="1002"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9">
                <a:extLst>
                  <a:ext uri="{FF2B5EF4-FFF2-40B4-BE49-F238E27FC236}">
                    <a16:creationId xmlns:a16="http://schemas.microsoft.com/office/drawing/2014/main" id="{5C26A831-4E6D-2FA2-4322-EAFDB6792953}"/>
                  </a:ext>
                </a:extLst>
              </p:cNvPr>
              <p:cNvSpPr/>
              <p:nvPr/>
            </p:nvSpPr>
            <p:spPr>
              <a:xfrm>
                <a:off x="2247516" y="4551920"/>
                <a:ext cx="36869" cy="73700"/>
              </a:xfrm>
              <a:custGeom>
                <a:avLst/>
                <a:gdLst/>
                <a:ahLst/>
                <a:cxnLst/>
                <a:rect l="l" t="t" r="r" b="b"/>
                <a:pathLst>
                  <a:path w="1002" h="2003" extrusionOk="0">
                    <a:moveTo>
                      <a:pt x="0" y="1"/>
                    </a:moveTo>
                    <a:lnTo>
                      <a:pt x="0" y="1002"/>
                    </a:lnTo>
                    <a:lnTo>
                      <a:pt x="0" y="2002"/>
                    </a:lnTo>
                    <a:lnTo>
                      <a:pt x="1001" y="2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9">
                <a:extLst>
                  <a:ext uri="{FF2B5EF4-FFF2-40B4-BE49-F238E27FC236}">
                    <a16:creationId xmlns:a16="http://schemas.microsoft.com/office/drawing/2014/main" id="{2C58697D-16ED-8E1E-E911-87DC77E88041}"/>
                  </a:ext>
                </a:extLst>
              </p:cNvPr>
              <p:cNvSpPr/>
              <p:nvPr/>
            </p:nvSpPr>
            <p:spPr>
              <a:xfrm>
                <a:off x="2210684" y="4625584"/>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9">
                <a:extLst>
                  <a:ext uri="{FF2B5EF4-FFF2-40B4-BE49-F238E27FC236}">
                    <a16:creationId xmlns:a16="http://schemas.microsoft.com/office/drawing/2014/main" id="{C4ABA757-9AF1-128F-CEF4-D134862BC01C}"/>
                  </a:ext>
                </a:extLst>
              </p:cNvPr>
              <p:cNvSpPr/>
              <p:nvPr/>
            </p:nvSpPr>
            <p:spPr>
              <a:xfrm>
                <a:off x="2173889" y="4662415"/>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9">
                <a:extLst>
                  <a:ext uri="{FF2B5EF4-FFF2-40B4-BE49-F238E27FC236}">
                    <a16:creationId xmlns:a16="http://schemas.microsoft.com/office/drawing/2014/main" id="{536F4402-1BEF-D8F6-A697-E160F0E311ED}"/>
                  </a:ext>
                </a:extLst>
              </p:cNvPr>
              <p:cNvSpPr/>
              <p:nvPr/>
            </p:nvSpPr>
            <p:spPr>
              <a:xfrm>
                <a:off x="2321143" y="4736042"/>
                <a:ext cx="36869" cy="36869"/>
              </a:xfrm>
              <a:custGeom>
                <a:avLst/>
                <a:gdLst/>
                <a:ahLst/>
                <a:cxnLst/>
                <a:rect l="l" t="t" r="r" b="b"/>
                <a:pathLst>
                  <a:path w="1002" h="1002" extrusionOk="0">
                    <a:moveTo>
                      <a:pt x="1" y="1"/>
                    </a:moveTo>
                    <a:lnTo>
                      <a:pt x="1" y="1001"/>
                    </a:lnTo>
                    <a:lnTo>
                      <a:pt x="1002" y="1001"/>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9">
                <a:extLst>
                  <a:ext uri="{FF2B5EF4-FFF2-40B4-BE49-F238E27FC236}">
                    <a16:creationId xmlns:a16="http://schemas.microsoft.com/office/drawing/2014/main" id="{4F9803F4-DA0F-123D-CC51-443BF92017CF}"/>
                  </a:ext>
                </a:extLst>
              </p:cNvPr>
              <p:cNvSpPr/>
              <p:nvPr/>
            </p:nvSpPr>
            <p:spPr>
              <a:xfrm>
                <a:off x="2247516" y="4736042"/>
                <a:ext cx="36869" cy="36869"/>
              </a:xfrm>
              <a:custGeom>
                <a:avLst/>
                <a:gdLst/>
                <a:ahLst/>
                <a:cxnLst/>
                <a:rect l="l" t="t" r="r" b="b"/>
                <a:pathLst>
                  <a:path w="1002"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39">
                <a:extLst>
                  <a:ext uri="{FF2B5EF4-FFF2-40B4-BE49-F238E27FC236}">
                    <a16:creationId xmlns:a16="http://schemas.microsoft.com/office/drawing/2014/main" id="{C9CB6B6A-8ABF-3C15-6A10-BE483E1044B9}"/>
                  </a:ext>
                </a:extLst>
              </p:cNvPr>
              <p:cNvSpPr/>
              <p:nvPr/>
            </p:nvSpPr>
            <p:spPr>
              <a:xfrm>
                <a:off x="2284348" y="4699210"/>
                <a:ext cx="36832" cy="36869"/>
              </a:xfrm>
              <a:custGeom>
                <a:avLst/>
                <a:gdLst/>
                <a:ahLst/>
                <a:cxnLst/>
                <a:rect l="l" t="t" r="r" b="b"/>
                <a:pathLst>
                  <a:path w="1001" h="1002" extrusionOk="0">
                    <a:moveTo>
                      <a:pt x="0" y="1"/>
                    </a:moveTo>
                    <a:lnTo>
                      <a:pt x="0"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9">
                <a:extLst>
                  <a:ext uri="{FF2B5EF4-FFF2-40B4-BE49-F238E27FC236}">
                    <a16:creationId xmlns:a16="http://schemas.microsoft.com/office/drawing/2014/main" id="{278ED079-C854-47EB-6532-420BBC005EE2}"/>
                  </a:ext>
                </a:extLst>
              </p:cNvPr>
              <p:cNvSpPr/>
              <p:nvPr/>
            </p:nvSpPr>
            <p:spPr>
              <a:xfrm>
                <a:off x="2099011" y="4329790"/>
                <a:ext cx="407505" cy="147327"/>
              </a:xfrm>
              <a:custGeom>
                <a:avLst/>
                <a:gdLst/>
                <a:ahLst/>
                <a:cxnLst/>
                <a:rect l="l" t="t" r="r" b="b"/>
                <a:pathLst>
                  <a:path w="11075" h="4004" extrusionOk="0">
                    <a:moveTo>
                      <a:pt x="0" y="0"/>
                    </a:moveTo>
                    <a:lnTo>
                      <a:pt x="0" y="1001"/>
                    </a:lnTo>
                    <a:lnTo>
                      <a:pt x="1001" y="1001"/>
                    </a:lnTo>
                    <a:lnTo>
                      <a:pt x="1001" y="2002"/>
                    </a:lnTo>
                    <a:lnTo>
                      <a:pt x="1001" y="3002"/>
                    </a:lnTo>
                    <a:lnTo>
                      <a:pt x="1001" y="4003"/>
                    </a:lnTo>
                    <a:lnTo>
                      <a:pt x="2035" y="4003"/>
                    </a:lnTo>
                    <a:lnTo>
                      <a:pt x="2035" y="3002"/>
                    </a:lnTo>
                    <a:lnTo>
                      <a:pt x="2035" y="2002"/>
                    </a:lnTo>
                    <a:lnTo>
                      <a:pt x="2035" y="1001"/>
                    </a:lnTo>
                    <a:lnTo>
                      <a:pt x="9040" y="1001"/>
                    </a:lnTo>
                    <a:lnTo>
                      <a:pt x="9040" y="2002"/>
                    </a:lnTo>
                    <a:lnTo>
                      <a:pt x="9040" y="3002"/>
                    </a:lnTo>
                    <a:lnTo>
                      <a:pt x="9040" y="4003"/>
                    </a:lnTo>
                    <a:lnTo>
                      <a:pt x="10074" y="4003"/>
                    </a:lnTo>
                    <a:lnTo>
                      <a:pt x="10074" y="3002"/>
                    </a:lnTo>
                    <a:lnTo>
                      <a:pt x="10074" y="2002"/>
                    </a:lnTo>
                    <a:lnTo>
                      <a:pt x="10074" y="1001"/>
                    </a:lnTo>
                    <a:lnTo>
                      <a:pt x="11075" y="1001"/>
                    </a:lnTo>
                    <a:lnTo>
                      <a:pt x="110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9">
                <a:extLst>
                  <a:ext uri="{FF2B5EF4-FFF2-40B4-BE49-F238E27FC236}">
                    <a16:creationId xmlns:a16="http://schemas.microsoft.com/office/drawing/2014/main" id="{E235B362-81B7-C835-E433-C4FA1CA61911}"/>
                  </a:ext>
                </a:extLst>
              </p:cNvPr>
              <p:cNvSpPr/>
              <p:nvPr/>
            </p:nvSpPr>
            <p:spPr>
              <a:xfrm>
                <a:off x="2357974" y="4477080"/>
                <a:ext cx="73700" cy="74878"/>
              </a:xfrm>
              <a:custGeom>
                <a:avLst/>
                <a:gdLst/>
                <a:ahLst/>
                <a:cxnLst/>
                <a:rect l="l" t="t" r="r" b="b"/>
                <a:pathLst>
                  <a:path w="2003" h="2035" extrusionOk="0">
                    <a:moveTo>
                      <a:pt x="1001" y="0"/>
                    </a:moveTo>
                    <a:lnTo>
                      <a:pt x="1001" y="1034"/>
                    </a:lnTo>
                    <a:lnTo>
                      <a:pt x="2002" y="1034"/>
                    </a:lnTo>
                    <a:lnTo>
                      <a:pt x="2002" y="0"/>
                    </a:lnTo>
                    <a:close/>
                    <a:moveTo>
                      <a:pt x="1" y="1034"/>
                    </a:moveTo>
                    <a:lnTo>
                      <a:pt x="1" y="2035"/>
                    </a:lnTo>
                    <a:lnTo>
                      <a:pt x="1001" y="2035"/>
                    </a:lnTo>
                    <a:lnTo>
                      <a:pt x="1001" y="103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9">
                <a:extLst>
                  <a:ext uri="{FF2B5EF4-FFF2-40B4-BE49-F238E27FC236}">
                    <a16:creationId xmlns:a16="http://schemas.microsoft.com/office/drawing/2014/main" id="{BECCEF89-E724-9A3E-67B0-081295EC78E1}"/>
                  </a:ext>
                </a:extLst>
              </p:cNvPr>
              <p:cNvSpPr/>
              <p:nvPr/>
            </p:nvSpPr>
            <p:spPr>
              <a:xfrm>
                <a:off x="2321143" y="4551920"/>
                <a:ext cx="36869" cy="73700"/>
              </a:xfrm>
              <a:custGeom>
                <a:avLst/>
                <a:gdLst/>
                <a:ahLst/>
                <a:cxnLst/>
                <a:rect l="l" t="t" r="r" b="b"/>
                <a:pathLst>
                  <a:path w="1002" h="2003" extrusionOk="0">
                    <a:moveTo>
                      <a:pt x="1" y="1"/>
                    </a:moveTo>
                    <a:lnTo>
                      <a:pt x="1" y="1002"/>
                    </a:lnTo>
                    <a:lnTo>
                      <a:pt x="1" y="2002"/>
                    </a:lnTo>
                    <a:lnTo>
                      <a:pt x="1002" y="2002"/>
                    </a:lnTo>
                    <a:lnTo>
                      <a:pt x="1002" y="1002"/>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9">
                <a:extLst>
                  <a:ext uri="{FF2B5EF4-FFF2-40B4-BE49-F238E27FC236}">
                    <a16:creationId xmlns:a16="http://schemas.microsoft.com/office/drawing/2014/main" id="{5368881D-C325-6D59-359A-AA7C5582BF0C}"/>
                  </a:ext>
                </a:extLst>
              </p:cNvPr>
              <p:cNvSpPr/>
              <p:nvPr/>
            </p:nvSpPr>
            <p:spPr>
              <a:xfrm>
                <a:off x="2357974" y="4625584"/>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9">
                <a:extLst>
                  <a:ext uri="{FF2B5EF4-FFF2-40B4-BE49-F238E27FC236}">
                    <a16:creationId xmlns:a16="http://schemas.microsoft.com/office/drawing/2014/main" id="{528222CC-2659-1685-F58B-34551E2BD3B7}"/>
                  </a:ext>
                </a:extLst>
              </p:cNvPr>
              <p:cNvSpPr/>
              <p:nvPr/>
            </p:nvSpPr>
            <p:spPr>
              <a:xfrm>
                <a:off x="2394806" y="4662415"/>
                <a:ext cx="36869" cy="36832"/>
              </a:xfrm>
              <a:custGeom>
                <a:avLst/>
                <a:gdLst/>
                <a:ahLst/>
                <a:cxnLst/>
                <a:rect l="l" t="t" r="r" b="b"/>
                <a:pathLst>
                  <a:path w="1002"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9">
                <a:extLst>
                  <a:ext uri="{FF2B5EF4-FFF2-40B4-BE49-F238E27FC236}">
                    <a16:creationId xmlns:a16="http://schemas.microsoft.com/office/drawing/2014/main" id="{3F860189-2BAD-AE7A-4926-CFBA9CF53EBD}"/>
                  </a:ext>
                </a:extLst>
              </p:cNvPr>
              <p:cNvSpPr/>
              <p:nvPr/>
            </p:nvSpPr>
            <p:spPr>
              <a:xfrm>
                <a:off x="2099011" y="4699210"/>
                <a:ext cx="407505" cy="148578"/>
              </a:xfrm>
              <a:custGeom>
                <a:avLst/>
                <a:gdLst/>
                <a:ahLst/>
                <a:cxnLst/>
                <a:rect l="l" t="t" r="r" b="b"/>
                <a:pathLst>
                  <a:path w="11075" h="4038" extrusionOk="0">
                    <a:moveTo>
                      <a:pt x="1001" y="1"/>
                    </a:moveTo>
                    <a:lnTo>
                      <a:pt x="1001" y="1002"/>
                    </a:lnTo>
                    <a:lnTo>
                      <a:pt x="1001" y="2002"/>
                    </a:lnTo>
                    <a:lnTo>
                      <a:pt x="1001" y="3036"/>
                    </a:lnTo>
                    <a:lnTo>
                      <a:pt x="0" y="3036"/>
                    </a:lnTo>
                    <a:lnTo>
                      <a:pt x="0" y="4037"/>
                    </a:lnTo>
                    <a:lnTo>
                      <a:pt x="11075" y="4037"/>
                    </a:lnTo>
                    <a:lnTo>
                      <a:pt x="11075" y="3036"/>
                    </a:lnTo>
                    <a:lnTo>
                      <a:pt x="10074" y="3036"/>
                    </a:lnTo>
                    <a:lnTo>
                      <a:pt x="10074" y="2002"/>
                    </a:lnTo>
                    <a:lnTo>
                      <a:pt x="10074" y="1002"/>
                    </a:lnTo>
                    <a:lnTo>
                      <a:pt x="10074" y="1"/>
                    </a:lnTo>
                    <a:lnTo>
                      <a:pt x="9040" y="1"/>
                    </a:lnTo>
                    <a:lnTo>
                      <a:pt x="9040" y="1002"/>
                    </a:lnTo>
                    <a:lnTo>
                      <a:pt x="9040" y="2002"/>
                    </a:lnTo>
                    <a:lnTo>
                      <a:pt x="9040" y="3036"/>
                    </a:lnTo>
                    <a:lnTo>
                      <a:pt x="8039" y="3036"/>
                    </a:lnTo>
                    <a:lnTo>
                      <a:pt x="8039" y="2002"/>
                    </a:lnTo>
                    <a:lnTo>
                      <a:pt x="7039" y="2002"/>
                    </a:lnTo>
                    <a:lnTo>
                      <a:pt x="7039" y="3036"/>
                    </a:lnTo>
                    <a:lnTo>
                      <a:pt x="6038" y="3036"/>
                    </a:lnTo>
                    <a:lnTo>
                      <a:pt x="6038" y="2002"/>
                    </a:lnTo>
                    <a:lnTo>
                      <a:pt x="5037" y="2002"/>
                    </a:lnTo>
                    <a:lnTo>
                      <a:pt x="5037" y="3036"/>
                    </a:lnTo>
                    <a:lnTo>
                      <a:pt x="4036" y="3036"/>
                    </a:lnTo>
                    <a:lnTo>
                      <a:pt x="4036" y="2002"/>
                    </a:lnTo>
                    <a:lnTo>
                      <a:pt x="3036" y="2002"/>
                    </a:lnTo>
                    <a:lnTo>
                      <a:pt x="3036" y="3036"/>
                    </a:lnTo>
                    <a:lnTo>
                      <a:pt x="2035" y="3036"/>
                    </a:lnTo>
                    <a:lnTo>
                      <a:pt x="2035" y="2002"/>
                    </a:lnTo>
                    <a:lnTo>
                      <a:pt x="2035" y="1002"/>
                    </a:lnTo>
                    <a:lnTo>
                      <a:pt x="20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39297363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43">
          <a:extLst>
            <a:ext uri="{FF2B5EF4-FFF2-40B4-BE49-F238E27FC236}">
              <a16:creationId xmlns:a16="http://schemas.microsoft.com/office/drawing/2014/main" id="{310273EF-F042-73B4-85A1-7BB3DECE8E01}"/>
            </a:ext>
          </a:extLst>
        </p:cNvPr>
        <p:cNvGrpSpPr/>
        <p:nvPr/>
      </p:nvGrpSpPr>
      <p:grpSpPr>
        <a:xfrm>
          <a:off x="0" y="0"/>
          <a:ext cx="0" cy="0"/>
          <a:chOff x="0" y="0"/>
          <a:chExt cx="0" cy="0"/>
        </a:xfrm>
      </p:grpSpPr>
      <p:sp>
        <p:nvSpPr>
          <p:cNvPr id="744" name="Google Shape;744;p39">
            <a:extLst>
              <a:ext uri="{FF2B5EF4-FFF2-40B4-BE49-F238E27FC236}">
                <a16:creationId xmlns:a16="http://schemas.microsoft.com/office/drawing/2014/main" id="{AB6F3A18-47FB-B4EE-C57E-326CF62E3ECD}"/>
              </a:ext>
            </a:extLst>
          </p:cNvPr>
          <p:cNvSpPr txBox="1">
            <a:spLocks noGrp="1"/>
          </p:cNvSpPr>
          <p:nvPr>
            <p:ph type="title"/>
          </p:nvPr>
        </p:nvSpPr>
        <p:spPr>
          <a:xfrm>
            <a:off x="715100" y="568622"/>
            <a:ext cx="6471008" cy="648600"/>
          </a:xfrm>
          <a:prstGeom prst="rect">
            <a:avLst/>
          </a:prstGeom>
        </p:spPr>
        <p:txBody>
          <a:bodyPr spcFirstLastPara="1" wrap="square" lIns="91425" tIns="91425" rIns="91425" bIns="91425" anchor="ctr" anchorCtr="0">
            <a:noAutofit/>
          </a:bodyPr>
          <a:lstStyle/>
          <a:p>
            <a:pPr lvl="0"/>
            <a:r>
              <a:rPr lang="fr-FR" dirty="0"/>
              <a:t>Architecture</a:t>
            </a:r>
            <a:endParaRPr dirty="0"/>
          </a:p>
        </p:txBody>
      </p:sp>
      <p:sp>
        <p:nvSpPr>
          <p:cNvPr id="745" name="Google Shape;745;p39">
            <a:extLst>
              <a:ext uri="{FF2B5EF4-FFF2-40B4-BE49-F238E27FC236}">
                <a16:creationId xmlns:a16="http://schemas.microsoft.com/office/drawing/2014/main" id="{4499E282-C864-4889-36A0-04FF400D341C}"/>
              </a:ext>
            </a:extLst>
          </p:cNvPr>
          <p:cNvSpPr txBox="1">
            <a:spLocks noGrp="1"/>
          </p:cNvSpPr>
          <p:nvPr>
            <p:ph type="subTitle" idx="1"/>
          </p:nvPr>
        </p:nvSpPr>
        <p:spPr>
          <a:xfrm>
            <a:off x="715100" y="1484555"/>
            <a:ext cx="6847526" cy="2388198"/>
          </a:xfrm>
          <a:prstGeom prst="rect">
            <a:avLst/>
          </a:prstGeom>
        </p:spPr>
        <p:txBody>
          <a:bodyPr spcFirstLastPara="1" wrap="square" lIns="91425" tIns="91425" rIns="91425" bIns="91425" anchor="ctr" anchorCtr="0">
            <a:noAutofit/>
          </a:bodyPr>
          <a:lstStyle/>
          <a:p>
            <a:pPr marL="0" lvl="0" indent="0"/>
            <a:r>
              <a:rPr lang="fr-FR" dirty="0"/>
              <a:t>Dans le système Teradata, il existe toujours deux systèmes BYNET : BYNET 0 et BYNET 1. On parle cependant généralement d’un seul système BYNET. En cas de défaillance d’un système BYNET, l’autre prend le relais. Toutefois, lorsque le volume de données est important, les deux systèmes BYNET peuvent être activés simultanément, ce qui améliore la communication entre les PE et les AMP.</a:t>
            </a:r>
            <a:endParaRPr dirty="0"/>
          </a:p>
        </p:txBody>
      </p:sp>
      <p:grpSp>
        <p:nvGrpSpPr>
          <p:cNvPr id="746" name="Google Shape;746;p39">
            <a:extLst>
              <a:ext uri="{FF2B5EF4-FFF2-40B4-BE49-F238E27FC236}">
                <a16:creationId xmlns:a16="http://schemas.microsoft.com/office/drawing/2014/main" id="{C6F69FB4-059A-F01F-AF07-129B3C21C3F5}"/>
              </a:ext>
            </a:extLst>
          </p:cNvPr>
          <p:cNvGrpSpPr/>
          <p:nvPr/>
        </p:nvGrpSpPr>
        <p:grpSpPr>
          <a:xfrm>
            <a:off x="7705847" y="4010466"/>
            <a:ext cx="723042" cy="598023"/>
            <a:chOff x="1654675" y="4256126"/>
            <a:chExt cx="851841" cy="704551"/>
          </a:xfrm>
        </p:grpSpPr>
        <p:grpSp>
          <p:nvGrpSpPr>
            <p:cNvPr id="747" name="Google Shape;747;p39">
              <a:extLst>
                <a:ext uri="{FF2B5EF4-FFF2-40B4-BE49-F238E27FC236}">
                  <a16:creationId xmlns:a16="http://schemas.microsoft.com/office/drawing/2014/main" id="{C295801A-993F-622A-0CBE-0FAE1D23A3F6}"/>
                </a:ext>
              </a:extLst>
            </p:cNvPr>
            <p:cNvGrpSpPr/>
            <p:nvPr/>
          </p:nvGrpSpPr>
          <p:grpSpPr>
            <a:xfrm>
              <a:off x="1654675" y="4256126"/>
              <a:ext cx="445587" cy="704551"/>
              <a:chOff x="1654675" y="4256126"/>
              <a:chExt cx="445587" cy="704551"/>
            </a:xfrm>
          </p:grpSpPr>
          <p:sp>
            <p:nvSpPr>
              <p:cNvPr id="748" name="Google Shape;748;p39">
                <a:extLst>
                  <a:ext uri="{FF2B5EF4-FFF2-40B4-BE49-F238E27FC236}">
                    <a16:creationId xmlns:a16="http://schemas.microsoft.com/office/drawing/2014/main" id="{D40F1916-E25F-5C13-A764-8FFE741C3BC4}"/>
                  </a:ext>
                </a:extLst>
              </p:cNvPr>
              <p:cNvSpPr/>
              <p:nvPr/>
            </p:nvSpPr>
            <p:spPr>
              <a:xfrm>
                <a:off x="1655926" y="4257377"/>
                <a:ext cx="440657" cy="703300"/>
              </a:xfrm>
              <a:custGeom>
                <a:avLst/>
                <a:gdLst/>
                <a:ahLst/>
                <a:cxnLst/>
                <a:rect l="l" t="t" r="r" b="b"/>
                <a:pathLst>
                  <a:path w="11976" h="19114" extrusionOk="0">
                    <a:moveTo>
                      <a:pt x="0" y="0"/>
                    </a:moveTo>
                    <a:lnTo>
                      <a:pt x="0" y="17112"/>
                    </a:lnTo>
                    <a:lnTo>
                      <a:pt x="2002" y="17112"/>
                    </a:lnTo>
                    <a:lnTo>
                      <a:pt x="2002" y="16112"/>
                    </a:lnTo>
                    <a:lnTo>
                      <a:pt x="3002" y="16112"/>
                    </a:lnTo>
                    <a:lnTo>
                      <a:pt x="3002" y="15111"/>
                    </a:lnTo>
                    <a:lnTo>
                      <a:pt x="4003" y="15111"/>
                    </a:lnTo>
                    <a:lnTo>
                      <a:pt x="4003" y="14110"/>
                    </a:lnTo>
                    <a:lnTo>
                      <a:pt x="4971" y="14110"/>
                    </a:lnTo>
                    <a:lnTo>
                      <a:pt x="4971" y="16112"/>
                    </a:lnTo>
                    <a:lnTo>
                      <a:pt x="5971" y="16112"/>
                    </a:lnTo>
                    <a:lnTo>
                      <a:pt x="5971" y="18113"/>
                    </a:lnTo>
                    <a:lnTo>
                      <a:pt x="6972" y="18113"/>
                    </a:lnTo>
                    <a:lnTo>
                      <a:pt x="6972" y="19114"/>
                    </a:lnTo>
                    <a:lnTo>
                      <a:pt x="8973" y="19114"/>
                    </a:lnTo>
                    <a:lnTo>
                      <a:pt x="8973" y="18113"/>
                    </a:lnTo>
                    <a:lnTo>
                      <a:pt x="9974" y="18113"/>
                    </a:lnTo>
                    <a:lnTo>
                      <a:pt x="9974" y="16112"/>
                    </a:lnTo>
                    <a:lnTo>
                      <a:pt x="8973" y="16112"/>
                    </a:lnTo>
                    <a:lnTo>
                      <a:pt x="8973" y="14110"/>
                    </a:lnTo>
                    <a:lnTo>
                      <a:pt x="7973" y="14110"/>
                    </a:lnTo>
                    <a:lnTo>
                      <a:pt x="7973" y="13110"/>
                    </a:lnTo>
                    <a:lnTo>
                      <a:pt x="11976" y="13110"/>
                    </a:lnTo>
                    <a:lnTo>
                      <a:pt x="11976" y="12009"/>
                    </a:lnTo>
                    <a:lnTo>
                      <a:pt x="11976" y="11008"/>
                    </a:lnTo>
                    <a:lnTo>
                      <a:pt x="11042" y="11008"/>
                    </a:lnTo>
                    <a:lnTo>
                      <a:pt x="11042" y="10007"/>
                    </a:lnTo>
                    <a:lnTo>
                      <a:pt x="10041" y="10007"/>
                    </a:lnTo>
                    <a:lnTo>
                      <a:pt x="10041" y="9007"/>
                    </a:lnTo>
                    <a:lnTo>
                      <a:pt x="9040" y="9007"/>
                    </a:lnTo>
                    <a:lnTo>
                      <a:pt x="9040" y="8006"/>
                    </a:lnTo>
                    <a:lnTo>
                      <a:pt x="8039" y="8006"/>
                    </a:lnTo>
                    <a:lnTo>
                      <a:pt x="8039" y="7005"/>
                    </a:lnTo>
                    <a:lnTo>
                      <a:pt x="7039" y="7005"/>
                    </a:lnTo>
                    <a:lnTo>
                      <a:pt x="7039" y="6005"/>
                    </a:lnTo>
                    <a:lnTo>
                      <a:pt x="6038" y="6005"/>
                    </a:lnTo>
                    <a:lnTo>
                      <a:pt x="6038" y="5004"/>
                    </a:lnTo>
                    <a:lnTo>
                      <a:pt x="5037" y="5004"/>
                    </a:lnTo>
                    <a:lnTo>
                      <a:pt x="5037" y="4003"/>
                    </a:lnTo>
                    <a:lnTo>
                      <a:pt x="4037" y="4003"/>
                    </a:lnTo>
                    <a:lnTo>
                      <a:pt x="4037" y="3002"/>
                    </a:lnTo>
                    <a:lnTo>
                      <a:pt x="3036" y="3002"/>
                    </a:lnTo>
                    <a:lnTo>
                      <a:pt x="3036" y="2002"/>
                    </a:lnTo>
                    <a:lnTo>
                      <a:pt x="2035" y="2002"/>
                    </a:lnTo>
                    <a:lnTo>
                      <a:pt x="2035" y="1001"/>
                    </a:lnTo>
                    <a:lnTo>
                      <a:pt x="1001" y="1001"/>
                    </a:lnTo>
                    <a:lnTo>
                      <a:pt x="100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9">
                <a:extLst>
                  <a:ext uri="{FF2B5EF4-FFF2-40B4-BE49-F238E27FC236}">
                    <a16:creationId xmlns:a16="http://schemas.microsoft.com/office/drawing/2014/main" id="{01C7E902-2413-ACD1-5E13-94E372784FCA}"/>
                  </a:ext>
                </a:extLst>
              </p:cNvPr>
              <p:cNvSpPr/>
              <p:nvPr/>
            </p:nvSpPr>
            <p:spPr>
              <a:xfrm>
                <a:off x="1654675" y="4256126"/>
                <a:ext cx="36869" cy="628459"/>
              </a:xfrm>
              <a:custGeom>
                <a:avLst/>
                <a:gdLst/>
                <a:ahLst/>
                <a:cxnLst/>
                <a:rect l="l" t="t" r="r" b="b"/>
                <a:pathLst>
                  <a:path w="1002" h="17080" extrusionOk="0">
                    <a:moveTo>
                      <a:pt x="1" y="1"/>
                    </a:moveTo>
                    <a:lnTo>
                      <a:pt x="1" y="17080"/>
                    </a:lnTo>
                    <a:lnTo>
                      <a:pt x="1002" y="17080"/>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9">
                <a:extLst>
                  <a:ext uri="{FF2B5EF4-FFF2-40B4-BE49-F238E27FC236}">
                    <a16:creationId xmlns:a16="http://schemas.microsoft.com/office/drawing/2014/main" id="{79982A68-066A-43D7-5F61-FE1F0DC10A75}"/>
                  </a:ext>
                </a:extLst>
              </p:cNvPr>
              <p:cNvSpPr/>
              <p:nvPr/>
            </p:nvSpPr>
            <p:spPr>
              <a:xfrm>
                <a:off x="1692758" y="4292958"/>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9">
                <a:extLst>
                  <a:ext uri="{FF2B5EF4-FFF2-40B4-BE49-F238E27FC236}">
                    <a16:creationId xmlns:a16="http://schemas.microsoft.com/office/drawing/2014/main" id="{E3A54958-BEBC-FAEB-A6E3-5B54825EA7F6}"/>
                  </a:ext>
                </a:extLst>
              </p:cNvPr>
              <p:cNvSpPr/>
              <p:nvPr/>
            </p:nvSpPr>
            <p:spPr>
              <a:xfrm>
                <a:off x="1729553" y="4329790"/>
                <a:ext cx="36869" cy="36832"/>
              </a:xfrm>
              <a:custGeom>
                <a:avLst/>
                <a:gdLst/>
                <a:ahLst/>
                <a:cxnLst/>
                <a:rect l="l" t="t" r="r" b="b"/>
                <a:pathLst>
                  <a:path w="1002" h="1001"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9">
                <a:extLst>
                  <a:ext uri="{FF2B5EF4-FFF2-40B4-BE49-F238E27FC236}">
                    <a16:creationId xmlns:a16="http://schemas.microsoft.com/office/drawing/2014/main" id="{C013F5C1-6BD0-3A1A-EE8C-19AC2C87DC56}"/>
                  </a:ext>
                </a:extLst>
              </p:cNvPr>
              <p:cNvSpPr/>
              <p:nvPr/>
            </p:nvSpPr>
            <p:spPr>
              <a:xfrm>
                <a:off x="1765170" y="4366621"/>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9">
                <a:extLst>
                  <a:ext uri="{FF2B5EF4-FFF2-40B4-BE49-F238E27FC236}">
                    <a16:creationId xmlns:a16="http://schemas.microsoft.com/office/drawing/2014/main" id="{7E0D3273-1CF3-609A-9080-5C3FEA3CC241}"/>
                  </a:ext>
                </a:extLst>
              </p:cNvPr>
              <p:cNvSpPr/>
              <p:nvPr/>
            </p:nvSpPr>
            <p:spPr>
              <a:xfrm>
                <a:off x="1803216" y="4403416"/>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9">
                <a:extLst>
                  <a:ext uri="{FF2B5EF4-FFF2-40B4-BE49-F238E27FC236}">
                    <a16:creationId xmlns:a16="http://schemas.microsoft.com/office/drawing/2014/main" id="{F0ACFC2A-0016-DCDC-486C-34E0FEBBE107}"/>
                  </a:ext>
                </a:extLst>
              </p:cNvPr>
              <p:cNvSpPr/>
              <p:nvPr/>
            </p:nvSpPr>
            <p:spPr>
              <a:xfrm>
                <a:off x="1841262" y="4440248"/>
                <a:ext cx="36832" cy="36869"/>
              </a:xfrm>
              <a:custGeom>
                <a:avLst/>
                <a:gdLst/>
                <a:ahLst/>
                <a:cxnLst/>
                <a:rect l="l" t="t" r="r" b="b"/>
                <a:pathLst>
                  <a:path w="1001" h="1002"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9">
                <a:extLst>
                  <a:ext uri="{FF2B5EF4-FFF2-40B4-BE49-F238E27FC236}">
                    <a16:creationId xmlns:a16="http://schemas.microsoft.com/office/drawing/2014/main" id="{DD95EC65-CF6E-8333-3212-3E1C18FE9FEC}"/>
                  </a:ext>
                </a:extLst>
              </p:cNvPr>
              <p:cNvSpPr/>
              <p:nvPr/>
            </p:nvSpPr>
            <p:spPr>
              <a:xfrm>
                <a:off x="1878057" y="4477080"/>
                <a:ext cx="36869" cy="36832"/>
              </a:xfrm>
              <a:custGeom>
                <a:avLst/>
                <a:gdLst/>
                <a:ahLst/>
                <a:cxnLst/>
                <a:rect l="l" t="t" r="r" b="b"/>
                <a:pathLst>
                  <a:path w="1002" h="1001"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9">
                <a:extLst>
                  <a:ext uri="{FF2B5EF4-FFF2-40B4-BE49-F238E27FC236}">
                    <a16:creationId xmlns:a16="http://schemas.microsoft.com/office/drawing/2014/main" id="{3D5DEAFD-644B-8FA8-0B26-DE3EDF823444}"/>
                  </a:ext>
                </a:extLst>
              </p:cNvPr>
              <p:cNvSpPr/>
              <p:nvPr/>
            </p:nvSpPr>
            <p:spPr>
              <a:xfrm>
                <a:off x="1914889" y="4515125"/>
                <a:ext cx="36869" cy="36832"/>
              </a:xfrm>
              <a:custGeom>
                <a:avLst/>
                <a:gdLst/>
                <a:ahLst/>
                <a:cxnLst/>
                <a:rect l="l" t="t" r="r" b="b"/>
                <a:pathLst>
                  <a:path w="1002" h="1001"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9">
                <a:extLst>
                  <a:ext uri="{FF2B5EF4-FFF2-40B4-BE49-F238E27FC236}">
                    <a16:creationId xmlns:a16="http://schemas.microsoft.com/office/drawing/2014/main" id="{0226E115-6B85-433F-3622-C812696A3F31}"/>
                  </a:ext>
                </a:extLst>
              </p:cNvPr>
              <p:cNvSpPr/>
              <p:nvPr/>
            </p:nvSpPr>
            <p:spPr>
              <a:xfrm>
                <a:off x="1951721" y="4551920"/>
                <a:ext cx="36869" cy="36869"/>
              </a:xfrm>
              <a:custGeom>
                <a:avLst/>
                <a:gdLst/>
                <a:ahLst/>
                <a:cxnLst/>
                <a:rect l="l" t="t" r="r" b="b"/>
                <a:pathLst>
                  <a:path w="1002" h="1002" extrusionOk="0">
                    <a:moveTo>
                      <a:pt x="0" y="1"/>
                    </a:moveTo>
                    <a:lnTo>
                      <a:pt x="0"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9">
                <a:extLst>
                  <a:ext uri="{FF2B5EF4-FFF2-40B4-BE49-F238E27FC236}">
                    <a16:creationId xmlns:a16="http://schemas.microsoft.com/office/drawing/2014/main" id="{416E8B09-79A7-05C6-74C7-10CE6CB52D6F}"/>
                  </a:ext>
                </a:extLst>
              </p:cNvPr>
              <p:cNvSpPr/>
              <p:nvPr/>
            </p:nvSpPr>
            <p:spPr>
              <a:xfrm>
                <a:off x="1988553" y="4588752"/>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9">
                <a:extLst>
                  <a:ext uri="{FF2B5EF4-FFF2-40B4-BE49-F238E27FC236}">
                    <a16:creationId xmlns:a16="http://schemas.microsoft.com/office/drawing/2014/main" id="{8E1E3B50-2E65-F7B0-FBD2-6B618471CED2}"/>
                  </a:ext>
                </a:extLst>
              </p:cNvPr>
              <p:cNvSpPr/>
              <p:nvPr/>
            </p:nvSpPr>
            <p:spPr>
              <a:xfrm>
                <a:off x="2025348" y="4625584"/>
                <a:ext cx="36869" cy="36869"/>
              </a:xfrm>
              <a:custGeom>
                <a:avLst/>
                <a:gdLst/>
                <a:ahLst/>
                <a:cxnLst/>
                <a:rect l="l" t="t" r="r" b="b"/>
                <a:pathLst>
                  <a:path w="1002" h="1002"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9">
                <a:extLst>
                  <a:ext uri="{FF2B5EF4-FFF2-40B4-BE49-F238E27FC236}">
                    <a16:creationId xmlns:a16="http://schemas.microsoft.com/office/drawing/2014/main" id="{03211C4E-ADE9-7461-0EB2-435F3D9EEB2F}"/>
                  </a:ext>
                </a:extLst>
              </p:cNvPr>
              <p:cNvSpPr/>
              <p:nvPr/>
            </p:nvSpPr>
            <p:spPr>
              <a:xfrm>
                <a:off x="2062179" y="4662415"/>
                <a:ext cx="36869" cy="36832"/>
              </a:xfrm>
              <a:custGeom>
                <a:avLst/>
                <a:gdLst/>
                <a:ahLst/>
                <a:cxnLst/>
                <a:rect l="l" t="t" r="r" b="b"/>
                <a:pathLst>
                  <a:path w="1002" h="1001" extrusionOk="0">
                    <a:moveTo>
                      <a:pt x="1" y="0"/>
                    </a:moveTo>
                    <a:lnTo>
                      <a:pt x="1" y="1001"/>
                    </a:lnTo>
                    <a:lnTo>
                      <a:pt x="1001" y="1001"/>
                    </a:lnTo>
                    <a:lnTo>
                      <a:pt x="100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9">
                <a:extLst>
                  <a:ext uri="{FF2B5EF4-FFF2-40B4-BE49-F238E27FC236}">
                    <a16:creationId xmlns:a16="http://schemas.microsoft.com/office/drawing/2014/main" id="{A3D57C97-AEA3-D640-4988-2BBA549C49BF}"/>
                  </a:ext>
                </a:extLst>
              </p:cNvPr>
              <p:cNvSpPr/>
              <p:nvPr/>
            </p:nvSpPr>
            <p:spPr>
              <a:xfrm>
                <a:off x="1914889" y="4699210"/>
                <a:ext cx="185373" cy="36869"/>
              </a:xfrm>
              <a:custGeom>
                <a:avLst/>
                <a:gdLst/>
                <a:ahLst/>
                <a:cxnLst/>
                <a:rect l="l" t="t" r="r" b="b"/>
                <a:pathLst>
                  <a:path w="5038" h="1002" extrusionOk="0">
                    <a:moveTo>
                      <a:pt x="1" y="1"/>
                    </a:moveTo>
                    <a:lnTo>
                      <a:pt x="1" y="1002"/>
                    </a:lnTo>
                    <a:lnTo>
                      <a:pt x="5038" y="1002"/>
                    </a:lnTo>
                    <a:lnTo>
                      <a:pt x="50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9">
                <a:extLst>
                  <a:ext uri="{FF2B5EF4-FFF2-40B4-BE49-F238E27FC236}">
                    <a16:creationId xmlns:a16="http://schemas.microsoft.com/office/drawing/2014/main" id="{D354E7D5-6D8F-3BF0-A72E-1C38AC825EEA}"/>
                  </a:ext>
                </a:extLst>
              </p:cNvPr>
              <p:cNvSpPr/>
              <p:nvPr/>
            </p:nvSpPr>
            <p:spPr>
              <a:xfrm>
                <a:off x="1914889" y="4736042"/>
                <a:ext cx="36869" cy="36869"/>
              </a:xfrm>
              <a:custGeom>
                <a:avLst/>
                <a:gdLst/>
                <a:ahLst/>
                <a:cxnLst/>
                <a:rect l="l" t="t" r="r" b="b"/>
                <a:pathLst>
                  <a:path w="1002" h="1002" extrusionOk="0">
                    <a:moveTo>
                      <a:pt x="1" y="1"/>
                    </a:moveTo>
                    <a:lnTo>
                      <a:pt x="1"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9">
                <a:extLst>
                  <a:ext uri="{FF2B5EF4-FFF2-40B4-BE49-F238E27FC236}">
                    <a16:creationId xmlns:a16="http://schemas.microsoft.com/office/drawing/2014/main" id="{29483DBF-AE4D-66CB-5CBD-54D8CE99617C}"/>
                  </a:ext>
                </a:extLst>
              </p:cNvPr>
              <p:cNvSpPr/>
              <p:nvPr/>
            </p:nvSpPr>
            <p:spPr>
              <a:xfrm>
                <a:off x="1803216" y="4736042"/>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9">
                <a:extLst>
                  <a:ext uri="{FF2B5EF4-FFF2-40B4-BE49-F238E27FC236}">
                    <a16:creationId xmlns:a16="http://schemas.microsoft.com/office/drawing/2014/main" id="{458D546A-93C3-79BF-7C8D-B41F2A1DF5F4}"/>
                  </a:ext>
                </a:extLst>
              </p:cNvPr>
              <p:cNvSpPr/>
              <p:nvPr/>
            </p:nvSpPr>
            <p:spPr>
              <a:xfrm>
                <a:off x="1841262" y="4772874"/>
                <a:ext cx="36832" cy="73664"/>
              </a:xfrm>
              <a:custGeom>
                <a:avLst/>
                <a:gdLst/>
                <a:ahLst/>
                <a:cxnLst/>
                <a:rect l="l" t="t" r="r" b="b"/>
                <a:pathLst>
                  <a:path w="1001" h="2002" extrusionOk="0">
                    <a:moveTo>
                      <a:pt x="0" y="0"/>
                    </a:moveTo>
                    <a:lnTo>
                      <a:pt x="0"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9">
                <a:extLst>
                  <a:ext uri="{FF2B5EF4-FFF2-40B4-BE49-F238E27FC236}">
                    <a16:creationId xmlns:a16="http://schemas.microsoft.com/office/drawing/2014/main" id="{71995429-3575-C674-A5A6-460D9FE8436F}"/>
                  </a:ext>
                </a:extLst>
              </p:cNvPr>
              <p:cNvSpPr/>
              <p:nvPr/>
            </p:nvSpPr>
            <p:spPr>
              <a:xfrm>
                <a:off x="1878057" y="4847751"/>
                <a:ext cx="36869" cy="73664"/>
              </a:xfrm>
              <a:custGeom>
                <a:avLst/>
                <a:gdLst/>
                <a:ahLst/>
                <a:cxnLst/>
                <a:rect l="l" t="t" r="r" b="b"/>
                <a:pathLst>
                  <a:path w="1002" h="2002" extrusionOk="0">
                    <a:moveTo>
                      <a:pt x="1" y="0"/>
                    </a:moveTo>
                    <a:lnTo>
                      <a:pt x="1" y="2001"/>
                    </a:lnTo>
                    <a:lnTo>
                      <a:pt x="1002" y="2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9">
                <a:extLst>
                  <a:ext uri="{FF2B5EF4-FFF2-40B4-BE49-F238E27FC236}">
                    <a16:creationId xmlns:a16="http://schemas.microsoft.com/office/drawing/2014/main" id="{A6245F2E-0519-53D9-899C-742159714422}"/>
                  </a:ext>
                </a:extLst>
              </p:cNvPr>
              <p:cNvSpPr/>
              <p:nvPr/>
            </p:nvSpPr>
            <p:spPr>
              <a:xfrm>
                <a:off x="1914889" y="4921378"/>
                <a:ext cx="73700" cy="36869"/>
              </a:xfrm>
              <a:custGeom>
                <a:avLst/>
                <a:gdLst/>
                <a:ahLst/>
                <a:cxnLst/>
                <a:rect l="l" t="t" r="r" b="b"/>
                <a:pathLst>
                  <a:path w="2003" h="1002" extrusionOk="0">
                    <a:moveTo>
                      <a:pt x="1" y="0"/>
                    </a:moveTo>
                    <a:lnTo>
                      <a:pt x="1" y="1001"/>
                    </a:lnTo>
                    <a:lnTo>
                      <a:pt x="2002" y="1001"/>
                    </a:lnTo>
                    <a:lnTo>
                      <a:pt x="2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9">
                <a:extLst>
                  <a:ext uri="{FF2B5EF4-FFF2-40B4-BE49-F238E27FC236}">
                    <a16:creationId xmlns:a16="http://schemas.microsoft.com/office/drawing/2014/main" id="{B894F580-AFC3-897E-898C-F034A22C7C0C}"/>
                  </a:ext>
                </a:extLst>
              </p:cNvPr>
              <p:cNvSpPr/>
              <p:nvPr/>
            </p:nvSpPr>
            <p:spPr>
              <a:xfrm>
                <a:off x="1951721" y="4772874"/>
                <a:ext cx="36869" cy="73664"/>
              </a:xfrm>
              <a:custGeom>
                <a:avLst/>
                <a:gdLst/>
                <a:ahLst/>
                <a:cxnLst/>
                <a:rect l="l" t="t" r="r" b="b"/>
                <a:pathLst>
                  <a:path w="1002" h="2002" extrusionOk="0">
                    <a:moveTo>
                      <a:pt x="0" y="0"/>
                    </a:moveTo>
                    <a:lnTo>
                      <a:pt x="0"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9">
                <a:extLst>
                  <a:ext uri="{FF2B5EF4-FFF2-40B4-BE49-F238E27FC236}">
                    <a16:creationId xmlns:a16="http://schemas.microsoft.com/office/drawing/2014/main" id="{814DA4D4-8B4D-831C-431B-E660D666E048}"/>
                  </a:ext>
                </a:extLst>
              </p:cNvPr>
              <p:cNvSpPr/>
              <p:nvPr/>
            </p:nvSpPr>
            <p:spPr>
              <a:xfrm>
                <a:off x="1988553" y="4847751"/>
                <a:ext cx="36832" cy="73664"/>
              </a:xfrm>
              <a:custGeom>
                <a:avLst/>
                <a:gdLst/>
                <a:ahLst/>
                <a:cxnLst/>
                <a:rect l="l" t="t" r="r" b="b"/>
                <a:pathLst>
                  <a:path w="1001" h="2002" extrusionOk="0">
                    <a:moveTo>
                      <a:pt x="0" y="0"/>
                    </a:moveTo>
                    <a:lnTo>
                      <a:pt x="0" y="2001"/>
                    </a:lnTo>
                    <a:lnTo>
                      <a:pt x="1001" y="2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9">
                <a:extLst>
                  <a:ext uri="{FF2B5EF4-FFF2-40B4-BE49-F238E27FC236}">
                    <a16:creationId xmlns:a16="http://schemas.microsoft.com/office/drawing/2014/main" id="{B7F33E13-6E96-EEC9-099A-560B7985632A}"/>
                  </a:ext>
                </a:extLst>
              </p:cNvPr>
              <p:cNvSpPr/>
              <p:nvPr/>
            </p:nvSpPr>
            <p:spPr>
              <a:xfrm>
                <a:off x="1765170" y="4772874"/>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9">
                <a:extLst>
                  <a:ext uri="{FF2B5EF4-FFF2-40B4-BE49-F238E27FC236}">
                    <a16:creationId xmlns:a16="http://schemas.microsoft.com/office/drawing/2014/main" id="{33B7A471-4C3B-F059-ACB0-150D69D1ACDF}"/>
                  </a:ext>
                </a:extLst>
              </p:cNvPr>
              <p:cNvSpPr/>
              <p:nvPr/>
            </p:nvSpPr>
            <p:spPr>
              <a:xfrm>
                <a:off x="1729553" y="4810920"/>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9">
                <a:extLst>
                  <a:ext uri="{FF2B5EF4-FFF2-40B4-BE49-F238E27FC236}">
                    <a16:creationId xmlns:a16="http://schemas.microsoft.com/office/drawing/2014/main" id="{2A5C89DD-A919-F4DE-F162-A7604DD9ECAA}"/>
                  </a:ext>
                </a:extLst>
              </p:cNvPr>
              <p:cNvSpPr/>
              <p:nvPr/>
            </p:nvSpPr>
            <p:spPr>
              <a:xfrm>
                <a:off x="1692758" y="4847751"/>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2" name="Google Shape;772;p39">
              <a:extLst>
                <a:ext uri="{FF2B5EF4-FFF2-40B4-BE49-F238E27FC236}">
                  <a16:creationId xmlns:a16="http://schemas.microsoft.com/office/drawing/2014/main" id="{9AEF4FEA-5DD6-544F-A4CD-81D0943FA7D5}"/>
                </a:ext>
              </a:extLst>
            </p:cNvPr>
            <p:cNvGrpSpPr/>
            <p:nvPr/>
          </p:nvGrpSpPr>
          <p:grpSpPr>
            <a:xfrm>
              <a:off x="2099011" y="4329790"/>
              <a:ext cx="407505" cy="517999"/>
              <a:chOff x="2099011" y="4329790"/>
              <a:chExt cx="407505" cy="517999"/>
            </a:xfrm>
          </p:grpSpPr>
          <p:sp>
            <p:nvSpPr>
              <p:cNvPr id="773" name="Google Shape;773;p39">
                <a:extLst>
                  <a:ext uri="{FF2B5EF4-FFF2-40B4-BE49-F238E27FC236}">
                    <a16:creationId xmlns:a16="http://schemas.microsoft.com/office/drawing/2014/main" id="{E1DF8113-4307-DD1E-05DE-81635A9E61FF}"/>
                  </a:ext>
                </a:extLst>
              </p:cNvPr>
              <p:cNvSpPr/>
              <p:nvPr/>
            </p:nvSpPr>
            <p:spPr>
              <a:xfrm>
                <a:off x="2100225" y="4331004"/>
                <a:ext cx="405076" cy="515535"/>
              </a:xfrm>
              <a:custGeom>
                <a:avLst/>
                <a:gdLst/>
                <a:ahLst/>
                <a:cxnLst/>
                <a:rect l="l" t="t" r="r" b="b"/>
                <a:pathLst>
                  <a:path w="11009" h="14011" extrusionOk="0">
                    <a:moveTo>
                      <a:pt x="1" y="1"/>
                    </a:moveTo>
                    <a:lnTo>
                      <a:pt x="1" y="1001"/>
                    </a:lnTo>
                    <a:lnTo>
                      <a:pt x="1001" y="1001"/>
                    </a:lnTo>
                    <a:lnTo>
                      <a:pt x="1001" y="2002"/>
                    </a:lnTo>
                    <a:lnTo>
                      <a:pt x="1001" y="3003"/>
                    </a:lnTo>
                    <a:lnTo>
                      <a:pt x="1001" y="4004"/>
                    </a:lnTo>
                    <a:lnTo>
                      <a:pt x="2002" y="4004"/>
                    </a:lnTo>
                    <a:lnTo>
                      <a:pt x="2002" y="5004"/>
                    </a:lnTo>
                    <a:lnTo>
                      <a:pt x="3003" y="5004"/>
                    </a:lnTo>
                    <a:lnTo>
                      <a:pt x="3003" y="6005"/>
                    </a:lnTo>
                    <a:lnTo>
                      <a:pt x="4003" y="6005"/>
                    </a:lnTo>
                    <a:lnTo>
                      <a:pt x="4003" y="7006"/>
                    </a:lnTo>
                    <a:lnTo>
                      <a:pt x="4003" y="8006"/>
                    </a:lnTo>
                    <a:lnTo>
                      <a:pt x="3003" y="8006"/>
                    </a:lnTo>
                    <a:lnTo>
                      <a:pt x="3003" y="9007"/>
                    </a:lnTo>
                    <a:lnTo>
                      <a:pt x="2002" y="9007"/>
                    </a:lnTo>
                    <a:lnTo>
                      <a:pt x="2002" y="10008"/>
                    </a:lnTo>
                    <a:lnTo>
                      <a:pt x="1001" y="10008"/>
                    </a:lnTo>
                    <a:lnTo>
                      <a:pt x="1001" y="11009"/>
                    </a:lnTo>
                    <a:lnTo>
                      <a:pt x="1001" y="12009"/>
                    </a:lnTo>
                    <a:lnTo>
                      <a:pt x="1001" y="13010"/>
                    </a:lnTo>
                    <a:lnTo>
                      <a:pt x="1" y="13010"/>
                    </a:lnTo>
                    <a:lnTo>
                      <a:pt x="1" y="14011"/>
                    </a:lnTo>
                    <a:lnTo>
                      <a:pt x="11008" y="14011"/>
                    </a:lnTo>
                    <a:lnTo>
                      <a:pt x="11008" y="13010"/>
                    </a:lnTo>
                    <a:lnTo>
                      <a:pt x="10008" y="13010"/>
                    </a:lnTo>
                    <a:lnTo>
                      <a:pt x="10008" y="12009"/>
                    </a:lnTo>
                    <a:lnTo>
                      <a:pt x="10008" y="11009"/>
                    </a:lnTo>
                    <a:lnTo>
                      <a:pt x="10008" y="10008"/>
                    </a:lnTo>
                    <a:lnTo>
                      <a:pt x="9007" y="10008"/>
                    </a:lnTo>
                    <a:lnTo>
                      <a:pt x="9007" y="9007"/>
                    </a:lnTo>
                    <a:lnTo>
                      <a:pt x="8006" y="9007"/>
                    </a:lnTo>
                    <a:lnTo>
                      <a:pt x="8006" y="8006"/>
                    </a:lnTo>
                    <a:lnTo>
                      <a:pt x="7006" y="8006"/>
                    </a:lnTo>
                    <a:lnTo>
                      <a:pt x="7006" y="7006"/>
                    </a:lnTo>
                    <a:lnTo>
                      <a:pt x="7006" y="6005"/>
                    </a:lnTo>
                    <a:lnTo>
                      <a:pt x="8006" y="6005"/>
                    </a:lnTo>
                    <a:lnTo>
                      <a:pt x="8006" y="5004"/>
                    </a:lnTo>
                    <a:lnTo>
                      <a:pt x="9007" y="5004"/>
                    </a:lnTo>
                    <a:lnTo>
                      <a:pt x="9007" y="4004"/>
                    </a:lnTo>
                    <a:lnTo>
                      <a:pt x="10008" y="4004"/>
                    </a:lnTo>
                    <a:lnTo>
                      <a:pt x="10008" y="3003"/>
                    </a:lnTo>
                    <a:lnTo>
                      <a:pt x="10008" y="2002"/>
                    </a:lnTo>
                    <a:lnTo>
                      <a:pt x="10008" y="1001"/>
                    </a:lnTo>
                    <a:lnTo>
                      <a:pt x="11008" y="1001"/>
                    </a:lnTo>
                    <a:lnTo>
                      <a:pt x="1100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9">
                <a:extLst>
                  <a:ext uri="{FF2B5EF4-FFF2-40B4-BE49-F238E27FC236}">
                    <a16:creationId xmlns:a16="http://schemas.microsoft.com/office/drawing/2014/main" id="{52DCA75B-C3EA-3A87-AB38-895D00A6E780}"/>
                  </a:ext>
                </a:extLst>
              </p:cNvPr>
              <p:cNvSpPr/>
              <p:nvPr/>
            </p:nvSpPr>
            <p:spPr>
              <a:xfrm>
                <a:off x="2173889" y="4477080"/>
                <a:ext cx="73664" cy="74878"/>
              </a:xfrm>
              <a:custGeom>
                <a:avLst/>
                <a:gdLst/>
                <a:ahLst/>
                <a:cxnLst/>
                <a:rect l="l" t="t" r="r" b="b"/>
                <a:pathLst>
                  <a:path w="2002" h="2035" extrusionOk="0">
                    <a:moveTo>
                      <a:pt x="0" y="0"/>
                    </a:moveTo>
                    <a:lnTo>
                      <a:pt x="0" y="1034"/>
                    </a:lnTo>
                    <a:lnTo>
                      <a:pt x="1001" y="1034"/>
                    </a:lnTo>
                    <a:lnTo>
                      <a:pt x="1001" y="0"/>
                    </a:lnTo>
                    <a:close/>
                    <a:moveTo>
                      <a:pt x="1001" y="1034"/>
                    </a:moveTo>
                    <a:lnTo>
                      <a:pt x="1001" y="2035"/>
                    </a:lnTo>
                    <a:lnTo>
                      <a:pt x="2001" y="2035"/>
                    </a:lnTo>
                    <a:lnTo>
                      <a:pt x="2001" y="103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9">
                <a:extLst>
                  <a:ext uri="{FF2B5EF4-FFF2-40B4-BE49-F238E27FC236}">
                    <a16:creationId xmlns:a16="http://schemas.microsoft.com/office/drawing/2014/main" id="{225D4614-B5F4-448F-CC3D-9066989793BC}"/>
                  </a:ext>
                </a:extLst>
              </p:cNvPr>
              <p:cNvSpPr/>
              <p:nvPr/>
            </p:nvSpPr>
            <p:spPr>
              <a:xfrm>
                <a:off x="2284348" y="4477080"/>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9">
                <a:extLst>
                  <a:ext uri="{FF2B5EF4-FFF2-40B4-BE49-F238E27FC236}">
                    <a16:creationId xmlns:a16="http://schemas.microsoft.com/office/drawing/2014/main" id="{FC018BF6-AEC4-1C16-B853-C45DAB1D4FB9}"/>
                  </a:ext>
                </a:extLst>
              </p:cNvPr>
              <p:cNvSpPr/>
              <p:nvPr/>
            </p:nvSpPr>
            <p:spPr>
              <a:xfrm>
                <a:off x="2247516" y="4440248"/>
                <a:ext cx="36869" cy="36869"/>
              </a:xfrm>
              <a:custGeom>
                <a:avLst/>
                <a:gdLst/>
                <a:ahLst/>
                <a:cxnLst/>
                <a:rect l="l" t="t" r="r" b="b"/>
                <a:pathLst>
                  <a:path w="1002" h="1002"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9">
                <a:extLst>
                  <a:ext uri="{FF2B5EF4-FFF2-40B4-BE49-F238E27FC236}">
                    <a16:creationId xmlns:a16="http://schemas.microsoft.com/office/drawing/2014/main" id="{86FB0503-8C7D-1C7B-0FEF-0082CA7D1EBA}"/>
                  </a:ext>
                </a:extLst>
              </p:cNvPr>
              <p:cNvSpPr/>
              <p:nvPr/>
            </p:nvSpPr>
            <p:spPr>
              <a:xfrm>
                <a:off x="2321143" y="4440248"/>
                <a:ext cx="36869" cy="36869"/>
              </a:xfrm>
              <a:custGeom>
                <a:avLst/>
                <a:gdLst/>
                <a:ahLst/>
                <a:cxnLst/>
                <a:rect l="l" t="t" r="r" b="b"/>
                <a:pathLst>
                  <a:path w="1002" h="1002"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9">
                <a:extLst>
                  <a:ext uri="{FF2B5EF4-FFF2-40B4-BE49-F238E27FC236}">
                    <a16:creationId xmlns:a16="http://schemas.microsoft.com/office/drawing/2014/main" id="{28183A30-ABC7-6A48-8F22-5FB150070D6B}"/>
                  </a:ext>
                </a:extLst>
              </p:cNvPr>
              <p:cNvSpPr/>
              <p:nvPr/>
            </p:nvSpPr>
            <p:spPr>
              <a:xfrm>
                <a:off x="2247516" y="4551920"/>
                <a:ext cx="36869" cy="73700"/>
              </a:xfrm>
              <a:custGeom>
                <a:avLst/>
                <a:gdLst/>
                <a:ahLst/>
                <a:cxnLst/>
                <a:rect l="l" t="t" r="r" b="b"/>
                <a:pathLst>
                  <a:path w="1002" h="2003" extrusionOk="0">
                    <a:moveTo>
                      <a:pt x="0" y="1"/>
                    </a:moveTo>
                    <a:lnTo>
                      <a:pt x="0" y="1002"/>
                    </a:lnTo>
                    <a:lnTo>
                      <a:pt x="0" y="2002"/>
                    </a:lnTo>
                    <a:lnTo>
                      <a:pt x="1001" y="2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9">
                <a:extLst>
                  <a:ext uri="{FF2B5EF4-FFF2-40B4-BE49-F238E27FC236}">
                    <a16:creationId xmlns:a16="http://schemas.microsoft.com/office/drawing/2014/main" id="{6FA47C5C-26C0-3482-062F-D669A29643EB}"/>
                  </a:ext>
                </a:extLst>
              </p:cNvPr>
              <p:cNvSpPr/>
              <p:nvPr/>
            </p:nvSpPr>
            <p:spPr>
              <a:xfrm>
                <a:off x="2210684" y="4625584"/>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9">
                <a:extLst>
                  <a:ext uri="{FF2B5EF4-FFF2-40B4-BE49-F238E27FC236}">
                    <a16:creationId xmlns:a16="http://schemas.microsoft.com/office/drawing/2014/main" id="{09AC91CF-34F4-9ED6-4B8A-AAA360BC467E}"/>
                  </a:ext>
                </a:extLst>
              </p:cNvPr>
              <p:cNvSpPr/>
              <p:nvPr/>
            </p:nvSpPr>
            <p:spPr>
              <a:xfrm>
                <a:off x="2173889" y="4662415"/>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9">
                <a:extLst>
                  <a:ext uri="{FF2B5EF4-FFF2-40B4-BE49-F238E27FC236}">
                    <a16:creationId xmlns:a16="http://schemas.microsoft.com/office/drawing/2014/main" id="{07EB14B2-A5C0-41D0-3D97-949601A78CC3}"/>
                  </a:ext>
                </a:extLst>
              </p:cNvPr>
              <p:cNvSpPr/>
              <p:nvPr/>
            </p:nvSpPr>
            <p:spPr>
              <a:xfrm>
                <a:off x="2321143" y="4736042"/>
                <a:ext cx="36869" cy="36869"/>
              </a:xfrm>
              <a:custGeom>
                <a:avLst/>
                <a:gdLst/>
                <a:ahLst/>
                <a:cxnLst/>
                <a:rect l="l" t="t" r="r" b="b"/>
                <a:pathLst>
                  <a:path w="1002" h="1002" extrusionOk="0">
                    <a:moveTo>
                      <a:pt x="1" y="1"/>
                    </a:moveTo>
                    <a:lnTo>
                      <a:pt x="1" y="1001"/>
                    </a:lnTo>
                    <a:lnTo>
                      <a:pt x="1002" y="1001"/>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9">
                <a:extLst>
                  <a:ext uri="{FF2B5EF4-FFF2-40B4-BE49-F238E27FC236}">
                    <a16:creationId xmlns:a16="http://schemas.microsoft.com/office/drawing/2014/main" id="{7888C5D1-E7EC-81BC-B8DA-53455B3B6052}"/>
                  </a:ext>
                </a:extLst>
              </p:cNvPr>
              <p:cNvSpPr/>
              <p:nvPr/>
            </p:nvSpPr>
            <p:spPr>
              <a:xfrm>
                <a:off x="2247516" y="4736042"/>
                <a:ext cx="36869" cy="36869"/>
              </a:xfrm>
              <a:custGeom>
                <a:avLst/>
                <a:gdLst/>
                <a:ahLst/>
                <a:cxnLst/>
                <a:rect l="l" t="t" r="r" b="b"/>
                <a:pathLst>
                  <a:path w="1002"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39">
                <a:extLst>
                  <a:ext uri="{FF2B5EF4-FFF2-40B4-BE49-F238E27FC236}">
                    <a16:creationId xmlns:a16="http://schemas.microsoft.com/office/drawing/2014/main" id="{C63389D0-0931-7DBB-3C8D-7109969E0C9E}"/>
                  </a:ext>
                </a:extLst>
              </p:cNvPr>
              <p:cNvSpPr/>
              <p:nvPr/>
            </p:nvSpPr>
            <p:spPr>
              <a:xfrm>
                <a:off x="2284348" y="4699210"/>
                <a:ext cx="36832" cy="36869"/>
              </a:xfrm>
              <a:custGeom>
                <a:avLst/>
                <a:gdLst/>
                <a:ahLst/>
                <a:cxnLst/>
                <a:rect l="l" t="t" r="r" b="b"/>
                <a:pathLst>
                  <a:path w="1001" h="1002" extrusionOk="0">
                    <a:moveTo>
                      <a:pt x="0" y="1"/>
                    </a:moveTo>
                    <a:lnTo>
                      <a:pt x="0"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9">
                <a:extLst>
                  <a:ext uri="{FF2B5EF4-FFF2-40B4-BE49-F238E27FC236}">
                    <a16:creationId xmlns:a16="http://schemas.microsoft.com/office/drawing/2014/main" id="{6E93C88B-222F-370F-91E6-9D41FBDC2BA7}"/>
                  </a:ext>
                </a:extLst>
              </p:cNvPr>
              <p:cNvSpPr/>
              <p:nvPr/>
            </p:nvSpPr>
            <p:spPr>
              <a:xfrm>
                <a:off x="2099011" y="4329790"/>
                <a:ext cx="407505" cy="147327"/>
              </a:xfrm>
              <a:custGeom>
                <a:avLst/>
                <a:gdLst/>
                <a:ahLst/>
                <a:cxnLst/>
                <a:rect l="l" t="t" r="r" b="b"/>
                <a:pathLst>
                  <a:path w="11075" h="4004" extrusionOk="0">
                    <a:moveTo>
                      <a:pt x="0" y="0"/>
                    </a:moveTo>
                    <a:lnTo>
                      <a:pt x="0" y="1001"/>
                    </a:lnTo>
                    <a:lnTo>
                      <a:pt x="1001" y="1001"/>
                    </a:lnTo>
                    <a:lnTo>
                      <a:pt x="1001" y="2002"/>
                    </a:lnTo>
                    <a:lnTo>
                      <a:pt x="1001" y="3002"/>
                    </a:lnTo>
                    <a:lnTo>
                      <a:pt x="1001" y="4003"/>
                    </a:lnTo>
                    <a:lnTo>
                      <a:pt x="2035" y="4003"/>
                    </a:lnTo>
                    <a:lnTo>
                      <a:pt x="2035" y="3002"/>
                    </a:lnTo>
                    <a:lnTo>
                      <a:pt x="2035" y="2002"/>
                    </a:lnTo>
                    <a:lnTo>
                      <a:pt x="2035" y="1001"/>
                    </a:lnTo>
                    <a:lnTo>
                      <a:pt x="9040" y="1001"/>
                    </a:lnTo>
                    <a:lnTo>
                      <a:pt x="9040" y="2002"/>
                    </a:lnTo>
                    <a:lnTo>
                      <a:pt x="9040" y="3002"/>
                    </a:lnTo>
                    <a:lnTo>
                      <a:pt x="9040" y="4003"/>
                    </a:lnTo>
                    <a:lnTo>
                      <a:pt x="10074" y="4003"/>
                    </a:lnTo>
                    <a:lnTo>
                      <a:pt x="10074" y="3002"/>
                    </a:lnTo>
                    <a:lnTo>
                      <a:pt x="10074" y="2002"/>
                    </a:lnTo>
                    <a:lnTo>
                      <a:pt x="10074" y="1001"/>
                    </a:lnTo>
                    <a:lnTo>
                      <a:pt x="11075" y="1001"/>
                    </a:lnTo>
                    <a:lnTo>
                      <a:pt x="110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9">
                <a:extLst>
                  <a:ext uri="{FF2B5EF4-FFF2-40B4-BE49-F238E27FC236}">
                    <a16:creationId xmlns:a16="http://schemas.microsoft.com/office/drawing/2014/main" id="{886E8A0B-D2B7-9EAB-24E6-347AE72BB15D}"/>
                  </a:ext>
                </a:extLst>
              </p:cNvPr>
              <p:cNvSpPr/>
              <p:nvPr/>
            </p:nvSpPr>
            <p:spPr>
              <a:xfrm>
                <a:off x="2357974" y="4477080"/>
                <a:ext cx="73700" cy="74878"/>
              </a:xfrm>
              <a:custGeom>
                <a:avLst/>
                <a:gdLst/>
                <a:ahLst/>
                <a:cxnLst/>
                <a:rect l="l" t="t" r="r" b="b"/>
                <a:pathLst>
                  <a:path w="2003" h="2035" extrusionOk="0">
                    <a:moveTo>
                      <a:pt x="1001" y="0"/>
                    </a:moveTo>
                    <a:lnTo>
                      <a:pt x="1001" y="1034"/>
                    </a:lnTo>
                    <a:lnTo>
                      <a:pt x="2002" y="1034"/>
                    </a:lnTo>
                    <a:lnTo>
                      <a:pt x="2002" y="0"/>
                    </a:lnTo>
                    <a:close/>
                    <a:moveTo>
                      <a:pt x="1" y="1034"/>
                    </a:moveTo>
                    <a:lnTo>
                      <a:pt x="1" y="2035"/>
                    </a:lnTo>
                    <a:lnTo>
                      <a:pt x="1001" y="2035"/>
                    </a:lnTo>
                    <a:lnTo>
                      <a:pt x="1001" y="103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9">
                <a:extLst>
                  <a:ext uri="{FF2B5EF4-FFF2-40B4-BE49-F238E27FC236}">
                    <a16:creationId xmlns:a16="http://schemas.microsoft.com/office/drawing/2014/main" id="{DA11DD49-5395-D85F-47C7-5FFF30F52434}"/>
                  </a:ext>
                </a:extLst>
              </p:cNvPr>
              <p:cNvSpPr/>
              <p:nvPr/>
            </p:nvSpPr>
            <p:spPr>
              <a:xfrm>
                <a:off x="2321143" y="4551920"/>
                <a:ext cx="36869" cy="73700"/>
              </a:xfrm>
              <a:custGeom>
                <a:avLst/>
                <a:gdLst/>
                <a:ahLst/>
                <a:cxnLst/>
                <a:rect l="l" t="t" r="r" b="b"/>
                <a:pathLst>
                  <a:path w="1002" h="2003" extrusionOk="0">
                    <a:moveTo>
                      <a:pt x="1" y="1"/>
                    </a:moveTo>
                    <a:lnTo>
                      <a:pt x="1" y="1002"/>
                    </a:lnTo>
                    <a:lnTo>
                      <a:pt x="1" y="2002"/>
                    </a:lnTo>
                    <a:lnTo>
                      <a:pt x="1002" y="2002"/>
                    </a:lnTo>
                    <a:lnTo>
                      <a:pt x="1002" y="1002"/>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9">
                <a:extLst>
                  <a:ext uri="{FF2B5EF4-FFF2-40B4-BE49-F238E27FC236}">
                    <a16:creationId xmlns:a16="http://schemas.microsoft.com/office/drawing/2014/main" id="{F307F01D-112C-F1DF-907E-53D528EBBA7C}"/>
                  </a:ext>
                </a:extLst>
              </p:cNvPr>
              <p:cNvSpPr/>
              <p:nvPr/>
            </p:nvSpPr>
            <p:spPr>
              <a:xfrm>
                <a:off x="2357974" y="4625584"/>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9">
                <a:extLst>
                  <a:ext uri="{FF2B5EF4-FFF2-40B4-BE49-F238E27FC236}">
                    <a16:creationId xmlns:a16="http://schemas.microsoft.com/office/drawing/2014/main" id="{DBD09C5F-AA41-69C0-8E5A-1688F3F1357C}"/>
                  </a:ext>
                </a:extLst>
              </p:cNvPr>
              <p:cNvSpPr/>
              <p:nvPr/>
            </p:nvSpPr>
            <p:spPr>
              <a:xfrm>
                <a:off x="2394806" y="4662415"/>
                <a:ext cx="36869" cy="36832"/>
              </a:xfrm>
              <a:custGeom>
                <a:avLst/>
                <a:gdLst/>
                <a:ahLst/>
                <a:cxnLst/>
                <a:rect l="l" t="t" r="r" b="b"/>
                <a:pathLst>
                  <a:path w="1002"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9">
                <a:extLst>
                  <a:ext uri="{FF2B5EF4-FFF2-40B4-BE49-F238E27FC236}">
                    <a16:creationId xmlns:a16="http://schemas.microsoft.com/office/drawing/2014/main" id="{8E437D55-90D4-42CB-0EE1-A58AE4ACCC92}"/>
                  </a:ext>
                </a:extLst>
              </p:cNvPr>
              <p:cNvSpPr/>
              <p:nvPr/>
            </p:nvSpPr>
            <p:spPr>
              <a:xfrm>
                <a:off x="2099011" y="4699210"/>
                <a:ext cx="407505" cy="148578"/>
              </a:xfrm>
              <a:custGeom>
                <a:avLst/>
                <a:gdLst/>
                <a:ahLst/>
                <a:cxnLst/>
                <a:rect l="l" t="t" r="r" b="b"/>
                <a:pathLst>
                  <a:path w="11075" h="4038" extrusionOk="0">
                    <a:moveTo>
                      <a:pt x="1001" y="1"/>
                    </a:moveTo>
                    <a:lnTo>
                      <a:pt x="1001" y="1002"/>
                    </a:lnTo>
                    <a:lnTo>
                      <a:pt x="1001" y="2002"/>
                    </a:lnTo>
                    <a:lnTo>
                      <a:pt x="1001" y="3036"/>
                    </a:lnTo>
                    <a:lnTo>
                      <a:pt x="0" y="3036"/>
                    </a:lnTo>
                    <a:lnTo>
                      <a:pt x="0" y="4037"/>
                    </a:lnTo>
                    <a:lnTo>
                      <a:pt x="11075" y="4037"/>
                    </a:lnTo>
                    <a:lnTo>
                      <a:pt x="11075" y="3036"/>
                    </a:lnTo>
                    <a:lnTo>
                      <a:pt x="10074" y="3036"/>
                    </a:lnTo>
                    <a:lnTo>
                      <a:pt x="10074" y="2002"/>
                    </a:lnTo>
                    <a:lnTo>
                      <a:pt x="10074" y="1002"/>
                    </a:lnTo>
                    <a:lnTo>
                      <a:pt x="10074" y="1"/>
                    </a:lnTo>
                    <a:lnTo>
                      <a:pt x="9040" y="1"/>
                    </a:lnTo>
                    <a:lnTo>
                      <a:pt x="9040" y="1002"/>
                    </a:lnTo>
                    <a:lnTo>
                      <a:pt x="9040" y="2002"/>
                    </a:lnTo>
                    <a:lnTo>
                      <a:pt x="9040" y="3036"/>
                    </a:lnTo>
                    <a:lnTo>
                      <a:pt x="8039" y="3036"/>
                    </a:lnTo>
                    <a:lnTo>
                      <a:pt x="8039" y="2002"/>
                    </a:lnTo>
                    <a:lnTo>
                      <a:pt x="7039" y="2002"/>
                    </a:lnTo>
                    <a:lnTo>
                      <a:pt x="7039" y="3036"/>
                    </a:lnTo>
                    <a:lnTo>
                      <a:pt x="6038" y="3036"/>
                    </a:lnTo>
                    <a:lnTo>
                      <a:pt x="6038" y="2002"/>
                    </a:lnTo>
                    <a:lnTo>
                      <a:pt x="5037" y="2002"/>
                    </a:lnTo>
                    <a:lnTo>
                      <a:pt x="5037" y="3036"/>
                    </a:lnTo>
                    <a:lnTo>
                      <a:pt x="4036" y="3036"/>
                    </a:lnTo>
                    <a:lnTo>
                      <a:pt x="4036" y="2002"/>
                    </a:lnTo>
                    <a:lnTo>
                      <a:pt x="3036" y="2002"/>
                    </a:lnTo>
                    <a:lnTo>
                      <a:pt x="3036" y="3036"/>
                    </a:lnTo>
                    <a:lnTo>
                      <a:pt x="2035" y="3036"/>
                    </a:lnTo>
                    <a:lnTo>
                      <a:pt x="2035" y="2002"/>
                    </a:lnTo>
                    <a:lnTo>
                      <a:pt x="2035" y="1002"/>
                    </a:lnTo>
                    <a:lnTo>
                      <a:pt x="20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29342476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43">
          <a:extLst>
            <a:ext uri="{FF2B5EF4-FFF2-40B4-BE49-F238E27FC236}">
              <a16:creationId xmlns:a16="http://schemas.microsoft.com/office/drawing/2014/main" id="{7F9B423A-51E0-52F3-0B1F-4E5522E3754F}"/>
            </a:ext>
          </a:extLst>
        </p:cNvPr>
        <p:cNvGrpSpPr/>
        <p:nvPr/>
      </p:nvGrpSpPr>
      <p:grpSpPr>
        <a:xfrm>
          <a:off x="0" y="0"/>
          <a:ext cx="0" cy="0"/>
          <a:chOff x="0" y="0"/>
          <a:chExt cx="0" cy="0"/>
        </a:xfrm>
      </p:grpSpPr>
      <p:sp>
        <p:nvSpPr>
          <p:cNvPr id="744" name="Google Shape;744;p39">
            <a:extLst>
              <a:ext uri="{FF2B5EF4-FFF2-40B4-BE49-F238E27FC236}">
                <a16:creationId xmlns:a16="http://schemas.microsoft.com/office/drawing/2014/main" id="{F6E02078-3FCB-02B4-D662-4640D9AC501E}"/>
              </a:ext>
            </a:extLst>
          </p:cNvPr>
          <p:cNvSpPr txBox="1">
            <a:spLocks noGrp="1"/>
          </p:cNvSpPr>
          <p:nvPr>
            <p:ph type="title"/>
          </p:nvPr>
        </p:nvSpPr>
        <p:spPr>
          <a:xfrm>
            <a:off x="715100" y="568622"/>
            <a:ext cx="6471008" cy="648600"/>
          </a:xfrm>
          <a:prstGeom prst="rect">
            <a:avLst/>
          </a:prstGeom>
        </p:spPr>
        <p:txBody>
          <a:bodyPr spcFirstLastPara="1" wrap="square" lIns="91425" tIns="91425" rIns="91425" bIns="91425" anchor="ctr" anchorCtr="0">
            <a:noAutofit/>
          </a:bodyPr>
          <a:lstStyle/>
          <a:p>
            <a:pPr lvl="0"/>
            <a:r>
              <a:rPr lang="fr-FR" dirty="0"/>
              <a:t>Architecture</a:t>
            </a:r>
            <a:endParaRPr dirty="0"/>
          </a:p>
        </p:txBody>
      </p:sp>
      <p:sp>
        <p:nvSpPr>
          <p:cNvPr id="745" name="Google Shape;745;p39">
            <a:extLst>
              <a:ext uri="{FF2B5EF4-FFF2-40B4-BE49-F238E27FC236}">
                <a16:creationId xmlns:a16="http://schemas.microsoft.com/office/drawing/2014/main" id="{4B099540-186D-2DE0-8D92-8C35032B8B13}"/>
              </a:ext>
            </a:extLst>
          </p:cNvPr>
          <p:cNvSpPr txBox="1">
            <a:spLocks noGrp="1"/>
          </p:cNvSpPr>
          <p:nvPr>
            <p:ph type="subTitle" idx="1"/>
          </p:nvPr>
        </p:nvSpPr>
        <p:spPr>
          <a:xfrm>
            <a:off x="715100" y="1217222"/>
            <a:ext cx="6847526" cy="3763569"/>
          </a:xfrm>
          <a:prstGeom prst="rect">
            <a:avLst/>
          </a:prstGeom>
        </p:spPr>
        <p:txBody>
          <a:bodyPr spcFirstLastPara="1" wrap="square" lIns="91425" tIns="91425" rIns="91425" bIns="91425" anchor="ctr" anchorCtr="0">
            <a:noAutofit/>
          </a:bodyPr>
          <a:lstStyle/>
          <a:p>
            <a:pPr marL="0" lvl="0" indent="0"/>
            <a:r>
              <a:rPr lang="fr-FR" b="1" dirty="0"/>
              <a:t>Disque</a:t>
            </a:r>
            <a:r>
              <a:rPr lang="fr-FR" dirty="0"/>
              <a:t> : Ce composant organise et stocke les données tout en effectuant des opérations de manipulation. La base de données Teradata utilise la technologie de stockage RAID (</a:t>
            </a:r>
            <a:r>
              <a:rPr lang="fr-FR" dirty="0" err="1"/>
              <a:t>Redundant</a:t>
            </a:r>
            <a:r>
              <a:rPr lang="fr-FR" dirty="0"/>
              <a:t> </a:t>
            </a:r>
            <a:r>
              <a:rPr lang="fr-FR" dirty="0" err="1"/>
              <a:t>Array</a:t>
            </a:r>
            <a:r>
              <a:rPr lang="fr-FR" dirty="0"/>
              <a:t> of Independent </a:t>
            </a:r>
            <a:r>
              <a:rPr lang="fr-FR" dirty="0" err="1"/>
              <a:t>Disks</a:t>
            </a:r>
            <a:r>
              <a:rPr lang="fr-FR" dirty="0"/>
              <a:t>) pour garantir la sécurité des données au niveau du disque. Lorsque des AMP (Activity Modules) sont associés à des disques, on parle de disques virtuels (</a:t>
            </a:r>
            <a:r>
              <a:rPr lang="fr-FR" dirty="0" err="1"/>
              <a:t>Vdisks</a:t>
            </a:r>
            <a:r>
              <a:rPr lang="fr-FR" dirty="0"/>
              <a:t>).</a:t>
            </a:r>
          </a:p>
          <a:p>
            <a:pPr marL="0" lvl="0" indent="0"/>
            <a:endParaRPr lang="fr-FR" dirty="0"/>
          </a:p>
          <a:p>
            <a:pPr marL="0" lvl="0" indent="0"/>
            <a:r>
              <a:rPr lang="fr-FR" dirty="0"/>
              <a:t>Chaque AMP est autorisée à lire et à écrire uniquement sur son propre disque. C’est pourquoi on parle également d’architecture sans partage.</a:t>
            </a:r>
            <a:endParaRPr dirty="0"/>
          </a:p>
        </p:txBody>
      </p:sp>
      <p:grpSp>
        <p:nvGrpSpPr>
          <p:cNvPr id="746" name="Google Shape;746;p39">
            <a:extLst>
              <a:ext uri="{FF2B5EF4-FFF2-40B4-BE49-F238E27FC236}">
                <a16:creationId xmlns:a16="http://schemas.microsoft.com/office/drawing/2014/main" id="{441B281C-AB6B-9063-84EC-F80C20BC13B3}"/>
              </a:ext>
            </a:extLst>
          </p:cNvPr>
          <p:cNvGrpSpPr/>
          <p:nvPr/>
        </p:nvGrpSpPr>
        <p:grpSpPr>
          <a:xfrm>
            <a:off x="7705847" y="4010466"/>
            <a:ext cx="723042" cy="598023"/>
            <a:chOff x="1654675" y="4256126"/>
            <a:chExt cx="851841" cy="704551"/>
          </a:xfrm>
        </p:grpSpPr>
        <p:grpSp>
          <p:nvGrpSpPr>
            <p:cNvPr id="747" name="Google Shape;747;p39">
              <a:extLst>
                <a:ext uri="{FF2B5EF4-FFF2-40B4-BE49-F238E27FC236}">
                  <a16:creationId xmlns:a16="http://schemas.microsoft.com/office/drawing/2014/main" id="{753C822E-DC65-BEFE-3B4F-F95E2A8611EE}"/>
                </a:ext>
              </a:extLst>
            </p:cNvPr>
            <p:cNvGrpSpPr/>
            <p:nvPr/>
          </p:nvGrpSpPr>
          <p:grpSpPr>
            <a:xfrm>
              <a:off x="1654675" y="4256126"/>
              <a:ext cx="445587" cy="704551"/>
              <a:chOff x="1654675" y="4256126"/>
              <a:chExt cx="445587" cy="704551"/>
            </a:xfrm>
          </p:grpSpPr>
          <p:sp>
            <p:nvSpPr>
              <p:cNvPr id="748" name="Google Shape;748;p39">
                <a:extLst>
                  <a:ext uri="{FF2B5EF4-FFF2-40B4-BE49-F238E27FC236}">
                    <a16:creationId xmlns:a16="http://schemas.microsoft.com/office/drawing/2014/main" id="{9260C3E0-DDA6-0062-C9C8-9273148D47E2}"/>
                  </a:ext>
                </a:extLst>
              </p:cNvPr>
              <p:cNvSpPr/>
              <p:nvPr/>
            </p:nvSpPr>
            <p:spPr>
              <a:xfrm>
                <a:off x="1655926" y="4257377"/>
                <a:ext cx="440657" cy="703300"/>
              </a:xfrm>
              <a:custGeom>
                <a:avLst/>
                <a:gdLst/>
                <a:ahLst/>
                <a:cxnLst/>
                <a:rect l="l" t="t" r="r" b="b"/>
                <a:pathLst>
                  <a:path w="11976" h="19114" extrusionOk="0">
                    <a:moveTo>
                      <a:pt x="0" y="0"/>
                    </a:moveTo>
                    <a:lnTo>
                      <a:pt x="0" y="17112"/>
                    </a:lnTo>
                    <a:lnTo>
                      <a:pt x="2002" y="17112"/>
                    </a:lnTo>
                    <a:lnTo>
                      <a:pt x="2002" y="16112"/>
                    </a:lnTo>
                    <a:lnTo>
                      <a:pt x="3002" y="16112"/>
                    </a:lnTo>
                    <a:lnTo>
                      <a:pt x="3002" y="15111"/>
                    </a:lnTo>
                    <a:lnTo>
                      <a:pt x="4003" y="15111"/>
                    </a:lnTo>
                    <a:lnTo>
                      <a:pt x="4003" y="14110"/>
                    </a:lnTo>
                    <a:lnTo>
                      <a:pt x="4971" y="14110"/>
                    </a:lnTo>
                    <a:lnTo>
                      <a:pt x="4971" y="16112"/>
                    </a:lnTo>
                    <a:lnTo>
                      <a:pt x="5971" y="16112"/>
                    </a:lnTo>
                    <a:lnTo>
                      <a:pt x="5971" y="18113"/>
                    </a:lnTo>
                    <a:lnTo>
                      <a:pt x="6972" y="18113"/>
                    </a:lnTo>
                    <a:lnTo>
                      <a:pt x="6972" y="19114"/>
                    </a:lnTo>
                    <a:lnTo>
                      <a:pt x="8973" y="19114"/>
                    </a:lnTo>
                    <a:lnTo>
                      <a:pt x="8973" y="18113"/>
                    </a:lnTo>
                    <a:lnTo>
                      <a:pt x="9974" y="18113"/>
                    </a:lnTo>
                    <a:lnTo>
                      <a:pt x="9974" y="16112"/>
                    </a:lnTo>
                    <a:lnTo>
                      <a:pt x="8973" y="16112"/>
                    </a:lnTo>
                    <a:lnTo>
                      <a:pt x="8973" y="14110"/>
                    </a:lnTo>
                    <a:lnTo>
                      <a:pt x="7973" y="14110"/>
                    </a:lnTo>
                    <a:lnTo>
                      <a:pt x="7973" y="13110"/>
                    </a:lnTo>
                    <a:lnTo>
                      <a:pt x="11976" y="13110"/>
                    </a:lnTo>
                    <a:lnTo>
                      <a:pt x="11976" y="12009"/>
                    </a:lnTo>
                    <a:lnTo>
                      <a:pt x="11976" y="11008"/>
                    </a:lnTo>
                    <a:lnTo>
                      <a:pt x="11042" y="11008"/>
                    </a:lnTo>
                    <a:lnTo>
                      <a:pt x="11042" y="10007"/>
                    </a:lnTo>
                    <a:lnTo>
                      <a:pt x="10041" y="10007"/>
                    </a:lnTo>
                    <a:lnTo>
                      <a:pt x="10041" y="9007"/>
                    </a:lnTo>
                    <a:lnTo>
                      <a:pt x="9040" y="9007"/>
                    </a:lnTo>
                    <a:lnTo>
                      <a:pt x="9040" y="8006"/>
                    </a:lnTo>
                    <a:lnTo>
                      <a:pt x="8039" y="8006"/>
                    </a:lnTo>
                    <a:lnTo>
                      <a:pt x="8039" y="7005"/>
                    </a:lnTo>
                    <a:lnTo>
                      <a:pt x="7039" y="7005"/>
                    </a:lnTo>
                    <a:lnTo>
                      <a:pt x="7039" y="6005"/>
                    </a:lnTo>
                    <a:lnTo>
                      <a:pt x="6038" y="6005"/>
                    </a:lnTo>
                    <a:lnTo>
                      <a:pt x="6038" y="5004"/>
                    </a:lnTo>
                    <a:lnTo>
                      <a:pt x="5037" y="5004"/>
                    </a:lnTo>
                    <a:lnTo>
                      <a:pt x="5037" y="4003"/>
                    </a:lnTo>
                    <a:lnTo>
                      <a:pt x="4037" y="4003"/>
                    </a:lnTo>
                    <a:lnTo>
                      <a:pt x="4037" y="3002"/>
                    </a:lnTo>
                    <a:lnTo>
                      <a:pt x="3036" y="3002"/>
                    </a:lnTo>
                    <a:lnTo>
                      <a:pt x="3036" y="2002"/>
                    </a:lnTo>
                    <a:lnTo>
                      <a:pt x="2035" y="2002"/>
                    </a:lnTo>
                    <a:lnTo>
                      <a:pt x="2035" y="1001"/>
                    </a:lnTo>
                    <a:lnTo>
                      <a:pt x="1001" y="1001"/>
                    </a:lnTo>
                    <a:lnTo>
                      <a:pt x="100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9">
                <a:extLst>
                  <a:ext uri="{FF2B5EF4-FFF2-40B4-BE49-F238E27FC236}">
                    <a16:creationId xmlns:a16="http://schemas.microsoft.com/office/drawing/2014/main" id="{9BFF9305-C64E-CA97-1BFA-8AA4873F4B86}"/>
                  </a:ext>
                </a:extLst>
              </p:cNvPr>
              <p:cNvSpPr/>
              <p:nvPr/>
            </p:nvSpPr>
            <p:spPr>
              <a:xfrm>
                <a:off x="1654675" y="4256126"/>
                <a:ext cx="36869" cy="628459"/>
              </a:xfrm>
              <a:custGeom>
                <a:avLst/>
                <a:gdLst/>
                <a:ahLst/>
                <a:cxnLst/>
                <a:rect l="l" t="t" r="r" b="b"/>
                <a:pathLst>
                  <a:path w="1002" h="17080" extrusionOk="0">
                    <a:moveTo>
                      <a:pt x="1" y="1"/>
                    </a:moveTo>
                    <a:lnTo>
                      <a:pt x="1" y="17080"/>
                    </a:lnTo>
                    <a:lnTo>
                      <a:pt x="1002" y="17080"/>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9">
                <a:extLst>
                  <a:ext uri="{FF2B5EF4-FFF2-40B4-BE49-F238E27FC236}">
                    <a16:creationId xmlns:a16="http://schemas.microsoft.com/office/drawing/2014/main" id="{0D1168C3-FF0E-8715-9F6E-89121D2F643D}"/>
                  </a:ext>
                </a:extLst>
              </p:cNvPr>
              <p:cNvSpPr/>
              <p:nvPr/>
            </p:nvSpPr>
            <p:spPr>
              <a:xfrm>
                <a:off x="1692758" y="4292958"/>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9">
                <a:extLst>
                  <a:ext uri="{FF2B5EF4-FFF2-40B4-BE49-F238E27FC236}">
                    <a16:creationId xmlns:a16="http://schemas.microsoft.com/office/drawing/2014/main" id="{1F41F6DC-2EF6-9C26-9243-23B7572E94A2}"/>
                  </a:ext>
                </a:extLst>
              </p:cNvPr>
              <p:cNvSpPr/>
              <p:nvPr/>
            </p:nvSpPr>
            <p:spPr>
              <a:xfrm>
                <a:off x="1729553" y="4329790"/>
                <a:ext cx="36869" cy="36832"/>
              </a:xfrm>
              <a:custGeom>
                <a:avLst/>
                <a:gdLst/>
                <a:ahLst/>
                <a:cxnLst/>
                <a:rect l="l" t="t" r="r" b="b"/>
                <a:pathLst>
                  <a:path w="1002" h="1001"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9">
                <a:extLst>
                  <a:ext uri="{FF2B5EF4-FFF2-40B4-BE49-F238E27FC236}">
                    <a16:creationId xmlns:a16="http://schemas.microsoft.com/office/drawing/2014/main" id="{82227AF4-0CAC-25A2-64FF-D54DE3DB3D3A}"/>
                  </a:ext>
                </a:extLst>
              </p:cNvPr>
              <p:cNvSpPr/>
              <p:nvPr/>
            </p:nvSpPr>
            <p:spPr>
              <a:xfrm>
                <a:off x="1765170" y="4366621"/>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9">
                <a:extLst>
                  <a:ext uri="{FF2B5EF4-FFF2-40B4-BE49-F238E27FC236}">
                    <a16:creationId xmlns:a16="http://schemas.microsoft.com/office/drawing/2014/main" id="{46715DD2-489A-6D88-A0A3-626BBE43E620}"/>
                  </a:ext>
                </a:extLst>
              </p:cNvPr>
              <p:cNvSpPr/>
              <p:nvPr/>
            </p:nvSpPr>
            <p:spPr>
              <a:xfrm>
                <a:off x="1803216" y="4403416"/>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9">
                <a:extLst>
                  <a:ext uri="{FF2B5EF4-FFF2-40B4-BE49-F238E27FC236}">
                    <a16:creationId xmlns:a16="http://schemas.microsoft.com/office/drawing/2014/main" id="{A5EBAFB2-08B2-F27A-0206-096A75487A5E}"/>
                  </a:ext>
                </a:extLst>
              </p:cNvPr>
              <p:cNvSpPr/>
              <p:nvPr/>
            </p:nvSpPr>
            <p:spPr>
              <a:xfrm>
                <a:off x="1841262" y="4440248"/>
                <a:ext cx="36832" cy="36869"/>
              </a:xfrm>
              <a:custGeom>
                <a:avLst/>
                <a:gdLst/>
                <a:ahLst/>
                <a:cxnLst/>
                <a:rect l="l" t="t" r="r" b="b"/>
                <a:pathLst>
                  <a:path w="1001" h="1002"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9">
                <a:extLst>
                  <a:ext uri="{FF2B5EF4-FFF2-40B4-BE49-F238E27FC236}">
                    <a16:creationId xmlns:a16="http://schemas.microsoft.com/office/drawing/2014/main" id="{D9C7263D-39AD-11C3-321D-D8BBDE250CAB}"/>
                  </a:ext>
                </a:extLst>
              </p:cNvPr>
              <p:cNvSpPr/>
              <p:nvPr/>
            </p:nvSpPr>
            <p:spPr>
              <a:xfrm>
                <a:off x="1878057" y="4477080"/>
                <a:ext cx="36869" cy="36832"/>
              </a:xfrm>
              <a:custGeom>
                <a:avLst/>
                <a:gdLst/>
                <a:ahLst/>
                <a:cxnLst/>
                <a:rect l="l" t="t" r="r" b="b"/>
                <a:pathLst>
                  <a:path w="1002" h="1001"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9">
                <a:extLst>
                  <a:ext uri="{FF2B5EF4-FFF2-40B4-BE49-F238E27FC236}">
                    <a16:creationId xmlns:a16="http://schemas.microsoft.com/office/drawing/2014/main" id="{56798C71-6F2E-259E-1166-3D92518F199F}"/>
                  </a:ext>
                </a:extLst>
              </p:cNvPr>
              <p:cNvSpPr/>
              <p:nvPr/>
            </p:nvSpPr>
            <p:spPr>
              <a:xfrm>
                <a:off x="1914889" y="4515125"/>
                <a:ext cx="36869" cy="36832"/>
              </a:xfrm>
              <a:custGeom>
                <a:avLst/>
                <a:gdLst/>
                <a:ahLst/>
                <a:cxnLst/>
                <a:rect l="l" t="t" r="r" b="b"/>
                <a:pathLst>
                  <a:path w="1002" h="1001"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9">
                <a:extLst>
                  <a:ext uri="{FF2B5EF4-FFF2-40B4-BE49-F238E27FC236}">
                    <a16:creationId xmlns:a16="http://schemas.microsoft.com/office/drawing/2014/main" id="{CA1FD793-F632-1FF9-E9A0-87D0E93FFDEC}"/>
                  </a:ext>
                </a:extLst>
              </p:cNvPr>
              <p:cNvSpPr/>
              <p:nvPr/>
            </p:nvSpPr>
            <p:spPr>
              <a:xfrm>
                <a:off x="1951721" y="4551920"/>
                <a:ext cx="36869" cy="36869"/>
              </a:xfrm>
              <a:custGeom>
                <a:avLst/>
                <a:gdLst/>
                <a:ahLst/>
                <a:cxnLst/>
                <a:rect l="l" t="t" r="r" b="b"/>
                <a:pathLst>
                  <a:path w="1002" h="1002" extrusionOk="0">
                    <a:moveTo>
                      <a:pt x="0" y="1"/>
                    </a:moveTo>
                    <a:lnTo>
                      <a:pt x="0"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9">
                <a:extLst>
                  <a:ext uri="{FF2B5EF4-FFF2-40B4-BE49-F238E27FC236}">
                    <a16:creationId xmlns:a16="http://schemas.microsoft.com/office/drawing/2014/main" id="{8EC30677-656E-6234-2D50-29E0B8B12DAF}"/>
                  </a:ext>
                </a:extLst>
              </p:cNvPr>
              <p:cNvSpPr/>
              <p:nvPr/>
            </p:nvSpPr>
            <p:spPr>
              <a:xfrm>
                <a:off x="1988553" y="4588752"/>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9">
                <a:extLst>
                  <a:ext uri="{FF2B5EF4-FFF2-40B4-BE49-F238E27FC236}">
                    <a16:creationId xmlns:a16="http://schemas.microsoft.com/office/drawing/2014/main" id="{5CBE1B8F-175D-17BB-593A-9D846731C1C0}"/>
                  </a:ext>
                </a:extLst>
              </p:cNvPr>
              <p:cNvSpPr/>
              <p:nvPr/>
            </p:nvSpPr>
            <p:spPr>
              <a:xfrm>
                <a:off x="2025348" y="4625584"/>
                <a:ext cx="36869" cy="36869"/>
              </a:xfrm>
              <a:custGeom>
                <a:avLst/>
                <a:gdLst/>
                <a:ahLst/>
                <a:cxnLst/>
                <a:rect l="l" t="t" r="r" b="b"/>
                <a:pathLst>
                  <a:path w="1002" h="1002"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9">
                <a:extLst>
                  <a:ext uri="{FF2B5EF4-FFF2-40B4-BE49-F238E27FC236}">
                    <a16:creationId xmlns:a16="http://schemas.microsoft.com/office/drawing/2014/main" id="{B36B8077-49C0-36DB-E5F4-8FACFF69BE54}"/>
                  </a:ext>
                </a:extLst>
              </p:cNvPr>
              <p:cNvSpPr/>
              <p:nvPr/>
            </p:nvSpPr>
            <p:spPr>
              <a:xfrm>
                <a:off x="2062179" y="4662415"/>
                <a:ext cx="36869" cy="36832"/>
              </a:xfrm>
              <a:custGeom>
                <a:avLst/>
                <a:gdLst/>
                <a:ahLst/>
                <a:cxnLst/>
                <a:rect l="l" t="t" r="r" b="b"/>
                <a:pathLst>
                  <a:path w="1002" h="1001" extrusionOk="0">
                    <a:moveTo>
                      <a:pt x="1" y="0"/>
                    </a:moveTo>
                    <a:lnTo>
                      <a:pt x="1" y="1001"/>
                    </a:lnTo>
                    <a:lnTo>
                      <a:pt x="1001" y="1001"/>
                    </a:lnTo>
                    <a:lnTo>
                      <a:pt x="100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9">
                <a:extLst>
                  <a:ext uri="{FF2B5EF4-FFF2-40B4-BE49-F238E27FC236}">
                    <a16:creationId xmlns:a16="http://schemas.microsoft.com/office/drawing/2014/main" id="{F8F25EEF-9B19-2A42-EFC4-C68196E3D20F}"/>
                  </a:ext>
                </a:extLst>
              </p:cNvPr>
              <p:cNvSpPr/>
              <p:nvPr/>
            </p:nvSpPr>
            <p:spPr>
              <a:xfrm>
                <a:off x="1914889" y="4699210"/>
                <a:ext cx="185373" cy="36869"/>
              </a:xfrm>
              <a:custGeom>
                <a:avLst/>
                <a:gdLst/>
                <a:ahLst/>
                <a:cxnLst/>
                <a:rect l="l" t="t" r="r" b="b"/>
                <a:pathLst>
                  <a:path w="5038" h="1002" extrusionOk="0">
                    <a:moveTo>
                      <a:pt x="1" y="1"/>
                    </a:moveTo>
                    <a:lnTo>
                      <a:pt x="1" y="1002"/>
                    </a:lnTo>
                    <a:lnTo>
                      <a:pt x="5038" y="1002"/>
                    </a:lnTo>
                    <a:lnTo>
                      <a:pt x="50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9">
                <a:extLst>
                  <a:ext uri="{FF2B5EF4-FFF2-40B4-BE49-F238E27FC236}">
                    <a16:creationId xmlns:a16="http://schemas.microsoft.com/office/drawing/2014/main" id="{D4E0CC4F-8BAB-8620-6EA2-147B9D404FF8}"/>
                  </a:ext>
                </a:extLst>
              </p:cNvPr>
              <p:cNvSpPr/>
              <p:nvPr/>
            </p:nvSpPr>
            <p:spPr>
              <a:xfrm>
                <a:off x="1914889" y="4736042"/>
                <a:ext cx="36869" cy="36869"/>
              </a:xfrm>
              <a:custGeom>
                <a:avLst/>
                <a:gdLst/>
                <a:ahLst/>
                <a:cxnLst/>
                <a:rect l="l" t="t" r="r" b="b"/>
                <a:pathLst>
                  <a:path w="1002" h="1002" extrusionOk="0">
                    <a:moveTo>
                      <a:pt x="1" y="1"/>
                    </a:moveTo>
                    <a:lnTo>
                      <a:pt x="1"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9">
                <a:extLst>
                  <a:ext uri="{FF2B5EF4-FFF2-40B4-BE49-F238E27FC236}">
                    <a16:creationId xmlns:a16="http://schemas.microsoft.com/office/drawing/2014/main" id="{53A8ECFE-9D6B-0146-D05C-5A056A49FE07}"/>
                  </a:ext>
                </a:extLst>
              </p:cNvPr>
              <p:cNvSpPr/>
              <p:nvPr/>
            </p:nvSpPr>
            <p:spPr>
              <a:xfrm>
                <a:off x="1803216" y="4736042"/>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9">
                <a:extLst>
                  <a:ext uri="{FF2B5EF4-FFF2-40B4-BE49-F238E27FC236}">
                    <a16:creationId xmlns:a16="http://schemas.microsoft.com/office/drawing/2014/main" id="{288BE99C-B349-E16A-31D0-AB0FF47FA57A}"/>
                  </a:ext>
                </a:extLst>
              </p:cNvPr>
              <p:cNvSpPr/>
              <p:nvPr/>
            </p:nvSpPr>
            <p:spPr>
              <a:xfrm>
                <a:off x="1841262" y="4772874"/>
                <a:ext cx="36832" cy="73664"/>
              </a:xfrm>
              <a:custGeom>
                <a:avLst/>
                <a:gdLst/>
                <a:ahLst/>
                <a:cxnLst/>
                <a:rect l="l" t="t" r="r" b="b"/>
                <a:pathLst>
                  <a:path w="1001" h="2002" extrusionOk="0">
                    <a:moveTo>
                      <a:pt x="0" y="0"/>
                    </a:moveTo>
                    <a:lnTo>
                      <a:pt x="0"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9">
                <a:extLst>
                  <a:ext uri="{FF2B5EF4-FFF2-40B4-BE49-F238E27FC236}">
                    <a16:creationId xmlns:a16="http://schemas.microsoft.com/office/drawing/2014/main" id="{7BAC535A-B14C-676D-89EC-B16DBC564648}"/>
                  </a:ext>
                </a:extLst>
              </p:cNvPr>
              <p:cNvSpPr/>
              <p:nvPr/>
            </p:nvSpPr>
            <p:spPr>
              <a:xfrm>
                <a:off x="1878057" y="4847751"/>
                <a:ext cx="36869" cy="73664"/>
              </a:xfrm>
              <a:custGeom>
                <a:avLst/>
                <a:gdLst/>
                <a:ahLst/>
                <a:cxnLst/>
                <a:rect l="l" t="t" r="r" b="b"/>
                <a:pathLst>
                  <a:path w="1002" h="2002" extrusionOk="0">
                    <a:moveTo>
                      <a:pt x="1" y="0"/>
                    </a:moveTo>
                    <a:lnTo>
                      <a:pt x="1" y="2001"/>
                    </a:lnTo>
                    <a:lnTo>
                      <a:pt x="1002" y="2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9">
                <a:extLst>
                  <a:ext uri="{FF2B5EF4-FFF2-40B4-BE49-F238E27FC236}">
                    <a16:creationId xmlns:a16="http://schemas.microsoft.com/office/drawing/2014/main" id="{93EB22BE-3AD9-4FD4-5D0C-4BD4D51B1373}"/>
                  </a:ext>
                </a:extLst>
              </p:cNvPr>
              <p:cNvSpPr/>
              <p:nvPr/>
            </p:nvSpPr>
            <p:spPr>
              <a:xfrm>
                <a:off x="1914889" y="4921378"/>
                <a:ext cx="73700" cy="36869"/>
              </a:xfrm>
              <a:custGeom>
                <a:avLst/>
                <a:gdLst/>
                <a:ahLst/>
                <a:cxnLst/>
                <a:rect l="l" t="t" r="r" b="b"/>
                <a:pathLst>
                  <a:path w="2003" h="1002" extrusionOk="0">
                    <a:moveTo>
                      <a:pt x="1" y="0"/>
                    </a:moveTo>
                    <a:lnTo>
                      <a:pt x="1" y="1001"/>
                    </a:lnTo>
                    <a:lnTo>
                      <a:pt x="2002" y="1001"/>
                    </a:lnTo>
                    <a:lnTo>
                      <a:pt x="2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9">
                <a:extLst>
                  <a:ext uri="{FF2B5EF4-FFF2-40B4-BE49-F238E27FC236}">
                    <a16:creationId xmlns:a16="http://schemas.microsoft.com/office/drawing/2014/main" id="{FF045B5F-7056-BCAA-BC85-99A21516A12D}"/>
                  </a:ext>
                </a:extLst>
              </p:cNvPr>
              <p:cNvSpPr/>
              <p:nvPr/>
            </p:nvSpPr>
            <p:spPr>
              <a:xfrm>
                <a:off x="1951721" y="4772874"/>
                <a:ext cx="36869" cy="73664"/>
              </a:xfrm>
              <a:custGeom>
                <a:avLst/>
                <a:gdLst/>
                <a:ahLst/>
                <a:cxnLst/>
                <a:rect l="l" t="t" r="r" b="b"/>
                <a:pathLst>
                  <a:path w="1002" h="2002" extrusionOk="0">
                    <a:moveTo>
                      <a:pt x="0" y="0"/>
                    </a:moveTo>
                    <a:lnTo>
                      <a:pt x="0"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9">
                <a:extLst>
                  <a:ext uri="{FF2B5EF4-FFF2-40B4-BE49-F238E27FC236}">
                    <a16:creationId xmlns:a16="http://schemas.microsoft.com/office/drawing/2014/main" id="{B2B1883E-D535-A4A8-E683-122D740A0CCB}"/>
                  </a:ext>
                </a:extLst>
              </p:cNvPr>
              <p:cNvSpPr/>
              <p:nvPr/>
            </p:nvSpPr>
            <p:spPr>
              <a:xfrm>
                <a:off x="1988553" y="4847751"/>
                <a:ext cx="36832" cy="73664"/>
              </a:xfrm>
              <a:custGeom>
                <a:avLst/>
                <a:gdLst/>
                <a:ahLst/>
                <a:cxnLst/>
                <a:rect l="l" t="t" r="r" b="b"/>
                <a:pathLst>
                  <a:path w="1001" h="2002" extrusionOk="0">
                    <a:moveTo>
                      <a:pt x="0" y="0"/>
                    </a:moveTo>
                    <a:lnTo>
                      <a:pt x="0" y="2001"/>
                    </a:lnTo>
                    <a:lnTo>
                      <a:pt x="1001" y="2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9">
                <a:extLst>
                  <a:ext uri="{FF2B5EF4-FFF2-40B4-BE49-F238E27FC236}">
                    <a16:creationId xmlns:a16="http://schemas.microsoft.com/office/drawing/2014/main" id="{BEF414BD-94CB-C21E-C524-44DED85AC119}"/>
                  </a:ext>
                </a:extLst>
              </p:cNvPr>
              <p:cNvSpPr/>
              <p:nvPr/>
            </p:nvSpPr>
            <p:spPr>
              <a:xfrm>
                <a:off x="1765170" y="4772874"/>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9">
                <a:extLst>
                  <a:ext uri="{FF2B5EF4-FFF2-40B4-BE49-F238E27FC236}">
                    <a16:creationId xmlns:a16="http://schemas.microsoft.com/office/drawing/2014/main" id="{B772324E-5DF6-1415-D627-0BBF39506BC6}"/>
                  </a:ext>
                </a:extLst>
              </p:cNvPr>
              <p:cNvSpPr/>
              <p:nvPr/>
            </p:nvSpPr>
            <p:spPr>
              <a:xfrm>
                <a:off x="1729553" y="4810920"/>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9">
                <a:extLst>
                  <a:ext uri="{FF2B5EF4-FFF2-40B4-BE49-F238E27FC236}">
                    <a16:creationId xmlns:a16="http://schemas.microsoft.com/office/drawing/2014/main" id="{2DE3201A-0650-909E-C9B6-3522296BEC44}"/>
                  </a:ext>
                </a:extLst>
              </p:cNvPr>
              <p:cNvSpPr/>
              <p:nvPr/>
            </p:nvSpPr>
            <p:spPr>
              <a:xfrm>
                <a:off x="1692758" y="4847751"/>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2" name="Google Shape;772;p39">
              <a:extLst>
                <a:ext uri="{FF2B5EF4-FFF2-40B4-BE49-F238E27FC236}">
                  <a16:creationId xmlns:a16="http://schemas.microsoft.com/office/drawing/2014/main" id="{BC5031D6-F96D-DB9A-2087-06A87E4823B7}"/>
                </a:ext>
              </a:extLst>
            </p:cNvPr>
            <p:cNvGrpSpPr/>
            <p:nvPr/>
          </p:nvGrpSpPr>
          <p:grpSpPr>
            <a:xfrm>
              <a:off x="2099011" y="4329790"/>
              <a:ext cx="407505" cy="517999"/>
              <a:chOff x="2099011" y="4329790"/>
              <a:chExt cx="407505" cy="517999"/>
            </a:xfrm>
          </p:grpSpPr>
          <p:sp>
            <p:nvSpPr>
              <p:cNvPr id="773" name="Google Shape;773;p39">
                <a:extLst>
                  <a:ext uri="{FF2B5EF4-FFF2-40B4-BE49-F238E27FC236}">
                    <a16:creationId xmlns:a16="http://schemas.microsoft.com/office/drawing/2014/main" id="{381AD297-738A-269C-5136-54477EC9E6A9}"/>
                  </a:ext>
                </a:extLst>
              </p:cNvPr>
              <p:cNvSpPr/>
              <p:nvPr/>
            </p:nvSpPr>
            <p:spPr>
              <a:xfrm>
                <a:off x="2100225" y="4331004"/>
                <a:ext cx="405076" cy="515535"/>
              </a:xfrm>
              <a:custGeom>
                <a:avLst/>
                <a:gdLst/>
                <a:ahLst/>
                <a:cxnLst/>
                <a:rect l="l" t="t" r="r" b="b"/>
                <a:pathLst>
                  <a:path w="11009" h="14011" extrusionOk="0">
                    <a:moveTo>
                      <a:pt x="1" y="1"/>
                    </a:moveTo>
                    <a:lnTo>
                      <a:pt x="1" y="1001"/>
                    </a:lnTo>
                    <a:lnTo>
                      <a:pt x="1001" y="1001"/>
                    </a:lnTo>
                    <a:lnTo>
                      <a:pt x="1001" y="2002"/>
                    </a:lnTo>
                    <a:lnTo>
                      <a:pt x="1001" y="3003"/>
                    </a:lnTo>
                    <a:lnTo>
                      <a:pt x="1001" y="4004"/>
                    </a:lnTo>
                    <a:lnTo>
                      <a:pt x="2002" y="4004"/>
                    </a:lnTo>
                    <a:lnTo>
                      <a:pt x="2002" y="5004"/>
                    </a:lnTo>
                    <a:lnTo>
                      <a:pt x="3003" y="5004"/>
                    </a:lnTo>
                    <a:lnTo>
                      <a:pt x="3003" y="6005"/>
                    </a:lnTo>
                    <a:lnTo>
                      <a:pt x="4003" y="6005"/>
                    </a:lnTo>
                    <a:lnTo>
                      <a:pt x="4003" y="7006"/>
                    </a:lnTo>
                    <a:lnTo>
                      <a:pt x="4003" y="8006"/>
                    </a:lnTo>
                    <a:lnTo>
                      <a:pt x="3003" y="8006"/>
                    </a:lnTo>
                    <a:lnTo>
                      <a:pt x="3003" y="9007"/>
                    </a:lnTo>
                    <a:lnTo>
                      <a:pt x="2002" y="9007"/>
                    </a:lnTo>
                    <a:lnTo>
                      <a:pt x="2002" y="10008"/>
                    </a:lnTo>
                    <a:lnTo>
                      <a:pt x="1001" y="10008"/>
                    </a:lnTo>
                    <a:lnTo>
                      <a:pt x="1001" y="11009"/>
                    </a:lnTo>
                    <a:lnTo>
                      <a:pt x="1001" y="12009"/>
                    </a:lnTo>
                    <a:lnTo>
                      <a:pt x="1001" y="13010"/>
                    </a:lnTo>
                    <a:lnTo>
                      <a:pt x="1" y="13010"/>
                    </a:lnTo>
                    <a:lnTo>
                      <a:pt x="1" y="14011"/>
                    </a:lnTo>
                    <a:lnTo>
                      <a:pt x="11008" y="14011"/>
                    </a:lnTo>
                    <a:lnTo>
                      <a:pt x="11008" y="13010"/>
                    </a:lnTo>
                    <a:lnTo>
                      <a:pt x="10008" y="13010"/>
                    </a:lnTo>
                    <a:lnTo>
                      <a:pt x="10008" y="12009"/>
                    </a:lnTo>
                    <a:lnTo>
                      <a:pt x="10008" y="11009"/>
                    </a:lnTo>
                    <a:lnTo>
                      <a:pt x="10008" y="10008"/>
                    </a:lnTo>
                    <a:lnTo>
                      <a:pt x="9007" y="10008"/>
                    </a:lnTo>
                    <a:lnTo>
                      <a:pt x="9007" y="9007"/>
                    </a:lnTo>
                    <a:lnTo>
                      <a:pt x="8006" y="9007"/>
                    </a:lnTo>
                    <a:lnTo>
                      <a:pt x="8006" y="8006"/>
                    </a:lnTo>
                    <a:lnTo>
                      <a:pt x="7006" y="8006"/>
                    </a:lnTo>
                    <a:lnTo>
                      <a:pt x="7006" y="7006"/>
                    </a:lnTo>
                    <a:lnTo>
                      <a:pt x="7006" y="6005"/>
                    </a:lnTo>
                    <a:lnTo>
                      <a:pt x="8006" y="6005"/>
                    </a:lnTo>
                    <a:lnTo>
                      <a:pt x="8006" y="5004"/>
                    </a:lnTo>
                    <a:lnTo>
                      <a:pt x="9007" y="5004"/>
                    </a:lnTo>
                    <a:lnTo>
                      <a:pt x="9007" y="4004"/>
                    </a:lnTo>
                    <a:lnTo>
                      <a:pt x="10008" y="4004"/>
                    </a:lnTo>
                    <a:lnTo>
                      <a:pt x="10008" y="3003"/>
                    </a:lnTo>
                    <a:lnTo>
                      <a:pt x="10008" y="2002"/>
                    </a:lnTo>
                    <a:lnTo>
                      <a:pt x="10008" y="1001"/>
                    </a:lnTo>
                    <a:lnTo>
                      <a:pt x="11008" y="1001"/>
                    </a:lnTo>
                    <a:lnTo>
                      <a:pt x="1100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9">
                <a:extLst>
                  <a:ext uri="{FF2B5EF4-FFF2-40B4-BE49-F238E27FC236}">
                    <a16:creationId xmlns:a16="http://schemas.microsoft.com/office/drawing/2014/main" id="{E27BB4F7-11FA-D6B5-3163-D9A3D5FC370A}"/>
                  </a:ext>
                </a:extLst>
              </p:cNvPr>
              <p:cNvSpPr/>
              <p:nvPr/>
            </p:nvSpPr>
            <p:spPr>
              <a:xfrm>
                <a:off x="2173889" y="4477080"/>
                <a:ext cx="73664" cy="74878"/>
              </a:xfrm>
              <a:custGeom>
                <a:avLst/>
                <a:gdLst/>
                <a:ahLst/>
                <a:cxnLst/>
                <a:rect l="l" t="t" r="r" b="b"/>
                <a:pathLst>
                  <a:path w="2002" h="2035" extrusionOk="0">
                    <a:moveTo>
                      <a:pt x="0" y="0"/>
                    </a:moveTo>
                    <a:lnTo>
                      <a:pt x="0" y="1034"/>
                    </a:lnTo>
                    <a:lnTo>
                      <a:pt x="1001" y="1034"/>
                    </a:lnTo>
                    <a:lnTo>
                      <a:pt x="1001" y="0"/>
                    </a:lnTo>
                    <a:close/>
                    <a:moveTo>
                      <a:pt x="1001" y="1034"/>
                    </a:moveTo>
                    <a:lnTo>
                      <a:pt x="1001" y="2035"/>
                    </a:lnTo>
                    <a:lnTo>
                      <a:pt x="2001" y="2035"/>
                    </a:lnTo>
                    <a:lnTo>
                      <a:pt x="2001" y="103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9">
                <a:extLst>
                  <a:ext uri="{FF2B5EF4-FFF2-40B4-BE49-F238E27FC236}">
                    <a16:creationId xmlns:a16="http://schemas.microsoft.com/office/drawing/2014/main" id="{25DF7ED3-2101-3688-686D-AB208703CAC6}"/>
                  </a:ext>
                </a:extLst>
              </p:cNvPr>
              <p:cNvSpPr/>
              <p:nvPr/>
            </p:nvSpPr>
            <p:spPr>
              <a:xfrm>
                <a:off x="2284348" y="4477080"/>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9">
                <a:extLst>
                  <a:ext uri="{FF2B5EF4-FFF2-40B4-BE49-F238E27FC236}">
                    <a16:creationId xmlns:a16="http://schemas.microsoft.com/office/drawing/2014/main" id="{4E2BF60E-E3A5-C1BF-6DEF-95CA804EA541}"/>
                  </a:ext>
                </a:extLst>
              </p:cNvPr>
              <p:cNvSpPr/>
              <p:nvPr/>
            </p:nvSpPr>
            <p:spPr>
              <a:xfrm>
                <a:off x="2247516" y="4440248"/>
                <a:ext cx="36869" cy="36869"/>
              </a:xfrm>
              <a:custGeom>
                <a:avLst/>
                <a:gdLst/>
                <a:ahLst/>
                <a:cxnLst/>
                <a:rect l="l" t="t" r="r" b="b"/>
                <a:pathLst>
                  <a:path w="1002" h="1002"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9">
                <a:extLst>
                  <a:ext uri="{FF2B5EF4-FFF2-40B4-BE49-F238E27FC236}">
                    <a16:creationId xmlns:a16="http://schemas.microsoft.com/office/drawing/2014/main" id="{6BF6AC95-FB4A-3584-1A33-629096A8AA59}"/>
                  </a:ext>
                </a:extLst>
              </p:cNvPr>
              <p:cNvSpPr/>
              <p:nvPr/>
            </p:nvSpPr>
            <p:spPr>
              <a:xfrm>
                <a:off x="2321143" y="4440248"/>
                <a:ext cx="36869" cy="36869"/>
              </a:xfrm>
              <a:custGeom>
                <a:avLst/>
                <a:gdLst/>
                <a:ahLst/>
                <a:cxnLst/>
                <a:rect l="l" t="t" r="r" b="b"/>
                <a:pathLst>
                  <a:path w="1002" h="1002"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9">
                <a:extLst>
                  <a:ext uri="{FF2B5EF4-FFF2-40B4-BE49-F238E27FC236}">
                    <a16:creationId xmlns:a16="http://schemas.microsoft.com/office/drawing/2014/main" id="{EDA72928-2E39-2A33-0518-BC165AD40A8D}"/>
                  </a:ext>
                </a:extLst>
              </p:cNvPr>
              <p:cNvSpPr/>
              <p:nvPr/>
            </p:nvSpPr>
            <p:spPr>
              <a:xfrm>
                <a:off x="2247516" y="4551920"/>
                <a:ext cx="36869" cy="73700"/>
              </a:xfrm>
              <a:custGeom>
                <a:avLst/>
                <a:gdLst/>
                <a:ahLst/>
                <a:cxnLst/>
                <a:rect l="l" t="t" r="r" b="b"/>
                <a:pathLst>
                  <a:path w="1002" h="2003" extrusionOk="0">
                    <a:moveTo>
                      <a:pt x="0" y="1"/>
                    </a:moveTo>
                    <a:lnTo>
                      <a:pt x="0" y="1002"/>
                    </a:lnTo>
                    <a:lnTo>
                      <a:pt x="0" y="2002"/>
                    </a:lnTo>
                    <a:lnTo>
                      <a:pt x="1001" y="2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9">
                <a:extLst>
                  <a:ext uri="{FF2B5EF4-FFF2-40B4-BE49-F238E27FC236}">
                    <a16:creationId xmlns:a16="http://schemas.microsoft.com/office/drawing/2014/main" id="{04CCD9FD-33A5-6E2D-5C5B-12E79F0F8355}"/>
                  </a:ext>
                </a:extLst>
              </p:cNvPr>
              <p:cNvSpPr/>
              <p:nvPr/>
            </p:nvSpPr>
            <p:spPr>
              <a:xfrm>
                <a:off x="2210684" y="4625584"/>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9">
                <a:extLst>
                  <a:ext uri="{FF2B5EF4-FFF2-40B4-BE49-F238E27FC236}">
                    <a16:creationId xmlns:a16="http://schemas.microsoft.com/office/drawing/2014/main" id="{4C3D53C4-B6CC-2901-7755-D74D80DAE827}"/>
                  </a:ext>
                </a:extLst>
              </p:cNvPr>
              <p:cNvSpPr/>
              <p:nvPr/>
            </p:nvSpPr>
            <p:spPr>
              <a:xfrm>
                <a:off x="2173889" y="4662415"/>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9">
                <a:extLst>
                  <a:ext uri="{FF2B5EF4-FFF2-40B4-BE49-F238E27FC236}">
                    <a16:creationId xmlns:a16="http://schemas.microsoft.com/office/drawing/2014/main" id="{95CE2137-D667-2BCD-6766-820C6341C81E}"/>
                  </a:ext>
                </a:extLst>
              </p:cNvPr>
              <p:cNvSpPr/>
              <p:nvPr/>
            </p:nvSpPr>
            <p:spPr>
              <a:xfrm>
                <a:off x="2321143" y="4736042"/>
                <a:ext cx="36869" cy="36869"/>
              </a:xfrm>
              <a:custGeom>
                <a:avLst/>
                <a:gdLst/>
                <a:ahLst/>
                <a:cxnLst/>
                <a:rect l="l" t="t" r="r" b="b"/>
                <a:pathLst>
                  <a:path w="1002" h="1002" extrusionOk="0">
                    <a:moveTo>
                      <a:pt x="1" y="1"/>
                    </a:moveTo>
                    <a:lnTo>
                      <a:pt x="1" y="1001"/>
                    </a:lnTo>
                    <a:lnTo>
                      <a:pt x="1002" y="1001"/>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9">
                <a:extLst>
                  <a:ext uri="{FF2B5EF4-FFF2-40B4-BE49-F238E27FC236}">
                    <a16:creationId xmlns:a16="http://schemas.microsoft.com/office/drawing/2014/main" id="{A8A72C6F-2294-6EE7-FAC7-DC1F0C05799C}"/>
                  </a:ext>
                </a:extLst>
              </p:cNvPr>
              <p:cNvSpPr/>
              <p:nvPr/>
            </p:nvSpPr>
            <p:spPr>
              <a:xfrm>
                <a:off x="2247516" y="4736042"/>
                <a:ext cx="36869" cy="36869"/>
              </a:xfrm>
              <a:custGeom>
                <a:avLst/>
                <a:gdLst/>
                <a:ahLst/>
                <a:cxnLst/>
                <a:rect l="l" t="t" r="r" b="b"/>
                <a:pathLst>
                  <a:path w="1002"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39">
                <a:extLst>
                  <a:ext uri="{FF2B5EF4-FFF2-40B4-BE49-F238E27FC236}">
                    <a16:creationId xmlns:a16="http://schemas.microsoft.com/office/drawing/2014/main" id="{84DAFC63-5E03-79FE-61B3-8838F47B1889}"/>
                  </a:ext>
                </a:extLst>
              </p:cNvPr>
              <p:cNvSpPr/>
              <p:nvPr/>
            </p:nvSpPr>
            <p:spPr>
              <a:xfrm>
                <a:off x="2284348" y="4699210"/>
                <a:ext cx="36832" cy="36869"/>
              </a:xfrm>
              <a:custGeom>
                <a:avLst/>
                <a:gdLst/>
                <a:ahLst/>
                <a:cxnLst/>
                <a:rect l="l" t="t" r="r" b="b"/>
                <a:pathLst>
                  <a:path w="1001" h="1002" extrusionOk="0">
                    <a:moveTo>
                      <a:pt x="0" y="1"/>
                    </a:moveTo>
                    <a:lnTo>
                      <a:pt x="0"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9">
                <a:extLst>
                  <a:ext uri="{FF2B5EF4-FFF2-40B4-BE49-F238E27FC236}">
                    <a16:creationId xmlns:a16="http://schemas.microsoft.com/office/drawing/2014/main" id="{D39A3ABF-C28F-62DD-AF0C-9F95392228F4}"/>
                  </a:ext>
                </a:extLst>
              </p:cNvPr>
              <p:cNvSpPr/>
              <p:nvPr/>
            </p:nvSpPr>
            <p:spPr>
              <a:xfrm>
                <a:off x="2099011" y="4329790"/>
                <a:ext cx="407505" cy="147327"/>
              </a:xfrm>
              <a:custGeom>
                <a:avLst/>
                <a:gdLst/>
                <a:ahLst/>
                <a:cxnLst/>
                <a:rect l="l" t="t" r="r" b="b"/>
                <a:pathLst>
                  <a:path w="11075" h="4004" extrusionOk="0">
                    <a:moveTo>
                      <a:pt x="0" y="0"/>
                    </a:moveTo>
                    <a:lnTo>
                      <a:pt x="0" y="1001"/>
                    </a:lnTo>
                    <a:lnTo>
                      <a:pt x="1001" y="1001"/>
                    </a:lnTo>
                    <a:lnTo>
                      <a:pt x="1001" y="2002"/>
                    </a:lnTo>
                    <a:lnTo>
                      <a:pt x="1001" y="3002"/>
                    </a:lnTo>
                    <a:lnTo>
                      <a:pt x="1001" y="4003"/>
                    </a:lnTo>
                    <a:lnTo>
                      <a:pt x="2035" y="4003"/>
                    </a:lnTo>
                    <a:lnTo>
                      <a:pt x="2035" y="3002"/>
                    </a:lnTo>
                    <a:lnTo>
                      <a:pt x="2035" y="2002"/>
                    </a:lnTo>
                    <a:lnTo>
                      <a:pt x="2035" y="1001"/>
                    </a:lnTo>
                    <a:lnTo>
                      <a:pt x="9040" y="1001"/>
                    </a:lnTo>
                    <a:lnTo>
                      <a:pt x="9040" y="2002"/>
                    </a:lnTo>
                    <a:lnTo>
                      <a:pt x="9040" y="3002"/>
                    </a:lnTo>
                    <a:lnTo>
                      <a:pt x="9040" y="4003"/>
                    </a:lnTo>
                    <a:lnTo>
                      <a:pt x="10074" y="4003"/>
                    </a:lnTo>
                    <a:lnTo>
                      <a:pt x="10074" y="3002"/>
                    </a:lnTo>
                    <a:lnTo>
                      <a:pt x="10074" y="2002"/>
                    </a:lnTo>
                    <a:lnTo>
                      <a:pt x="10074" y="1001"/>
                    </a:lnTo>
                    <a:lnTo>
                      <a:pt x="11075" y="1001"/>
                    </a:lnTo>
                    <a:lnTo>
                      <a:pt x="110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9">
                <a:extLst>
                  <a:ext uri="{FF2B5EF4-FFF2-40B4-BE49-F238E27FC236}">
                    <a16:creationId xmlns:a16="http://schemas.microsoft.com/office/drawing/2014/main" id="{0BDA3B71-056B-1D7C-77EA-67DF43143499}"/>
                  </a:ext>
                </a:extLst>
              </p:cNvPr>
              <p:cNvSpPr/>
              <p:nvPr/>
            </p:nvSpPr>
            <p:spPr>
              <a:xfrm>
                <a:off x="2357974" y="4477080"/>
                <a:ext cx="73700" cy="74878"/>
              </a:xfrm>
              <a:custGeom>
                <a:avLst/>
                <a:gdLst/>
                <a:ahLst/>
                <a:cxnLst/>
                <a:rect l="l" t="t" r="r" b="b"/>
                <a:pathLst>
                  <a:path w="2003" h="2035" extrusionOk="0">
                    <a:moveTo>
                      <a:pt x="1001" y="0"/>
                    </a:moveTo>
                    <a:lnTo>
                      <a:pt x="1001" y="1034"/>
                    </a:lnTo>
                    <a:lnTo>
                      <a:pt x="2002" y="1034"/>
                    </a:lnTo>
                    <a:lnTo>
                      <a:pt x="2002" y="0"/>
                    </a:lnTo>
                    <a:close/>
                    <a:moveTo>
                      <a:pt x="1" y="1034"/>
                    </a:moveTo>
                    <a:lnTo>
                      <a:pt x="1" y="2035"/>
                    </a:lnTo>
                    <a:lnTo>
                      <a:pt x="1001" y="2035"/>
                    </a:lnTo>
                    <a:lnTo>
                      <a:pt x="1001" y="103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9">
                <a:extLst>
                  <a:ext uri="{FF2B5EF4-FFF2-40B4-BE49-F238E27FC236}">
                    <a16:creationId xmlns:a16="http://schemas.microsoft.com/office/drawing/2014/main" id="{53C59E67-4F1D-30E6-23EE-D77E54EA146A}"/>
                  </a:ext>
                </a:extLst>
              </p:cNvPr>
              <p:cNvSpPr/>
              <p:nvPr/>
            </p:nvSpPr>
            <p:spPr>
              <a:xfrm>
                <a:off x="2321143" y="4551920"/>
                <a:ext cx="36869" cy="73700"/>
              </a:xfrm>
              <a:custGeom>
                <a:avLst/>
                <a:gdLst/>
                <a:ahLst/>
                <a:cxnLst/>
                <a:rect l="l" t="t" r="r" b="b"/>
                <a:pathLst>
                  <a:path w="1002" h="2003" extrusionOk="0">
                    <a:moveTo>
                      <a:pt x="1" y="1"/>
                    </a:moveTo>
                    <a:lnTo>
                      <a:pt x="1" y="1002"/>
                    </a:lnTo>
                    <a:lnTo>
                      <a:pt x="1" y="2002"/>
                    </a:lnTo>
                    <a:lnTo>
                      <a:pt x="1002" y="2002"/>
                    </a:lnTo>
                    <a:lnTo>
                      <a:pt x="1002" y="1002"/>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9">
                <a:extLst>
                  <a:ext uri="{FF2B5EF4-FFF2-40B4-BE49-F238E27FC236}">
                    <a16:creationId xmlns:a16="http://schemas.microsoft.com/office/drawing/2014/main" id="{0CA3C4B1-4929-BFED-30A5-4024B95B833A}"/>
                  </a:ext>
                </a:extLst>
              </p:cNvPr>
              <p:cNvSpPr/>
              <p:nvPr/>
            </p:nvSpPr>
            <p:spPr>
              <a:xfrm>
                <a:off x="2357974" y="4625584"/>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9">
                <a:extLst>
                  <a:ext uri="{FF2B5EF4-FFF2-40B4-BE49-F238E27FC236}">
                    <a16:creationId xmlns:a16="http://schemas.microsoft.com/office/drawing/2014/main" id="{A9FC635D-E60B-F338-4E12-A70C1017C1B7}"/>
                  </a:ext>
                </a:extLst>
              </p:cNvPr>
              <p:cNvSpPr/>
              <p:nvPr/>
            </p:nvSpPr>
            <p:spPr>
              <a:xfrm>
                <a:off x="2394806" y="4662415"/>
                <a:ext cx="36869" cy="36832"/>
              </a:xfrm>
              <a:custGeom>
                <a:avLst/>
                <a:gdLst/>
                <a:ahLst/>
                <a:cxnLst/>
                <a:rect l="l" t="t" r="r" b="b"/>
                <a:pathLst>
                  <a:path w="1002"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9">
                <a:extLst>
                  <a:ext uri="{FF2B5EF4-FFF2-40B4-BE49-F238E27FC236}">
                    <a16:creationId xmlns:a16="http://schemas.microsoft.com/office/drawing/2014/main" id="{BCBDE599-1289-B354-CBAE-F7E67BD2925C}"/>
                  </a:ext>
                </a:extLst>
              </p:cNvPr>
              <p:cNvSpPr/>
              <p:nvPr/>
            </p:nvSpPr>
            <p:spPr>
              <a:xfrm>
                <a:off x="2099011" y="4699210"/>
                <a:ext cx="407505" cy="148578"/>
              </a:xfrm>
              <a:custGeom>
                <a:avLst/>
                <a:gdLst/>
                <a:ahLst/>
                <a:cxnLst/>
                <a:rect l="l" t="t" r="r" b="b"/>
                <a:pathLst>
                  <a:path w="11075" h="4038" extrusionOk="0">
                    <a:moveTo>
                      <a:pt x="1001" y="1"/>
                    </a:moveTo>
                    <a:lnTo>
                      <a:pt x="1001" y="1002"/>
                    </a:lnTo>
                    <a:lnTo>
                      <a:pt x="1001" y="2002"/>
                    </a:lnTo>
                    <a:lnTo>
                      <a:pt x="1001" y="3036"/>
                    </a:lnTo>
                    <a:lnTo>
                      <a:pt x="0" y="3036"/>
                    </a:lnTo>
                    <a:lnTo>
                      <a:pt x="0" y="4037"/>
                    </a:lnTo>
                    <a:lnTo>
                      <a:pt x="11075" y="4037"/>
                    </a:lnTo>
                    <a:lnTo>
                      <a:pt x="11075" y="3036"/>
                    </a:lnTo>
                    <a:lnTo>
                      <a:pt x="10074" y="3036"/>
                    </a:lnTo>
                    <a:lnTo>
                      <a:pt x="10074" y="2002"/>
                    </a:lnTo>
                    <a:lnTo>
                      <a:pt x="10074" y="1002"/>
                    </a:lnTo>
                    <a:lnTo>
                      <a:pt x="10074" y="1"/>
                    </a:lnTo>
                    <a:lnTo>
                      <a:pt x="9040" y="1"/>
                    </a:lnTo>
                    <a:lnTo>
                      <a:pt x="9040" y="1002"/>
                    </a:lnTo>
                    <a:lnTo>
                      <a:pt x="9040" y="2002"/>
                    </a:lnTo>
                    <a:lnTo>
                      <a:pt x="9040" y="3036"/>
                    </a:lnTo>
                    <a:lnTo>
                      <a:pt x="8039" y="3036"/>
                    </a:lnTo>
                    <a:lnTo>
                      <a:pt x="8039" y="2002"/>
                    </a:lnTo>
                    <a:lnTo>
                      <a:pt x="7039" y="2002"/>
                    </a:lnTo>
                    <a:lnTo>
                      <a:pt x="7039" y="3036"/>
                    </a:lnTo>
                    <a:lnTo>
                      <a:pt x="6038" y="3036"/>
                    </a:lnTo>
                    <a:lnTo>
                      <a:pt x="6038" y="2002"/>
                    </a:lnTo>
                    <a:lnTo>
                      <a:pt x="5037" y="2002"/>
                    </a:lnTo>
                    <a:lnTo>
                      <a:pt x="5037" y="3036"/>
                    </a:lnTo>
                    <a:lnTo>
                      <a:pt x="4036" y="3036"/>
                    </a:lnTo>
                    <a:lnTo>
                      <a:pt x="4036" y="2002"/>
                    </a:lnTo>
                    <a:lnTo>
                      <a:pt x="3036" y="2002"/>
                    </a:lnTo>
                    <a:lnTo>
                      <a:pt x="3036" y="3036"/>
                    </a:lnTo>
                    <a:lnTo>
                      <a:pt x="2035" y="3036"/>
                    </a:lnTo>
                    <a:lnTo>
                      <a:pt x="2035" y="2002"/>
                    </a:lnTo>
                    <a:lnTo>
                      <a:pt x="2035" y="1002"/>
                    </a:lnTo>
                    <a:lnTo>
                      <a:pt x="20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41038654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43">
          <a:extLst>
            <a:ext uri="{FF2B5EF4-FFF2-40B4-BE49-F238E27FC236}">
              <a16:creationId xmlns:a16="http://schemas.microsoft.com/office/drawing/2014/main" id="{03509434-F128-E053-581F-8088DEEA1E63}"/>
            </a:ext>
          </a:extLst>
        </p:cNvPr>
        <p:cNvGrpSpPr/>
        <p:nvPr/>
      </p:nvGrpSpPr>
      <p:grpSpPr>
        <a:xfrm>
          <a:off x="0" y="0"/>
          <a:ext cx="0" cy="0"/>
          <a:chOff x="0" y="0"/>
          <a:chExt cx="0" cy="0"/>
        </a:xfrm>
      </p:grpSpPr>
      <p:sp>
        <p:nvSpPr>
          <p:cNvPr id="744" name="Google Shape;744;p39">
            <a:extLst>
              <a:ext uri="{FF2B5EF4-FFF2-40B4-BE49-F238E27FC236}">
                <a16:creationId xmlns:a16="http://schemas.microsoft.com/office/drawing/2014/main" id="{F54B44F6-D93A-030F-B42F-8A0098166D72}"/>
              </a:ext>
            </a:extLst>
          </p:cNvPr>
          <p:cNvSpPr txBox="1">
            <a:spLocks noGrp="1"/>
          </p:cNvSpPr>
          <p:nvPr>
            <p:ph type="title"/>
          </p:nvPr>
        </p:nvSpPr>
        <p:spPr>
          <a:xfrm>
            <a:off x="715100" y="568622"/>
            <a:ext cx="6471008" cy="648600"/>
          </a:xfrm>
          <a:prstGeom prst="rect">
            <a:avLst/>
          </a:prstGeom>
        </p:spPr>
        <p:txBody>
          <a:bodyPr spcFirstLastPara="1" wrap="square" lIns="91425" tIns="91425" rIns="91425" bIns="91425" anchor="ctr" anchorCtr="0">
            <a:noAutofit/>
          </a:bodyPr>
          <a:lstStyle/>
          <a:p>
            <a:pPr lvl="0"/>
            <a:r>
              <a:rPr lang="fr-FR" dirty="0"/>
              <a:t>Architecture</a:t>
            </a:r>
            <a:endParaRPr dirty="0"/>
          </a:p>
        </p:txBody>
      </p:sp>
      <p:sp>
        <p:nvSpPr>
          <p:cNvPr id="745" name="Google Shape;745;p39">
            <a:extLst>
              <a:ext uri="{FF2B5EF4-FFF2-40B4-BE49-F238E27FC236}">
                <a16:creationId xmlns:a16="http://schemas.microsoft.com/office/drawing/2014/main" id="{80EAEE48-D2B9-19C1-3B15-16B371DA0214}"/>
              </a:ext>
            </a:extLst>
          </p:cNvPr>
          <p:cNvSpPr txBox="1">
            <a:spLocks noGrp="1"/>
          </p:cNvSpPr>
          <p:nvPr>
            <p:ph type="subTitle" idx="1"/>
          </p:nvPr>
        </p:nvSpPr>
        <p:spPr>
          <a:xfrm>
            <a:off x="715099" y="1217222"/>
            <a:ext cx="8095413" cy="3763569"/>
          </a:xfrm>
          <a:prstGeom prst="rect">
            <a:avLst/>
          </a:prstGeom>
        </p:spPr>
        <p:txBody>
          <a:bodyPr spcFirstLastPara="1" wrap="square" lIns="91425" tIns="91425" rIns="91425" bIns="91425" anchor="ctr" anchorCtr="0">
            <a:noAutofit/>
          </a:bodyPr>
          <a:lstStyle/>
          <a:p>
            <a:pPr marL="0" lvl="0" indent="0"/>
            <a:r>
              <a:rPr lang="fr-FR" dirty="0"/>
              <a:t>Teradata dispose de trois types d’espace de stockage:</a:t>
            </a:r>
          </a:p>
          <a:p>
            <a:pPr marL="0" lvl="0" indent="0"/>
            <a:r>
              <a:rPr lang="fr-FR" b="1" dirty="0"/>
              <a:t>Espace permanent : </a:t>
            </a:r>
            <a:r>
              <a:rPr lang="fr-FR" dirty="0"/>
              <a:t>il s’agit de l’espace maximal alloué à l’utilisateur/à la base de données pour stocker les lignes de données.</a:t>
            </a:r>
            <a:endParaRPr lang="fr-FR" b="1" dirty="0"/>
          </a:p>
          <a:p>
            <a:pPr marL="0" lvl="0" indent="0"/>
            <a:r>
              <a:rPr lang="fr-FR" b="1" dirty="0"/>
              <a:t>Espace de stockage temporaire : </a:t>
            </a:r>
            <a:r>
              <a:rPr lang="fr-FR" dirty="0"/>
              <a:t>il s'agit de l'espace permanent inutilisé par le système pour conserver les résultats intermédiaires des requêtes SQL.</a:t>
            </a:r>
            <a:endParaRPr lang="fr-FR" b="1" dirty="0"/>
          </a:p>
          <a:p>
            <a:pPr marL="0" lvl="0" indent="0"/>
            <a:r>
              <a:rPr lang="fr-FR" b="1" dirty="0"/>
              <a:t>Espace temporaire :</a:t>
            </a:r>
            <a:r>
              <a:rPr lang="fr-FR" dirty="0"/>
              <a:t> il s’agit de l’espace permanent inutilisé par les tables temporaires globales (GTT). Sa taille est divisée par le nombre d’AMP. Les données sont actives uniquement pendant la session en cours. </a:t>
            </a:r>
            <a:endParaRPr dirty="0"/>
          </a:p>
        </p:txBody>
      </p:sp>
    </p:spTree>
    <p:extLst>
      <p:ext uri="{BB962C8B-B14F-4D97-AF65-F5344CB8AC3E}">
        <p14:creationId xmlns:p14="http://schemas.microsoft.com/office/powerpoint/2010/main" val="29568180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95">
          <a:extLst>
            <a:ext uri="{FF2B5EF4-FFF2-40B4-BE49-F238E27FC236}">
              <a16:creationId xmlns:a16="http://schemas.microsoft.com/office/drawing/2014/main" id="{4097FF1C-49B6-622A-33BE-F5F713BCF657}"/>
            </a:ext>
          </a:extLst>
        </p:cNvPr>
        <p:cNvGrpSpPr/>
        <p:nvPr/>
      </p:nvGrpSpPr>
      <p:grpSpPr>
        <a:xfrm>
          <a:off x="0" y="0"/>
          <a:ext cx="0" cy="0"/>
          <a:chOff x="0" y="0"/>
          <a:chExt cx="0" cy="0"/>
        </a:xfrm>
      </p:grpSpPr>
      <p:sp>
        <p:nvSpPr>
          <p:cNvPr id="996" name="Google Shape;996;p47">
            <a:extLst>
              <a:ext uri="{FF2B5EF4-FFF2-40B4-BE49-F238E27FC236}">
                <a16:creationId xmlns:a16="http://schemas.microsoft.com/office/drawing/2014/main" id="{F8DE56B0-FEEB-90B6-825D-BFC9942197D2}"/>
              </a:ext>
            </a:extLst>
          </p:cNvPr>
          <p:cNvSpPr txBox="1">
            <a:spLocks noGrp="1"/>
          </p:cNvSpPr>
          <p:nvPr>
            <p:ph type="title"/>
          </p:nvPr>
        </p:nvSpPr>
        <p:spPr>
          <a:xfrm>
            <a:off x="715099" y="2076229"/>
            <a:ext cx="7794199" cy="989170"/>
          </a:xfrm>
          <a:prstGeom prst="rect">
            <a:avLst/>
          </a:prstGeom>
        </p:spPr>
        <p:txBody>
          <a:bodyPr spcFirstLastPara="1" wrap="square" lIns="91425" tIns="91425" rIns="91425" bIns="91425" anchor="ctr" anchorCtr="0">
            <a:noAutofit/>
          </a:bodyPr>
          <a:lstStyle/>
          <a:p>
            <a:r>
              <a:rPr lang="fr-FR" dirty="0"/>
              <a:t>Quelles sont les fonctionnalités de Teradata ?</a:t>
            </a:r>
            <a:endParaRPr lang="pt-BR" dirty="0"/>
          </a:p>
        </p:txBody>
      </p:sp>
      <p:sp>
        <p:nvSpPr>
          <p:cNvPr id="997" name="Google Shape;997;p47">
            <a:extLst>
              <a:ext uri="{FF2B5EF4-FFF2-40B4-BE49-F238E27FC236}">
                <a16:creationId xmlns:a16="http://schemas.microsoft.com/office/drawing/2014/main" id="{E275A45C-935B-792B-65FA-9D39781EF543}"/>
              </a:ext>
            </a:extLst>
          </p:cNvPr>
          <p:cNvSpPr txBox="1">
            <a:spLocks noGrp="1"/>
          </p:cNvSpPr>
          <p:nvPr>
            <p:ph type="title" idx="2"/>
          </p:nvPr>
        </p:nvSpPr>
        <p:spPr>
          <a:xfrm>
            <a:off x="715100" y="1300850"/>
            <a:ext cx="31509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04</a:t>
            </a:r>
            <a:endParaRPr dirty="0"/>
          </a:p>
        </p:txBody>
      </p:sp>
      <p:sp>
        <p:nvSpPr>
          <p:cNvPr id="998" name="Google Shape;998;p47">
            <a:extLst>
              <a:ext uri="{FF2B5EF4-FFF2-40B4-BE49-F238E27FC236}">
                <a16:creationId xmlns:a16="http://schemas.microsoft.com/office/drawing/2014/main" id="{91C79EA3-F70F-5EF6-BCE7-1F3590DC0860}"/>
              </a:ext>
            </a:extLst>
          </p:cNvPr>
          <p:cNvSpPr txBox="1">
            <a:spLocks noGrp="1"/>
          </p:cNvSpPr>
          <p:nvPr>
            <p:ph type="subTitle" idx="1"/>
          </p:nvPr>
        </p:nvSpPr>
        <p:spPr>
          <a:xfrm>
            <a:off x="715099" y="3545975"/>
            <a:ext cx="6514039" cy="309600"/>
          </a:xfrm>
          <a:prstGeom prst="rect">
            <a:avLst/>
          </a:prstGeom>
        </p:spPr>
        <p:txBody>
          <a:bodyPr spcFirstLastPara="1" wrap="square" lIns="91425" tIns="91425" rIns="91425" bIns="91425" anchor="ctr" anchorCtr="0">
            <a:noAutofit/>
          </a:bodyPr>
          <a:lstStyle/>
          <a:p>
            <a:r>
              <a:rPr lang="fr-FR" dirty="0"/>
              <a:t>Data </a:t>
            </a:r>
            <a:r>
              <a:rPr lang="fr-FR" dirty="0" err="1"/>
              <a:t>Fabric</a:t>
            </a:r>
            <a:r>
              <a:rPr lang="fr-FR" dirty="0"/>
              <a:t>, </a:t>
            </a:r>
            <a:r>
              <a:rPr lang="fr-FR" dirty="0" err="1"/>
              <a:t>Clearscape</a:t>
            </a:r>
            <a:r>
              <a:rPr lang="fr-FR" dirty="0"/>
              <a:t> </a:t>
            </a:r>
            <a:r>
              <a:rPr lang="fr-FR" dirty="0" err="1"/>
              <a:t>analytics</a:t>
            </a:r>
            <a:r>
              <a:rPr lang="fr-FR" dirty="0"/>
              <a:t>, </a:t>
            </a:r>
            <a:r>
              <a:rPr lang="fr-FR" dirty="0" err="1"/>
              <a:t>Vantage</a:t>
            </a:r>
            <a:r>
              <a:rPr lang="fr-FR" dirty="0"/>
              <a:t> cloud</a:t>
            </a:r>
            <a:endParaRPr lang="fr-FR" dirty="0">
              <a:effectLst/>
            </a:endParaRPr>
          </a:p>
        </p:txBody>
      </p:sp>
    </p:spTree>
    <p:extLst>
      <p:ext uri="{BB962C8B-B14F-4D97-AF65-F5344CB8AC3E}">
        <p14:creationId xmlns:p14="http://schemas.microsoft.com/office/powerpoint/2010/main" val="30482041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43">
          <a:extLst>
            <a:ext uri="{FF2B5EF4-FFF2-40B4-BE49-F238E27FC236}">
              <a16:creationId xmlns:a16="http://schemas.microsoft.com/office/drawing/2014/main" id="{922144E1-25C2-1B64-2698-2CD4E7440C7F}"/>
            </a:ext>
          </a:extLst>
        </p:cNvPr>
        <p:cNvGrpSpPr/>
        <p:nvPr/>
      </p:nvGrpSpPr>
      <p:grpSpPr>
        <a:xfrm>
          <a:off x="0" y="0"/>
          <a:ext cx="0" cy="0"/>
          <a:chOff x="0" y="0"/>
          <a:chExt cx="0" cy="0"/>
        </a:xfrm>
      </p:grpSpPr>
      <p:sp>
        <p:nvSpPr>
          <p:cNvPr id="744" name="Google Shape;744;p39">
            <a:extLst>
              <a:ext uri="{FF2B5EF4-FFF2-40B4-BE49-F238E27FC236}">
                <a16:creationId xmlns:a16="http://schemas.microsoft.com/office/drawing/2014/main" id="{D23C3579-3759-6631-6557-E4613C889E2E}"/>
              </a:ext>
            </a:extLst>
          </p:cNvPr>
          <p:cNvSpPr txBox="1">
            <a:spLocks noGrp="1"/>
          </p:cNvSpPr>
          <p:nvPr>
            <p:ph type="title"/>
          </p:nvPr>
        </p:nvSpPr>
        <p:spPr>
          <a:xfrm>
            <a:off x="715100" y="568622"/>
            <a:ext cx="6471008" cy="648600"/>
          </a:xfrm>
          <a:prstGeom prst="rect">
            <a:avLst/>
          </a:prstGeom>
        </p:spPr>
        <p:txBody>
          <a:bodyPr spcFirstLastPara="1" wrap="square" lIns="91425" tIns="91425" rIns="91425" bIns="91425" anchor="ctr" anchorCtr="0">
            <a:noAutofit/>
          </a:bodyPr>
          <a:lstStyle/>
          <a:p>
            <a:pPr lvl="0"/>
            <a:r>
              <a:rPr lang="fr-FR" dirty="0"/>
              <a:t>Fonctionnalités</a:t>
            </a:r>
            <a:endParaRPr dirty="0"/>
          </a:p>
        </p:txBody>
      </p:sp>
      <p:sp>
        <p:nvSpPr>
          <p:cNvPr id="745" name="Google Shape;745;p39">
            <a:extLst>
              <a:ext uri="{FF2B5EF4-FFF2-40B4-BE49-F238E27FC236}">
                <a16:creationId xmlns:a16="http://schemas.microsoft.com/office/drawing/2014/main" id="{5AF85AB4-D3FF-6C08-5D64-55182F7EB468}"/>
              </a:ext>
            </a:extLst>
          </p:cNvPr>
          <p:cNvSpPr txBox="1">
            <a:spLocks noGrp="1"/>
          </p:cNvSpPr>
          <p:nvPr>
            <p:ph type="subTitle" idx="1"/>
          </p:nvPr>
        </p:nvSpPr>
        <p:spPr>
          <a:xfrm>
            <a:off x="715100" y="1484555"/>
            <a:ext cx="6847526" cy="2682194"/>
          </a:xfrm>
          <a:prstGeom prst="rect">
            <a:avLst/>
          </a:prstGeom>
        </p:spPr>
        <p:txBody>
          <a:bodyPr spcFirstLastPara="1" wrap="square" lIns="91425" tIns="91425" rIns="91425" bIns="91425" anchor="ctr" anchorCtr="0">
            <a:noAutofit/>
          </a:bodyPr>
          <a:lstStyle/>
          <a:p>
            <a:pPr marL="0" lvl="0" indent="0"/>
            <a:r>
              <a:rPr lang="fr-FR" b="1" dirty="0"/>
              <a:t>1. Teradata Data </a:t>
            </a:r>
            <a:r>
              <a:rPr lang="fr-FR" b="1" dirty="0" err="1"/>
              <a:t>Fabric</a:t>
            </a:r>
            <a:r>
              <a:rPr lang="fr-FR" b="1" dirty="0"/>
              <a:t>: </a:t>
            </a:r>
            <a:r>
              <a:rPr lang="fr-FR" dirty="0"/>
              <a:t>Le </a:t>
            </a:r>
            <a:r>
              <a:rPr lang="fr-FR" b="1" dirty="0"/>
              <a:t>Data </a:t>
            </a:r>
            <a:r>
              <a:rPr lang="fr-FR" b="1" dirty="0" err="1"/>
              <a:t>Fabric</a:t>
            </a:r>
            <a:r>
              <a:rPr lang="fr-FR" b="1" dirty="0"/>
              <a:t> de Teradata</a:t>
            </a:r>
            <a:r>
              <a:rPr lang="fr-FR" dirty="0"/>
              <a:t> unifie l’accès aux données réparties entre plusieurs systèmes (cloud, on-</a:t>
            </a:r>
            <a:r>
              <a:rPr lang="fr-FR" dirty="0" err="1"/>
              <a:t>premise</a:t>
            </a:r>
            <a:r>
              <a:rPr lang="fr-FR" dirty="0"/>
              <a:t>, plateformes diverses) et permet d’interroger ces données sans les déplacer. Grâce au </a:t>
            </a:r>
            <a:r>
              <a:rPr lang="fr-FR" i="1" dirty="0"/>
              <a:t>push-down </a:t>
            </a:r>
            <a:r>
              <a:rPr lang="fr-FR" i="1" dirty="0" err="1"/>
              <a:t>processing</a:t>
            </a:r>
            <a:r>
              <a:rPr lang="fr-FR" dirty="0"/>
              <a:t>, les traitements sont exécutés directement sur les systèmes sources, ce qui réduit les mouvements de données.</a:t>
            </a:r>
            <a:endParaRPr lang="fr-FR" b="1" dirty="0"/>
          </a:p>
        </p:txBody>
      </p:sp>
      <p:grpSp>
        <p:nvGrpSpPr>
          <p:cNvPr id="746" name="Google Shape;746;p39">
            <a:extLst>
              <a:ext uri="{FF2B5EF4-FFF2-40B4-BE49-F238E27FC236}">
                <a16:creationId xmlns:a16="http://schemas.microsoft.com/office/drawing/2014/main" id="{8383D123-E98B-C714-1572-BA7B77B0EC87}"/>
              </a:ext>
            </a:extLst>
          </p:cNvPr>
          <p:cNvGrpSpPr/>
          <p:nvPr/>
        </p:nvGrpSpPr>
        <p:grpSpPr>
          <a:xfrm>
            <a:off x="7705847" y="4010466"/>
            <a:ext cx="723042" cy="598023"/>
            <a:chOff x="1654675" y="4256126"/>
            <a:chExt cx="851841" cy="704551"/>
          </a:xfrm>
        </p:grpSpPr>
        <p:grpSp>
          <p:nvGrpSpPr>
            <p:cNvPr id="747" name="Google Shape;747;p39">
              <a:extLst>
                <a:ext uri="{FF2B5EF4-FFF2-40B4-BE49-F238E27FC236}">
                  <a16:creationId xmlns:a16="http://schemas.microsoft.com/office/drawing/2014/main" id="{77D4420B-D819-853C-F6AF-B265DF3BC6D8}"/>
                </a:ext>
              </a:extLst>
            </p:cNvPr>
            <p:cNvGrpSpPr/>
            <p:nvPr/>
          </p:nvGrpSpPr>
          <p:grpSpPr>
            <a:xfrm>
              <a:off x="1654675" y="4256126"/>
              <a:ext cx="445587" cy="704551"/>
              <a:chOff x="1654675" y="4256126"/>
              <a:chExt cx="445587" cy="704551"/>
            </a:xfrm>
          </p:grpSpPr>
          <p:sp>
            <p:nvSpPr>
              <p:cNvPr id="748" name="Google Shape;748;p39">
                <a:extLst>
                  <a:ext uri="{FF2B5EF4-FFF2-40B4-BE49-F238E27FC236}">
                    <a16:creationId xmlns:a16="http://schemas.microsoft.com/office/drawing/2014/main" id="{312B14E9-39A6-C127-731E-E497FD7A9A7B}"/>
                  </a:ext>
                </a:extLst>
              </p:cNvPr>
              <p:cNvSpPr/>
              <p:nvPr/>
            </p:nvSpPr>
            <p:spPr>
              <a:xfrm>
                <a:off x="1655926" y="4257377"/>
                <a:ext cx="440657" cy="703300"/>
              </a:xfrm>
              <a:custGeom>
                <a:avLst/>
                <a:gdLst/>
                <a:ahLst/>
                <a:cxnLst/>
                <a:rect l="l" t="t" r="r" b="b"/>
                <a:pathLst>
                  <a:path w="11976" h="19114" extrusionOk="0">
                    <a:moveTo>
                      <a:pt x="0" y="0"/>
                    </a:moveTo>
                    <a:lnTo>
                      <a:pt x="0" y="17112"/>
                    </a:lnTo>
                    <a:lnTo>
                      <a:pt x="2002" y="17112"/>
                    </a:lnTo>
                    <a:lnTo>
                      <a:pt x="2002" y="16112"/>
                    </a:lnTo>
                    <a:lnTo>
                      <a:pt x="3002" y="16112"/>
                    </a:lnTo>
                    <a:lnTo>
                      <a:pt x="3002" y="15111"/>
                    </a:lnTo>
                    <a:lnTo>
                      <a:pt x="4003" y="15111"/>
                    </a:lnTo>
                    <a:lnTo>
                      <a:pt x="4003" y="14110"/>
                    </a:lnTo>
                    <a:lnTo>
                      <a:pt x="4971" y="14110"/>
                    </a:lnTo>
                    <a:lnTo>
                      <a:pt x="4971" y="16112"/>
                    </a:lnTo>
                    <a:lnTo>
                      <a:pt x="5971" y="16112"/>
                    </a:lnTo>
                    <a:lnTo>
                      <a:pt x="5971" y="18113"/>
                    </a:lnTo>
                    <a:lnTo>
                      <a:pt x="6972" y="18113"/>
                    </a:lnTo>
                    <a:lnTo>
                      <a:pt x="6972" y="19114"/>
                    </a:lnTo>
                    <a:lnTo>
                      <a:pt x="8973" y="19114"/>
                    </a:lnTo>
                    <a:lnTo>
                      <a:pt x="8973" y="18113"/>
                    </a:lnTo>
                    <a:lnTo>
                      <a:pt x="9974" y="18113"/>
                    </a:lnTo>
                    <a:lnTo>
                      <a:pt x="9974" y="16112"/>
                    </a:lnTo>
                    <a:lnTo>
                      <a:pt x="8973" y="16112"/>
                    </a:lnTo>
                    <a:lnTo>
                      <a:pt x="8973" y="14110"/>
                    </a:lnTo>
                    <a:lnTo>
                      <a:pt x="7973" y="14110"/>
                    </a:lnTo>
                    <a:lnTo>
                      <a:pt x="7973" y="13110"/>
                    </a:lnTo>
                    <a:lnTo>
                      <a:pt x="11976" y="13110"/>
                    </a:lnTo>
                    <a:lnTo>
                      <a:pt x="11976" y="12009"/>
                    </a:lnTo>
                    <a:lnTo>
                      <a:pt x="11976" y="11008"/>
                    </a:lnTo>
                    <a:lnTo>
                      <a:pt x="11042" y="11008"/>
                    </a:lnTo>
                    <a:lnTo>
                      <a:pt x="11042" y="10007"/>
                    </a:lnTo>
                    <a:lnTo>
                      <a:pt x="10041" y="10007"/>
                    </a:lnTo>
                    <a:lnTo>
                      <a:pt x="10041" y="9007"/>
                    </a:lnTo>
                    <a:lnTo>
                      <a:pt x="9040" y="9007"/>
                    </a:lnTo>
                    <a:lnTo>
                      <a:pt x="9040" y="8006"/>
                    </a:lnTo>
                    <a:lnTo>
                      <a:pt x="8039" y="8006"/>
                    </a:lnTo>
                    <a:lnTo>
                      <a:pt x="8039" y="7005"/>
                    </a:lnTo>
                    <a:lnTo>
                      <a:pt x="7039" y="7005"/>
                    </a:lnTo>
                    <a:lnTo>
                      <a:pt x="7039" y="6005"/>
                    </a:lnTo>
                    <a:lnTo>
                      <a:pt x="6038" y="6005"/>
                    </a:lnTo>
                    <a:lnTo>
                      <a:pt x="6038" y="5004"/>
                    </a:lnTo>
                    <a:lnTo>
                      <a:pt x="5037" y="5004"/>
                    </a:lnTo>
                    <a:lnTo>
                      <a:pt x="5037" y="4003"/>
                    </a:lnTo>
                    <a:lnTo>
                      <a:pt x="4037" y="4003"/>
                    </a:lnTo>
                    <a:lnTo>
                      <a:pt x="4037" y="3002"/>
                    </a:lnTo>
                    <a:lnTo>
                      <a:pt x="3036" y="3002"/>
                    </a:lnTo>
                    <a:lnTo>
                      <a:pt x="3036" y="2002"/>
                    </a:lnTo>
                    <a:lnTo>
                      <a:pt x="2035" y="2002"/>
                    </a:lnTo>
                    <a:lnTo>
                      <a:pt x="2035" y="1001"/>
                    </a:lnTo>
                    <a:lnTo>
                      <a:pt x="1001" y="1001"/>
                    </a:lnTo>
                    <a:lnTo>
                      <a:pt x="100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9">
                <a:extLst>
                  <a:ext uri="{FF2B5EF4-FFF2-40B4-BE49-F238E27FC236}">
                    <a16:creationId xmlns:a16="http://schemas.microsoft.com/office/drawing/2014/main" id="{3753CE6A-66F0-D609-7E65-43A47F3978D4}"/>
                  </a:ext>
                </a:extLst>
              </p:cNvPr>
              <p:cNvSpPr/>
              <p:nvPr/>
            </p:nvSpPr>
            <p:spPr>
              <a:xfrm>
                <a:off x="1654675" y="4256126"/>
                <a:ext cx="36869" cy="628459"/>
              </a:xfrm>
              <a:custGeom>
                <a:avLst/>
                <a:gdLst/>
                <a:ahLst/>
                <a:cxnLst/>
                <a:rect l="l" t="t" r="r" b="b"/>
                <a:pathLst>
                  <a:path w="1002" h="17080" extrusionOk="0">
                    <a:moveTo>
                      <a:pt x="1" y="1"/>
                    </a:moveTo>
                    <a:lnTo>
                      <a:pt x="1" y="17080"/>
                    </a:lnTo>
                    <a:lnTo>
                      <a:pt x="1002" y="17080"/>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9">
                <a:extLst>
                  <a:ext uri="{FF2B5EF4-FFF2-40B4-BE49-F238E27FC236}">
                    <a16:creationId xmlns:a16="http://schemas.microsoft.com/office/drawing/2014/main" id="{2347FD18-B59C-6654-14DC-69ACCE0AD5C0}"/>
                  </a:ext>
                </a:extLst>
              </p:cNvPr>
              <p:cNvSpPr/>
              <p:nvPr/>
            </p:nvSpPr>
            <p:spPr>
              <a:xfrm>
                <a:off x="1692758" y="4292958"/>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9">
                <a:extLst>
                  <a:ext uri="{FF2B5EF4-FFF2-40B4-BE49-F238E27FC236}">
                    <a16:creationId xmlns:a16="http://schemas.microsoft.com/office/drawing/2014/main" id="{AD5F38FA-DDC1-75E5-DA0D-4AE5D35ED5D1}"/>
                  </a:ext>
                </a:extLst>
              </p:cNvPr>
              <p:cNvSpPr/>
              <p:nvPr/>
            </p:nvSpPr>
            <p:spPr>
              <a:xfrm>
                <a:off x="1729553" y="4329790"/>
                <a:ext cx="36869" cy="36832"/>
              </a:xfrm>
              <a:custGeom>
                <a:avLst/>
                <a:gdLst/>
                <a:ahLst/>
                <a:cxnLst/>
                <a:rect l="l" t="t" r="r" b="b"/>
                <a:pathLst>
                  <a:path w="1002" h="1001"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9">
                <a:extLst>
                  <a:ext uri="{FF2B5EF4-FFF2-40B4-BE49-F238E27FC236}">
                    <a16:creationId xmlns:a16="http://schemas.microsoft.com/office/drawing/2014/main" id="{43FC4133-5973-4D97-6A2C-7A54B33CF178}"/>
                  </a:ext>
                </a:extLst>
              </p:cNvPr>
              <p:cNvSpPr/>
              <p:nvPr/>
            </p:nvSpPr>
            <p:spPr>
              <a:xfrm>
                <a:off x="1765170" y="4366621"/>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9">
                <a:extLst>
                  <a:ext uri="{FF2B5EF4-FFF2-40B4-BE49-F238E27FC236}">
                    <a16:creationId xmlns:a16="http://schemas.microsoft.com/office/drawing/2014/main" id="{EE503A60-11F4-DA87-4244-55DE7307F883}"/>
                  </a:ext>
                </a:extLst>
              </p:cNvPr>
              <p:cNvSpPr/>
              <p:nvPr/>
            </p:nvSpPr>
            <p:spPr>
              <a:xfrm>
                <a:off x="1803216" y="4403416"/>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9">
                <a:extLst>
                  <a:ext uri="{FF2B5EF4-FFF2-40B4-BE49-F238E27FC236}">
                    <a16:creationId xmlns:a16="http://schemas.microsoft.com/office/drawing/2014/main" id="{966303D0-C739-574F-B2B5-6C5312BC6749}"/>
                  </a:ext>
                </a:extLst>
              </p:cNvPr>
              <p:cNvSpPr/>
              <p:nvPr/>
            </p:nvSpPr>
            <p:spPr>
              <a:xfrm>
                <a:off x="1841262" y="4440248"/>
                <a:ext cx="36832" cy="36869"/>
              </a:xfrm>
              <a:custGeom>
                <a:avLst/>
                <a:gdLst/>
                <a:ahLst/>
                <a:cxnLst/>
                <a:rect l="l" t="t" r="r" b="b"/>
                <a:pathLst>
                  <a:path w="1001" h="1002"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9">
                <a:extLst>
                  <a:ext uri="{FF2B5EF4-FFF2-40B4-BE49-F238E27FC236}">
                    <a16:creationId xmlns:a16="http://schemas.microsoft.com/office/drawing/2014/main" id="{6FA19983-1B1B-6A98-929E-C4977F5A800A}"/>
                  </a:ext>
                </a:extLst>
              </p:cNvPr>
              <p:cNvSpPr/>
              <p:nvPr/>
            </p:nvSpPr>
            <p:spPr>
              <a:xfrm>
                <a:off x="1878057" y="4477080"/>
                <a:ext cx="36869" cy="36832"/>
              </a:xfrm>
              <a:custGeom>
                <a:avLst/>
                <a:gdLst/>
                <a:ahLst/>
                <a:cxnLst/>
                <a:rect l="l" t="t" r="r" b="b"/>
                <a:pathLst>
                  <a:path w="1002" h="1001"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9">
                <a:extLst>
                  <a:ext uri="{FF2B5EF4-FFF2-40B4-BE49-F238E27FC236}">
                    <a16:creationId xmlns:a16="http://schemas.microsoft.com/office/drawing/2014/main" id="{29D5B12A-8A09-E528-7377-C0B5A3E36EEE}"/>
                  </a:ext>
                </a:extLst>
              </p:cNvPr>
              <p:cNvSpPr/>
              <p:nvPr/>
            </p:nvSpPr>
            <p:spPr>
              <a:xfrm>
                <a:off x="1914889" y="4515125"/>
                <a:ext cx="36869" cy="36832"/>
              </a:xfrm>
              <a:custGeom>
                <a:avLst/>
                <a:gdLst/>
                <a:ahLst/>
                <a:cxnLst/>
                <a:rect l="l" t="t" r="r" b="b"/>
                <a:pathLst>
                  <a:path w="1002" h="1001"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9">
                <a:extLst>
                  <a:ext uri="{FF2B5EF4-FFF2-40B4-BE49-F238E27FC236}">
                    <a16:creationId xmlns:a16="http://schemas.microsoft.com/office/drawing/2014/main" id="{B7FF3CD7-2E7C-69C3-31A3-300CB17D0E51}"/>
                  </a:ext>
                </a:extLst>
              </p:cNvPr>
              <p:cNvSpPr/>
              <p:nvPr/>
            </p:nvSpPr>
            <p:spPr>
              <a:xfrm>
                <a:off x="1951721" y="4551920"/>
                <a:ext cx="36869" cy="36869"/>
              </a:xfrm>
              <a:custGeom>
                <a:avLst/>
                <a:gdLst/>
                <a:ahLst/>
                <a:cxnLst/>
                <a:rect l="l" t="t" r="r" b="b"/>
                <a:pathLst>
                  <a:path w="1002" h="1002" extrusionOk="0">
                    <a:moveTo>
                      <a:pt x="0" y="1"/>
                    </a:moveTo>
                    <a:lnTo>
                      <a:pt x="0"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9">
                <a:extLst>
                  <a:ext uri="{FF2B5EF4-FFF2-40B4-BE49-F238E27FC236}">
                    <a16:creationId xmlns:a16="http://schemas.microsoft.com/office/drawing/2014/main" id="{C74C9070-B54E-56D7-6BD5-ADDD66BBA669}"/>
                  </a:ext>
                </a:extLst>
              </p:cNvPr>
              <p:cNvSpPr/>
              <p:nvPr/>
            </p:nvSpPr>
            <p:spPr>
              <a:xfrm>
                <a:off x="1988553" y="4588752"/>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9">
                <a:extLst>
                  <a:ext uri="{FF2B5EF4-FFF2-40B4-BE49-F238E27FC236}">
                    <a16:creationId xmlns:a16="http://schemas.microsoft.com/office/drawing/2014/main" id="{F82427C5-B205-077D-1FD8-5770CA057AE3}"/>
                  </a:ext>
                </a:extLst>
              </p:cNvPr>
              <p:cNvSpPr/>
              <p:nvPr/>
            </p:nvSpPr>
            <p:spPr>
              <a:xfrm>
                <a:off x="2025348" y="4625584"/>
                <a:ext cx="36869" cy="36869"/>
              </a:xfrm>
              <a:custGeom>
                <a:avLst/>
                <a:gdLst/>
                <a:ahLst/>
                <a:cxnLst/>
                <a:rect l="l" t="t" r="r" b="b"/>
                <a:pathLst>
                  <a:path w="1002" h="1002"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9">
                <a:extLst>
                  <a:ext uri="{FF2B5EF4-FFF2-40B4-BE49-F238E27FC236}">
                    <a16:creationId xmlns:a16="http://schemas.microsoft.com/office/drawing/2014/main" id="{8F1C7863-A5B1-5582-458A-03004F8FC70D}"/>
                  </a:ext>
                </a:extLst>
              </p:cNvPr>
              <p:cNvSpPr/>
              <p:nvPr/>
            </p:nvSpPr>
            <p:spPr>
              <a:xfrm>
                <a:off x="2062179" y="4662415"/>
                <a:ext cx="36869" cy="36832"/>
              </a:xfrm>
              <a:custGeom>
                <a:avLst/>
                <a:gdLst/>
                <a:ahLst/>
                <a:cxnLst/>
                <a:rect l="l" t="t" r="r" b="b"/>
                <a:pathLst>
                  <a:path w="1002" h="1001" extrusionOk="0">
                    <a:moveTo>
                      <a:pt x="1" y="0"/>
                    </a:moveTo>
                    <a:lnTo>
                      <a:pt x="1" y="1001"/>
                    </a:lnTo>
                    <a:lnTo>
                      <a:pt x="1001" y="1001"/>
                    </a:lnTo>
                    <a:lnTo>
                      <a:pt x="100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9">
                <a:extLst>
                  <a:ext uri="{FF2B5EF4-FFF2-40B4-BE49-F238E27FC236}">
                    <a16:creationId xmlns:a16="http://schemas.microsoft.com/office/drawing/2014/main" id="{C68C4A28-BA06-05AB-4C4B-89FAF93D3214}"/>
                  </a:ext>
                </a:extLst>
              </p:cNvPr>
              <p:cNvSpPr/>
              <p:nvPr/>
            </p:nvSpPr>
            <p:spPr>
              <a:xfrm>
                <a:off x="1914889" y="4699210"/>
                <a:ext cx="185373" cy="36869"/>
              </a:xfrm>
              <a:custGeom>
                <a:avLst/>
                <a:gdLst/>
                <a:ahLst/>
                <a:cxnLst/>
                <a:rect l="l" t="t" r="r" b="b"/>
                <a:pathLst>
                  <a:path w="5038" h="1002" extrusionOk="0">
                    <a:moveTo>
                      <a:pt x="1" y="1"/>
                    </a:moveTo>
                    <a:lnTo>
                      <a:pt x="1" y="1002"/>
                    </a:lnTo>
                    <a:lnTo>
                      <a:pt x="5038" y="1002"/>
                    </a:lnTo>
                    <a:lnTo>
                      <a:pt x="50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9">
                <a:extLst>
                  <a:ext uri="{FF2B5EF4-FFF2-40B4-BE49-F238E27FC236}">
                    <a16:creationId xmlns:a16="http://schemas.microsoft.com/office/drawing/2014/main" id="{1554BB05-07BB-CDF6-4C7E-389B16AC94AD}"/>
                  </a:ext>
                </a:extLst>
              </p:cNvPr>
              <p:cNvSpPr/>
              <p:nvPr/>
            </p:nvSpPr>
            <p:spPr>
              <a:xfrm>
                <a:off x="1914889" y="4736042"/>
                <a:ext cx="36869" cy="36869"/>
              </a:xfrm>
              <a:custGeom>
                <a:avLst/>
                <a:gdLst/>
                <a:ahLst/>
                <a:cxnLst/>
                <a:rect l="l" t="t" r="r" b="b"/>
                <a:pathLst>
                  <a:path w="1002" h="1002" extrusionOk="0">
                    <a:moveTo>
                      <a:pt x="1" y="1"/>
                    </a:moveTo>
                    <a:lnTo>
                      <a:pt x="1"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9">
                <a:extLst>
                  <a:ext uri="{FF2B5EF4-FFF2-40B4-BE49-F238E27FC236}">
                    <a16:creationId xmlns:a16="http://schemas.microsoft.com/office/drawing/2014/main" id="{29403EB8-F33E-88A4-94E3-4A569F508ED5}"/>
                  </a:ext>
                </a:extLst>
              </p:cNvPr>
              <p:cNvSpPr/>
              <p:nvPr/>
            </p:nvSpPr>
            <p:spPr>
              <a:xfrm>
                <a:off x="1803216" y="4736042"/>
                <a:ext cx="36832" cy="36869"/>
              </a:xfrm>
              <a:custGeom>
                <a:avLst/>
                <a:gdLst/>
                <a:ahLst/>
                <a:cxnLst/>
                <a:rect l="l" t="t" r="r" b="b"/>
                <a:pathLst>
                  <a:path w="1001"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9">
                <a:extLst>
                  <a:ext uri="{FF2B5EF4-FFF2-40B4-BE49-F238E27FC236}">
                    <a16:creationId xmlns:a16="http://schemas.microsoft.com/office/drawing/2014/main" id="{3E7194A0-9326-AD0B-AF25-6E02F8D1EB07}"/>
                  </a:ext>
                </a:extLst>
              </p:cNvPr>
              <p:cNvSpPr/>
              <p:nvPr/>
            </p:nvSpPr>
            <p:spPr>
              <a:xfrm>
                <a:off x="1841262" y="4772874"/>
                <a:ext cx="36832" cy="73664"/>
              </a:xfrm>
              <a:custGeom>
                <a:avLst/>
                <a:gdLst/>
                <a:ahLst/>
                <a:cxnLst/>
                <a:rect l="l" t="t" r="r" b="b"/>
                <a:pathLst>
                  <a:path w="1001" h="2002" extrusionOk="0">
                    <a:moveTo>
                      <a:pt x="0" y="0"/>
                    </a:moveTo>
                    <a:lnTo>
                      <a:pt x="0"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9">
                <a:extLst>
                  <a:ext uri="{FF2B5EF4-FFF2-40B4-BE49-F238E27FC236}">
                    <a16:creationId xmlns:a16="http://schemas.microsoft.com/office/drawing/2014/main" id="{62E3B110-ED52-4027-0F10-BB7F2C8DD3E6}"/>
                  </a:ext>
                </a:extLst>
              </p:cNvPr>
              <p:cNvSpPr/>
              <p:nvPr/>
            </p:nvSpPr>
            <p:spPr>
              <a:xfrm>
                <a:off x="1878057" y="4847751"/>
                <a:ext cx="36869" cy="73664"/>
              </a:xfrm>
              <a:custGeom>
                <a:avLst/>
                <a:gdLst/>
                <a:ahLst/>
                <a:cxnLst/>
                <a:rect l="l" t="t" r="r" b="b"/>
                <a:pathLst>
                  <a:path w="1002" h="2002" extrusionOk="0">
                    <a:moveTo>
                      <a:pt x="1" y="0"/>
                    </a:moveTo>
                    <a:lnTo>
                      <a:pt x="1" y="2001"/>
                    </a:lnTo>
                    <a:lnTo>
                      <a:pt x="1002" y="2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9">
                <a:extLst>
                  <a:ext uri="{FF2B5EF4-FFF2-40B4-BE49-F238E27FC236}">
                    <a16:creationId xmlns:a16="http://schemas.microsoft.com/office/drawing/2014/main" id="{87EB3C9B-CA5D-502A-833F-D32F63B4613D}"/>
                  </a:ext>
                </a:extLst>
              </p:cNvPr>
              <p:cNvSpPr/>
              <p:nvPr/>
            </p:nvSpPr>
            <p:spPr>
              <a:xfrm>
                <a:off x="1914889" y="4921378"/>
                <a:ext cx="73700" cy="36869"/>
              </a:xfrm>
              <a:custGeom>
                <a:avLst/>
                <a:gdLst/>
                <a:ahLst/>
                <a:cxnLst/>
                <a:rect l="l" t="t" r="r" b="b"/>
                <a:pathLst>
                  <a:path w="2003" h="1002" extrusionOk="0">
                    <a:moveTo>
                      <a:pt x="1" y="0"/>
                    </a:moveTo>
                    <a:lnTo>
                      <a:pt x="1" y="1001"/>
                    </a:lnTo>
                    <a:lnTo>
                      <a:pt x="2002" y="1001"/>
                    </a:lnTo>
                    <a:lnTo>
                      <a:pt x="2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9">
                <a:extLst>
                  <a:ext uri="{FF2B5EF4-FFF2-40B4-BE49-F238E27FC236}">
                    <a16:creationId xmlns:a16="http://schemas.microsoft.com/office/drawing/2014/main" id="{360C3EF1-10AF-97F0-0677-CCAED1F4EF9F}"/>
                  </a:ext>
                </a:extLst>
              </p:cNvPr>
              <p:cNvSpPr/>
              <p:nvPr/>
            </p:nvSpPr>
            <p:spPr>
              <a:xfrm>
                <a:off x="1951721" y="4772874"/>
                <a:ext cx="36869" cy="73664"/>
              </a:xfrm>
              <a:custGeom>
                <a:avLst/>
                <a:gdLst/>
                <a:ahLst/>
                <a:cxnLst/>
                <a:rect l="l" t="t" r="r" b="b"/>
                <a:pathLst>
                  <a:path w="1002" h="2002" extrusionOk="0">
                    <a:moveTo>
                      <a:pt x="0" y="0"/>
                    </a:moveTo>
                    <a:lnTo>
                      <a:pt x="0" y="2002"/>
                    </a:lnTo>
                    <a:lnTo>
                      <a:pt x="1001" y="2002"/>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9">
                <a:extLst>
                  <a:ext uri="{FF2B5EF4-FFF2-40B4-BE49-F238E27FC236}">
                    <a16:creationId xmlns:a16="http://schemas.microsoft.com/office/drawing/2014/main" id="{DFBFA5D0-0E4F-E24C-8472-A1F7BE085E97}"/>
                  </a:ext>
                </a:extLst>
              </p:cNvPr>
              <p:cNvSpPr/>
              <p:nvPr/>
            </p:nvSpPr>
            <p:spPr>
              <a:xfrm>
                <a:off x="1988553" y="4847751"/>
                <a:ext cx="36832" cy="73664"/>
              </a:xfrm>
              <a:custGeom>
                <a:avLst/>
                <a:gdLst/>
                <a:ahLst/>
                <a:cxnLst/>
                <a:rect l="l" t="t" r="r" b="b"/>
                <a:pathLst>
                  <a:path w="1001" h="2002" extrusionOk="0">
                    <a:moveTo>
                      <a:pt x="0" y="0"/>
                    </a:moveTo>
                    <a:lnTo>
                      <a:pt x="0" y="2001"/>
                    </a:lnTo>
                    <a:lnTo>
                      <a:pt x="1001" y="2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9">
                <a:extLst>
                  <a:ext uri="{FF2B5EF4-FFF2-40B4-BE49-F238E27FC236}">
                    <a16:creationId xmlns:a16="http://schemas.microsoft.com/office/drawing/2014/main" id="{1AFF9115-234E-61DA-2F89-003D12EAFC35}"/>
                  </a:ext>
                </a:extLst>
              </p:cNvPr>
              <p:cNvSpPr/>
              <p:nvPr/>
            </p:nvSpPr>
            <p:spPr>
              <a:xfrm>
                <a:off x="1765170" y="4772874"/>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9">
                <a:extLst>
                  <a:ext uri="{FF2B5EF4-FFF2-40B4-BE49-F238E27FC236}">
                    <a16:creationId xmlns:a16="http://schemas.microsoft.com/office/drawing/2014/main" id="{86F28B98-65A8-49D2-C24E-7BECF18AEF39}"/>
                  </a:ext>
                </a:extLst>
              </p:cNvPr>
              <p:cNvSpPr/>
              <p:nvPr/>
            </p:nvSpPr>
            <p:spPr>
              <a:xfrm>
                <a:off x="1729553" y="4810920"/>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9">
                <a:extLst>
                  <a:ext uri="{FF2B5EF4-FFF2-40B4-BE49-F238E27FC236}">
                    <a16:creationId xmlns:a16="http://schemas.microsoft.com/office/drawing/2014/main" id="{CB45C7E8-06DA-E688-DE97-03902EC9CEFF}"/>
                  </a:ext>
                </a:extLst>
              </p:cNvPr>
              <p:cNvSpPr/>
              <p:nvPr/>
            </p:nvSpPr>
            <p:spPr>
              <a:xfrm>
                <a:off x="1692758" y="4847751"/>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2" name="Google Shape;772;p39">
              <a:extLst>
                <a:ext uri="{FF2B5EF4-FFF2-40B4-BE49-F238E27FC236}">
                  <a16:creationId xmlns:a16="http://schemas.microsoft.com/office/drawing/2014/main" id="{8E860D59-571E-F45A-F7F5-74EC4893B72E}"/>
                </a:ext>
              </a:extLst>
            </p:cNvPr>
            <p:cNvGrpSpPr/>
            <p:nvPr/>
          </p:nvGrpSpPr>
          <p:grpSpPr>
            <a:xfrm>
              <a:off x="2099011" y="4329790"/>
              <a:ext cx="407505" cy="517999"/>
              <a:chOff x="2099011" y="4329790"/>
              <a:chExt cx="407505" cy="517999"/>
            </a:xfrm>
          </p:grpSpPr>
          <p:sp>
            <p:nvSpPr>
              <p:cNvPr id="773" name="Google Shape;773;p39">
                <a:extLst>
                  <a:ext uri="{FF2B5EF4-FFF2-40B4-BE49-F238E27FC236}">
                    <a16:creationId xmlns:a16="http://schemas.microsoft.com/office/drawing/2014/main" id="{773332EF-EAB5-3474-D178-4AABB30794D3}"/>
                  </a:ext>
                </a:extLst>
              </p:cNvPr>
              <p:cNvSpPr/>
              <p:nvPr/>
            </p:nvSpPr>
            <p:spPr>
              <a:xfrm>
                <a:off x="2100225" y="4331004"/>
                <a:ext cx="405076" cy="515535"/>
              </a:xfrm>
              <a:custGeom>
                <a:avLst/>
                <a:gdLst/>
                <a:ahLst/>
                <a:cxnLst/>
                <a:rect l="l" t="t" r="r" b="b"/>
                <a:pathLst>
                  <a:path w="11009" h="14011" extrusionOk="0">
                    <a:moveTo>
                      <a:pt x="1" y="1"/>
                    </a:moveTo>
                    <a:lnTo>
                      <a:pt x="1" y="1001"/>
                    </a:lnTo>
                    <a:lnTo>
                      <a:pt x="1001" y="1001"/>
                    </a:lnTo>
                    <a:lnTo>
                      <a:pt x="1001" y="2002"/>
                    </a:lnTo>
                    <a:lnTo>
                      <a:pt x="1001" y="3003"/>
                    </a:lnTo>
                    <a:lnTo>
                      <a:pt x="1001" y="4004"/>
                    </a:lnTo>
                    <a:lnTo>
                      <a:pt x="2002" y="4004"/>
                    </a:lnTo>
                    <a:lnTo>
                      <a:pt x="2002" y="5004"/>
                    </a:lnTo>
                    <a:lnTo>
                      <a:pt x="3003" y="5004"/>
                    </a:lnTo>
                    <a:lnTo>
                      <a:pt x="3003" y="6005"/>
                    </a:lnTo>
                    <a:lnTo>
                      <a:pt x="4003" y="6005"/>
                    </a:lnTo>
                    <a:lnTo>
                      <a:pt x="4003" y="7006"/>
                    </a:lnTo>
                    <a:lnTo>
                      <a:pt x="4003" y="8006"/>
                    </a:lnTo>
                    <a:lnTo>
                      <a:pt x="3003" y="8006"/>
                    </a:lnTo>
                    <a:lnTo>
                      <a:pt x="3003" y="9007"/>
                    </a:lnTo>
                    <a:lnTo>
                      <a:pt x="2002" y="9007"/>
                    </a:lnTo>
                    <a:lnTo>
                      <a:pt x="2002" y="10008"/>
                    </a:lnTo>
                    <a:lnTo>
                      <a:pt x="1001" y="10008"/>
                    </a:lnTo>
                    <a:lnTo>
                      <a:pt x="1001" y="11009"/>
                    </a:lnTo>
                    <a:lnTo>
                      <a:pt x="1001" y="12009"/>
                    </a:lnTo>
                    <a:lnTo>
                      <a:pt x="1001" y="13010"/>
                    </a:lnTo>
                    <a:lnTo>
                      <a:pt x="1" y="13010"/>
                    </a:lnTo>
                    <a:lnTo>
                      <a:pt x="1" y="14011"/>
                    </a:lnTo>
                    <a:lnTo>
                      <a:pt x="11008" y="14011"/>
                    </a:lnTo>
                    <a:lnTo>
                      <a:pt x="11008" y="13010"/>
                    </a:lnTo>
                    <a:lnTo>
                      <a:pt x="10008" y="13010"/>
                    </a:lnTo>
                    <a:lnTo>
                      <a:pt x="10008" y="12009"/>
                    </a:lnTo>
                    <a:lnTo>
                      <a:pt x="10008" y="11009"/>
                    </a:lnTo>
                    <a:lnTo>
                      <a:pt x="10008" y="10008"/>
                    </a:lnTo>
                    <a:lnTo>
                      <a:pt x="9007" y="10008"/>
                    </a:lnTo>
                    <a:lnTo>
                      <a:pt x="9007" y="9007"/>
                    </a:lnTo>
                    <a:lnTo>
                      <a:pt x="8006" y="9007"/>
                    </a:lnTo>
                    <a:lnTo>
                      <a:pt x="8006" y="8006"/>
                    </a:lnTo>
                    <a:lnTo>
                      <a:pt x="7006" y="8006"/>
                    </a:lnTo>
                    <a:lnTo>
                      <a:pt x="7006" y="7006"/>
                    </a:lnTo>
                    <a:lnTo>
                      <a:pt x="7006" y="6005"/>
                    </a:lnTo>
                    <a:lnTo>
                      <a:pt x="8006" y="6005"/>
                    </a:lnTo>
                    <a:lnTo>
                      <a:pt x="8006" y="5004"/>
                    </a:lnTo>
                    <a:lnTo>
                      <a:pt x="9007" y="5004"/>
                    </a:lnTo>
                    <a:lnTo>
                      <a:pt x="9007" y="4004"/>
                    </a:lnTo>
                    <a:lnTo>
                      <a:pt x="10008" y="4004"/>
                    </a:lnTo>
                    <a:lnTo>
                      <a:pt x="10008" y="3003"/>
                    </a:lnTo>
                    <a:lnTo>
                      <a:pt x="10008" y="2002"/>
                    </a:lnTo>
                    <a:lnTo>
                      <a:pt x="10008" y="1001"/>
                    </a:lnTo>
                    <a:lnTo>
                      <a:pt x="11008" y="1001"/>
                    </a:lnTo>
                    <a:lnTo>
                      <a:pt x="1100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9">
                <a:extLst>
                  <a:ext uri="{FF2B5EF4-FFF2-40B4-BE49-F238E27FC236}">
                    <a16:creationId xmlns:a16="http://schemas.microsoft.com/office/drawing/2014/main" id="{9D70464E-2C36-1A2A-36A6-AF1334E2C23B}"/>
                  </a:ext>
                </a:extLst>
              </p:cNvPr>
              <p:cNvSpPr/>
              <p:nvPr/>
            </p:nvSpPr>
            <p:spPr>
              <a:xfrm>
                <a:off x="2173889" y="4477080"/>
                <a:ext cx="73664" cy="74878"/>
              </a:xfrm>
              <a:custGeom>
                <a:avLst/>
                <a:gdLst/>
                <a:ahLst/>
                <a:cxnLst/>
                <a:rect l="l" t="t" r="r" b="b"/>
                <a:pathLst>
                  <a:path w="2002" h="2035" extrusionOk="0">
                    <a:moveTo>
                      <a:pt x="0" y="0"/>
                    </a:moveTo>
                    <a:lnTo>
                      <a:pt x="0" y="1034"/>
                    </a:lnTo>
                    <a:lnTo>
                      <a:pt x="1001" y="1034"/>
                    </a:lnTo>
                    <a:lnTo>
                      <a:pt x="1001" y="0"/>
                    </a:lnTo>
                    <a:close/>
                    <a:moveTo>
                      <a:pt x="1001" y="1034"/>
                    </a:moveTo>
                    <a:lnTo>
                      <a:pt x="1001" y="2035"/>
                    </a:lnTo>
                    <a:lnTo>
                      <a:pt x="2001" y="2035"/>
                    </a:lnTo>
                    <a:lnTo>
                      <a:pt x="2001" y="103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9">
                <a:extLst>
                  <a:ext uri="{FF2B5EF4-FFF2-40B4-BE49-F238E27FC236}">
                    <a16:creationId xmlns:a16="http://schemas.microsoft.com/office/drawing/2014/main" id="{5C7D4CBB-FE2E-6E4B-E8FE-2CD526A5444E}"/>
                  </a:ext>
                </a:extLst>
              </p:cNvPr>
              <p:cNvSpPr/>
              <p:nvPr/>
            </p:nvSpPr>
            <p:spPr>
              <a:xfrm>
                <a:off x="2284348" y="4477080"/>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9">
                <a:extLst>
                  <a:ext uri="{FF2B5EF4-FFF2-40B4-BE49-F238E27FC236}">
                    <a16:creationId xmlns:a16="http://schemas.microsoft.com/office/drawing/2014/main" id="{BE89755F-E10D-4D17-F6DC-A2AF3EA60A35}"/>
                  </a:ext>
                </a:extLst>
              </p:cNvPr>
              <p:cNvSpPr/>
              <p:nvPr/>
            </p:nvSpPr>
            <p:spPr>
              <a:xfrm>
                <a:off x="2247516" y="4440248"/>
                <a:ext cx="36869" cy="36869"/>
              </a:xfrm>
              <a:custGeom>
                <a:avLst/>
                <a:gdLst/>
                <a:ahLst/>
                <a:cxnLst/>
                <a:rect l="l" t="t" r="r" b="b"/>
                <a:pathLst>
                  <a:path w="1002" h="1002"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9">
                <a:extLst>
                  <a:ext uri="{FF2B5EF4-FFF2-40B4-BE49-F238E27FC236}">
                    <a16:creationId xmlns:a16="http://schemas.microsoft.com/office/drawing/2014/main" id="{26CEAC61-AA93-4EF7-BE0A-3B805D891EB0}"/>
                  </a:ext>
                </a:extLst>
              </p:cNvPr>
              <p:cNvSpPr/>
              <p:nvPr/>
            </p:nvSpPr>
            <p:spPr>
              <a:xfrm>
                <a:off x="2321143" y="4440248"/>
                <a:ext cx="36869" cy="36869"/>
              </a:xfrm>
              <a:custGeom>
                <a:avLst/>
                <a:gdLst/>
                <a:ahLst/>
                <a:cxnLst/>
                <a:rect l="l" t="t" r="r" b="b"/>
                <a:pathLst>
                  <a:path w="1002" h="1002" extrusionOk="0">
                    <a:moveTo>
                      <a:pt x="1" y="0"/>
                    </a:moveTo>
                    <a:lnTo>
                      <a:pt x="1" y="1001"/>
                    </a:lnTo>
                    <a:lnTo>
                      <a:pt x="1002" y="1001"/>
                    </a:lnTo>
                    <a:lnTo>
                      <a:pt x="10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9">
                <a:extLst>
                  <a:ext uri="{FF2B5EF4-FFF2-40B4-BE49-F238E27FC236}">
                    <a16:creationId xmlns:a16="http://schemas.microsoft.com/office/drawing/2014/main" id="{66DD693E-C9E0-9FB2-F52D-259D569FDBB9}"/>
                  </a:ext>
                </a:extLst>
              </p:cNvPr>
              <p:cNvSpPr/>
              <p:nvPr/>
            </p:nvSpPr>
            <p:spPr>
              <a:xfrm>
                <a:off x="2247516" y="4551920"/>
                <a:ext cx="36869" cy="73700"/>
              </a:xfrm>
              <a:custGeom>
                <a:avLst/>
                <a:gdLst/>
                <a:ahLst/>
                <a:cxnLst/>
                <a:rect l="l" t="t" r="r" b="b"/>
                <a:pathLst>
                  <a:path w="1002" h="2003" extrusionOk="0">
                    <a:moveTo>
                      <a:pt x="0" y="1"/>
                    </a:moveTo>
                    <a:lnTo>
                      <a:pt x="0" y="1002"/>
                    </a:lnTo>
                    <a:lnTo>
                      <a:pt x="0" y="2002"/>
                    </a:lnTo>
                    <a:lnTo>
                      <a:pt x="1001" y="2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9">
                <a:extLst>
                  <a:ext uri="{FF2B5EF4-FFF2-40B4-BE49-F238E27FC236}">
                    <a16:creationId xmlns:a16="http://schemas.microsoft.com/office/drawing/2014/main" id="{FE12844C-3B4C-1C6D-A020-591D658194F9}"/>
                  </a:ext>
                </a:extLst>
              </p:cNvPr>
              <p:cNvSpPr/>
              <p:nvPr/>
            </p:nvSpPr>
            <p:spPr>
              <a:xfrm>
                <a:off x="2210684" y="4625584"/>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9">
                <a:extLst>
                  <a:ext uri="{FF2B5EF4-FFF2-40B4-BE49-F238E27FC236}">
                    <a16:creationId xmlns:a16="http://schemas.microsoft.com/office/drawing/2014/main" id="{418E87F2-DAD4-0A24-1578-A029F4570646}"/>
                  </a:ext>
                </a:extLst>
              </p:cNvPr>
              <p:cNvSpPr/>
              <p:nvPr/>
            </p:nvSpPr>
            <p:spPr>
              <a:xfrm>
                <a:off x="2173889" y="4662415"/>
                <a:ext cx="36832" cy="36832"/>
              </a:xfrm>
              <a:custGeom>
                <a:avLst/>
                <a:gdLst/>
                <a:ahLst/>
                <a:cxnLst/>
                <a:rect l="l" t="t" r="r" b="b"/>
                <a:pathLst>
                  <a:path w="1001"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9">
                <a:extLst>
                  <a:ext uri="{FF2B5EF4-FFF2-40B4-BE49-F238E27FC236}">
                    <a16:creationId xmlns:a16="http://schemas.microsoft.com/office/drawing/2014/main" id="{2CCC7588-07C9-56C2-C6A4-2B15F23E23FD}"/>
                  </a:ext>
                </a:extLst>
              </p:cNvPr>
              <p:cNvSpPr/>
              <p:nvPr/>
            </p:nvSpPr>
            <p:spPr>
              <a:xfrm>
                <a:off x="2321143" y="4736042"/>
                <a:ext cx="36869" cy="36869"/>
              </a:xfrm>
              <a:custGeom>
                <a:avLst/>
                <a:gdLst/>
                <a:ahLst/>
                <a:cxnLst/>
                <a:rect l="l" t="t" r="r" b="b"/>
                <a:pathLst>
                  <a:path w="1002" h="1002" extrusionOk="0">
                    <a:moveTo>
                      <a:pt x="1" y="1"/>
                    </a:moveTo>
                    <a:lnTo>
                      <a:pt x="1" y="1001"/>
                    </a:lnTo>
                    <a:lnTo>
                      <a:pt x="1002" y="1001"/>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9">
                <a:extLst>
                  <a:ext uri="{FF2B5EF4-FFF2-40B4-BE49-F238E27FC236}">
                    <a16:creationId xmlns:a16="http://schemas.microsoft.com/office/drawing/2014/main" id="{6DFDED8C-8DF6-63EB-4E33-F2E458E00EE2}"/>
                  </a:ext>
                </a:extLst>
              </p:cNvPr>
              <p:cNvSpPr/>
              <p:nvPr/>
            </p:nvSpPr>
            <p:spPr>
              <a:xfrm>
                <a:off x="2247516" y="4736042"/>
                <a:ext cx="36869" cy="36869"/>
              </a:xfrm>
              <a:custGeom>
                <a:avLst/>
                <a:gdLst/>
                <a:ahLst/>
                <a:cxnLst/>
                <a:rect l="l" t="t" r="r" b="b"/>
                <a:pathLst>
                  <a:path w="1002" h="1002" extrusionOk="0">
                    <a:moveTo>
                      <a:pt x="0" y="1"/>
                    </a:moveTo>
                    <a:lnTo>
                      <a:pt x="0" y="1001"/>
                    </a:lnTo>
                    <a:lnTo>
                      <a:pt x="1001" y="1001"/>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39">
                <a:extLst>
                  <a:ext uri="{FF2B5EF4-FFF2-40B4-BE49-F238E27FC236}">
                    <a16:creationId xmlns:a16="http://schemas.microsoft.com/office/drawing/2014/main" id="{A9108F0D-652E-2373-8FC2-36B23D7A9DD0}"/>
                  </a:ext>
                </a:extLst>
              </p:cNvPr>
              <p:cNvSpPr/>
              <p:nvPr/>
            </p:nvSpPr>
            <p:spPr>
              <a:xfrm>
                <a:off x="2284348" y="4699210"/>
                <a:ext cx="36832" cy="36869"/>
              </a:xfrm>
              <a:custGeom>
                <a:avLst/>
                <a:gdLst/>
                <a:ahLst/>
                <a:cxnLst/>
                <a:rect l="l" t="t" r="r" b="b"/>
                <a:pathLst>
                  <a:path w="1001" h="1002" extrusionOk="0">
                    <a:moveTo>
                      <a:pt x="0" y="1"/>
                    </a:moveTo>
                    <a:lnTo>
                      <a:pt x="0" y="1002"/>
                    </a:lnTo>
                    <a:lnTo>
                      <a:pt x="1001" y="1002"/>
                    </a:lnTo>
                    <a:lnTo>
                      <a:pt x="10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9">
                <a:extLst>
                  <a:ext uri="{FF2B5EF4-FFF2-40B4-BE49-F238E27FC236}">
                    <a16:creationId xmlns:a16="http://schemas.microsoft.com/office/drawing/2014/main" id="{A66757B8-93D0-EDC6-F979-1B97CB74CAD5}"/>
                  </a:ext>
                </a:extLst>
              </p:cNvPr>
              <p:cNvSpPr/>
              <p:nvPr/>
            </p:nvSpPr>
            <p:spPr>
              <a:xfrm>
                <a:off x="2099011" y="4329790"/>
                <a:ext cx="407505" cy="147327"/>
              </a:xfrm>
              <a:custGeom>
                <a:avLst/>
                <a:gdLst/>
                <a:ahLst/>
                <a:cxnLst/>
                <a:rect l="l" t="t" r="r" b="b"/>
                <a:pathLst>
                  <a:path w="11075" h="4004" extrusionOk="0">
                    <a:moveTo>
                      <a:pt x="0" y="0"/>
                    </a:moveTo>
                    <a:lnTo>
                      <a:pt x="0" y="1001"/>
                    </a:lnTo>
                    <a:lnTo>
                      <a:pt x="1001" y="1001"/>
                    </a:lnTo>
                    <a:lnTo>
                      <a:pt x="1001" y="2002"/>
                    </a:lnTo>
                    <a:lnTo>
                      <a:pt x="1001" y="3002"/>
                    </a:lnTo>
                    <a:lnTo>
                      <a:pt x="1001" y="4003"/>
                    </a:lnTo>
                    <a:lnTo>
                      <a:pt x="2035" y="4003"/>
                    </a:lnTo>
                    <a:lnTo>
                      <a:pt x="2035" y="3002"/>
                    </a:lnTo>
                    <a:lnTo>
                      <a:pt x="2035" y="2002"/>
                    </a:lnTo>
                    <a:lnTo>
                      <a:pt x="2035" y="1001"/>
                    </a:lnTo>
                    <a:lnTo>
                      <a:pt x="9040" y="1001"/>
                    </a:lnTo>
                    <a:lnTo>
                      <a:pt x="9040" y="2002"/>
                    </a:lnTo>
                    <a:lnTo>
                      <a:pt x="9040" y="3002"/>
                    </a:lnTo>
                    <a:lnTo>
                      <a:pt x="9040" y="4003"/>
                    </a:lnTo>
                    <a:lnTo>
                      <a:pt x="10074" y="4003"/>
                    </a:lnTo>
                    <a:lnTo>
                      <a:pt x="10074" y="3002"/>
                    </a:lnTo>
                    <a:lnTo>
                      <a:pt x="10074" y="2002"/>
                    </a:lnTo>
                    <a:lnTo>
                      <a:pt x="10074" y="1001"/>
                    </a:lnTo>
                    <a:lnTo>
                      <a:pt x="11075" y="1001"/>
                    </a:lnTo>
                    <a:lnTo>
                      <a:pt x="110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9">
                <a:extLst>
                  <a:ext uri="{FF2B5EF4-FFF2-40B4-BE49-F238E27FC236}">
                    <a16:creationId xmlns:a16="http://schemas.microsoft.com/office/drawing/2014/main" id="{214D3675-14C7-36B1-F697-AF675A5A56BA}"/>
                  </a:ext>
                </a:extLst>
              </p:cNvPr>
              <p:cNvSpPr/>
              <p:nvPr/>
            </p:nvSpPr>
            <p:spPr>
              <a:xfrm>
                <a:off x="2357974" y="4477080"/>
                <a:ext cx="73700" cy="74878"/>
              </a:xfrm>
              <a:custGeom>
                <a:avLst/>
                <a:gdLst/>
                <a:ahLst/>
                <a:cxnLst/>
                <a:rect l="l" t="t" r="r" b="b"/>
                <a:pathLst>
                  <a:path w="2003" h="2035" extrusionOk="0">
                    <a:moveTo>
                      <a:pt x="1001" y="0"/>
                    </a:moveTo>
                    <a:lnTo>
                      <a:pt x="1001" y="1034"/>
                    </a:lnTo>
                    <a:lnTo>
                      <a:pt x="2002" y="1034"/>
                    </a:lnTo>
                    <a:lnTo>
                      <a:pt x="2002" y="0"/>
                    </a:lnTo>
                    <a:close/>
                    <a:moveTo>
                      <a:pt x="1" y="1034"/>
                    </a:moveTo>
                    <a:lnTo>
                      <a:pt x="1" y="2035"/>
                    </a:lnTo>
                    <a:lnTo>
                      <a:pt x="1001" y="2035"/>
                    </a:lnTo>
                    <a:lnTo>
                      <a:pt x="1001" y="103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9">
                <a:extLst>
                  <a:ext uri="{FF2B5EF4-FFF2-40B4-BE49-F238E27FC236}">
                    <a16:creationId xmlns:a16="http://schemas.microsoft.com/office/drawing/2014/main" id="{11497EDB-059B-08A9-1B2C-B24BD7246C46}"/>
                  </a:ext>
                </a:extLst>
              </p:cNvPr>
              <p:cNvSpPr/>
              <p:nvPr/>
            </p:nvSpPr>
            <p:spPr>
              <a:xfrm>
                <a:off x="2321143" y="4551920"/>
                <a:ext cx="36869" cy="73700"/>
              </a:xfrm>
              <a:custGeom>
                <a:avLst/>
                <a:gdLst/>
                <a:ahLst/>
                <a:cxnLst/>
                <a:rect l="l" t="t" r="r" b="b"/>
                <a:pathLst>
                  <a:path w="1002" h="2003" extrusionOk="0">
                    <a:moveTo>
                      <a:pt x="1" y="1"/>
                    </a:moveTo>
                    <a:lnTo>
                      <a:pt x="1" y="1002"/>
                    </a:lnTo>
                    <a:lnTo>
                      <a:pt x="1" y="2002"/>
                    </a:lnTo>
                    <a:lnTo>
                      <a:pt x="1002" y="2002"/>
                    </a:lnTo>
                    <a:lnTo>
                      <a:pt x="1002" y="1002"/>
                    </a:lnTo>
                    <a:lnTo>
                      <a:pt x="10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9">
                <a:extLst>
                  <a:ext uri="{FF2B5EF4-FFF2-40B4-BE49-F238E27FC236}">
                    <a16:creationId xmlns:a16="http://schemas.microsoft.com/office/drawing/2014/main" id="{835374F8-5389-650E-CBCA-1023741AE3B2}"/>
                  </a:ext>
                </a:extLst>
              </p:cNvPr>
              <p:cNvSpPr/>
              <p:nvPr/>
            </p:nvSpPr>
            <p:spPr>
              <a:xfrm>
                <a:off x="2357974" y="4625584"/>
                <a:ext cx="36869" cy="36869"/>
              </a:xfrm>
              <a:custGeom>
                <a:avLst/>
                <a:gdLst/>
                <a:ahLst/>
                <a:cxnLst/>
                <a:rect l="l" t="t" r="r" b="b"/>
                <a:pathLst>
                  <a:path w="1002" h="1002" extrusionOk="0">
                    <a:moveTo>
                      <a:pt x="1" y="0"/>
                    </a:moveTo>
                    <a:lnTo>
                      <a:pt x="1"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9">
                <a:extLst>
                  <a:ext uri="{FF2B5EF4-FFF2-40B4-BE49-F238E27FC236}">
                    <a16:creationId xmlns:a16="http://schemas.microsoft.com/office/drawing/2014/main" id="{59964090-A310-984A-84B3-5C3A10905C12}"/>
                  </a:ext>
                </a:extLst>
              </p:cNvPr>
              <p:cNvSpPr/>
              <p:nvPr/>
            </p:nvSpPr>
            <p:spPr>
              <a:xfrm>
                <a:off x="2394806" y="4662415"/>
                <a:ext cx="36869" cy="36832"/>
              </a:xfrm>
              <a:custGeom>
                <a:avLst/>
                <a:gdLst/>
                <a:ahLst/>
                <a:cxnLst/>
                <a:rect l="l" t="t" r="r" b="b"/>
                <a:pathLst>
                  <a:path w="1002" h="1001" extrusionOk="0">
                    <a:moveTo>
                      <a:pt x="0" y="0"/>
                    </a:moveTo>
                    <a:lnTo>
                      <a:pt x="0" y="1001"/>
                    </a:lnTo>
                    <a:lnTo>
                      <a:pt x="1001" y="1001"/>
                    </a:lnTo>
                    <a:lnTo>
                      <a:pt x="10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9">
                <a:extLst>
                  <a:ext uri="{FF2B5EF4-FFF2-40B4-BE49-F238E27FC236}">
                    <a16:creationId xmlns:a16="http://schemas.microsoft.com/office/drawing/2014/main" id="{5820E3A1-07DE-B6FF-CD36-8A2972CF4124}"/>
                  </a:ext>
                </a:extLst>
              </p:cNvPr>
              <p:cNvSpPr/>
              <p:nvPr/>
            </p:nvSpPr>
            <p:spPr>
              <a:xfrm>
                <a:off x="2099011" y="4699210"/>
                <a:ext cx="407505" cy="148578"/>
              </a:xfrm>
              <a:custGeom>
                <a:avLst/>
                <a:gdLst/>
                <a:ahLst/>
                <a:cxnLst/>
                <a:rect l="l" t="t" r="r" b="b"/>
                <a:pathLst>
                  <a:path w="11075" h="4038" extrusionOk="0">
                    <a:moveTo>
                      <a:pt x="1001" y="1"/>
                    </a:moveTo>
                    <a:lnTo>
                      <a:pt x="1001" y="1002"/>
                    </a:lnTo>
                    <a:lnTo>
                      <a:pt x="1001" y="2002"/>
                    </a:lnTo>
                    <a:lnTo>
                      <a:pt x="1001" y="3036"/>
                    </a:lnTo>
                    <a:lnTo>
                      <a:pt x="0" y="3036"/>
                    </a:lnTo>
                    <a:lnTo>
                      <a:pt x="0" y="4037"/>
                    </a:lnTo>
                    <a:lnTo>
                      <a:pt x="11075" y="4037"/>
                    </a:lnTo>
                    <a:lnTo>
                      <a:pt x="11075" y="3036"/>
                    </a:lnTo>
                    <a:lnTo>
                      <a:pt x="10074" y="3036"/>
                    </a:lnTo>
                    <a:lnTo>
                      <a:pt x="10074" y="2002"/>
                    </a:lnTo>
                    <a:lnTo>
                      <a:pt x="10074" y="1002"/>
                    </a:lnTo>
                    <a:lnTo>
                      <a:pt x="10074" y="1"/>
                    </a:lnTo>
                    <a:lnTo>
                      <a:pt x="9040" y="1"/>
                    </a:lnTo>
                    <a:lnTo>
                      <a:pt x="9040" y="1002"/>
                    </a:lnTo>
                    <a:lnTo>
                      <a:pt x="9040" y="2002"/>
                    </a:lnTo>
                    <a:lnTo>
                      <a:pt x="9040" y="3036"/>
                    </a:lnTo>
                    <a:lnTo>
                      <a:pt x="8039" y="3036"/>
                    </a:lnTo>
                    <a:lnTo>
                      <a:pt x="8039" y="2002"/>
                    </a:lnTo>
                    <a:lnTo>
                      <a:pt x="7039" y="2002"/>
                    </a:lnTo>
                    <a:lnTo>
                      <a:pt x="7039" y="3036"/>
                    </a:lnTo>
                    <a:lnTo>
                      <a:pt x="6038" y="3036"/>
                    </a:lnTo>
                    <a:lnTo>
                      <a:pt x="6038" y="2002"/>
                    </a:lnTo>
                    <a:lnTo>
                      <a:pt x="5037" y="2002"/>
                    </a:lnTo>
                    <a:lnTo>
                      <a:pt x="5037" y="3036"/>
                    </a:lnTo>
                    <a:lnTo>
                      <a:pt x="4036" y="3036"/>
                    </a:lnTo>
                    <a:lnTo>
                      <a:pt x="4036" y="2002"/>
                    </a:lnTo>
                    <a:lnTo>
                      <a:pt x="3036" y="2002"/>
                    </a:lnTo>
                    <a:lnTo>
                      <a:pt x="3036" y="3036"/>
                    </a:lnTo>
                    <a:lnTo>
                      <a:pt x="2035" y="3036"/>
                    </a:lnTo>
                    <a:lnTo>
                      <a:pt x="2035" y="2002"/>
                    </a:lnTo>
                    <a:lnTo>
                      <a:pt x="2035" y="1002"/>
                    </a:lnTo>
                    <a:lnTo>
                      <a:pt x="20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28513671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43">
          <a:extLst>
            <a:ext uri="{FF2B5EF4-FFF2-40B4-BE49-F238E27FC236}">
              <a16:creationId xmlns:a16="http://schemas.microsoft.com/office/drawing/2014/main" id="{4C22A1F5-13EC-E308-E458-DC7AECF93AC6}"/>
            </a:ext>
          </a:extLst>
        </p:cNvPr>
        <p:cNvGrpSpPr/>
        <p:nvPr/>
      </p:nvGrpSpPr>
      <p:grpSpPr>
        <a:xfrm>
          <a:off x="0" y="0"/>
          <a:ext cx="0" cy="0"/>
          <a:chOff x="0" y="0"/>
          <a:chExt cx="0" cy="0"/>
        </a:xfrm>
      </p:grpSpPr>
      <p:sp>
        <p:nvSpPr>
          <p:cNvPr id="744" name="Google Shape;744;p39">
            <a:extLst>
              <a:ext uri="{FF2B5EF4-FFF2-40B4-BE49-F238E27FC236}">
                <a16:creationId xmlns:a16="http://schemas.microsoft.com/office/drawing/2014/main" id="{027F9980-7469-124B-64C8-C850738B5D54}"/>
              </a:ext>
            </a:extLst>
          </p:cNvPr>
          <p:cNvSpPr txBox="1">
            <a:spLocks noGrp="1"/>
          </p:cNvSpPr>
          <p:nvPr>
            <p:ph type="title"/>
          </p:nvPr>
        </p:nvSpPr>
        <p:spPr>
          <a:xfrm>
            <a:off x="715100" y="568622"/>
            <a:ext cx="6471008" cy="648600"/>
          </a:xfrm>
          <a:prstGeom prst="rect">
            <a:avLst/>
          </a:prstGeom>
        </p:spPr>
        <p:txBody>
          <a:bodyPr spcFirstLastPara="1" wrap="square" lIns="91425" tIns="91425" rIns="91425" bIns="91425" anchor="ctr" anchorCtr="0">
            <a:noAutofit/>
          </a:bodyPr>
          <a:lstStyle/>
          <a:p>
            <a:pPr lvl="0"/>
            <a:r>
              <a:rPr lang="fr-FR" dirty="0"/>
              <a:t>Fonctionnalités</a:t>
            </a:r>
            <a:endParaRPr dirty="0"/>
          </a:p>
        </p:txBody>
      </p:sp>
      <p:sp>
        <p:nvSpPr>
          <p:cNvPr id="745" name="Google Shape;745;p39">
            <a:extLst>
              <a:ext uri="{FF2B5EF4-FFF2-40B4-BE49-F238E27FC236}">
                <a16:creationId xmlns:a16="http://schemas.microsoft.com/office/drawing/2014/main" id="{415A45EF-633D-6FF1-A21F-5CE4D1DEBE46}"/>
              </a:ext>
            </a:extLst>
          </p:cNvPr>
          <p:cNvSpPr txBox="1">
            <a:spLocks noGrp="1"/>
          </p:cNvSpPr>
          <p:nvPr>
            <p:ph type="subTitle" idx="1"/>
          </p:nvPr>
        </p:nvSpPr>
        <p:spPr>
          <a:xfrm>
            <a:off x="715099" y="1484554"/>
            <a:ext cx="7966321" cy="3090323"/>
          </a:xfrm>
          <a:prstGeom prst="rect">
            <a:avLst/>
          </a:prstGeom>
        </p:spPr>
        <p:txBody>
          <a:bodyPr spcFirstLastPara="1" wrap="square" lIns="91425" tIns="91425" rIns="91425" bIns="91425" anchor="ctr" anchorCtr="0">
            <a:noAutofit/>
          </a:bodyPr>
          <a:lstStyle/>
          <a:p>
            <a:pPr marL="0" lvl="0" indent="0"/>
            <a:r>
              <a:rPr lang="fr-FR" b="1" dirty="0"/>
              <a:t>2. </a:t>
            </a:r>
            <a:r>
              <a:rPr lang="fr-FR" b="1" dirty="0" err="1"/>
              <a:t>ClearScape</a:t>
            </a:r>
            <a:r>
              <a:rPr lang="fr-FR" b="1" dirty="0"/>
              <a:t> Analytics : </a:t>
            </a:r>
            <a:r>
              <a:rPr lang="fr-FR" dirty="0" err="1"/>
              <a:t>ClearScape</a:t>
            </a:r>
            <a:r>
              <a:rPr lang="fr-FR" dirty="0"/>
              <a:t> Analytics permet d’exécuter l’analytique directement dans Teradata, sans déplacer les données. Elle offre des fonctions avancées (machine </a:t>
            </a:r>
            <a:r>
              <a:rPr lang="fr-FR" dirty="0" err="1"/>
              <a:t>learning</a:t>
            </a:r>
            <a:r>
              <a:rPr lang="fr-FR" dirty="0"/>
              <a:t>, séries temporelles), un </a:t>
            </a:r>
            <a:r>
              <a:rPr lang="fr-FR" dirty="0" err="1"/>
              <a:t>ModelOps</a:t>
            </a:r>
            <a:r>
              <a:rPr lang="fr-FR" dirty="0"/>
              <a:t> complet pour gérer tout le cycle de vie des modèles, et une grande ouverture pour intégrer des modèles externes. Elle inclut aussi un </a:t>
            </a:r>
            <a:r>
              <a:rPr lang="fr-FR" dirty="0" err="1"/>
              <a:t>feature</a:t>
            </a:r>
            <a:r>
              <a:rPr lang="fr-FR" dirty="0"/>
              <a:t> store pour réutiliser les variables et facilite le passage rapide des prototypes à la production.</a:t>
            </a:r>
            <a:endParaRPr lang="fr-FR" b="1" dirty="0"/>
          </a:p>
        </p:txBody>
      </p:sp>
    </p:spTree>
    <p:extLst>
      <p:ext uri="{BB962C8B-B14F-4D97-AF65-F5344CB8AC3E}">
        <p14:creationId xmlns:p14="http://schemas.microsoft.com/office/powerpoint/2010/main" val="5943088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43">
          <a:extLst>
            <a:ext uri="{FF2B5EF4-FFF2-40B4-BE49-F238E27FC236}">
              <a16:creationId xmlns:a16="http://schemas.microsoft.com/office/drawing/2014/main" id="{2E552A79-C409-7F53-94D4-CCF313E6FA0C}"/>
            </a:ext>
          </a:extLst>
        </p:cNvPr>
        <p:cNvGrpSpPr/>
        <p:nvPr/>
      </p:nvGrpSpPr>
      <p:grpSpPr>
        <a:xfrm>
          <a:off x="0" y="0"/>
          <a:ext cx="0" cy="0"/>
          <a:chOff x="0" y="0"/>
          <a:chExt cx="0" cy="0"/>
        </a:xfrm>
      </p:grpSpPr>
      <p:sp>
        <p:nvSpPr>
          <p:cNvPr id="744" name="Google Shape;744;p39">
            <a:extLst>
              <a:ext uri="{FF2B5EF4-FFF2-40B4-BE49-F238E27FC236}">
                <a16:creationId xmlns:a16="http://schemas.microsoft.com/office/drawing/2014/main" id="{F49D0010-CF4A-4EF8-C037-E9394ECE3804}"/>
              </a:ext>
            </a:extLst>
          </p:cNvPr>
          <p:cNvSpPr txBox="1">
            <a:spLocks noGrp="1"/>
          </p:cNvSpPr>
          <p:nvPr>
            <p:ph type="title"/>
          </p:nvPr>
        </p:nvSpPr>
        <p:spPr>
          <a:xfrm>
            <a:off x="715100" y="568622"/>
            <a:ext cx="6471008" cy="648600"/>
          </a:xfrm>
          <a:prstGeom prst="rect">
            <a:avLst/>
          </a:prstGeom>
        </p:spPr>
        <p:txBody>
          <a:bodyPr spcFirstLastPara="1" wrap="square" lIns="91425" tIns="91425" rIns="91425" bIns="91425" anchor="ctr" anchorCtr="0">
            <a:noAutofit/>
          </a:bodyPr>
          <a:lstStyle/>
          <a:p>
            <a:pPr lvl="0"/>
            <a:r>
              <a:rPr lang="fr-FR" dirty="0"/>
              <a:t>Fonctionnalités</a:t>
            </a:r>
            <a:endParaRPr dirty="0"/>
          </a:p>
        </p:txBody>
      </p:sp>
      <p:sp>
        <p:nvSpPr>
          <p:cNvPr id="745" name="Google Shape;745;p39">
            <a:extLst>
              <a:ext uri="{FF2B5EF4-FFF2-40B4-BE49-F238E27FC236}">
                <a16:creationId xmlns:a16="http://schemas.microsoft.com/office/drawing/2014/main" id="{53D462EE-9F9F-A029-CB51-ED212BC96D40}"/>
              </a:ext>
            </a:extLst>
          </p:cNvPr>
          <p:cNvSpPr txBox="1">
            <a:spLocks noGrp="1"/>
          </p:cNvSpPr>
          <p:nvPr>
            <p:ph type="subTitle" idx="1"/>
          </p:nvPr>
        </p:nvSpPr>
        <p:spPr>
          <a:xfrm>
            <a:off x="715099" y="1484554"/>
            <a:ext cx="7966321" cy="3410175"/>
          </a:xfrm>
          <a:prstGeom prst="rect">
            <a:avLst/>
          </a:prstGeom>
        </p:spPr>
        <p:txBody>
          <a:bodyPr spcFirstLastPara="1" wrap="square" lIns="91425" tIns="91425" rIns="91425" bIns="91425" anchor="ctr" anchorCtr="0">
            <a:noAutofit/>
          </a:bodyPr>
          <a:lstStyle/>
          <a:p>
            <a:pPr marL="0" lvl="0" indent="0"/>
            <a:r>
              <a:rPr lang="fr-FR" b="1" dirty="0"/>
              <a:t>3. </a:t>
            </a:r>
            <a:r>
              <a:rPr lang="fr-FR" b="1" dirty="0" err="1"/>
              <a:t>Vantage</a:t>
            </a:r>
            <a:r>
              <a:rPr lang="fr-FR" b="1" dirty="0"/>
              <a:t> Cloud : </a:t>
            </a:r>
            <a:r>
              <a:rPr lang="fr-FR" dirty="0"/>
              <a:t>C’est la version cloud de la plateforme Teradata, avec des offres comme </a:t>
            </a:r>
            <a:r>
              <a:rPr lang="fr-FR" b="1" dirty="0" err="1"/>
              <a:t>VantageCloud</a:t>
            </a:r>
            <a:r>
              <a:rPr lang="fr-FR" b="1" dirty="0"/>
              <a:t> Enterprise</a:t>
            </a:r>
            <a:r>
              <a:rPr lang="fr-FR" dirty="0"/>
              <a:t> et </a:t>
            </a:r>
            <a:r>
              <a:rPr lang="fr-FR" b="1" dirty="0" err="1"/>
              <a:t>VantageCloud</a:t>
            </a:r>
            <a:r>
              <a:rPr lang="fr-FR" b="1" dirty="0"/>
              <a:t> Lake</a:t>
            </a:r>
            <a:r>
              <a:rPr lang="fr-FR" dirty="0"/>
              <a:t>. Sa version Lake repose sur une architecture cloud-native avec stockage objet hautement scalable. Elle permet d’allouer des ressources de calcul de façon élastique pour optimiser les coûts, offre un bon contrôle de gouvernance et plusieurs niveaux de stockage, et intègre </a:t>
            </a:r>
            <a:r>
              <a:rPr lang="fr-FR" dirty="0" err="1"/>
              <a:t>ClearScape</a:t>
            </a:r>
            <a:r>
              <a:rPr lang="fr-FR" dirty="0"/>
              <a:t> Analytics pour exécuter des </a:t>
            </a:r>
            <a:r>
              <a:rPr lang="fr-FR" dirty="0" err="1"/>
              <a:t>workloads</a:t>
            </a:r>
            <a:r>
              <a:rPr lang="fr-FR" dirty="0"/>
              <a:t> ML/IA directement dans le cloud. En mode service, elle assure aussi sécurité, sauvegardes et mises à jour.</a:t>
            </a:r>
            <a:endParaRPr lang="fr-FR" b="1" dirty="0"/>
          </a:p>
        </p:txBody>
      </p:sp>
    </p:spTree>
    <p:extLst>
      <p:ext uri="{BB962C8B-B14F-4D97-AF65-F5344CB8AC3E}">
        <p14:creationId xmlns:p14="http://schemas.microsoft.com/office/powerpoint/2010/main" val="7172664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95">
          <a:extLst>
            <a:ext uri="{FF2B5EF4-FFF2-40B4-BE49-F238E27FC236}">
              <a16:creationId xmlns:a16="http://schemas.microsoft.com/office/drawing/2014/main" id="{A596BF8F-F70F-842B-EA58-2F35F7AC5B0F}"/>
            </a:ext>
          </a:extLst>
        </p:cNvPr>
        <p:cNvGrpSpPr/>
        <p:nvPr/>
      </p:nvGrpSpPr>
      <p:grpSpPr>
        <a:xfrm>
          <a:off x="0" y="0"/>
          <a:ext cx="0" cy="0"/>
          <a:chOff x="0" y="0"/>
          <a:chExt cx="0" cy="0"/>
        </a:xfrm>
      </p:grpSpPr>
      <p:sp>
        <p:nvSpPr>
          <p:cNvPr id="996" name="Google Shape;996;p47">
            <a:extLst>
              <a:ext uri="{FF2B5EF4-FFF2-40B4-BE49-F238E27FC236}">
                <a16:creationId xmlns:a16="http://schemas.microsoft.com/office/drawing/2014/main" id="{86B7AB87-C3D8-953A-2671-EED1091B4688}"/>
              </a:ext>
            </a:extLst>
          </p:cNvPr>
          <p:cNvSpPr txBox="1">
            <a:spLocks noGrp="1"/>
          </p:cNvSpPr>
          <p:nvPr>
            <p:ph type="title"/>
          </p:nvPr>
        </p:nvSpPr>
        <p:spPr>
          <a:xfrm>
            <a:off x="715099" y="2076229"/>
            <a:ext cx="7794199" cy="989170"/>
          </a:xfrm>
          <a:prstGeom prst="rect">
            <a:avLst/>
          </a:prstGeom>
        </p:spPr>
        <p:txBody>
          <a:bodyPr spcFirstLastPara="1" wrap="square" lIns="91425" tIns="91425" rIns="91425" bIns="91425" anchor="ctr" anchorCtr="0">
            <a:noAutofit/>
          </a:bodyPr>
          <a:lstStyle/>
          <a:p>
            <a:r>
              <a:rPr lang="fr-FR" dirty="0"/>
              <a:t>Quels sont les domaines d’application ?</a:t>
            </a:r>
          </a:p>
        </p:txBody>
      </p:sp>
      <p:sp>
        <p:nvSpPr>
          <p:cNvPr id="997" name="Google Shape;997;p47">
            <a:extLst>
              <a:ext uri="{FF2B5EF4-FFF2-40B4-BE49-F238E27FC236}">
                <a16:creationId xmlns:a16="http://schemas.microsoft.com/office/drawing/2014/main" id="{44DD11D8-D518-7C49-17E3-41CF8CFDBF49}"/>
              </a:ext>
            </a:extLst>
          </p:cNvPr>
          <p:cNvSpPr txBox="1">
            <a:spLocks noGrp="1"/>
          </p:cNvSpPr>
          <p:nvPr>
            <p:ph type="title" idx="2"/>
          </p:nvPr>
        </p:nvSpPr>
        <p:spPr>
          <a:xfrm>
            <a:off x="715100" y="1300850"/>
            <a:ext cx="31509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05</a:t>
            </a:r>
            <a:endParaRPr dirty="0"/>
          </a:p>
        </p:txBody>
      </p:sp>
      <p:sp>
        <p:nvSpPr>
          <p:cNvPr id="998" name="Google Shape;998;p47">
            <a:extLst>
              <a:ext uri="{FF2B5EF4-FFF2-40B4-BE49-F238E27FC236}">
                <a16:creationId xmlns:a16="http://schemas.microsoft.com/office/drawing/2014/main" id="{D4E22854-46C5-F374-B7CC-9F8BDBC73E95}"/>
              </a:ext>
            </a:extLst>
          </p:cNvPr>
          <p:cNvSpPr txBox="1">
            <a:spLocks noGrp="1"/>
          </p:cNvSpPr>
          <p:nvPr>
            <p:ph type="subTitle" idx="1"/>
          </p:nvPr>
        </p:nvSpPr>
        <p:spPr>
          <a:xfrm>
            <a:off x="715099" y="3255518"/>
            <a:ext cx="7514501" cy="585260"/>
          </a:xfrm>
          <a:prstGeom prst="rect">
            <a:avLst/>
          </a:prstGeom>
        </p:spPr>
        <p:txBody>
          <a:bodyPr spcFirstLastPara="1" wrap="square" lIns="91425" tIns="91425" rIns="91425" bIns="91425" anchor="ctr" anchorCtr="0">
            <a:noAutofit/>
          </a:bodyPr>
          <a:lstStyle/>
          <a:p>
            <a:r>
              <a:rPr lang="fr-FR" sz="1600" dirty="0"/>
              <a:t>Télécommunication, Santé et sciences de la vie, Automobile</a:t>
            </a:r>
          </a:p>
        </p:txBody>
      </p:sp>
    </p:spTree>
    <p:extLst>
      <p:ext uri="{BB962C8B-B14F-4D97-AF65-F5344CB8AC3E}">
        <p14:creationId xmlns:p14="http://schemas.microsoft.com/office/powerpoint/2010/main" val="10278492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43">
          <a:extLst>
            <a:ext uri="{FF2B5EF4-FFF2-40B4-BE49-F238E27FC236}">
              <a16:creationId xmlns:a16="http://schemas.microsoft.com/office/drawing/2014/main" id="{E0DFDE27-D13D-1A67-1F23-9BD1DF006E05}"/>
            </a:ext>
          </a:extLst>
        </p:cNvPr>
        <p:cNvGrpSpPr/>
        <p:nvPr/>
      </p:nvGrpSpPr>
      <p:grpSpPr>
        <a:xfrm>
          <a:off x="0" y="0"/>
          <a:ext cx="0" cy="0"/>
          <a:chOff x="0" y="0"/>
          <a:chExt cx="0" cy="0"/>
        </a:xfrm>
      </p:grpSpPr>
      <p:sp>
        <p:nvSpPr>
          <p:cNvPr id="744" name="Google Shape;744;p39">
            <a:extLst>
              <a:ext uri="{FF2B5EF4-FFF2-40B4-BE49-F238E27FC236}">
                <a16:creationId xmlns:a16="http://schemas.microsoft.com/office/drawing/2014/main" id="{6A774872-3149-5276-4915-39FD166A7715}"/>
              </a:ext>
            </a:extLst>
          </p:cNvPr>
          <p:cNvSpPr txBox="1">
            <a:spLocks noGrp="1"/>
          </p:cNvSpPr>
          <p:nvPr>
            <p:ph type="title"/>
          </p:nvPr>
        </p:nvSpPr>
        <p:spPr>
          <a:xfrm>
            <a:off x="715100" y="568622"/>
            <a:ext cx="6707676" cy="648600"/>
          </a:xfrm>
          <a:prstGeom prst="rect">
            <a:avLst/>
          </a:prstGeom>
        </p:spPr>
        <p:txBody>
          <a:bodyPr spcFirstLastPara="1" wrap="square" lIns="91425" tIns="91425" rIns="91425" bIns="91425" anchor="ctr" anchorCtr="0">
            <a:noAutofit/>
          </a:bodyPr>
          <a:lstStyle/>
          <a:p>
            <a:pPr lvl="0"/>
            <a:r>
              <a:rPr lang="fr-FR" dirty="0"/>
              <a:t>Domaines d’application</a:t>
            </a:r>
            <a:endParaRPr dirty="0"/>
          </a:p>
        </p:txBody>
      </p:sp>
      <p:sp>
        <p:nvSpPr>
          <p:cNvPr id="745" name="Google Shape;745;p39">
            <a:extLst>
              <a:ext uri="{FF2B5EF4-FFF2-40B4-BE49-F238E27FC236}">
                <a16:creationId xmlns:a16="http://schemas.microsoft.com/office/drawing/2014/main" id="{BE025385-69A9-9238-1600-CE23B236C5C2}"/>
              </a:ext>
            </a:extLst>
          </p:cNvPr>
          <p:cNvSpPr txBox="1">
            <a:spLocks noGrp="1"/>
          </p:cNvSpPr>
          <p:nvPr>
            <p:ph type="subTitle" idx="1"/>
          </p:nvPr>
        </p:nvSpPr>
        <p:spPr>
          <a:xfrm>
            <a:off x="715099" y="1484555"/>
            <a:ext cx="7904793" cy="3412990"/>
          </a:xfrm>
          <a:prstGeom prst="rect">
            <a:avLst/>
          </a:prstGeom>
        </p:spPr>
        <p:txBody>
          <a:bodyPr spcFirstLastPara="1" wrap="square" lIns="91425" tIns="91425" rIns="91425" bIns="91425" anchor="ctr" anchorCtr="0">
            <a:noAutofit/>
          </a:bodyPr>
          <a:lstStyle/>
          <a:p>
            <a:pPr marL="0" lvl="0" indent="0"/>
            <a:r>
              <a:rPr lang="fr-FR" b="1" dirty="0"/>
              <a:t>1. Télécommunication :</a:t>
            </a:r>
            <a:r>
              <a:rPr lang="fr-FR" dirty="0"/>
              <a:t> Teradata permet aux opérateurs télécom d’analyser en temps réel leurs données réseau, client et d’usage pour offrir des services personnalisés et améliorer l’expérience client. Elle optimise les opérations en réduisant les coûts, en détectant la fraude, et en gérant les campagnes marketing. Grâce au machine </a:t>
            </a:r>
            <a:r>
              <a:rPr lang="fr-FR" dirty="0" err="1"/>
              <a:t>learning</a:t>
            </a:r>
            <a:r>
              <a:rPr lang="fr-FR" dirty="0"/>
              <a:t>, elle prédit le </a:t>
            </a:r>
            <a:r>
              <a:rPr lang="fr-FR" dirty="0" err="1"/>
              <a:t>churn</a:t>
            </a:r>
            <a:r>
              <a:rPr lang="fr-FR" dirty="0"/>
              <a:t> et segmente les clients pour renforcer la rétention.</a:t>
            </a:r>
            <a:endParaRPr dirty="0"/>
          </a:p>
        </p:txBody>
      </p:sp>
    </p:spTree>
    <p:extLst>
      <p:ext uri="{BB962C8B-B14F-4D97-AF65-F5344CB8AC3E}">
        <p14:creationId xmlns:p14="http://schemas.microsoft.com/office/powerpoint/2010/main" val="5215141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43">
          <a:extLst>
            <a:ext uri="{FF2B5EF4-FFF2-40B4-BE49-F238E27FC236}">
              <a16:creationId xmlns:a16="http://schemas.microsoft.com/office/drawing/2014/main" id="{3CE96CBC-4E05-A7A2-D0FE-8E5607D5B270}"/>
            </a:ext>
          </a:extLst>
        </p:cNvPr>
        <p:cNvGrpSpPr/>
        <p:nvPr/>
      </p:nvGrpSpPr>
      <p:grpSpPr>
        <a:xfrm>
          <a:off x="0" y="0"/>
          <a:ext cx="0" cy="0"/>
          <a:chOff x="0" y="0"/>
          <a:chExt cx="0" cy="0"/>
        </a:xfrm>
      </p:grpSpPr>
      <p:sp>
        <p:nvSpPr>
          <p:cNvPr id="744" name="Google Shape;744;p39">
            <a:extLst>
              <a:ext uri="{FF2B5EF4-FFF2-40B4-BE49-F238E27FC236}">
                <a16:creationId xmlns:a16="http://schemas.microsoft.com/office/drawing/2014/main" id="{16C452D2-E2B5-2695-56E5-28DA4BDACEFB}"/>
              </a:ext>
            </a:extLst>
          </p:cNvPr>
          <p:cNvSpPr txBox="1">
            <a:spLocks noGrp="1"/>
          </p:cNvSpPr>
          <p:nvPr>
            <p:ph type="title"/>
          </p:nvPr>
        </p:nvSpPr>
        <p:spPr>
          <a:xfrm>
            <a:off x="715100" y="568622"/>
            <a:ext cx="6707676" cy="648600"/>
          </a:xfrm>
          <a:prstGeom prst="rect">
            <a:avLst/>
          </a:prstGeom>
        </p:spPr>
        <p:txBody>
          <a:bodyPr spcFirstLastPara="1" wrap="square" lIns="91425" tIns="91425" rIns="91425" bIns="91425" anchor="ctr" anchorCtr="0">
            <a:noAutofit/>
          </a:bodyPr>
          <a:lstStyle/>
          <a:p>
            <a:pPr lvl="0"/>
            <a:r>
              <a:rPr lang="fr-FR" dirty="0"/>
              <a:t>Domaines d’application</a:t>
            </a:r>
            <a:endParaRPr dirty="0"/>
          </a:p>
        </p:txBody>
      </p:sp>
      <p:sp>
        <p:nvSpPr>
          <p:cNvPr id="745" name="Google Shape;745;p39">
            <a:extLst>
              <a:ext uri="{FF2B5EF4-FFF2-40B4-BE49-F238E27FC236}">
                <a16:creationId xmlns:a16="http://schemas.microsoft.com/office/drawing/2014/main" id="{F2878185-F6FE-60B7-2A9E-78308B9510A6}"/>
              </a:ext>
            </a:extLst>
          </p:cNvPr>
          <p:cNvSpPr txBox="1">
            <a:spLocks noGrp="1"/>
          </p:cNvSpPr>
          <p:nvPr>
            <p:ph type="subTitle" idx="1"/>
          </p:nvPr>
        </p:nvSpPr>
        <p:spPr>
          <a:xfrm>
            <a:off x="715099" y="1484555"/>
            <a:ext cx="7904793" cy="3412990"/>
          </a:xfrm>
          <a:prstGeom prst="rect">
            <a:avLst/>
          </a:prstGeom>
        </p:spPr>
        <p:txBody>
          <a:bodyPr spcFirstLastPara="1" wrap="square" lIns="91425" tIns="91425" rIns="91425" bIns="91425" anchor="ctr" anchorCtr="0">
            <a:noAutofit/>
          </a:bodyPr>
          <a:lstStyle/>
          <a:p>
            <a:pPr marL="0" lvl="0" indent="0"/>
            <a:r>
              <a:rPr lang="fr-FR" b="1" dirty="0"/>
              <a:t>2. Santé et sciences de la vie :</a:t>
            </a:r>
            <a:r>
              <a:rPr lang="fr-FR" dirty="0"/>
              <a:t> Teradata permet d’analyser et d’harmoniser de grandes quantités de données de santé pour offrir des soins personnalisés et mieux piloter les programmes de santé. Grâce à l’IA et aux analyses prédictives, elle facilite la détection précoce des maladies, l’évaluation des risques et l’optimisation des parcours de soins. Elle accélère la recherche clinique, favorise la médecine personnalisée et améliore la résilience et la visibilité de la chaîne logistique pharmaceutique.</a:t>
            </a:r>
            <a:endParaRPr dirty="0"/>
          </a:p>
        </p:txBody>
      </p:sp>
    </p:spTree>
    <p:extLst>
      <p:ext uri="{BB962C8B-B14F-4D97-AF65-F5344CB8AC3E}">
        <p14:creationId xmlns:p14="http://schemas.microsoft.com/office/powerpoint/2010/main" val="10008896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43">
          <a:extLst>
            <a:ext uri="{FF2B5EF4-FFF2-40B4-BE49-F238E27FC236}">
              <a16:creationId xmlns:a16="http://schemas.microsoft.com/office/drawing/2014/main" id="{BC1E988A-D67C-709D-04BF-2CF943BB2C35}"/>
            </a:ext>
          </a:extLst>
        </p:cNvPr>
        <p:cNvGrpSpPr/>
        <p:nvPr/>
      </p:nvGrpSpPr>
      <p:grpSpPr>
        <a:xfrm>
          <a:off x="0" y="0"/>
          <a:ext cx="0" cy="0"/>
          <a:chOff x="0" y="0"/>
          <a:chExt cx="0" cy="0"/>
        </a:xfrm>
      </p:grpSpPr>
      <p:sp>
        <p:nvSpPr>
          <p:cNvPr id="744" name="Google Shape;744;p39">
            <a:extLst>
              <a:ext uri="{FF2B5EF4-FFF2-40B4-BE49-F238E27FC236}">
                <a16:creationId xmlns:a16="http://schemas.microsoft.com/office/drawing/2014/main" id="{62AD6EA1-F049-B08D-CDB6-038EED192954}"/>
              </a:ext>
            </a:extLst>
          </p:cNvPr>
          <p:cNvSpPr txBox="1">
            <a:spLocks noGrp="1"/>
          </p:cNvSpPr>
          <p:nvPr>
            <p:ph type="title"/>
          </p:nvPr>
        </p:nvSpPr>
        <p:spPr>
          <a:xfrm>
            <a:off x="715100" y="568622"/>
            <a:ext cx="6707676" cy="648600"/>
          </a:xfrm>
          <a:prstGeom prst="rect">
            <a:avLst/>
          </a:prstGeom>
        </p:spPr>
        <p:txBody>
          <a:bodyPr spcFirstLastPara="1" wrap="square" lIns="91425" tIns="91425" rIns="91425" bIns="91425" anchor="ctr" anchorCtr="0">
            <a:noAutofit/>
          </a:bodyPr>
          <a:lstStyle/>
          <a:p>
            <a:pPr lvl="0"/>
            <a:r>
              <a:rPr lang="fr-FR" dirty="0"/>
              <a:t>Domaines d’application</a:t>
            </a:r>
            <a:endParaRPr dirty="0"/>
          </a:p>
        </p:txBody>
      </p:sp>
      <p:sp>
        <p:nvSpPr>
          <p:cNvPr id="745" name="Google Shape;745;p39">
            <a:extLst>
              <a:ext uri="{FF2B5EF4-FFF2-40B4-BE49-F238E27FC236}">
                <a16:creationId xmlns:a16="http://schemas.microsoft.com/office/drawing/2014/main" id="{1CC92107-E9BB-098E-3A32-3ED4C5D1EDC2}"/>
              </a:ext>
            </a:extLst>
          </p:cNvPr>
          <p:cNvSpPr txBox="1">
            <a:spLocks noGrp="1"/>
          </p:cNvSpPr>
          <p:nvPr>
            <p:ph type="subTitle" idx="1"/>
          </p:nvPr>
        </p:nvSpPr>
        <p:spPr>
          <a:xfrm>
            <a:off x="715099" y="1484555"/>
            <a:ext cx="7904793" cy="3412990"/>
          </a:xfrm>
          <a:prstGeom prst="rect">
            <a:avLst/>
          </a:prstGeom>
        </p:spPr>
        <p:txBody>
          <a:bodyPr spcFirstLastPara="1" wrap="square" lIns="91425" tIns="91425" rIns="91425" bIns="91425" anchor="ctr" anchorCtr="0">
            <a:noAutofit/>
          </a:bodyPr>
          <a:lstStyle/>
          <a:p>
            <a:pPr marL="0" lvl="0" indent="0"/>
            <a:r>
              <a:rPr lang="fr-FR" b="1" dirty="0"/>
              <a:t>3. Automobile :</a:t>
            </a:r>
            <a:r>
              <a:rPr lang="fr-FR" dirty="0"/>
              <a:t> Dans l’industrie automobile, Teradata permet d’exploiter toutes les données (clients, véhicules, production) pour transformer les opérations. Elle aide à planifier et lancer de nouvelles innovations, optimiser la fabrication et la logistique, anticiper la demande et personnaliser les ventes, ainsi qu’à fournir et monétiser des services connectés tout en améliorant la satisfaction client..</a:t>
            </a:r>
            <a:endParaRPr dirty="0"/>
          </a:p>
        </p:txBody>
      </p:sp>
    </p:spTree>
    <p:extLst>
      <p:ext uri="{BB962C8B-B14F-4D97-AF65-F5344CB8AC3E}">
        <p14:creationId xmlns:p14="http://schemas.microsoft.com/office/powerpoint/2010/main" val="28171517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93">
          <a:extLst>
            <a:ext uri="{FF2B5EF4-FFF2-40B4-BE49-F238E27FC236}">
              <a16:creationId xmlns:a16="http://schemas.microsoft.com/office/drawing/2014/main" id="{3B7DCF82-BA26-1C1B-B0C2-97933B14681D}"/>
            </a:ext>
          </a:extLst>
        </p:cNvPr>
        <p:cNvGrpSpPr/>
        <p:nvPr/>
      </p:nvGrpSpPr>
      <p:grpSpPr>
        <a:xfrm>
          <a:off x="0" y="0"/>
          <a:ext cx="0" cy="0"/>
          <a:chOff x="0" y="0"/>
          <a:chExt cx="0" cy="0"/>
        </a:xfrm>
      </p:grpSpPr>
      <p:sp>
        <p:nvSpPr>
          <p:cNvPr id="794" name="Google Shape;794;p40">
            <a:extLst>
              <a:ext uri="{FF2B5EF4-FFF2-40B4-BE49-F238E27FC236}">
                <a16:creationId xmlns:a16="http://schemas.microsoft.com/office/drawing/2014/main" id="{6182C0BE-7ADD-99EF-8466-7233779DA9CD}"/>
              </a:ext>
            </a:extLst>
          </p:cNvPr>
          <p:cNvSpPr txBox="1">
            <a:spLocks noGrp="1"/>
          </p:cNvSpPr>
          <p:nvPr>
            <p:ph type="title"/>
          </p:nvPr>
        </p:nvSpPr>
        <p:spPr>
          <a:xfrm>
            <a:off x="1908675" y="2364788"/>
            <a:ext cx="5326500" cy="841800"/>
          </a:xfrm>
          <a:prstGeom prst="rect">
            <a:avLst/>
          </a:prstGeom>
        </p:spPr>
        <p:txBody>
          <a:bodyPr spcFirstLastPara="1" wrap="square" lIns="91425" tIns="91425" rIns="91425" bIns="91425" anchor="ctr" anchorCtr="0">
            <a:noAutofit/>
          </a:bodyPr>
          <a:lstStyle/>
          <a:p>
            <a:pPr lvl="0"/>
            <a:r>
              <a:rPr lang="fr-FR" dirty="0"/>
              <a:t>Interfaces de Teradata</a:t>
            </a:r>
          </a:p>
        </p:txBody>
      </p:sp>
      <p:sp>
        <p:nvSpPr>
          <p:cNvPr id="796" name="Google Shape;796;p40">
            <a:extLst>
              <a:ext uri="{FF2B5EF4-FFF2-40B4-BE49-F238E27FC236}">
                <a16:creationId xmlns:a16="http://schemas.microsoft.com/office/drawing/2014/main" id="{345B8CC9-4499-1373-6A7C-8EC944FB8EFE}"/>
              </a:ext>
            </a:extLst>
          </p:cNvPr>
          <p:cNvSpPr txBox="1">
            <a:spLocks noGrp="1"/>
          </p:cNvSpPr>
          <p:nvPr>
            <p:ph type="title" idx="2"/>
          </p:nvPr>
        </p:nvSpPr>
        <p:spPr>
          <a:xfrm>
            <a:off x="2996625" y="1522988"/>
            <a:ext cx="31509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06</a:t>
            </a:r>
            <a:endParaRPr dirty="0"/>
          </a:p>
        </p:txBody>
      </p:sp>
      <p:grpSp>
        <p:nvGrpSpPr>
          <p:cNvPr id="797" name="Google Shape;797;p40">
            <a:extLst>
              <a:ext uri="{FF2B5EF4-FFF2-40B4-BE49-F238E27FC236}">
                <a16:creationId xmlns:a16="http://schemas.microsoft.com/office/drawing/2014/main" id="{54062238-60ED-4021-2E4E-13BDD6FF67F8}"/>
              </a:ext>
            </a:extLst>
          </p:cNvPr>
          <p:cNvGrpSpPr/>
          <p:nvPr/>
        </p:nvGrpSpPr>
        <p:grpSpPr>
          <a:xfrm>
            <a:off x="5454124" y="661324"/>
            <a:ext cx="2058986" cy="943002"/>
            <a:chOff x="5454124" y="661324"/>
            <a:chExt cx="2058986" cy="943002"/>
          </a:xfrm>
        </p:grpSpPr>
        <p:grpSp>
          <p:nvGrpSpPr>
            <p:cNvPr id="798" name="Google Shape;798;p40">
              <a:extLst>
                <a:ext uri="{FF2B5EF4-FFF2-40B4-BE49-F238E27FC236}">
                  <a16:creationId xmlns:a16="http://schemas.microsoft.com/office/drawing/2014/main" id="{8865319A-8A6F-23B4-6109-3FBE3D742CA7}"/>
                </a:ext>
              </a:extLst>
            </p:cNvPr>
            <p:cNvGrpSpPr/>
            <p:nvPr/>
          </p:nvGrpSpPr>
          <p:grpSpPr>
            <a:xfrm>
              <a:off x="5454124" y="661324"/>
              <a:ext cx="2058986" cy="943002"/>
              <a:chOff x="5865009" y="2043415"/>
              <a:chExt cx="1098126" cy="639627"/>
            </a:xfrm>
          </p:grpSpPr>
          <p:sp>
            <p:nvSpPr>
              <p:cNvPr id="799" name="Google Shape;799;p40">
                <a:extLst>
                  <a:ext uri="{FF2B5EF4-FFF2-40B4-BE49-F238E27FC236}">
                    <a16:creationId xmlns:a16="http://schemas.microsoft.com/office/drawing/2014/main" id="{9B4C0006-AAC3-885F-C10D-2CF5BDDC24F4}"/>
                  </a:ext>
                </a:extLst>
              </p:cNvPr>
              <p:cNvSpPr/>
              <p:nvPr/>
            </p:nvSpPr>
            <p:spPr>
              <a:xfrm>
                <a:off x="6011266" y="2572732"/>
                <a:ext cx="22096" cy="89395"/>
              </a:xfrm>
              <a:custGeom>
                <a:avLst/>
                <a:gdLst/>
                <a:ahLst/>
                <a:cxnLst/>
                <a:rect l="l" t="t" r="r" b="b"/>
                <a:pathLst>
                  <a:path w="635" h="2569" extrusionOk="0">
                    <a:moveTo>
                      <a:pt x="0" y="0"/>
                    </a:moveTo>
                    <a:lnTo>
                      <a:pt x="0" y="2569"/>
                    </a:lnTo>
                    <a:lnTo>
                      <a:pt x="634" y="2569"/>
                    </a:lnTo>
                    <a:lnTo>
                      <a:pt x="63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0">
                <a:extLst>
                  <a:ext uri="{FF2B5EF4-FFF2-40B4-BE49-F238E27FC236}">
                    <a16:creationId xmlns:a16="http://schemas.microsoft.com/office/drawing/2014/main" id="{5F1C8C33-10A2-DB58-17AF-6A0E50AEACDB}"/>
                  </a:ext>
                </a:extLst>
              </p:cNvPr>
              <p:cNvSpPr/>
              <p:nvPr/>
            </p:nvSpPr>
            <p:spPr>
              <a:xfrm>
                <a:off x="6033328" y="2660945"/>
                <a:ext cx="20913" cy="22096"/>
              </a:xfrm>
              <a:custGeom>
                <a:avLst/>
                <a:gdLst/>
                <a:ahLst/>
                <a:cxnLst/>
                <a:rect l="l" t="t" r="r" b="b"/>
                <a:pathLst>
                  <a:path w="601" h="635" extrusionOk="0">
                    <a:moveTo>
                      <a:pt x="0" y="1"/>
                    </a:moveTo>
                    <a:lnTo>
                      <a:pt x="0" y="634"/>
                    </a:lnTo>
                    <a:lnTo>
                      <a:pt x="601" y="634"/>
                    </a:lnTo>
                    <a:lnTo>
                      <a:pt x="601"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0">
                <a:extLst>
                  <a:ext uri="{FF2B5EF4-FFF2-40B4-BE49-F238E27FC236}">
                    <a16:creationId xmlns:a16="http://schemas.microsoft.com/office/drawing/2014/main" id="{7F4181E8-83F0-7F48-C6EC-0C4E5477216E}"/>
                  </a:ext>
                </a:extLst>
              </p:cNvPr>
              <p:cNvSpPr/>
              <p:nvPr/>
            </p:nvSpPr>
            <p:spPr>
              <a:xfrm>
                <a:off x="6054207" y="2640066"/>
                <a:ext cx="22096" cy="20913"/>
              </a:xfrm>
              <a:custGeom>
                <a:avLst/>
                <a:gdLst/>
                <a:ahLst/>
                <a:cxnLst/>
                <a:rect l="l" t="t" r="r" b="b"/>
                <a:pathLst>
                  <a:path w="635" h="601" extrusionOk="0">
                    <a:moveTo>
                      <a:pt x="1" y="0"/>
                    </a:moveTo>
                    <a:lnTo>
                      <a:pt x="1" y="601"/>
                    </a:lnTo>
                    <a:lnTo>
                      <a:pt x="634" y="601"/>
                    </a:lnTo>
                    <a:lnTo>
                      <a:pt x="63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0">
                <a:extLst>
                  <a:ext uri="{FF2B5EF4-FFF2-40B4-BE49-F238E27FC236}">
                    <a16:creationId xmlns:a16="http://schemas.microsoft.com/office/drawing/2014/main" id="{6C407975-C294-42E2-B225-D52EB3834385}"/>
                  </a:ext>
                </a:extLst>
              </p:cNvPr>
              <p:cNvSpPr/>
              <p:nvPr/>
            </p:nvSpPr>
            <p:spPr>
              <a:xfrm>
                <a:off x="6078601" y="2615673"/>
                <a:ext cx="20913" cy="22096"/>
              </a:xfrm>
              <a:custGeom>
                <a:avLst/>
                <a:gdLst/>
                <a:ahLst/>
                <a:cxnLst/>
                <a:rect l="l" t="t" r="r" b="b"/>
                <a:pathLst>
                  <a:path w="601" h="635" extrusionOk="0">
                    <a:moveTo>
                      <a:pt x="0" y="1"/>
                    </a:moveTo>
                    <a:lnTo>
                      <a:pt x="0" y="634"/>
                    </a:lnTo>
                    <a:lnTo>
                      <a:pt x="600" y="634"/>
                    </a:lnTo>
                    <a:lnTo>
                      <a:pt x="60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0">
                <a:extLst>
                  <a:ext uri="{FF2B5EF4-FFF2-40B4-BE49-F238E27FC236}">
                    <a16:creationId xmlns:a16="http://schemas.microsoft.com/office/drawing/2014/main" id="{FD1C6C92-B1BA-012C-1971-D240C0565700}"/>
                  </a:ext>
                </a:extLst>
              </p:cNvPr>
              <p:cNvSpPr/>
              <p:nvPr/>
            </p:nvSpPr>
            <p:spPr>
              <a:xfrm>
                <a:off x="6099480" y="2594794"/>
                <a:ext cx="22096" cy="20913"/>
              </a:xfrm>
              <a:custGeom>
                <a:avLst/>
                <a:gdLst/>
                <a:ahLst/>
                <a:cxnLst/>
                <a:rect l="l" t="t" r="r" b="b"/>
                <a:pathLst>
                  <a:path w="635" h="601" extrusionOk="0">
                    <a:moveTo>
                      <a:pt x="0" y="0"/>
                    </a:moveTo>
                    <a:lnTo>
                      <a:pt x="0" y="601"/>
                    </a:lnTo>
                    <a:lnTo>
                      <a:pt x="634" y="601"/>
                    </a:lnTo>
                    <a:lnTo>
                      <a:pt x="63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40">
                <a:extLst>
                  <a:ext uri="{FF2B5EF4-FFF2-40B4-BE49-F238E27FC236}">
                    <a16:creationId xmlns:a16="http://schemas.microsoft.com/office/drawing/2014/main" id="{5582E87A-3E59-F79A-F3B5-4EB9135101A1}"/>
                  </a:ext>
                </a:extLst>
              </p:cNvPr>
              <p:cNvSpPr/>
              <p:nvPr/>
            </p:nvSpPr>
            <p:spPr>
              <a:xfrm>
                <a:off x="6122690" y="2572732"/>
                <a:ext cx="22096" cy="22096"/>
              </a:xfrm>
              <a:custGeom>
                <a:avLst/>
                <a:gdLst/>
                <a:ahLst/>
                <a:cxnLst/>
                <a:rect l="l" t="t" r="r" b="b"/>
                <a:pathLst>
                  <a:path w="635" h="635" extrusionOk="0">
                    <a:moveTo>
                      <a:pt x="1" y="0"/>
                    </a:moveTo>
                    <a:lnTo>
                      <a:pt x="1" y="634"/>
                    </a:lnTo>
                    <a:lnTo>
                      <a:pt x="634" y="634"/>
                    </a:lnTo>
                    <a:lnTo>
                      <a:pt x="63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40">
                <a:extLst>
                  <a:ext uri="{FF2B5EF4-FFF2-40B4-BE49-F238E27FC236}">
                    <a16:creationId xmlns:a16="http://schemas.microsoft.com/office/drawing/2014/main" id="{2C0A6672-641B-FFC9-9C9C-4B5D2E83B04D}"/>
                  </a:ext>
                </a:extLst>
              </p:cNvPr>
              <p:cNvSpPr/>
              <p:nvPr/>
            </p:nvSpPr>
            <p:spPr>
              <a:xfrm>
                <a:off x="6122690" y="2572732"/>
                <a:ext cx="774244" cy="22096"/>
              </a:xfrm>
              <a:custGeom>
                <a:avLst/>
                <a:gdLst/>
                <a:ahLst/>
                <a:cxnLst/>
                <a:rect l="l" t="t" r="r" b="b"/>
                <a:pathLst>
                  <a:path w="22250" h="635" extrusionOk="0">
                    <a:moveTo>
                      <a:pt x="1" y="0"/>
                    </a:moveTo>
                    <a:lnTo>
                      <a:pt x="1" y="634"/>
                    </a:lnTo>
                    <a:lnTo>
                      <a:pt x="22250" y="634"/>
                    </a:lnTo>
                    <a:lnTo>
                      <a:pt x="2225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0">
                <a:extLst>
                  <a:ext uri="{FF2B5EF4-FFF2-40B4-BE49-F238E27FC236}">
                    <a16:creationId xmlns:a16="http://schemas.microsoft.com/office/drawing/2014/main" id="{26434C0F-C823-30DD-7944-0BD649D2D253}"/>
                  </a:ext>
                </a:extLst>
              </p:cNvPr>
              <p:cNvSpPr/>
              <p:nvPr/>
            </p:nvSpPr>
            <p:spPr>
              <a:xfrm>
                <a:off x="5931161" y="2572732"/>
                <a:ext cx="102200" cy="22096"/>
              </a:xfrm>
              <a:custGeom>
                <a:avLst/>
                <a:gdLst/>
                <a:ahLst/>
                <a:cxnLst/>
                <a:rect l="l" t="t" r="r" b="b"/>
                <a:pathLst>
                  <a:path w="2937" h="635" extrusionOk="0">
                    <a:moveTo>
                      <a:pt x="1" y="0"/>
                    </a:moveTo>
                    <a:lnTo>
                      <a:pt x="1" y="634"/>
                    </a:lnTo>
                    <a:lnTo>
                      <a:pt x="2936" y="634"/>
                    </a:lnTo>
                    <a:lnTo>
                      <a:pt x="2936"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0">
                <a:extLst>
                  <a:ext uri="{FF2B5EF4-FFF2-40B4-BE49-F238E27FC236}">
                    <a16:creationId xmlns:a16="http://schemas.microsoft.com/office/drawing/2014/main" id="{F8A6368D-9B57-A053-E3B0-B4ADBBF26231}"/>
                  </a:ext>
                </a:extLst>
              </p:cNvPr>
              <p:cNvSpPr/>
              <p:nvPr/>
            </p:nvSpPr>
            <p:spPr>
              <a:xfrm>
                <a:off x="5931161" y="2043415"/>
                <a:ext cx="964621" cy="20913"/>
              </a:xfrm>
              <a:custGeom>
                <a:avLst/>
                <a:gdLst/>
                <a:ahLst/>
                <a:cxnLst/>
                <a:rect l="l" t="t" r="r" b="b"/>
                <a:pathLst>
                  <a:path w="27721" h="601" extrusionOk="0">
                    <a:moveTo>
                      <a:pt x="1" y="0"/>
                    </a:moveTo>
                    <a:lnTo>
                      <a:pt x="1" y="601"/>
                    </a:lnTo>
                    <a:lnTo>
                      <a:pt x="27721" y="601"/>
                    </a:lnTo>
                    <a:lnTo>
                      <a:pt x="2772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40">
                <a:extLst>
                  <a:ext uri="{FF2B5EF4-FFF2-40B4-BE49-F238E27FC236}">
                    <a16:creationId xmlns:a16="http://schemas.microsoft.com/office/drawing/2014/main" id="{E2ABB379-AB23-7BFB-6049-30DFD7882CE3}"/>
                  </a:ext>
                </a:extLst>
              </p:cNvPr>
              <p:cNvSpPr/>
              <p:nvPr/>
            </p:nvSpPr>
            <p:spPr>
              <a:xfrm>
                <a:off x="6941039" y="2109566"/>
                <a:ext cx="22096" cy="417918"/>
              </a:xfrm>
              <a:custGeom>
                <a:avLst/>
                <a:gdLst/>
                <a:ahLst/>
                <a:cxnLst/>
                <a:rect l="l" t="t" r="r" b="b"/>
                <a:pathLst>
                  <a:path w="635" h="12010" extrusionOk="0">
                    <a:moveTo>
                      <a:pt x="0" y="1"/>
                    </a:moveTo>
                    <a:lnTo>
                      <a:pt x="0" y="12009"/>
                    </a:lnTo>
                    <a:lnTo>
                      <a:pt x="634" y="12009"/>
                    </a:lnTo>
                    <a:lnTo>
                      <a:pt x="634"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40">
                <a:extLst>
                  <a:ext uri="{FF2B5EF4-FFF2-40B4-BE49-F238E27FC236}">
                    <a16:creationId xmlns:a16="http://schemas.microsoft.com/office/drawing/2014/main" id="{909EBB77-E32D-6377-986C-D1D7700E68DD}"/>
                  </a:ext>
                </a:extLst>
              </p:cNvPr>
              <p:cNvSpPr/>
              <p:nvPr/>
            </p:nvSpPr>
            <p:spPr>
              <a:xfrm>
                <a:off x="6895766" y="2064294"/>
                <a:ext cx="22096" cy="22096"/>
              </a:xfrm>
              <a:custGeom>
                <a:avLst/>
                <a:gdLst/>
                <a:ahLst/>
                <a:cxnLst/>
                <a:rect l="l" t="t" r="r" b="b"/>
                <a:pathLst>
                  <a:path w="635" h="635" extrusionOk="0">
                    <a:moveTo>
                      <a:pt x="1" y="1"/>
                    </a:moveTo>
                    <a:lnTo>
                      <a:pt x="1" y="635"/>
                    </a:lnTo>
                    <a:lnTo>
                      <a:pt x="634" y="635"/>
                    </a:lnTo>
                    <a:lnTo>
                      <a:pt x="634"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0">
                <a:extLst>
                  <a:ext uri="{FF2B5EF4-FFF2-40B4-BE49-F238E27FC236}">
                    <a16:creationId xmlns:a16="http://schemas.microsoft.com/office/drawing/2014/main" id="{59CF6CEE-68AD-DCE9-92A7-A2F44BB0E4DE}"/>
                  </a:ext>
                </a:extLst>
              </p:cNvPr>
              <p:cNvSpPr/>
              <p:nvPr/>
            </p:nvSpPr>
            <p:spPr>
              <a:xfrm>
                <a:off x="6917828" y="2088687"/>
                <a:ext cx="22096" cy="20913"/>
              </a:xfrm>
              <a:custGeom>
                <a:avLst/>
                <a:gdLst/>
                <a:ahLst/>
                <a:cxnLst/>
                <a:rect l="l" t="t" r="r" b="b"/>
                <a:pathLst>
                  <a:path w="635" h="601" extrusionOk="0">
                    <a:moveTo>
                      <a:pt x="0" y="0"/>
                    </a:moveTo>
                    <a:lnTo>
                      <a:pt x="0" y="601"/>
                    </a:lnTo>
                    <a:lnTo>
                      <a:pt x="634" y="601"/>
                    </a:lnTo>
                    <a:lnTo>
                      <a:pt x="63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0">
                <a:extLst>
                  <a:ext uri="{FF2B5EF4-FFF2-40B4-BE49-F238E27FC236}">
                    <a16:creationId xmlns:a16="http://schemas.microsoft.com/office/drawing/2014/main" id="{4E062EBC-B0E2-15D2-1AC7-6AC16758A1AF}"/>
                  </a:ext>
                </a:extLst>
              </p:cNvPr>
              <p:cNvSpPr/>
              <p:nvPr/>
            </p:nvSpPr>
            <p:spPr>
              <a:xfrm>
                <a:off x="6895766" y="2549521"/>
                <a:ext cx="22096" cy="22096"/>
              </a:xfrm>
              <a:custGeom>
                <a:avLst/>
                <a:gdLst/>
                <a:ahLst/>
                <a:cxnLst/>
                <a:rect l="l" t="t" r="r" b="b"/>
                <a:pathLst>
                  <a:path w="635" h="635" extrusionOk="0">
                    <a:moveTo>
                      <a:pt x="1" y="0"/>
                    </a:moveTo>
                    <a:lnTo>
                      <a:pt x="1" y="634"/>
                    </a:lnTo>
                    <a:lnTo>
                      <a:pt x="634" y="634"/>
                    </a:lnTo>
                    <a:lnTo>
                      <a:pt x="63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40">
                <a:extLst>
                  <a:ext uri="{FF2B5EF4-FFF2-40B4-BE49-F238E27FC236}">
                    <a16:creationId xmlns:a16="http://schemas.microsoft.com/office/drawing/2014/main" id="{AACA6364-658B-849B-2891-5AE94DCE0C21}"/>
                  </a:ext>
                </a:extLst>
              </p:cNvPr>
              <p:cNvSpPr/>
              <p:nvPr/>
            </p:nvSpPr>
            <p:spPr>
              <a:xfrm>
                <a:off x="6917828" y="2527459"/>
                <a:ext cx="22096" cy="22096"/>
              </a:xfrm>
              <a:custGeom>
                <a:avLst/>
                <a:gdLst/>
                <a:ahLst/>
                <a:cxnLst/>
                <a:rect l="l" t="t" r="r" b="b"/>
                <a:pathLst>
                  <a:path w="635" h="635" extrusionOk="0">
                    <a:moveTo>
                      <a:pt x="0" y="0"/>
                    </a:moveTo>
                    <a:lnTo>
                      <a:pt x="0" y="634"/>
                    </a:lnTo>
                    <a:lnTo>
                      <a:pt x="634" y="634"/>
                    </a:lnTo>
                    <a:lnTo>
                      <a:pt x="63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40">
                <a:extLst>
                  <a:ext uri="{FF2B5EF4-FFF2-40B4-BE49-F238E27FC236}">
                    <a16:creationId xmlns:a16="http://schemas.microsoft.com/office/drawing/2014/main" id="{F0B976BB-1E0F-ADC5-50B7-2245289B20D2}"/>
                  </a:ext>
                </a:extLst>
              </p:cNvPr>
              <p:cNvSpPr/>
              <p:nvPr/>
            </p:nvSpPr>
            <p:spPr>
              <a:xfrm>
                <a:off x="5865009" y="2109566"/>
                <a:ext cx="20913" cy="417918"/>
              </a:xfrm>
              <a:custGeom>
                <a:avLst/>
                <a:gdLst/>
                <a:ahLst/>
                <a:cxnLst/>
                <a:rect l="l" t="t" r="r" b="b"/>
                <a:pathLst>
                  <a:path w="601" h="12010" extrusionOk="0">
                    <a:moveTo>
                      <a:pt x="0" y="1"/>
                    </a:moveTo>
                    <a:lnTo>
                      <a:pt x="0" y="12009"/>
                    </a:lnTo>
                    <a:lnTo>
                      <a:pt x="601" y="12009"/>
                    </a:lnTo>
                    <a:lnTo>
                      <a:pt x="601"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0">
                <a:extLst>
                  <a:ext uri="{FF2B5EF4-FFF2-40B4-BE49-F238E27FC236}">
                    <a16:creationId xmlns:a16="http://schemas.microsoft.com/office/drawing/2014/main" id="{409D9068-1365-7D40-B573-190FE75CA965}"/>
                  </a:ext>
                </a:extLst>
              </p:cNvPr>
              <p:cNvSpPr/>
              <p:nvPr/>
            </p:nvSpPr>
            <p:spPr>
              <a:xfrm>
                <a:off x="5907950" y="2064294"/>
                <a:ext cx="22096" cy="22096"/>
              </a:xfrm>
              <a:custGeom>
                <a:avLst/>
                <a:gdLst/>
                <a:ahLst/>
                <a:cxnLst/>
                <a:rect l="l" t="t" r="r" b="b"/>
                <a:pathLst>
                  <a:path w="635" h="635" extrusionOk="0">
                    <a:moveTo>
                      <a:pt x="1" y="1"/>
                    </a:moveTo>
                    <a:lnTo>
                      <a:pt x="1" y="635"/>
                    </a:lnTo>
                    <a:lnTo>
                      <a:pt x="634" y="635"/>
                    </a:lnTo>
                    <a:lnTo>
                      <a:pt x="634"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0">
                <a:extLst>
                  <a:ext uri="{FF2B5EF4-FFF2-40B4-BE49-F238E27FC236}">
                    <a16:creationId xmlns:a16="http://schemas.microsoft.com/office/drawing/2014/main" id="{64096120-1B63-B08A-5296-DD41C53AFB52}"/>
                  </a:ext>
                </a:extLst>
              </p:cNvPr>
              <p:cNvSpPr/>
              <p:nvPr/>
            </p:nvSpPr>
            <p:spPr>
              <a:xfrm>
                <a:off x="5885888" y="2088687"/>
                <a:ext cx="22096" cy="20913"/>
              </a:xfrm>
              <a:custGeom>
                <a:avLst/>
                <a:gdLst/>
                <a:ahLst/>
                <a:cxnLst/>
                <a:rect l="l" t="t" r="r" b="b"/>
                <a:pathLst>
                  <a:path w="635" h="601" extrusionOk="0">
                    <a:moveTo>
                      <a:pt x="1" y="0"/>
                    </a:moveTo>
                    <a:lnTo>
                      <a:pt x="1" y="601"/>
                    </a:lnTo>
                    <a:lnTo>
                      <a:pt x="635" y="601"/>
                    </a:lnTo>
                    <a:lnTo>
                      <a:pt x="635"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40">
                <a:extLst>
                  <a:ext uri="{FF2B5EF4-FFF2-40B4-BE49-F238E27FC236}">
                    <a16:creationId xmlns:a16="http://schemas.microsoft.com/office/drawing/2014/main" id="{414FA134-6FC2-F200-2EFC-3C6BE98A7DB9}"/>
                  </a:ext>
                </a:extLst>
              </p:cNvPr>
              <p:cNvSpPr/>
              <p:nvPr/>
            </p:nvSpPr>
            <p:spPr>
              <a:xfrm>
                <a:off x="5907950" y="2549521"/>
                <a:ext cx="22096" cy="22096"/>
              </a:xfrm>
              <a:custGeom>
                <a:avLst/>
                <a:gdLst/>
                <a:ahLst/>
                <a:cxnLst/>
                <a:rect l="l" t="t" r="r" b="b"/>
                <a:pathLst>
                  <a:path w="635" h="635" extrusionOk="0">
                    <a:moveTo>
                      <a:pt x="1" y="0"/>
                    </a:moveTo>
                    <a:lnTo>
                      <a:pt x="1" y="634"/>
                    </a:lnTo>
                    <a:lnTo>
                      <a:pt x="634" y="634"/>
                    </a:lnTo>
                    <a:lnTo>
                      <a:pt x="63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40">
                <a:extLst>
                  <a:ext uri="{FF2B5EF4-FFF2-40B4-BE49-F238E27FC236}">
                    <a16:creationId xmlns:a16="http://schemas.microsoft.com/office/drawing/2014/main" id="{628C5848-0CD5-9600-A49F-A4FB0FB1590A}"/>
                  </a:ext>
                </a:extLst>
              </p:cNvPr>
              <p:cNvSpPr/>
              <p:nvPr/>
            </p:nvSpPr>
            <p:spPr>
              <a:xfrm>
                <a:off x="5885888" y="2527459"/>
                <a:ext cx="22096" cy="22096"/>
              </a:xfrm>
              <a:custGeom>
                <a:avLst/>
                <a:gdLst/>
                <a:ahLst/>
                <a:cxnLst/>
                <a:rect l="l" t="t" r="r" b="b"/>
                <a:pathLst>
                  <a:path w="635" h="635" extrusionOk="0">
                    <a:moveTo>
                      <a:pt x="1" y="0"/>
                    </a:moveTo>
                    <a:lnTo>
                      <a:pt x="1" y="634"/>
                    </a:lnTo>
                    <a:lnTo>
                      <a:pt x="635" y="634"/>
                    </a:lnTo>
                    <a:lnTo>
                      <a:pt x="635"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8" name="Google Shape;818;p40">
              <a:extLst>
                <a:ext uri="{FF2B5EF4-FFF2-40B4-BE49-F238E27FC236}">
                  <a16:creationId xmlns:a16="http://schemas.microsoft.com/office/drawing/2014/main" id="{46FC4CB0-364E-AF2D-3C3A-74F0341DCBCE}"/>
                </a:ext>
              </a:extLst>
            </p:cNvPr>
            <p:cNvGrpSpPr/>
            <p:nvPr/>
          </p:nvGrpSpPr>
          <p:grpSpPr>
            <a:xfrm>
              <a:off x="5901175" y="725600"/>
              <a:ext cx="1265025" cy="681500"/>
              <a:chOff x="5901175" y="725600"/>
              <a:chExt cx="1265025" cy="681500"/>
            </a:xfrm>
          </p:grpSpPr>
          <p:sp>
            <p:nvSpPr>
              <p:cNvPr id="819" name="Google Shape;819;p40">
                <a:extLst>
                  <a:ext uri="{FF2B5EF4-FFF2-40B4-BE49-F238E27FC236}">
                    <a16:creationId xmlns:a16="http://schemas.microsoft.com/office/drawing/2014/main" id="{4E3BA485-56E5-E01C-65E6-CBD00581FB7A}"/>
                  </a:ext>
                </a:extLst>
              </p:cNvPr>
              <p:cNvSpPr/>
              <p:nvPr/>
            </p:nvSpPr>
            <p:spPr>
              <a:xfrm>
                <a:off x="6147525" y="918250"/>
                <a:ext cx="783300" cy="309600"/>
              </a:xfrm>
              <a:prstGeom prst="rtTriangl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40">
                <a:extLst>
                  <a:ext uri="{FF2B5EF4-FFF2-40B4-BE49-F238E27FC236}">
                    <a16:creationId xmlns:a16="http://schemas.microsoft.com/office/drawing/2014/main" id="{E8D5E8D4-A29F-5E01-B4C7-65CA0194AAB4}"/>
                  </a:ext>
                </a:extLst>
              </p:cNvPr>
              <p:cNvSpPr txBox="1"/>
              <p:nvPr/>
            </p:nvSpPr>
            <p:spPr>
              <a:xfrm>
                <a:off x="5901175" y="725600"/>
                <a:ext cx="3339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b="1">
                    <a:latin typeface="Fira Code"/>
                    <a:ea typeface="Fira Code"/>
                    <a:cs typeface="Fira Code"/>
                    <a:sym typeface="Fira Code"/>
                  </a:rPr>
                  <a:t>x</a:t>
                </a:r>
                <a:endParaRPr sz="1100" b="1">
                  <a:latin typeface="Fira Code"/>
                  <a:ea typeface="Fira Code"/>
                  <a:cs typeface="Fira Code"/>
                  <a:sym typeface="Fira Code"/>
                </a:endParaRPr>
              </a:p>
            </p:txBody>
          </p:sp>
          <p:sp>
            <p:nvSpPr>
              <p:cNvPr id="821" name="Google Shape;821;p40">
                <a:extLst>
                  <a:ext uri="{FF2B5EF4-FFF2-40B4-BE49-F238E27FC236}">
                    <a16:creationId xmlns:a16="http://schemas.microsoft.com/office/drawing/2014/main" id="{44057545-CC1B-45CD-81F6-611E2FE0CB22}"/>
                  </a:ext>
                </a:extLst>
              </p:cNvPr>
              <p:cNvSpPr txBox="1"/>
              <p:nvPr/>
            </p:nvSpPr>
            <p:spPr>
              <a:xfrm>
                <a:off x="6832300" y="1053100"/>
                <a:ext cx="333900" cy="354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latin typeface="Fira Code"/>
                    <a:ea typeface="Fira Code"/>
                    <a:cs typeface="Fira Code"/>
                    <a:sym typeface="Fira Code"/>
                  </a:rPr>
                  <a:t>y</a:t>
                </a:r>
                <a:endParaRPr sz="1100" b="1">
                  <a:latin typeface="Fira Code"/>
                  <a:ea typeface="Fira Code"/>
                  <a:cs typeface="Fira Code"/>
                  <a:sym typeface="Fira Code"/>
                </a:endParaRPr>
              </a:p>
            </p:txBody>
          </p:sp>
        </p:grpSp>
      </p:grpSp>
      <p:sp>
        <p:nvSpPr>
          <p:cNvPr id="3" name="Subtitle 2">
            <a:extLst>
              <a:ext uri="{FF2B5EF4-FFF2-40B4-BE49-F238E27FC236}">
                <a16:creationId xmlns:a16="http://schemas.microsoft.com/office/drawing/2014/main" id="{67024371-6F5B-7312-CBD3-23774C7D62E2}"/>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37880432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93">
          <a:extLst>
            <a:ext uri="{FF2B5EF4-FFF2-40B4-BE49-F238E27FC236}">
              <a16:creationId xmlns:a16="http://schemas.microsoft.com/office/drawing/2014/main" id="{051C3E08-1623-1D38-2033-5A10FB23AF30}"/>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264C84A3-80D4-78F8-AE56-536EE42709B7}"/>
              </a:ext>
            </a:extLst>
          </p:cNvPr>
          <p:cNvPicPr>
            <a:picLocks noChangeAspect="1"/>
          </p:cNvPicPr>
          <p:nvPr/>
        </p:nvPicPr>
        <p:blipFill>
          <a:blip r:embed="rId3"/>
          <a:stretch>
            <a:fillRect/>
          </a:stretch>
        </p:blipFill>
        <p:spPr>
          <a:xfrm>
            <a:off x="1129553" y="679988"/>
            <a:ext cx="7213002" cy="3783523"/>
          </a:xfrm>
          <a:prstGeom prst="rect">
            <a:avLst/>
          </a:prstGeom>
        </p:spPr>
      </p:pic>
      <p:sp>
        <p:nvSpPr>
          <p:cNvPr id="13" name="TextBox 12">
            <a:extLst>
              <a:ext uri="{FF2B5EF4-FFF2-40B4-BE49-F238E27FC236}">
                <a16:creationId xmlns:a16="http://schemas.microsoft.com/office/drawing/2014/main" id="{E2391655-E8C0-5589-F918-8DF98710C79F}"/>
              </a:ext>
            </a:extLst>
          </p:cNvPr>
          <p:cNvSpPr txBox="1"/>
          <p:nvPr/>
        </p:nvSpPr>
        <p:spPr>
          <a:xfrm>
            <a:off x="4410635" y="4862456"/>
            <a:ext cx="184731" cy="307777"/>
          </a:xfrm>
          <a:prstGeom prst="rect">
            <a:avLst/>
          </a:prstGeom>
          <a:noFill/>
        </p:spPr>
        <p:txBody>
          <a:bodyPr wrap="none" rtlCol="0">
            <a:spAutoFit/>
          </a:bodyPr>
          <a:lstStyle/>
          <a:p>
            <a:endParaRPr lang="fr-FR" dirty="0"/>
          </a:p>
        </p:txBody>
      </p:sp>
      <p:sp>
        <p:nvSpPr>
          <p:cNvPr id="14" name="TextBox 13">
            <a:extLst>
              <a:ext uri="{FF2B5EF4-FFF2-40B4-BE49-F238E27FC236}">
                <a16:creationId xmlns:a16="http://schemas.microsoft.com/office/drawing/2014/main" id="{0D64CF15-6CA8-2CB3-3BFD-B8E4969D7E48}"/>
              </a:ext>
            </a:extLst>
          </p:cNvPr>
          <p:cNvSpPr txBox="1"/>
          <p:nvPr/>
        </p:nvSpPr>
        <p:spPr>
          <a:xfrm>
            <a:off x="4061029" y="4554679"/>
            <a:ext cx="1350050" cy="307777"/>
          </a:xfrm>
          <a:prstGeom prst="rect">
            <a:avLst/>
          </a:prstGeom>
          <a:noFill/>
        </p:spPr>
        <p:txBody>
          <a:bodyPr wrap="none" rtlCol="0">
            <a:spAutoFit/>
          </a:bodyPr>
          <a:lstStyle/>
          <a:p>
            <a:r>
              <a:rPr lang="fr-FR" dirty="0"/>
              <a:t>Page d’accueil</a:t>
            </a:r>
          </a:p>
        </p:txBody>
      </p:sp>
    </p:spTree>
    <p:extLst>
      <p:ext uri="{BB962C8B-B14F-4D97-AF65-F5344CB8AC3E}">
        <p14:creationId xmlns:p14="http://schemas.microsoft.com/office/powerpoint/2010/main" val="1069190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93">
          <a:extLst>
            <a:ext uri="{FF2B5EF4-FFF2-40B4-BE49-F238E27FC236}">
              <a16:creationId xmlns:a16="http://schemas.microsoft.com/office/drawing/2014/main" id="{F368C2F3-1BAA-3A4C-326F-C40A58116F6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24E6DE1-2DF3-0597-580F-B69C69B0C351}"/>
              </a:ext>
            </a:extLst>
          </p:cNvPr>
          <p:cNvPicPr>
            <a:picLocks noChangeAspect="1"/>
          </p:cNvPicPr>
          <p:nvPr/>
        </p:nvPicPr>
        <p:blipFill>
          <a:blip r:embed="rId3"/>
          <a:stretch>
            <a:fillRect/>
          </a:stretch>
        </p:blipFill>
        <p:spPr>
          <a:xfrm>
            <a:off x="2205317" y="509947"/>
            <a:ext cx="4965313" cy="3941983"/>
          </a:xfrm>
          <a:prstGeom prst="rect">
            <a:avLst/>
          </a:prstGeom>
        </p:spPr>
      </p:pic>
      <p:sp>
        <p:nvSpPr>
          <p:cNvPr id="4" name="TextBox 3">
            <a:extLst>
              <a:ext uri="{FF2B5EF4-FFF2-40B4-BE49-F238E27FC236}">
                <a16:creationId xmlns:a16="http://schemas.microsoft.com/office/drawing/2014/main" id="{1BF0FA73-5E9E-20DE-7FC2-CFDE2B7230DB}"/>
              </a:ext>
            </a:extLst>
          </p:cNvPr>
          <p:cNvSpPr txBox="1"/>
          <p:nvPr/>
        </p:nvSpPr>
        <p:spPr>
          <a:xfrm>
            <a:off x="3331115" y="4567271"/>
            <a:ext cx="2481770" cy="307777"/>
          </a:xfrm>
          <a:prstGeom prst="rect">
            <a:avLst/>
          </a:prstGeom>
          <a:noFill/>
        </p:spPr>
        <p:txBody>
          <a:bodyPr wrap="none" rtlCol="0">
            <a:spAutoFit/>
          </a:bodyPr>
          <a:lstStyle/>
          <a:p>
            <a:r>
              <a:rPr lang="fr-FR" dirty="0"/>
              <a:t>Création d’un nouveau projet</a:t>
            </a:r>
          </a:p>
        </p:txBody>
      </p:sp>
    </p:spTree>
    <p:extLst>
      <p:ext uri="{BB962C8B-B14F-4D97-AF65-F5344CB8AC3E}">
        <p14:creationId xmlns:p14="http://schemas.microsoft.com/office/powerpoint/2010/main" val="35441169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93">
          <a:extLst>
            <a:ext uri="{FF2B5EF4-FFF2-40B4-BE49-F238E27FC236}">
              <a16:creationId xmlns:a16="http://schemas.microsoft.com/office/drawing/2014/main" id="{C833DEB9-BA08-1372-02AC-2F67844597B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B67F2BE-5DB0-A982-3704-6FF7F603AD60}"/>
              </a:ext>
            </a:extLst>
          </p:cNvPr>
          <p:cNvPicPr>
            <a:picLocks noChangeAspect="1"/>
          </p:cNvPicPr>
          <p:nvPr/>
        </p:nvPicPr>
        <p:blipFill>
          <a:blip r:embed="rId3"/>
          <a:stretch>
            <a:fillRect/>
          </a:stretch>
        </p:blipFill>
        <p:spPr>
          <a:xfrm>
            <a:off x="2538805" y="526249"/>
            <a:ext cx="4367504" cy="4093527"/>
          </a:xfrm>
          <a:prstGeom prst="rect">
            <a:avLst/>
          </a:prstGeom>
        </p:spPr>
      </p:pic>
      <p:sp>
        <p:nvSpPr>
          <p:cNvPr id="5" name="TextBox 4">
            <a:extLst>
              <a:ext uri="{FF2B5EF4-FFF2-40B4-BE49-F238E27FC236}">
                <a16:creationId xmlns:a16="http://schemas.microsoft.com/office/drawing/2014/main" id="{7FF9D268-FD2B-08D4-0697-F629188D0547}"/>
              </a:ext>
            </a:extLst>
          </p:cNvPr>
          <p:cNvSpPr txBox="1"/>
          <p:nvPr/>
        </p:nvSpPr>
        <p:spPr>
          <a:xfrm>
            <a:off x="3053670" y="4686542"/>
            <a:ext cx="3337773" cy="307777"/>
          </a:xfrm>
          <a:prstGeom prst="rect">
            <a:avLst/>
          </a:prstGeom>
          <a:noFill/>
        </p:spPr>
        <p:txBody>
          <a:bodyPr wrap="none" rtlCol="0">
            <a:spAutoFit/>
          </a:bodyPr>
          <a:lstStyle/>
          <a:p>
            <a:r>
              <a:rPr lang="fr-FR" dirty="0"/>
              <a:t>Suite de la création d’un nouveau projet</a:t>
            </a:r>
          </a:p>
        </p:txBody>
      </p:sp>
    </p:spTree>
    <p:extLst>
      <p:ext uri="{BB962C8B-B14F-4D97-AF65-F5344CB8AC3E}">
        <p14:creationId xmlns:p14="http://schemas.microsoft.com/office/powerpoint/2010/main" val="2018581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93">
          <a:extLst>
            <a:ext uri="{FF2B5EF4-FFF2-40B4-BE49-F238E27FC236}">
              <a16:creationId xmlns:a16="http://schemas.microsoft.com/office/drawing/2014/main" id="{AFECD7AF-1154-4F20-06F7-6D8B4CB396F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2AE36E9-8F19-68DB-814E-8BB8DEE82E40}"/>
              </a:ext>
            </a:extLst>
          </p:cNvPr>
          <p:cNvPicPr>
            <a:picLocks noChangeAspect="1"/>
          </p:cNvPicPr>
          <p:nvPr/>
        </p:nvPicPr>
        <p:blipFill>
          <a:blip r:embed="rId3"/>
          <a:stretch>
            <a:fillRect/>
          </a:stretch>
        </p:blipFill>
        <p:spPr>
          <a:xfrm>
            <a:off x="1652180" y="776037"/>
            <a:ext cx="5839640" cy="3591426"/>
          </a:xfrm>
          <a:prstGeom prst="rect">
            <a:avLst/>
          </a:prstGeom>
        </p:spPr>
      </p:pic>
      <p:sp>
        <p:nvSpPr>
          <p:cNvPr id="5" name="TextBox 4">
            <a:extLst>
              <a:ext uri="{FF2B5EF4-FFF2-40B4-BE49-F238E27FC236}">
                <a16:creationId xmlns:a16="http://schemas.microsoft.com/office/drawing/2014/main" id="{99554552-D146-F032-4FC1-53BFB2CFF6D9}"/>
              </a:ext>
            </a:extLst>
          </p:cNvPr>
          <p:cNvSpPr txBox="1"/>
          <p:nvPr/>
        </p:nvSpPr>
        <p:spPr>
          <a:xfrm>
            <a:off x="4061029" y="4554679"/>
            <a:ext cx="1487908" cy="307777"/>
          </a:xfrm>
          <a:prstGeom prst="rect">
            <a:avLst/>
          </a:prstGeom>
          <a:noFill/>
        </p:spPr>
        <p:txBody>
          <a:bodyPr wrap="none" rtlCol="0">
            <a:spAutoFit/>
          </a:bodyPr>
          <a:lstStyle/>
          <a:p>
            <a:r>
              <a:rPr lang="fr-FR" dirty="0"/>
              <a:t>Liste des projets</a:t>
            </a:r>
          </a:p>
        </p:txBody>
      </p:sp>
    </p:spTree>
    <p:extLst>
      <p:ext uri="{BB962C8B-B14F-4D97-AF65-F5344CB8AC3E}">
        <p14:creationId xmlns:p14="http://schemas.microsoft.com/office/powerpoint/2010/main" val="35477208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93">
          <a:extLst>
            <a:ext uri="{FF2B5EF4-FFF2-40B4-BE49-F238E27FC236}">
              <a16:creationId xmlns:a16="http://schemas.microsoft.com/office/drawing/2014/main" id="{FED560C2-4971-8AB1-EA7A-D54F7D20512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7DC2ACF-AF4B-230B-4F15-3B00E337206B}"/>
              </a:ext>
            </a:extLst>
          </p:cNvPr>
          <p:cNvPicPr>
            <a:picLocks noChangeAspect="1"/>
          </p:cNvPicPr>
          <p:nvPr/>
        </p:nvPicPr>
        <p:blipFill>
          <a:blip r:embed="rId3"/>
          <a:stretch>
            <a:fillRect/>
          </a:stretch>
        </p:blipFill>
        <p:spPr>
          <a:xfrm>
            <a:off x="2551053" y="563046"/>
            <a:ext cx="4041893" cy="4035426"/>
          </a:xfrm>
          <a:prstGeom prst="rect">
            <a:avLst/>
          </a:prstGeom>
        </p:spPr>
      </p:pic>
      <p:sp>
        <p:nvSpPr>
          <p:cNvPr id="5" name="TextBox 4">
            <a:extLst>
              <a:ext uri="{FF2B5EF4-FFF2-40B4-BE49-F238E27FC236}">
                <a16:creationId xmlns:a16="http://schemas.microsoft.com/office/drawing/2014/main" id="{462C20C2-EF2E-EC5C-B7EA-1BD19D854DFC}"/>
              </a:ext>
            </a:extLst>
          </p:cNvPr>
          <p:cNvSpPr txBox="1"/>
          <p:nvPr/>
        </p:nvSpPr>
        <p:spPr>
          <a:xfrm>
            <a:off x="2685104" y="4646459"/>
            <a:ext cx="3773790" cy="307777"/>
          </a:xfrm>
          <a:prstGeom prst="rect">
            <a:avLst/>
          </a:prstGeom>
          <a:noFill/>
        </p:spPr>
        <p:txBody>
          <a:bodyPr wrap="none" rtlCol="0">
            <a:spAutoFit/>
          </a:bodyPr>
          <a:lstStyle/>
          <a:p>
            <a:r>
              <a:rPr lang="fr-FR" dirty="0"/>
              <a:t>Importation d’une donnée dans le projet </a:t>
            </a:r>
            <a:r>
              <a:rPr lang="fr-FR" dirty="0" err="1"/>
              <a:t>tpeni</a:t>
            </a:r>
            <a:endParaRPr lang="fr-FR" dirty="0"/>
          </a:p>
        </p:txBody>
      </p:sp>
    </p:spTree>
    <p:extLst>
      <p:ext uri="{BB962C8B-B14F-4D97-AF65-F5344CB8AC3E}">
        <p14:creationId xmlns:p14="http://schemas.microsoft.com/office/powerpoint/2010/main" val="30199959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793">
          <a:extLst>
            <a:ext uri="{FF2B5EF4-FFF2-40B4-BE49-F238E27FC236}">
              <a16:creationId xmlns:a16="http://schemas.microsoft.com/office/drawing/2014/main" id="{D3520762-94C8-09DC-4D15-E81AE8F8553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550E784-1057-7AD5-8763-C2C2F454A2B9}"/>
              </a:ext>
            </a:extLst>
          </p:cNvPr>
          <p:cNvPicPr>
            <a:picLocks noChangeAspect="1"/>
          </p:cNvPicPr>
          <p:nvPr/>
        </p:nvPicPr>
        <p:blipFill>
          <a:blip r:embed="rId3"/>
          <a:stretch>
            <a:fillRect/>
          </a:stretch>
        </p:blipFill>
        <p:spPr>
          <a:xfrm>
            <a:off x="1963847" y="1420010"/>
            <a:ext cx="5582672" cy="1917282"/>
          </a:xfrm>
          <a:prstGeom prst="rect">
            <a:avLst/>
          </a:prstGeom>
        </p:spPr>
      </p:pic>
      <p:sp>
        <p:nvSpPr>
          <p:cNvPr id="5" name="TextBox 4">
            <a:extLst>
              <a:ext uri="{FF2B5EF4-FFF2-40B4-BE49-F238E27FC236}">
                <a16:creationId xmlns:a16="http://schemas.microsoft.com/office/drawing/2014/main" id="{4249983D-6EED-0A13-9135-D29A5B93827B}"/>
              </a:ext>
            </a:extLst>
          </p:cNvPr>
          <p:cNvSpPr txBox="1"/>
          <p:nvPr/>
        </p:nvSpPr>
        <p:spPr>
          <a:xfrm>
            <a:off x="3279458" y="4425587"/>
            <a:ext cx="2951449" cy="307777"/>
          </a:xfrm>
          <a:prstGeom prst="rect">
            <a:avLst/>
          </a:prstGeom>
          <a:noFill/>
        </p:spPr>
        <p:txBody>
          <a:bodyPr wrap="none" rtlCol="0">
            <a:spAutoFit/>
          </a:bodyPr>
          <a:lstStyle/>
          <a:p>
            <a:r>
              <a:rPr lang="fr-FR" dirty="0"/>
              <a:t>Visualisation du fichier de données</a:t>
            </a:r>
          </a:p>
        </p:txBody>
      </p:sp>
    </p:spTree>
    <p:extLst>
      <p:ext uri="{BB962C8B-B14F-4D97-AF65-F5344CB8AC3E}">
        <p14:creationId xmlns:p14="http://schemas.microsoft.com/office/powerpoint/2010/main" val="35245330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793">
          <a:extLst>
            <a:ext uri="{FF2B5EF4-FFF2-40B4-BE49-F238E27FC236}">
              <a16:creationId xmlns:a16="http://schemas.microsoft.com/office/drawing/2014/main" id="{D2289436-981A-6233-BF4B-99D705C9C7C3}"/>
            </a:ext>
          </a:extLst>
        </p:cNvPr>
        <p:cNvGrpSpPr/>
        <p:nvPr/>
      </p:nvGrpSpPr>
      <p:grpSpPr>
        <a:xfrm>
          <a:off x="0" y="0"/>
          <a:ext cx="0" cy="0"/>
          <a:chOff x="0" y="0"/>
          <a:chExt cx="0" cy="0"/>
        </a:xfrm>
      </p:grpSpPr>
      <p:sp>
        <p:nvSpPr>
          <p:cNvPr id="794" name="Google Shape;794;p40">
            <a:extLst>
              <a:ext uri="{FF2B5EF4-FFF2-40B4-BE49-F238E27FC236}">
                <a16:creationId xmlns:a16="http://schemas.microsoft.com/office/drawing/2014/main" id="{602F1E46-CD09-920A-9581-B753F995EC88}"/>
              </a:ext>
            </a:extLst>
          </p:cNvPr>
          <p:cNvSpPr txBox="1">
            <a:spLocks noGrp="1"/>
          </p:cNvSpPr>
          <p:nvPr>
            <p:ph type="title"/>
          </p:nvPr>
        </p:nvSpPr>
        <p:spPr>
          <a:xfrm>
            <a:off x="1908675" y="2364788"/>
            <a:ext cx="5326500" cy="841800"/>
          </a:xfrm>
          <a:prstGeom prst="rect">
            <a:avLst/>
          </a:prstGeom>
        </p:spPr>
        <p:txBody>
          <a:bodyPr spcFirstLastPara="1" wrap="square" lIns="91425" tIns="91425" rIns="91425" bIns="91425" anchor="ctr" anchorCtr="0">
            <a:noAutofit/>
          </a:bodyPr>
          <a:lstStyle/>
          <a:p>
            <a:pPr lvl="0"/>
            <a:r>
              <a:rPr lang="fr-FR" dirty="0"/>
              <a:t>Conclusion</a:t>
            </a:r>
          </a:p>
        </p:txBody>
      </p:sp>
      <p:sp>
        <p:nvSpPr>
          <p:cNvPr id="796" name="Google Shape;796;p40">
            <a:extLst>
              <a:ext uri="{FF2B5EF4-FFF2-40B4-BE49-F238E27FC236}">
                <a16:creationId xmlns:a16="http://schemas.microsoft.com/office/drawing/2014/main" id="{55051784-505A-448F-AAA6-58E73CE3540C}"/>
              </a:ext>
            </a:extLst>
          </p:cNvPr>
          <p:cNvSpPr txBox="1">
            <a:spLocks noGrp="1"/>
          </p:cNvSpPr>
          <p:nvPr>
            <p:ph type="title" idx="2"/>
          </p:nvPr>
        </p:nvSpPr>
        <p:spPr>
          <a:xfrm>
            <a:off x="2996625" y="1522988"/>
            <a:ext cx="31509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07</a:t>
            </a:r>
            <a:endParaRPr dirty="0"/>
          </a:p>
        </p:txBody>
      </p:sp>
      <p:grpSp>
        <p:nvGrpSpPr>
          <p:cNvPr id="797" name="Google Shape;797;p40">
            <a:extLst>
              <a:ext uri="{FF2B5EF4-FFF2-40B4-BE49-F238E27FC236}">
                <a16:creationId xmlns:a16="http://schemas.microsoft.com/office/drawing/2014/main" id="{CFAAD4E1-FB9B-0B1E-098F-7A81A3DCBBA3}"/>
              </a:ext>
            </a:extLst>
          </p:cNvPr>
          <p:cNvGrpSpPr/>
          <p:nvPr/>
        </p:nvGrpSpPr>
        <p:grpSpPr>
          <a:xfrm>
            <a:off x="5454124" y="661324"/>
            <a:ext cx="2058986" cy="943002"/>
            <a:chOff x="5454124" y="661324"/>
            <a:chExt cx="2058986" cy="943002"/>
          </a:xfrm>
        </p:grpSpPr>
        <p:grpSp>
          <p:nvGrpSpPr>
            <p:cNvPr id="798" name="Google Shape;798;p40">
              <a:extLst>
                <a:ext uri="{FF2B5EF4-FFF2-40B4-BE49-F238E27FC236}">
                  <a16:creationId xmlns:a16="http://schemas.microsoft.com/office/drawing/2014/main" id="{B8FAFB0C-ADDB-417E-9C2A-0DAE7A764260}"/>
                </a:ext>
              </a:extLst>
            </p:cNvPr>
            <p:cNvGrpSpPr/>
            <p:nvPr/>
          </p:nvGrpSpPr>
          <p:grpSpPr>
            <a:xfrm>
              <a:off x="5454124" y="661324"/>
              <a:ext cx="2058986" cy="943002"/>
              <a:chOff x="5865009" y="2043415"/>
              <a:chExt cx="1098126" cy="639627"/>
            </a:xfrm>
          </p:grpSpPr>
          <p:sp>
            <p:nvSpPr>
              <p:cNvPr id="799" name="Google Shape;799;p40">
                <a:extLst>
                  <a:ext uri="{FF2B5EF4-FFF2-40B4-BE49-F238E27FC236}">
                    <a16:creationId xmlns:a16="http://schemas.microsoft.com/office/drawing/2014/main" id="{FAF4D2B2-4B2C-4A61-D247-FA12F280414B}"/>
                  </a:ext>
                </a:extLst>
              </p:cNvPr>
              <p:cNvSpPr/>
              <p:nvPr/>
            </p:nvSpPr>
            <p:spPr>
              <a:xfrm>
                <a:off x="6011266" y="2572732"/>
                <a:ext cx="22096" cy="89395"/>
              </a:xfrm>
              <a:custGeom>
                <a:avLst/>
                <a:gdLst/>
                <a:ahLst/>
                <a:cxnLst/>
                <a:rect l="l" t="t" r="r" b="b"/>
                <a:pathLst>
                  <a:path w="635" h="2569" extrusionOk="0">
                    <a:moveTo>
                      <a:pt x="0" y="0"/>
                    </a:moveTo>
                    <a:lnTo>
                      <a:pt x="0" y="2569"/>
                    </a:lnTo>
                    <a:lnTo>
                      <a:pt x="634" y="2569"/>
                    </a:lnTo>
                    <a:lnTo>
                      <a:pt x="63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0">
                <a:extLst>
                  <a:ext uri="{FF2B5EF4-FFF2-40B4-BE49-F238E27FC236}">
                    <a16:creationId xmlns:a16="http://schemas.microsoft.com/office/drawing/2014/main" id="{ADB34790-7A62-D1D8-6C2F-75FD3495E866}"/>
                  </a:ext>
                </a:extLst>
              </p:cNvPr>
              <p:cNvSpPr/>
              <p:nvPr/>
            </p:nvSpPr>
            <p:spPr>
              <a:xfrm>
                <a:off x="6033328" y="2660945"/>
                <a:ext cx="20913" cy="22096"/>
              </a:xfrm>
              <a:custGeom>
                <a:avLst/>
                <a:gdLst/>
                <a:ahLst/>
                <a:cxnLst/>
                <a:rect l="l" t="t" r="r" b="b"/>
                <a:pathLst>
                  <a:path w="601" h="635" extrusionOk="0">
                    <a:moveTo>
                      <a:pt x="0" y="1"/>
                    </a:moveTo>
                    <a:lnTo>
                      <a:pt x="0" y="634"/>
                    </a:lnTo>
                    <a:lnTo>
                      <a:pt x="601" y="634"/>
                    </a:lnTo>
                    <a:lnTo>
                      <a:pt x="601"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0">
                <a:extLst>
                  <a:ext uri="{FF2B5EF4-FFF2-40B4-BE49-F238E27FC236}">
                    <a16:creationId xmlns:a16="http://schemas.microsoft.com/office/drawing/2014/main" id="{269A3646-5D18-7669-FF6C-A39616FB878F}"/>
                  </a:ext>
                </a:extLst>
              </p:cNvPr>
              <p:cNvSpPr/>
              <p:nvPr/>
            </p:nvSpPr>
            <p:spPr>
              <a:xfrm>
                <a:off x="6054207" y="2640066"/>
                <a:ext cx="22096" cy="20913"/>
              </a:xfrm>
              <a:custGeom>
                <a:avLst/>
                <a:gdLst/>
                <a:ahLst/>
                <a:cxnLst/>
                <a:rect l="l" t="t" r="r" b="b"/>
                <a:pathLst>
                  <a:path w="635" h="601" extrusionOk="0">
                    <a:moveTo>
                      <a:pt x="1" y="0"/>
                    </a:moveTo>
                    <a:lnTo>
                      <a:pt x="1" y="601"/>
                    </a:lnTo>
                    <a:lnTo>
                      <a:pt x="634" y="601"/>
                    </a:lnTo>
                    <a:lnTo>
                      <a:pt x="63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0">
                <a:extLst>
                  <a:ext uri="{FF2B5EF4-FFF2-40B4-BE49-F238E27FC236}">
                    <a16:creationId xmlns:a16="http://schemas.microsoft.com/office/drawing/2014/main" id="{50F75B8A-5B96-E9B7-1167-B7326B7DEE75}"/>
                  </a:ext>
                </a:extLst>
              </p:cNvPr>
              <p:cNvSpPr/>
              <p:nvPr/>
            </p:nvSpPr>
            <p:spPr>
              <a:xfrm>
                <a:off x="6078601" y="2615673"/>
                <a:ext cx="20913" cy="22096"/>
              </a:xfrm>
              <a:custGeom>
                <a:avLst/>
                <a:gdLst/>
                <a:ahLst/>
                <a:cxnLst/>
                <a:rect l="l" t="t" r="r" b="b"/>
                <a:pathLst>
                  <a:path w="601" h="635" extrusionOk="0">
                    <a:moveTo>
                      <a:pt x="0" y="1"/>
                    </a:moveTo>
                    <a:lnTo>
                      <a:pt x="0" y="634"/>
                    </a:lnTo>
                    <a:lnTo>
                      <a:pt x="600" y="634"/>
                    </a:lnTo>
                    <a:lnTo>
                      <a:pt x="60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0">
                <a:extLst>
                  <a:ext uri="{FF2B5EF4-FFF2-40B4-BE49-F238E27FC236}">
                    <a16:creationId xmlns:a16="http://schemas.microsoft.com/office/drawing/2014/main" id="{E9D2BF67-0CCF-D049-4BAF-83DA72B774A8}"/>
                  </a:ext>
                </a:extLst>
              </p:cNvPr>
              <p:cNvSpPr/>
              <p:nvPr/>
            </p:nvSpPr>
            <p:spPr>
              <a:xfrm>
                <a:off x="6099480" y="2594794"/>
                <a:ext cx="22096" cy="20913"/>
              </a:xfrm>
              <a:custGeom>
                <a:avLst/>
                <a:gdLst/>
                <a:ahLst/>
                <a:cxnLst/>
                <a:rect l="l" t="t" r="r" b="b"/>
                <a:pathLst>
                  <a:path w="635" h="601" extrusionOk="0">
                    <a:moveTo>
                      <a:pt x="0" y="0"/>
                    </a:moveTo>
                    <a:lnTo>
                      <a:pt x="0" y="601"/>
                    </a:lnTo>
                    <a:lnTo>
                      <a:pt x="634" y="601"/>
                    </a:lnTo>
                    <a:lnTo>
                      <a:pt x="63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40">
                <a:extLst>
                  <a:ext uri="{FF2B5EF4-FFF2-40B4-BE49-F238E27FC236}">
                    <a16:creationId xmlns:a16="http://schemas.microsoft.com/office/drawing/2014/main" id="{D61E65A0-7806-E04D-A7B3-E10B593E9783}"/>
                  </a:ext>
                </a:extLst>
              </p:cNvPr>
              <p:cNvSpPr/>
              <p:nvPr/>
            </p:nvSpPr>
            <p:spPr>
              <a:xfrm>
                <a:off x="6122690" y="2572732"/>
                <a:ext cx="22096" cy="22096"/>
              </a:xfrm>
              <a:custGeom>
                <a:avLst/>
                <a:gdLst/>
                <a:ahLst/>
                <a:cxnLst/>
                <a:rect l="l" t="t" r="r" b="b"/>
                <a:pathLst>
                  <a:path w="635" h="635" extrusionOk="0">
                    <a:moveTo>
                      <a:pt x="1" y="0"/>
                    </a:moveTo>
                    <a:lnTo>
                      <a:pt x="1" y="634"/>
                    </a:lnTo>
                    <a:lnTo>
                      <a:pt x="634" y="634"/>
                    </a:lnTo>
                    <a:lnTo>
                      <a:pt x="63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40">
                <a:extLst>
                  <a:ext uri="{FF2B5EF4-FFF2-40B4-BE49-F238E27FC236}">
                    <a16:creationId xmlns:a16="http://schemas.microsoft.com/office/drawing/2014/main" id="{A46FE201-956D-34AD-CE8C-A477F424CDA3}"/>
                  </a:ext>
                </a:extLst>
              </p:cNvPr>
              <p:cNvSpPr/>
              <p:nvPr/>
            </p:nvSpPr>
            <p:spPr>
              <a:xfrm>
                <a:off x="6122690" y="2572732"/>
                <a:ext cx="774244" cy="22096"/>
              </a:xfrm>
              <a:custGeom>
                <a:avLst/>
                <a:gdLst/>
                <a:ahLst/>
                <a:cxnLst/>
                <a:rect l="l" t="t" r="r" b="b"/>
                <a:pathLst>
                  <a:path w="22250" h="635" extrusionOk="0">
                    <a:moveTo>
                      <a:pt x="1" y="0"/>
                    </a:moveTo>
                    <a:lnTo>
                      <a:pt x="1" y="634"/>
                    </a:lnTo>
                    <a:lnTo>
                      <a:pt x="22250" y="634"/>
                    </a:lnTo>
                    <a:lnTo>
                      <a:pt x="2225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0">
                <a:extLst>
                  <a:ext uri="{FF2B5EF4-FFF2-40B4-BE49-F238E27FC236}">
                    <a16:creationId xmlns:a16="http://schemas.microsoft.com/office/drawing/2014/main" id="{7C9632BA-3E25-451F-1292-6DCD6505E7B7}"/>
                  </a:ext>
                </a:extLst>
              </p:cNvPr>
              <p:cNvSpPr/>
              <p:nvPr/>
            </p:nvSpPr>
            <p:spPr>
              <a:xfrm>
                <a:off x="5931161" y="2572732"/>
                <a:ext cx="102200" cy="22096"/>
              </a:xfrm>
              <a:custGeom>
                <a:avLst/>
                <a:gdLst/>
                <a:ahLst/>
                <a:cxnLst/>
                <a:rect l="l" t="t" r="r" b="b"/>
                <a:pathLst>
                  <a:path w="2937" h="635" extrusionOk="0">
                    <a:moveTo>
                      <a:pt x="1" y="0"/>
                    </a:moveTo>
                    <a:lnTo>
                      <a:pt x="1" y="634"/>
                    </a:lnTo>
                    <a:lnTo>
                      <a:pt x="2936" y="634"/>
                    </a:lnTo>
                    <a:lnTo>
                      <a:pt x="2936"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0">
                <a:extLst>
                  <a:ext uri="{FF2B5EF4-FFF2-40B4-BE49-F238E27FC236}">
                    <a16:creationId xmlns:a16="http://schemas.microsoft.com/office/drawing/2014/main" id="{EE8AA433-EE38-BDF1-53A8-524552F8A636}"/>
                  </a:ext>
                </a:extLst>
              </p:cNvPr>
              <p:cNvSpPr/>
              <p:nvPr/>
            </p:nvSpPr>
            <p:spPr>
              <a:xfrm>
                <a:off x="5931161" y="2043415"/>
                <a:ext cx="964621" cy="20913"/>
              </a:xfrm>
              <a:custGeom>
                <a:avLst/>
                <a:gdLst/>
                <a:ahLst/>
                <a:cxnLst/>
                <a:rect l="l" t="t" r="r" b="b"/>
                <a:pathLst>
                  <a:path w="27721" h="601" extrusionOk="0">
                    <a:moveTo>
                      <a:pt x="1" y="0"/>
                    </a:moveTo>
                    <a:lnTo>
                      <a:pt x="1" y="601"/>
                    </a:lnTo>
                    <a:lnTo>
                      <a:pt x="27721" y="601"/>
                    </a:lnTo>
                    <a:lnTo>
                      <a:pt x="2772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40">
                <a:extLst>
                  <a:ext uri="{FF2B5EF4-FFF2-40B4-BE49-F238E27FC236}">
                    <a16:creationId xmlns:a16="http://schemas.microsoft.com/office/drawing/2014/main" id="{FF3084EB-F7C1-4B95-43A7-855E0902584F}"/>
                  </a:ext>
                </a:extLst>
              </p:cNvPr>
              <p:cNvSpPr/>
              <p:nvPr/>
            </p:nvSpPr>
            <p:spPr>
              <a:xfrm>
                <a:off x="6941039" y="2109566"/>
                <a:ext cx="22096" cy="417918"/>
              </a:xfrm>
              <a:custGeom>
                <a:avLst/>
                <a:gdLst/>
                <a:ahLst/>
                <a:cxnLst/>
                <a:rect l="l" t="t" r="r" b="b"/>
                <a:pathLst>
                  <a:path w="635" h="12010" extrusionOk="0">
                    <a:moveTo>
                      <a:pt x="0" y="1"/>
                    </a:moveTo>
                    <a:lnTo>
                      <a:pt x="0" y="12009"/>
                    </a:lnTo>
                    <a:lnTo>
                      <a:pt x="634" y="12009"/>
                    </a:lnTo>
                    <a:lnTo>
                      <a:pt x="634"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40">
                <a:extLst>
                  <a:ext uri="{FF2B5EF4-FFF2-40B4-BE49-F238E27FC236}">
                    <a16:creationId xmlns:a16="http://schemas.microsoft.com/office/drawing/2014/main" id="{18790C30-228C-71BE-57EF-D217418CDE59}"/>
                  </a:ext>
                </a:extLst>
              </p:cNvPr>
              <p:cNvSpPr/>
              <p:nvPr/>
            </p:nvSpPr>
            <p:spPr>
              <a:xfrm>
                <a:off x="6895766" y="2064294"/>
                <a:ext cx="22096" cy="22096"/>
              </a:xfrm>
              <a:custGeom>
                <a:avLst/>
                <a:gdLst/>
                <a:ahLst/>
                <a:cxnLst/>
                <a:rect l="l" t="t" r="r" b="b"/>
                <a:pathLst>
                  <a:path w="635" h="635" extrusionOk="0">
                    <a:moveTo>
                      <a:pt x="1" y="1"/>
                    </a:moveTo>
                    <a:lnTo>
                      <a:pt x="1" y="635"/>
                    </a:lnTo>
                    <a:lnTo>
                      <a:pt x="634" y="635"/>
                    </a:lnTo>
                    <a:lnTo>
                      <a:pt x="634"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0">
                <a:extLst>
                  <a:ext uri="{FF2B5EF4-FFF2-40B4-BE49-F238E27FC236}">
                    <a16:creationId xmlns:a16="http://schemas.microsoft.com/office/drawing/2014/main" id="{47F3E88D-E80B-91B2-69B9-4E777D0600A1}"/>
                  </a:ext>
                </a:extLst>
              </p:cNvPr>
              <p:cNvSpPr/>
              <p:nvPr/>
            </p:nvSpPr>
            <p:spPr>
              <a:xfrm>
                <a:off x="6917828" y="2088687"/>
                <a:ext cx="22096" cy="20913"/>
              </a:xfrm>
              <a:custGeom>
                <a:avLst/>
                <a:gdLst/>
                <a:ahLst/>
                <a:cxnLst/>
                <a:rect l="l" t="t" r="r" b="b"/>
                <a:pathLst>
                  <a:path w="635" h="601" extrusionOk="0">
                    <a:moveTo>
                      <a:pt x="0" y="0"/>
                    </a:moveTo>
                    <a:lnTo>
                      <a:pt x="0" y="601"/>
                    </a:lnTo>
                    <a:lnTo>
                      <a:pt x="634" y="601"/>
                    </a:lnTo>
                    <a:lnTo>
                      <a:pt x="63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0">
                <a:extLst>
                  <a:ext uri="{FF2B5EF4-FFF2-40B4-BE49-F238E27FC236}">
                    <a16:creationId xmlns:a16="http://schemas.microsoft.com/office/drawing/2014/main" id="{E3E7B2DC-96C0-87AA-B43F-160B491B48C6}"/>
                  </a:ext>
                </a:extLst>
              </p:cNvPr>
              <p:cNvSpPr/>
              <p:nvPr/>
            </p:nvSpPr>
            <p:spPr>
              <a:xfrm>
                <a:off x="6895766" y="2549521"/>
                <a:ext cx="22096" cy="22096"/>
              </a:xfrm>
              <a:custGeom>
                <a:avLst/>
                <a:gdLst/>
                <a:ahLst/>
                <a:cxnLst/>
                <a:rect l="l" t="t" r="r" b="b"/>
                <a:pathLst>
                  <a:path w="635" h="635" extrusionOk="0">
                    <a:moveTo>
                      <a:pt x="1" y="0"/>
                    </a:moveTo>
                    <a:lnTo>
                      <a:pt x="1" y="634"/>
                    </a:lnTo>
                    <a:lnTo>
                      <a:pt x="634" y="634"/>
                    </a:lnTo>
                    <a:lnTo>
                      <a:pt x="63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40">
                <a:extLst>
                  <a:ext uri="{FF2B5EF4-FFF2-40B4-BE49-F238E27FC236}">
                    <a16:creationId xmlns:a16="http://schemas.microsoft.com/office/drawing/2014/main" id="{E6F6ABF9-020B-7393-654E-A4D34BA19B8F}"/>
                  </a:ext>
                </a:extLst>
              </p:cNvPr>
              <p:cNvSpPr/>
              <p:nvPr/>
            </p:nvSpPr>
            <p:spPr>
              <a:xfrm>
                <a:off x="6917828" y="2527459"/>
                <a:ext cx="22096" cy="22096"/>
              </a:xfrm>
              <a:custGeom>
                <a:avLst/>
                <a:gdLst/>
                <a:ahLst/>
                <a:cxnLst/>
                <a:rect l="l" t="t" r="r" b="b"/>
                <a:pathLst>
                  <a:path w="635" h="635" extrusionOk="0">
                    <a:moveTo>
                      <a:pt x="0" y="0"/>
                    </a:moveTo>
                    <a:lnTo>
                      <a:pt x="0" y="634"/>
                    </a:lnTo>
                    <a:lnTo>
                      <a:pt x="634" y="634"/>
                    </a:lnTo>
                    <a:lnTo>
                      <a:pt x="63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40">
                <a:extLst>
                  <a:ext uri="{FF2B5EF4-FFF2-40B4-BE49-F238E27FC236}">
                    <a16:creationId xmlns:a16="http://schemas.microsoft.com/office/drawing/2014/main" id="{B6B10FFC-B418-66C9-11D3-03728AB33C90}"/>
                  </a:ext>
                </a:extLst>
              </p:cNvPr>
              <p:cNvSpPr/>
              <p:nvPr/>
            </p:nvSpPr>
            <p:spPr>
              <a:xfrm>
                <a:off x="5865009" y="2109566"/>
                <a:ext cx="20913" cy="417918"/>
              </a:xfrm>
              <a:custGeom>
                <a:avLst/>
                <a:gdLst/>
                <a:ahLst/>
                <a:cxnLst/>
                <a:rect l="l" t="t" r="r" b="b"/>
                <a:pathLst>
                  <a:path w="601" h="12010" extrusionOk="0">
                    <a:moveTo>
                      <a:pt x="0" y="1"/>
                    </a:moveTo>
                    <a:lnTo>
                      <a:pt x="0" y="12009"/>
                    </a:lnTo>
                    <a:lnTo>
                      <a:pt x="601" y="12009"/>
                    </a:lnTo>
                    <a:lnTo>
                      <a:pt x="601"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0">
                <a:extLst>
                  <a:ext uri="{FF2B5EF4-FFF2-40B4-BE49-F238E27FC236}">
                    <a16:creationId xmlns:a16="http://schemas.microsoft.com/office/drawing/2014/main" id="{3EF9D90A-53B6-DBDF-7383-C59181E544A1}"/>
                  </a:ext>
                </a:extLst>
              </p:cNvPr>
              <p:cNvSpPr/>
              <p:nvPr/>
            </p:nvSpPr>
            <p:spPr>
              <a:xfrm>
                <a:off x="5907950" y="2064294"/>
                <a:ext cx="22096" cy="22096"/>
              </a:xfrm>
              <a:custGeom>
                <a:avLst/>
                <a:gdLst/>
                <a:ahLst/>
                <a:cxnLst/>
                <a:rect l="l" t="t" r="r" b="b"/>
                <a:pathLst>
                  <a:path w="635" h="635" extrusionOk="0">
                    <a:moveTo>
                      <a:pt x="1" y="1"/>
                    </a:moveTo>
                    <a:lnTo>
                      <a:pt x="1" y="635"/>
                    </a:lnTo>
                    <a:lnTo>
                      <a:pt x="634" y="635"/>
                    </a:lnTo>
                    <a:lnTo>
                      <a:pt x="634"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0">
                <a:extLst>
                  <a:ext uri="{FF2B5EF4-FFF2-40B4-BE49-F238E27FC236}">
                    <a16:creationId xmlns:a16="http://schemas.microsoft.com/office/drawing/2014/main" id="{507DF4DD-42E3-2CC8-F5E2-BC7AEE024AAD}"/>
                  </a:ext>
                </a:extLst>
              </p:cNvPr>
              <p:cNvSpPr/>
              <p:nvPr/>
            </p:nvSpPr>
            <p:spPr>
              <a:xfrm>
                <a:off x="5885888" y="2088687"/>
                <a:ext cx="22096" cy="20913"/>
              </a:xfrm>
              <a:custGeom>
                <a:avLst/>
                <a:gdLst/>
                <a:ahLst/>
                <a:cxnLst/>
                <a:rect l="l" t="t" r="r" b="b"/>
                <a:pathLst>
                  <a:path w="635" h="601" extrusionOk="0">
                    <a:moveTo>
                      <a:pt x="1" y="0"/>
                    </a:moveTo>
                    <a:lnTo>
                      <a:pt x="1" y="601"/>
                    </a:lnTo>
                    <a:lnTo>
                      <a:pt x="635" y="601"/>
                    </a:lnTo>
                    <a:lnTo>
                      <a:pt x="635"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40">
                <a:extLst>
                  <a:ext uri="{FF2B5EF4-FFF2-40B4-BE49-F238E27FC236}">
                    <a16:creationId xmlns:a16="http://schemas.microsoft.com/office/drawing/2014/main" id="{4A69ABF3-EA16-598C-FB46-04DB1860CC77}"/>
                  </a:ext>
                </a:extLst>
              </p:cNvPr>
              <p:cNvSpPr/>
              <p:nvPr/>
            </p:nvSpPr>
            <p:spPr>
              <a:xfrm>
                <a:off x="5907950" y="2549521"/>
                <a:ext cx="22096" cy="22096"/>
              </a:xfrm>
              <a:custGeom>
                <a:avLst/>
                <a:gdLst/>
                <a:ahLst/>
                <a:cxnLst/>
                <a:rect l="l" t="t" r="r" b="b"/>
                <a:pathLst>
                  <a:path w="635" h="635" extrusionOk="0">
                    <a:moveTo>
                      <a:pt x="1" y="0"/>
                    </a:moveTo>
                    <a:lnTo>
                      <a:pt x="1" y="634"/>
                    </a:lnTo>
                    <a:lnTo>
                      <a:pt x="634" y="634"/>
                    </a:lnTo>
                    <a:lnTo>
                      <a:pt x="63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40">
                <a:extLst>
                  <a:ext uri="{FF2B5EF4-FFF2-40B4-BE49-F238E27FC236}">
                    <a16:creationId xmlns:a16="http://schemas.microsoft.com/office/drawing/2014/main" id="{9B3149AB-8F98-365F-5E3E-AAC22C21AA48}"/>
                  </a:ext>
                </a:extLst>
              </p:cNvPr>
              <p:cNvSpPr/>
              <p:nvPr/>
            </p:nvSpPr>
            <p:spPr>
              <a:xfrm>
                <a:off x="5885888" y="2527459"/>
                <a:ext cx="22096" cy="22096"/>
              </a:xfrm>
              <a:custGeom>
                <a:avLst/>
                <a:gdLst/>
                <a:ahLst/>
                <a:cxnLst/>
                <a:rect l="l" t="t" r="r" b="b"/>
                <a:pathLst>
                  <a:path w="635" h="635" extrusionOk="0">
                    <a:moveTo>
                      <a:pt x="1" y="0"/>
                    </a:moveTo>
                    <a:lnTo>
                      <a:pt x="1" y="634"/>
                    </a:lnTo>
                    <a:lnTo>
                      <a:pt x="635" y="634"/>
                    </a:lnTo>
                    <a:lnTo>
                      <a:pt x="635"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8" name="Google Shape;818;p40">
              <a:extLst>
                <a:ext uri="{FF2B5EF4-FFF2-40B4-BE49-F238E27FC236}">
                  <a16:creationId xmlns:a16="http://schemas.microsoft.com/office/drawing/2014/main" id="{3AC6543E-7D4A-6203-6378-C24C77B963C8}"/>
                </a:ext>
              </a:extLst>
            </p:cNvPr>
            <p:cNvGrpSpPr/>
            <p:nvPr/>
          </p:nvGrpSpPr>
          <p:grpSpPr>
            <a:xfrm>
              <a:off x="5901175" y="725600"/>
              <a:ext cx="1265025" cy="681500"/>
              <a:chOff x="5901175" y="725600"/>
              <a:chExt cx="1265025" cy="681500"/>
            </a:xfrm>
          </p:grpSpPr>
          <p:sp>
            <p:nvSpPr>
              <p:cNvPr id="819" name="Google Shape;819;p40">
                <a:extLst>
                  <a:ext uri="{FF2B5EF4-FFF2-40B4-BE49-F238E27FC236}">
                    <a16:creationId xmlns:a16="http://schemas.microsoft.com/office/drawing/2014/main" id="{B30653D1-6644-A3EF-CC80-553873FB6876}"/>
                  </a:ext>
                </a:extLst>
              </p:cNvPr>
              <p:cNvSpPr/>
              <p:nvPr/>
            </p:nvSpPr>
            <p:spPr>
              <a:xfrm>
                <a:off x="6147525" y="918250"/>
                <a:ext cx="783300" cy="309600"/>
              </a:xfrm>
              <a:prstGeom prst="rtTriangl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40">
                <a:extLst>
                  <a:ext uri="{FF2B5EF4-FFF2-40B4-BE49-F238E27FC236}">
                    <a16:creationId xmlns:a16="http://schemas.microsoft.com/office/drawing/2014/main" id="{8AF3B8F1-5489-1879-9DD7-E4CB3568464E}"/>
                  </a:ext>
                </a:extLst>
              </p:cNvPr>
              <p:cNvSpPr txBox="1"/>
              <p:nvPr/>
            </p:nvSpPr>
            <p:spPr>
              <a:xfrm>
                <a:off x="5901175" y="725600"/>
                <a:ext cx="3339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b="1">
                    <a:latin typeface="Fira Code"/>
                    <a:ea typeface="Fira Code"/>
                    <a:cs typeface="Fira Code"/>
                    <a:sym typeface="Fira Code"/>
                  </a:rPr>
                  <a:t>x</a:t>
                </a:r>
                <a:endParaRPr sz="1100" b="1">
                  <a:latin typeface="Fira Code"/>
                  <a:ea typeface="Fira Code"/>
                  <a:cs typeface="Fira Code"/>
                  <a:sym typeface="Fira Code"/>
                </a:endParaRPr>
              </a:p>
            </p:txBody>
          </p:sp>
          <p:sp>
            <p:nvSpPr>
              <p:cNvPr id="821" name="Google Shape;821;p40">
                <a:extLst>
                  <a:ext uri="{FF2B5EF4-FFF2-40B4-BE49-F238E27FC236}">
                    <a16:creationId xmlns:a16="http://schemas.microsoft.com/office/drawing/2014/main" id="{8DF600ED-D178-0276-EE04-34144B9C48EA}"/>
                  </a:ext>
                </a:extLst>
              </p:cNvPr>
              <p:cNvSpPr txBox="1"/>
              <p:nvPr/>
            </p:nvSpPr>
            <p:spPr>
              <a:xfrm>
                <a:off x="6832300" y="1053100"/>
                <a:ext cx="333900" cy="354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latin typeface="Fira Code"/>
                    <a:ea typeface="Fira Code"/>
                    <a:cs typeface="Fira Code"/>
                    <a:sym typeface="Fira Code"/>
                  </a:rPr>
                  <a:t>y</a:t>
                </a:r>
                <a:endParaRPr sz="1100" b="1">
                  <a:latin typeface="Fira Code"/>
                  <a:ea typeface="Fira Code"/>
                  <a:cs typeface="Fira Code"/>
                  <a:sym typeface="Fira Code"/>
                </a:endParaRPr>
              </a:p>
            </p:txBody>
          </p:sp>
        </p:grpSp>
      </p:grpSp>
      <p:sp>
        <p:nvSpPr>
          <p:cNvPr id="3" name="Subtitle 2">
            <a:extLst>
              <a:ext uri="{FF2B5EF4-FFF2-40B4-BE49-F238E27FC236}">
                <a16:creationId xmlns:a16="http://schemas.microsoft.com/office/drawing/2014/main" id="{4A80B032-767E-0F7B-C3F0-7BA33E8916B4}"/>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27028593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743">
          <a:extLst>
            <a:ext uri="{FF2B5EF4-FFF2-40B4-BE49-F238E27FC236}">
              <a16:creationId xmlns:a16="http://schemas.microsoft.com/office/drawing/2014/main" id="{0C306595-8A5C-DC69-72B2-E0ACA2312267}"/>
            </a:ext>
          </a:extLst>
        </p:cNvPr>
        <p:cNvGrpSpPr/>
        <p:nvPr/>
      </p:nvGrpSpPr>
      <p:grpSpPr>
        <a:xfrm>
          <a:off x="0" y="0"/>
          <a:ext cx="0" cy="0"/>
          <a:chOff x="0" y="0"/>
          <a:chExt cx="0" cy="0"/>
        </a:xfrm>
      </p:grpSpPr>
      <p:sp>
        <p:nvSpPr>
          <p:cNvPr id="744" name="Google Shape;744;p39">
            <a:extLst>
              <a:ext uri="{FF2B5EF4-FFF2-40B4-BE49-F238E27FC236}">
                <a16:creationId xmlns:a16="http://schemas.microsoft.com/office/drawing/2014/main" id="{7EA470E1-AF7C-B5A8-D75E-4D5608C089B5}"/>
              </a:ext>
            </a:extLst>
          </p:cNvPr>
          <p:cNvSpPr txBox="1">
            <a:spLocks noGrp="1"/>
          </p:cNvSpPr>
          <p:nvPr>
            <p:ph type="title"/>
          </p:nvPr>
        </p:nvSpPr>
        <p:spPr>
          <a:xfrm>
            <a:off x="715100" y="568622"/>
            <a:ext cx="6471008" cy="648600"/>
          </a:xfrm>
          <a:prstGeom prst="rect">
            <a:avLst/>
          </a:prstGeom>
        </p:spPr>
        <p:txBody>
          <a:bodyPr spcFirstLastPara="1" wrap="square" lIns="91425" tIns="91425" rIns="91425" bIns="91425" anchor="ctr" anchorCtr="0">
            <a:noAutofit/>
          </a:bodyPr>
          <a:lstStyle/>
          <a:p>
            <a:pPr lvl="0"/>
            <a:r>
              <a:rPr lang="fr-FR" dirty="0"/>
              <a:t>Conclusion</a:t>
            </a:r>
            <a:endParaRPr dirty="0"/>
          </a:p>
        </p:txBody>
      </p:sp>
      <p:sp>
        <p:nvSpPr>
          <p:cNvPr id="745" name="Google Shape;745;p39">
            <a:extLst>
              <a:ext uri="{FF2B5EF4-FFF2-40B4-BE49-F238E27FC236}">
                <a16:creationId xmlns:a16="http://schemas.microsoft.com/office/drawing/2014/main" id="{E62D3CE9-4B67-8014-750C-74507F6C105E}"/>
              </a:ext>
            </a:extLst>
          </p:cNvPr>
          <p:cNvSpPr txBox="1">
            <a:spLocks noGrp="1"/>
          </p:cNvSpPr>
          <p:nvPr>
            <p:ph type="subTitle" idx="1"/>
          </p:nvPr>
        </p:nvSpPr>
        <p:spPr>
          <a:xfrm>
            <a:off x="715099" y="1484555"/>
            <a:ext cx="8224505" cy="3367144"/>
          </a:xfrm>
          <a:prstGeom prst="rect">
            <a:avLst/>
          </a:prstGeom>
        </p:spPr>
        <p:txBody>
          <a:bodyPr spcFirstLastPara="1" wrap="square" lIns="91425" tIns="91425" rIns="91425" bIns="91425" anchor="ctr" anchorCtr="0">
            <a:noAutofit/>
          </a:bodyPr>
          <a:lstStyle/>
          <a:p>
            <a:pPr marL="0" lvl="0" indent="0"/>
            <a:r>
              <a:rPr lang="fr-FR" b="1" dirty="0"/>
              <a:t>Teradata</a:t>
            </a:r>
            <a:r>
              <a:rPr lang="fr-FR" dirty="0"/>
              <a:t> se distingue par sa capacité à transformer de vastes volumes de données en informations stratégiques grâce à l’analytique avancée et au Data Mining. Ses outils permettent d’extraire des tendances, de détecter des patterns complexes et de prédire les comportements, offrant ainsi aux entreprises des insights précis pour optimiser leurs opérations, personnaliser leurs services et anticiper les besoins du marché. Que ce soit pour la santé, les télécommunications, l’automobile ou d’autres secteurs, Teradata transforme la donnée brute en un véritable moteur de décision et d’innovation.</a:t>
            </a:r>
            <a:endParaRPr dirty="0"/>
          </a:p>
        </p:txBody>
      </p:sp>
    </p:spTree>
    <p:extLst>
      <p:ext uri="{BB962C8B-B14F-4D97-AF65-F5344CB8AC3E}">
        <p14:creationId xmlns:p14="http://schemas.microsoft.com/office/powerpoint/2010/main" val="19419846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73"/>
        <p:cNvGrpSpPr/>
        <p:nvPr/>
      </p:nvGrpSpPr>
      <p:grpSpPr>
        <a:xfrm>
          <a:off x="0" y="0"/>
          <a:ext cx="0" cy="0"/>
          <a:chOff x="0" y="0"/>
          <a:chExt cx="0" cy="0"/>
        </a:xfrm>
      </p:grpSpPr>
      <p:sp>
        <p:nvSpPr>
          <p:cNvPr id="974" name="Google Shape;974;p45"/>
          <p:cNvSpPr txBox="1">
            <a:spLocks noGrp="1"/>
          </p:cNvSpPr>
          <p:nvPr>
            <p:ph type="title"/>
          </p:nvPr>
        </p:nvSpPr>
        <p:spPr>
          <a:xfrm>
            <a:off x="1844413" y="1467150"/>
            <a:ext cx="5455200" cy="1029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Merci!</a:t>
            </a:r>
            <a:endParaRPr dirty="0"/>
          </a:p>
        </p:txBody>
      </p:sp>
      <p:sp>
        <p:nvSpPr>
          <p:cNvPr id="975" name="Google Shape;975;p45"/>
          <p:cNvSpPr txBox="1">
            <a:spLocks noGrp="1"/>
          </p:cNvSpPr>
          <p:nvPr>
            <p:ph type="subTitle" idx="1"/>
          </p:nvPr>
        </p:nvSpPr>
        <p:spPr>
          <a:xfrm>
            <a:off x="1844400" y="2739675"/>
            <a:ext cx="5455200" cy="693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dirty="0"/>
              <a:t>Vos questions sont les bienvenues</a:t>
            </a:r>
            <a:endParaRPr dirty="0"/>
          </a:p>
        </p:txBody>
      </p:sp>
      <p:sp>
        <p:nvSpPr>
          <p:cNvPr id="976" name="Google Shape;976;p45"/>
          <p:cNvSpPr/>
          <p:nvPr/>
        </p:nvSpPr>
        <p:spPr>
          <a:xfrm>
            <a:off x="747719" y="714014"/>
            <a:ext cx="625118" cy="562622"/>
          </a:xfrm>
          <a:custGeom>
            <a:avLst/>
            <a:gdLst/>
            <a:ahLst/>
            <a:cxnLst/>
            <a:rect l="l" t="t" r="r" b="b"/>
            <a:pathLst>
              <a:path w="20015" h="18014" extrusionOk="0">
                <a:moveTo>
                  <a:pt x="13009" y="1969"/>
                </a:moveTo>
                <a:lnTo>
                  <a:pt x="13009" y="2969"/>
                </a:lnTo>
                <a:lnTo>
                  <a:pt x="15011" y="2969"/>
                </a:lnTo>
                <a:lnTo>
                  <a:pt x="15011" y="3970"/>
                </a:lnTo>
                <a:lnTo>
                  <a:pt x="16012" y="3970"/>
                </a:lnTo>
                <a:lnTo>
                  <a:pt x="16012" y="4971"/>
                </a:lnTo>
                <a:lnTo>
                  <a:pt x="17012" y="4971"/>
                </a:lnTo>
                <a:lnTo>
                  <a:pt x="17012" y="5972"/>
                </a:lnTo>
                <a:lnTo>
                  <a:pt x="17012" y="6972"/>
                </a:lnTo>
                <a:lnTo>
                  <a:pt x="18013" y="6972"/>
                </a:lnTo>
                <a:lnTo>
                  <a:pt x="18013" y="7973"/>
                </a:lnTo>
                <a:lnTo>
                  <a:pt x="18013" y="8974"/>
                </a:lnTo>
                <a:lnTo>
                  <a:pt x="18013" y="9974"/>
                </a:lnTo>
                <a:lnTo>
                  <a:pt x="18013" y="10975"/>
                </a:lnTo>
                <a:lnTo>
                  <a:pt x="17012" y="10975"/>
                </a:lnTo>
                <a:lnTo>
                  <a:pt x="17012" y="11976"/>
                </a:lnTo>
                <a:lnTo>
                  <a:pt x="17012" y="12977"/>
                </a:lnTo>
                <a:lnTo>
                  <a:pt x="15011" y="12977"/>
                </a:lnTo>
                <a:lnTo>
                  <a:pt x="15011" y="11976"/>
                </a:lnTo>
                <a:lnTo>
                  <a:pt x="14010" y="11976"/>
                </a:lnTo>
                <a:lnTo>
                  <a:pt x="14010" y="10975"/>
                </a:lnTo>
                <a:lnTo>
                  <a:pt x="13009" y="10975"/>
                </a:lnTo>
                <a:lnTo>
                  <a:pt x="13009" y="9974"/>
                </a:lnTo>
                <a:lnTo>
                  <a:pt x="12009" y="9974"/>
                </a:lnTo>
                <a:lnTo>
                  <a:pt x="12009" y="8974"/>
                </a:lnTo>
                <a:lnTo>
                  <a:pt x="11008" y="8974"/>
                </a:lnTo>
                <a:lnTo>
                  <a:pt x="11008" y="7973"/>
                </a:lnTo>
                <a:lnTo>
                  <a:pt x="10007" y="7973"/>
                </a:lnTo>
                <a:lnTo>
                  <a:pt x="10007" y="7006"/>
                </a:lnTo>
                <a:lnTo>
                  <a:pt x="9007" y="7006"/>
                </a:lnTo>
                <a:lnTo>
                  <a:pt x="9007" y="6005"/>
                </a:lnTo>
                <a:lnTo>
                  <a:pt x="8006" y="6005"/>
                </a:lnTo>
                <a:lnTo>
                  <a:pt x="8006" y="5004"/>
                </a:lnTo>
                <a:lnTo>
                  <a:pt x="7005" y="5004"/>
                </a:lnTo>
                <a:lnTo>
                  <a:pt x="7005" y="4004"/>
                </a:lnTo>
                <a:lnTo>
                  <a:pt x="6004" y="4004"/>
                </a:lnTo>
                <a:lnTo>
                  <a:pt x="6004" y="3003"/>
                </a:lnTo>
                <a:lnTo>
                  <a:pt x="7005" y="3003"/>
                </a:lnTo>
                <a:lnTo>
                  <a:pt x="7005" y="2002"/>
                </a:lnTo>
                <a:lnTo>
                  <a:pt x="8006" y="2002"/>
                </a:lnTo>
                <a:lnTo>
                  <a:pt x="8006" y="1969"/>
                </a:lnTo>
                <a:close/>
                <a:moveTo>
                  <a:pt x="5004" y="5004"/>
                </a:moveTo>
                <a:lnTo>
                  <a:pt x="5004" y="6005"/>
                </a:lnTo>
                <a:lnTo>
                  <a:pt x="6004" y="6005"/>
                </a:lnTo>
                <a:lnTo>
                  <a:pt x="6004" y="7006"/>
                </a:lnTo>
                <a:lnTo>
                  <a:pt x="7005" y="7006"/>
                </a:lnTo>
                <a:lnTo>
                  <a:pt x="7005" y="8006"/>
                </a:lnTo>
                <a:lnTo>
                  <a:pt x="8006" y="8006"/>
                </a:lnTo>
                <a:lnTo>
                  <a:pt x="8006" y="9007"/>
                </a:lnTo>
                <a:lnTo>
                  <a:pt x="9007" y="9007"/>
                </a:lnTo>
                <a:lnTo>
                  <a:pt x="9007" y="10008"/>
                </a:lnTo>
                <a:lnTo>
                  <a:pt x="10007" y="10008"/>
                </a:lnTo>
                <a:lnTo>
                  <a:pt x="10007" y="11009"/>
                </a:lnTo>
                <a:lnTo>
                  <a:pt x="11008" y="11009"/>
                </a:lnTo>
                <a:lnTo>
                  <a:pt x="11008" y="12009"/>
                </a:lnTo>
                <a:lnTo>
                  <a:pt x="12009" y="12009"/>
                </a:lnTo>
                <a:lnTo>
                  <a:pt x="12009" y="13010"/>
                </a:lnTo>
                <a:lnTo>
                  <a:pt x="13009" y="13010"/>
                </a:lnTo>
                <a:lnTo>
                  <a:pt x="13009" y="14011"/>
                </a:lnTo>
                <a:lnTo>
                  <a:pt x="14010" y="14011"/>
                </a:lnTo>
                <a:lnTo>
                  <a:pt x="14010" y="15011"/>
                </a:lnTo>
                <a:lnTo>
                  <a:pt x="13009" y="15011"/>
                </a:lnTo>
                <a:lnTo>
                  <a:pt x="13009" y="16012"/>
                </a:lnTo>
                <a:lnTo>
                  <a:pt x="12042" y="16012"/>
                </a:lnTo>
                <a:lnTo>
                  <a:pt x="12042" y="16045"/>
                </a:lnTo>
                <a:lnTo>
                  <a:pt x="7005" y="16045"/>
                </a:lnTo>
                <a:lnTo>
                  <a:pt x="7005" y="15045"/>
                </a:lnTo>
                <a:lnTo>
                  <a:pt x="5004" y="15045"/>
                </a:lnTo>
                <a:lnTo>
                  <a:pt x="5004" y="14044"/>
                </a:lnTo>
                <a:lnTo>
                  <a:pt x="4003" y="14044"/>
                </a:lnTo>
                <a:lnTo>
                  <a:pt x="4003" y="13043"/>
                </a:lnTo>
                <a:lnTo>
                  <a:pt x="2969" y="13043"/>
                </a:lnTo>
                <a:lnTo>
                  <a:pt x="2969" y="12043"/>
                </a:lnTo>
                <a:lnTo>
                  <a:pt x="2969" y="11042"/>
                </a:lnTo>
                <a:lnTo>
                  <a:pt x="2002" y="11042"/>
                </a:lnTo>
                <a:lnTo>
                  <a:pt x="2002" y="10041"/>
                </a:lnTo>
                <a:lnTo>
                  <a:pt x="2002" y="9040"/>
                </a:lnTo>
                <a:lnTo>
                  <a:pt x="2002" y="8040"/>
                </a:lnTo>
                <a:lnTo>
                  <a:pt x="2002" y="7006"/>
                </a:lnTo>
                <a:lnTo>
                  <a:pt x="3002" y="7006"/>
                </a:lnTo>
                <a:lnTo>
                  <a:pt x="3002" y="6005"/>
                </a:lnTo>
                <a:lnTo>
                  <a:pt x="3002" y="5004"/>
                </a:lnTo>
                <a:close/>
                <a:moveTo>
                  <a:pt x="7005" y="1"/>
                </a:moveTo>
                <a:lnTo>
                  <a:pt x="7005" y="1001"/>
                </a:lnTo>
                <a:lnTo>
                  <a:pt x="4003" y="1001"/>
                </a:lnTo>
                <a:lnTo>
                  <a:pt x="4003" y="2002"/>
                </a:lnTo>
                <a:lnTo>
                  <a:pt x="2969" y="2002"/>
                </a:lnTo>
                <a:lnTo>
                  <a:pt x="2969" y="3003"/>
                </a:lnTo>
                <a:lnTo>
                  <a:pt x="2002" y="3003"/>
                </a:lnTo>
                <a:lnTo>
                  <a:pt x="2002" y="4004"/>
                </a:lnTo>
                <a:lnTo>
                  <a:pt x="1001" y="4004"/>
                </a:lnTo>
                <a:lnTo>
                  <a:pt x="1001" y="5004"/>
                </a:lnTo>
                <a:lnTo>
                  <a:pt x="1001" y="6005"/>
                </a:lnTo>
                <a:lnTo>
                  <a:pt x="0" y="6005"/>
                </a:lnTo>
                <a:lnTo>
                  <a:pt x="0" y="7006"/>
                </a:lnTo>
                <a:lnTo>
                  <a:pt x="0" y="8006"/>
                </a:lnTo>
                <a:lnTo>
                  <a:pt x="0" y="9007"/>
                </a:lnTo>
                <a:lnTo>
                  <a:pt x="0" y="10008"/>
                </a:lnTo>
                <a:lnTo>
                  <a:pt x="0" y="11009"/>
                </a:lnTo>
                <a:lnTo>
                  <a:pt x="0" y="12009"/>
                </a:lnTo>
                <a:lnTo>
                  <a:pt x="1001" y="12009"/>
                </a:lnTo>
                <a:lnTo>
                  <a:pt x="1001" y="13010"/>
                </a:lnTo>
                <a:lnTo>
                  <a:pt x="1001" y="14011"/>
                </a:lnTo>
                <a:lnTo>
                  <a:pt x="2002" y="14011"/>
                </a:lnTo>
                <a:lnTo>
                  <a:pt x="2002" y="15011"/>
                </a:lnTo>
                <a:lnTo>
                  <a:pt x="3002" y="15011"/>
                </a:lnTo>
                <a:lnTo>
                  <a:pt x="3002" y="16012"/>
                </a:lnTo>
                <a:lnTo>
                  <a:pt x="4003" y="16012"/>
                </a:lnTo>
                <a:lnTo>
                  <a:pt x="4003" y="17013"/>
                </a:lnTo>
                <a:lnTo>
                  <a:pt x="7005" y="17013"/>
                </a:lnTo>
                <a:lnTo>
                  <a:pt x="7005" y="18014"/>
                </a:lnTo>
                <a:lnTo>
                  <a:pt x="13009" y="18014"/>
                </a:lnTo>
                <a:lnTo>
                  <a:pt x="13009" y="17013"/>
                </a:lnTo>
                <a:lnTo>
                  <a:pt x="16012" y="17013"/>
                </a:lnTo>
                <a:lnTo>
                  <a:pt x="16012" y="16012"/>
                </a:lnTo>
                <a:lnTo>
                  <a:pt x="17012" y="16012"/>
                </a:lnTo>
                <a:lnTo>
                  <a:pt x="17012" y="15011"/>
                </a:lnTo>
                <a:lnTo>
                  <a:pt x="18013" y="15011"/>
                </a:lnTo>
                <a:lnTo>
                  <a:pt x="18013" y="14011"/>
                </a:lnTo>
                <a:lnTo>
                  <a:pt x="19014" y="14011"/>
                </a:lnTo>
                <a:lnTo>
                  <a:pt x="19014" y="13010"/>
                </a:lnTo>
                <a:lnTo>
                  <a:pt x="19014" y="12009"/>
                </a:lnTo>
                <a:lnTo>
                  <a:pt x="20014" y="12009"/>
                </a:lnTo>
                <a:lnTo>
                  <a:pt x="20014" y="11009"/>
                </a:lnTo>
                <a:lnTo>
                  <a:pt x="20014" y="10008"/>
                </a:lnTo>
                <a:lnTo>
                  <a:pt x="20014" y="9007"/>
                </a:lnTo>
                <a:lnTo>
                  <a:pt x="20014" y="8006"/>
                </a:lnTo>
                <a:lnTo>
                  <a:pt x="20014" y="7006"/>
                </a:lnTo>
                <a:lnTo>
                  <a:pt x="20014" y="6005"/>
                </a:lnTo>
                <a:lnTo>
                  <a:pt x="19080" y="6005"/>
                </a:lnTo>
                <a:lnTo>
                  <a:pt x="19080" y="5004"/>
                </a:lnTo>
                <a:lnTo>
                  <a:pt x="19080" y="4004"/>
                </a:lnTo>
                <a:lnTo>
                  <a:pt x="18080" y="4004"/>
                </a:lnTo>
                <a:lnTo>
                  <a:pt x="18080" y="3003"/>
                </a:lnTo>
                <a:lnTo>
                  <a:pt x="17079" y="3003"/>
                </a:lnTo>
                <a:lnTo>
                  <a:pt x="17079" y="2002"/>
                </a:lnTo>
                <a:lnTo>
                  <a:pt x="16078" y="2002"/>
                </a:lnTo>
                <a:lnTo>
                  <a:pt x="16078" y="1001"/>
                </a:lnTo>
                <a:lnTo>
                  <a:pt x="13076" y="1001"/>
                </a:lnTo>
                <a:lnTo>
                  <a:pt x="1307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Computer Science &amp; Mathematics Major for College: Software &amp; Media Applications by Slidesgo">
  <a:themeElements>
    <a:clrScheme name="Simple Light">
      <a:dk1>
        <a:srgbClr val="000000"/>
      </a:dk1>
      <a:lt1>
        <a:srgbClr val="FFFFFF"/>
      </a:lt1>
      <a:dk2>
        <a:srgbClr val="666666"/>
      </a:dk2>
      <a:lt2>
        <a:srgbClr val="FFFFFF"/>
      </a:lt2>
      <a:accent1>
        <a:srgbClr val="B7B7B7"/>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272</TotalTime>
  <Words>2759</Words>
  <Application>Microsoft Office PowerPoint</Application>
  <PresentationFormat>On-screen Show (16:9)</PresentationFormat>
  <Paragraphs>167</Paragraphs>
  <Slides>50</Slides>
  <Notes>50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50</vt:i4>
      </vt:variant>
    </vt:vector>
  </HeadingPairs>
  <TitlesOfParts>
    <vt:vector size="54" baseType="lpstr">
      <vt:lpstr>Arial</vt:lpstr>
      <vt:lpstr>Chakra Petch Medium</vt:lpstr>
      <vt:lpstr>Fira Code</vt:lpstr>
      <vt:lpstr>Computer Science &amp; Mathematics Major for College: Software &amp; Media Applications by Slidesgo</vt:lpstr>
      <vt:lpstr>Teradata: Transformez vos données en décisions.</vt:lpstr>
      <vt:lpstr>C’est quoi  le Data Mining ?</vt:lpstr>
      <vt:lpstr>Conclusion</vt:lpstr>
      <vt:lpstr>Introduction</vt:lpstr>
      <vt:lpstr>Introduction</vt:lpstr>
      <vt:lpstr>C’est quoi le Data Mining</vt:lpstr>
      <vt:lpstr>Définition</vt:lpstr>
      <vt:lpstr>Objectifs</vt:lpstr>
      <vt:lpstr>Objectifs</vt:lpstr>
      <vt:lpstr>Objectifs</vt:lpstr>
      <vt:lpstr>Principes techniques</vt:lpstr>
      <vt:lpstr>Principes techniques</vt:lpstr>
      <vt:lpstr>Principes techniques</vt:lpstr>
      <vt:lpstr>Principes techniques</vt:lpstr>
      <vt:lpstr>C’est quoi Teradata ?</vt:lpstr>
      <vt:lpstr>Définition</vt:lpstr>
      <vt:lpstr>Hétérogénéité</vt:lpstr>
      <vt:lpstr>Caractéristiques</vt:lpstr>
      <vt:lpstr>Caractéristiques</vt:lpstr>
      <vt:lpstr>Caractéristiques</vt:lpstr>
      <vt:lpstr>Caractéristiques</vt:lpstr>
      <vt:lpstr>Avantages</vt:lpstr>
      <vt:lpstr>Quelle est l’architecture de Teradata ?</vt:lpstr>
      <vt:lpstr>PowerPoint Presentation</vt:lpstr>
      <vt:lpstr>Architecture</vt:lpstr>
      <vt:lpstr>Architecture</vt:lpstr>
      <vt:lpstr>Architecture</vt:lpstr>
      <vt:lpstr>Architecture</vt:lpstr>
      <vt:lpstr>Architecture</vt:lpstr>
      <vt:lpstr>Architecture</vt:lpstr>
      <vt:lpstr>Architecture</vt:lpstr>
      <vt:lpstr>Architecture</vt:lpstr>
      <vt:lpstr>Quelles sont les fonctionnalités de Teradata ?</vt:lpstr>
      <vt:lpstr>Fonctionnalités</vt:lpstr>
      <vt:lpstr>Fonctionnalités</vt:lpstr>
      <vt:lpstr>Fonctionnalités</vt:lpstr>
      <vt:lpstr>Quels sont les domaines d’application ?</vt:lpstr>
      <vt:lpstr>Domaines d’application</vt:lpstr>
      <vt:lpstr>Domaines d’application</vt:lpstr>
      <vt:lpstr>Domaines d’application</vt:lpstr>
      <vt:lpstr>Interfaces de Teradata</vt:lpstr>
      <vt:lpstr>PowerPoint Presentation</vt:lpstr>
      <vt:lpstr>PowerPoint Presentation</vt:lpstr>
      <vt:lpstr>PowerPoint Presentation</vt:lpstr>
      <vt:lpstr>PowerPoint Presentation</vt:lpstr>
      <vt:lpstr>PowerPoint Presentation</vt:lpstr>
      <vt:lpstr>PowerPoint Presentation</vt:lpstr>
      <vt:lpstr>Conclusion</vt:lpstr>
      <vt:lpstr>Conclusion</vt:lpstr>
      <vt:lpstr>Merci!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DELL</cp:lastModifiedBy>
  <cp:revision>88</cp:revision>
  <dcterms:modified xsi:type="dcterms:W3CDTF">2025-11-24T20:11:51Z</dcterms:modified>
</cp:coreProperties>
</file>